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5" r:id="rId1"/>
  </p:sldMasterIdLst>
  <p:notesMasterIdLst>
    <p:notesMasterId r:id="rId11"/>
  </p:notesMasterIdLst>
  <p:sldIdLst>
    <p:sldId id="256" r:id="rId2"/>
    <p:sldId id="257" r:id="rId3"/>
    <p:sldId id="258" r:id="rId4"/>
    <p:sldId id="259" r:id="rId5"/>
    <p:sldId id="260" r:id="rId6"/>
    <p:sldId id="268" r:id="rId7"/>
    <p:sldId id="269" r:id="rId8"/>
    <p:sldId id="272" r:id="rId9"/>
    <p:sldId id="273" r:id="rId10"/>
  </p:sldIdLst>
  <p:sldSz cx="9144000" cy="5143500" type="screen16x9"/>
  <p:notesSz cx="6858000" cy="9144000"/>
  <p:embeddedFontLst>
    <p:embeddedFont>
      <p:font typeface="Bebas Neue" panose="020B0604020202020204" charset="0"/>
      <p:regular r:id="rId12"/>
    </p:embeddedFont>
    <p:embeddedFont>
      <p:font typeface="DM Sans" panose="020B0604020202020204" charset="0"/>
      <p:regular r:id="rId13"/>
      <p:bold r:id="rId14"/>
      <p:italic r:id="rId15"/>
      <p:boldItalic r:id="rId16"/>
    </p:embeddedFont>
    <p:embeddedFont>
      <p:font typeface="Josefin Slab SemiBold" pitchFamily="2" charset="0"/>
      <p:regular r:id="rId17"/>
      <p:bold r:id="rId18"/>
      <p:italic r:id="rId19"/>
      <p:boldItalic r:id="rId20"/>
    </p:embeddedFont>
    <p:embeddedFont>
      <p:font typeface="Roboto Condensed Light" panose="02000000000000000000" pitchFamily="2" charset="0"/>
      <p:regular r:id="rId21"/>
      <p: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F6077C8-0412-4FB0-955A-B3FEF67B8B0A}">
  <a:tblStyle styleId="{DF6077C8-0412-4FB0-955A-B3FEF67B8B0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4" autoAdjust="0"/>
    <p:restoredTop sz="94660"/>
  </p:normalViewPr>
  <p:slideViewPr>
    <p:cSldViewPr snapToGrid="0">
      <p:cViewPr varScale="1">
        <p:scale>
          <a:sx n="94" d="100"/>
          <a:sy n="94" d="100"/>
        </p:scale>
        <p:origin x="63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font" Target="fonts/font1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7"/>
        <p:cNvGrpSpPr/>
        <p:nvPr/>
      </p:nvGrpSpPr>
      <p:grpSpPr>
        <a:xfrm>
          <a:off x="0" y="0"/>
          <a:ext cx="0" cy="0"/>
          <a:chOff x="0" y="0"/>
          <a:chExt cx="0" cy="0"/>
        </a:xfrm>
      </p:grpSpPr>
      <p:sp>
        <p:nvSpPr>
          <p:cNvPr id="2408" name="Google Shape;2408;g10812d25255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9" name="Google Shape;2409;g10812d25255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1"/>
        <p:cNvGrpSpPr/>
        <p:nvPr/>
      </p:nvGrpSpPr>
      <p:grpSpPr>
        <a:xfrm>
          <a:off x="0" y="0"/>
          <a:ext cx="0" cy="0"/>
          <a:chOff x="0" y="0"/>
          <a:chExt cx="0" cy="0"/>
        </a:xfrm>
      </p:grpSpPr>
      <p:sp>
        <p:nvSpPr>
          <p:cNvPr id="2882" name="Google Shape;2882;g104227c0023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3" name="Google Shape;2883;g104227c0023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8"/>
        <p:cNvGrpSpPr/>
        <p:nvPr/>
      </p:nvGrpSpPr>
      <p:grpSpPr>
        <a:xfrm>
          <a:off x="0" y="0"/>
          <a:ext cx="0" cy="0"/>
          <a:chOff x="0" y="0"/>
          <a:chExt cx="0" cy="0"/>
        </a:xfrm>
      </p:grpSpPr>
      <p:sp>
        <p:nvSpPr>
          <p:cNvPr id="2949" name="Google Shape;2949;g10957fa82f9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50" name="Google Shape;2950;g10957fa82f9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8"/>
        <p:cNvGrpSpPr/>
        <p:nvPr/>
      </p:nvGrpSpPr>
      <p:grpSpPr>
        <a:xfrm>
          <a:off x="0" y="0"/>
          <a:ext cx="0" cy="0"/>
          <a:chOff x="0" y="0"/>
          <a:chExt cx="0" cy="0"/>
        </a:xfrm>
      </p:grpSpPr>
      <p:sp>
        <p:nvSpPr>
          <p:cNvPr id="3039" name="Google Shape;3039;g10812d25255_0_2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0" name="Google Shape;3040;g10812d25255_0_2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8"/>
        <p:cNvGrpSpPr/>
        <p:nvPr/>
      </p:nvGrpSpPr>
      <p:grpSpPr>
        <a:xfrm>
          <a:off x="0" y="0"/>
          <a:ext cx="0" cy="0"/>
          <a:chOff x="0" y="0"/>
          <a:chExt cx="0" cy="0"/>
        </a:xfrm>
      </p:grpSpPr>
      <p:sp>
        <p:nvSpPr>
          <p:cNvPr id="3199" name="Google Shape;3199;g104227c0023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00" name="Google Shape;3200;g104227c0023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9"/>
        <p:cNvGrpSpPr/>
        <p:nvPr/>
      </p:nvGrpSpPr>
      <p:grpSpPr>
        <a:xfrm>
          <a:off x="0" y="0"/>
          <a:ext cx="0" cy="0"/>
          <a:chOff x="0" y="0"/>
          <a:chExt cx="0" cy="0"/>
        </a:xfrm>
      </p:grpSpPr>
      <p:sp>
        <p:nvSpPr>
          <p:cNvPr id="4680" name="Google Shape;4680;g10812d2525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81" name="Google Shape;4681;g10812d2525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2"/>
        <p:cNvGrpSpPr/>
        <p:nvPr/>
      </p:nvGrpSpPr>
      <p:grpSpPr>
        <a:xfrm>
          <a:off x="0" y="0"/>
          <a:ext cx="0" cy="0"/>
          <a:chOff x="0" y="0"/>
          <a:chExt cx="0" cy="0"/>
        </a:xfrm>
      </p:grpSpPr>
      <p:sp>
        <p:nvSpPr>
          <p:cNvPr id="4823" name="Google Shape;4823;g10812d25255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24" name="Google Shape;4824;g10812d25255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2"/>
        <p:cNvGrpSpPr/>
        <p:nvPr/>
      </p:nvGrpSpPr>
      <p:grpSpPr>
        <a:xfrm>
          <a:off x="0" y="0"/>
          <a:ext cx="0" cy="0"/>
          <a:chOff x="0" y="0"/>
          <a:chExt cx="0" cy="0"/>
        </a:xfrm>
      </p:grpSpPr>
      <p:sp>
        <p:nvSpPr>
          <p:cNvPr id="5043" name="Google Shape;5043;g10812d25255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44" name="Google Shape;5044;g10812d25255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423550" y="1088125"/>
            <a:ext cx="5554800" cy="2107800"/>
          </a:xfrm>
          <a:prstGeom prst="rect">
            <a:avLst/>
          </a:prstGeom>
        </p:spPr>
        <p:txBody>
          <a:bodyPr spcFirstLastPara="1" wrap="square" lIns="91425" tIns="91425" rIns="91425" bIns="91425" anchor="ctr" anchorCtr="0">
            <a:noAutofit/>
          </a:bodyPr>
          <a:lstStyle>
            <a:lvl1pPr lvl="0">
              <a:lnSpc>
                <a:spcPct val="90000"/>
              </a:lnSpc>
              <a:spcBef>
                <a:spcPts val="0"/>
              </a:spcBef>
              <a:spcAft>
                <a:spcPts val="0"/>
              </a:spcAft>
              <a:buClr>
                <a:srgbClr val="191919"/>
              </a:buClr>
              <a:buSzPts val="5200"/>
              <a:buNone/>
              <a:defRPr sz="6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537000" y="3645875"/>
            <a:ext cx="3518400" cy="409500"/>
          </a:xfrm>
          <a:prstGeom prst="rect">
            <a:avLst/>
          </a:prstGeom>
          <a:ln w="1905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lvl1pPr lvl="0" algn="ctr">
              <a:lnSpc>
                <a:spcPct val="100000"/>
              </a:lnSpc>
              <a:spcBef>
                <a:spcPts val="0"/>
              </a:spcBef>
              <a:spcAft>
                <a:spcPts val="0"/>
              </a:spcAft>
              <a:buSzPts val="1400"/>
              <a:buNone/>
              <a:defRPr>
                <a:solidFill>
                  <a:schemeClr val="accent6"/>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1" name="Google Shape;11;p2"/>
          <p:cNvGrpSpPr/>
          <p:nvPr/>
        </p:nvGrpSpPr>
        <p:grpSpPr>
          <a:xfrm>
            <a:off x="1358295" y="-36"/>
            <a:ext cx="6427419" cy="5143493"/>
            <a:chOff x="1441700" y="3548125"/>
            <a:chExt cx="907725" cy="726400"/>
          </a:xfrm>
        </p:grpSpPr>
        <p:sp>
          <p:nvSpPr>
            <p:cNvPr id="12" name="Google Shape;12;p2"/>
            <p:cNvSpPr/>
            <p:nvPr/>
          </p:nvSpPr>
          <p:spPr>
            <a:xfrm>
              <a:off x="1990925" y="3548125"/>
              <a:ext cx="120325" cy="726050"/>
            </a:xfrm>
            <a:custGeom>
              <a:avLst/>
              <a:gdLst/>
              <a:ahLst/>
              <a:cxnLst/>
              <a:rect l="l" t="t" r="r" b="b"/>
              <a:pathLst>
                <a:path w="4813" h="29042" extrusionOk="0">
                  <a:moveTo>
                    <a:pt x="84" y="0"/>
                  </a:moveTo>
                  <a:cubicBezTo>
                    <a:pt x="391" y="893"/>
                    <a:pt x="670" y="1786"/>
                    <a:pt x="893" y="2720"/>
                  </a:cubicBezTo>
                  <a:lnTo>
                    <a:pt x="893" y="2734"/>
                  </a:lnTo>
                  <a:cubicBezTo>
                    <a:pt x="1088" y="3515"/>
                    <a:pt x="1255" y="4310"/>
                    <a:pt x="1395" y="5119"/>
                  </a:cubicBezTo>
                  <a:lnTo>
                    <a:pt x="1395" y="5133"/>
                  </a:lnTo>
                  <a:cubicBezTo>
                    <a:pt x="1395" y="5133"/>
                    <a:pt x="1395" y="5147"/>
                    <a:pt x="1395" y="5147"/>
                  </a:cubicBezTo>
                  <a:cubicBezTo>
                    <a:pt x="1604" y="6333"/>
                    <a:pt x="1758" y="7519"/>
                    <a:pt x="1855" y="8718"/>
                  </a:cubicBezTo>
                  <a:lnTo>
                    <a:pt x="1855" y="8774"/>
                  </a:lnTo>
                  <a:cubicBezTo>
                    <a:pt x="1855" y="8844"/>
                    <a:pt x="1869" y="8913"/>
                    <a:pt x="1869" y="8983"/>
                  </a:cubicBezTo>
                  <a:cubicBezTo>
                    <a:pt x="1869" y="8997"/>
                    <a:pt x="1869" y="9011"/>
                    <a:pt x="1869" y="9039"/>
                  </a:cubicBezTo>
                  <a:cubicBezTo>
                    <a:pt x="1967" y="10239"/>
                    <a:pt x="2009" y="11452"/>
                    <a:pt x="2009" y="12652"/>
                  </a:cubicBezTo>
                  <a:lnTo>
                    <a:pt x="2009" y="12972"/>
                  </a:lnTo>
                  <a:cubicBezTo>
                    <a:pt x="1995" y="14493"/>
                    <a:pt x="1925" y="15985"/>
                    <a:pt x="1813" y="17450"/>
                  </a:cubicBezTo>
                  <a:lnTo>
                    <a:pt x="1813" y="17492"/>
                  </a:lnTo>
                  <a:lnTo>
                    <a:pt x="1813" y="17506"/>
                  </a:lnTo>
                  <a:cubicBezTo>
                    <a:pt x="1716" y="18636"/>
                    <a:pt x="1604" y="19751"/>
                    <a:pt x="1465" y="20826"/>
                  </a:cubicBezTo>
                  <a:lnTo>
                    <a:pt x="1423" y="21216"/>
                  </a:lnTo>
                  <a:cubicBezTo>
                    <a:pt x="1339" y="21774"/>
                    <a:pt x="1269" y="22332"/>
                    <a:pt x="1186" y="22876"/>
                  </a:cubicBezTo>
                  <a:lnTo>
                    <a:pt x="1186" y="22904"/>
                  </a:lnTo>
                  <a:cubicBezTo>
                    <a:pt x="1172" y="22988"/>
                    <a:pt x="1158" y="23057"/>
                    <a:pt x="1144" y="23141"/>
                  </a:cubicBezTo>
                  <a:cubicBezTo>
                    <a:pt x="1060" y="23671"/>
                    <a:pt x="977" y="24201"/>
                    <a:pt x="879" y="24703"/>
                  </a:cubicBezTo>
                  <a:cubicBezTo>
                    <a:pt x="879" y="24745"/>
                    <a:pt x="865" y="24801"/>
                    <a:pt x="865" y="24843"/>
                  </a:cubicBezTo>
                  <a:lnTo>
                    <a:pt x="851" y="24885"/>
                  </a:lnTo>
                  <a:cubicBezTo>
                    <a:pt x="572" y="26405"/>
                    <a:pt x="279" y="27814"/>
                    <a:pt x="0" y="29041"/>
                  </a:cubicBezTo>
                  <a:lnTo>
                    <a:pt x="1172" y="29041"/>
                  </a:lnTo>
                  <a:cubicBezTo>
                    <a:pt x="1744" y="27716"/>
                    <a:pt x="2232" y="26419"/>
                    <a:pt x="2650" y="25150"/>
                  </a:cubicBezTo>
                  <a:cubicBezTo>
                    <a:pt x="2678" y="25094"/>
                    <a:pt x="2692" y="25024"/>
                    <a:pt x="2720" y="24968"/>
                  </a:cubicBezTo>
                  <a:cubicBezTo>
                    <a:pt x="2860" y="24564"/>
                    <a:pt x="2985" y="24159"/>
                    <a:pt x="3097" y="23769"/>
                  </a:cubicBezTo>
                  <a:lnTo>
                    <a:pt x="3125" y="23685"/>
                  </a:lnTo>
                  <a:cubicBezTo>
                    <a:pt x="3125" y="23671"/>
                    <a:pt x="3125" y="23657"/>
                    <a:pt x="3125" y="23643"/>
                  </a:cubicBezTo>
                  <a:cubicBezTo>
                    <a:pt x="3152" y="23573"/>
                    <a:pt x="3180" y="23490"/>
                    <a:pt x="3194" y="23420"/>
                  </a:cubicBezTo>
                  <a:lnTo>
                    <a:pt x="3236" y="23280"/>
                  </a:lnTo>
                  <a:cubicBezTo>
                    <a:pt x="3599" y="22011"/>
                    <a:pt x="3906" y="20798"/>
                    <a:pt x="4129" y="19612"/>
                  </a:cubicBezTo>
                  <a:lnTo>
                    <a:pt x="4171" y="19459"/>
                  </a:lnTo>
                  <a:lnTo>
                    <a:pt x="4227" y="19138"/>
                  </a:lnTo>
                  <a:lnTo>
                    <a:pt x="4227" y="19124"/>
                  </a:lnTo>
                  <a:cubicBezTo>
                    <a:pt x="4450" y="17938"/>
                    <a:pt x="4589" y="16808"/>
                    <a:pt x="4687" y="15706"/>
                  </a:cubicBezTo>
                  <a:lnTo>
                    <a:pt x="4687" y="15678"/>
                  </a:lnTo>
                  <a:lnTo>
                    <a:pt x="4715" y="15372"/>
                  </a:lnTo>
                  <a:cubicBezTo>
                    <a:pt x="4729" y="15288"/>
                    <a:pt x="4729" y="15204"/>
                    <a:pt x="4729" y="15134"/>
                  </a:cubicBezTo>
                  <a:lnTo>
                    <a:pt x="4729" y="15093"/>
                  </a:lnTo>
                  <a:cubicBezTo>
                    <a:pt x="4798" y="14005"/>
                    <a:pt x="4812" y="12903"/>
                    <a:pt x="4771" y="11801"/>
                  </a:cubicBezTo>
                  <a:lnTo>
                    <a:pt x="4771" y="11787"/>
                  </a:lnTo>
                  <a:cubicBezTo>
                    <a:pt x="4771" y="11773"/>
                    <a:pt x="4771" y="11759"/>
                    <a:pt x="4771" y="11759"/>
                  </a:cubicBezTo>
                  <a:lnTo>
                    <a:pt x="4771" y="11619"/>
                  </a:lnTo>
                  <a:lnTo>
                    <a:pt x="4771" y="11536"/>
                  </a:lnTo>
                  <a:lnTo>
                    <a:pt x="4771" y="11396"/>
                  </a:lnTo>
                  <a:cubicBezTo>
                    <a:pt x="4673" y="9164"/>
                    <a:pt x="4310" y="6961"/>
                    <a:pt x="3696" y="4826"/>
                  </a:cubicBezTo>
                  <a:cubicBezTo>
                    <a:pt x="3669" y="4743"/>
                    <a:pt x="3655" y="4673"/>
                    <a:pt x="3627" y="4603"/>
                  </a:cubicBezTo>
                  <a:cubicBezTo>
                    <a:pt x="3627" y="4589"/>
                    <a:pt x="3627" y="4575"/>
                    <a:pt x="3627" y="4575"/>
                  </a:cubicBezTo>
                  <a:lnTo>
                    <a:pt x="3613" y="4547"/>
                  </a:lnTo>
                  <a:cubicBezTo>
                    <a:pt x="3390" y="3822"/>
                    <a:pt x="3152" y="3125"/>
                    <a:pt x="2887" y="2483"/>
                  </a:cubicBezTo>
                  <a:lnTo>
                    <a:pt x="2874" y="2441"/>
                  </a:lnTo>
                  <a:lnTo>
                    <a:pt x="2776" y="2204"/>
                  </a:lnTo>
                  <a:cubicBezTo>
                    <a:pt x="2455" y="1423"/>
                    <a:pt x="2106" y="684"/>
                    <a:pt x="1744" y="0"/>
                  </a:cubicBezTo>
                  <a:close/>
                </a:path>
              </a:pathLst>
            </a:custGeom>
            <a:gradFill>
              <a:gsLst>
                <a:gs pos="0">
                  <a:srgbClr val="EEE3FF">
                    <a:alpha val="1960"/>
                    <a:alpha val="16760"/>
                  </a:srgbClr>
                </a:gs>
                <a:gs pos="100000">
                  <a:srgbClr val="EEE3FF">
                    <a:alpha val="8235"/>
                    <a:alpha val="167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1678475" y="3548125"/>
              <a:ext cx="196000" cy="726400"/>
            </a:xfrm>
            <a:custGeom>
              <a:avLst/>
              <a:gdLst/>
              <a:ahLst/>
              <a:cxnLst/>
              <a:rect l="l" t="t" r="r" b="b"/>
              <a:pathLst>
                <a:path w="7840" h="29056" extrusionOk="0">
                  <a:moveTo>
                    <a:pt x="2441" y="0"/>
                  </a:moveTo>
                  <a:cubicBezTo>
                    <a:pt x="2037" y="740"/>
                    <a:pt x="1674" y="1507"/>
                    <a:pt x="1367" y="2302"/>
                  </a:cubicBezTo>
                  <a:lnTo>
                    <a:pt x="1242" y="2623"/>
                  </a:lnTo>
                  <a:cubicBezTo>
                    <a:pt x="1046" y="3181"/>
                    <a:pt x="865" y="3752"/>
                    <a:pt x="712" y="4324"/>
                  </a:cubicBezTo>
                  <a:lnTo>
                    <a:pt x="642" y="4589"/>
                  </a:lnTo>
                  <a:cubicBezTo>
                    <a:pt x="195" y="6486"/>
                    <a:pt x="0" y="8425"/>
                    <a:pt x="84" y="10364"/>
                  </a:cubicBezTo>
                  <a:lnTo>
                    <a:pt x="84" y="10615"/>
                  </a:lnTo>
                  <a:cubicBezTo>
                    <a:pt x="126" y="11452"/>
                    <a:pt x="195" y="12303"/>
                    <a:pt x="321" y="13140"/>
                  </a:cubicBezTo>
                  <a:lnTo>
                    <a:pt x="363" y="13377"/>
                  </a:lnTo>
                  <a:cubicBezTo>
                    <a:pt x="586" y="14758"/>
                    <a:pt x="893" y="16097"/>
                    <a:pt x="1297" y="17436"/>
                  </a:cubicBezTo>
                  <a:cubicBezTo>
                    <a:pt x="1702" y="18789"/>
                    <a:pt x="2190" y="20128"/>
                    <a:pt x="2748" y="21439"/>
                  </a:cubicBezTo>
                  <a:cubicBezTo>
                    <a:pt x="2846" y="21662"/>
                    <a:pt x="2943" y="21872"/>
                    <a:pt x="3041" y="22095"/>
                  </a:cubicBezTo>
                  <a:lnTo>
                    <a:pt x="3041" y="22109"/>
                  </a:lnTo>
                  <a:lnTo>
                    <a:pt x="3125" y="22290"/>
                  </a:lnTo>
                  <a:cubicBezTo>
                    <a:pt x="3432" y="23001"/>
                    <a:pt x="3766" y="23671"/>
                    <a:pt x="4115" y="24341"/>
                  </a:cubicBezTo>
                  <a:cubicBezTo>
                    <a:pt x="4157" y="24452"/>
                    <a:pt x="4213" y="24550"/>
                    <a:pt x="4268" y="24661"/>
                  </a:cubicBezTo>
                  <a:cubicBezTo>
                    <a:pt x="5119" y="26279"/>
                    <a:pt x="6012" y="27758"/>
                    <a:pt x="6849" y="29055"/>
                  </a:cubicBezTo>
                  <a:lnTo>
                    <a:pt x="7839" y="29055"/>
                  </a:lnTo>
                  <a:cubicBezTo>
                    <a:pt x="7002" y="27381"/>
                    <a:pt x="6277" y="25749"/>
                    <a:pt x="5663" y="24159"/>
                  </a:cubicBezTo>
                  <a:cubicBezTo>
                    <a:pt x="5649" y="24117"/>
                    <a:pt x="5621" y="24048"/>
                    <a:pt x="5594" y="23992"/>
                  </a:cubicBezTo>
                  <a:cubicBezTo>
                    <a:pt x="5594" y="23992"/>
                    <a:pt x="5594" y="23978"/>
                    <a:pt x="5594" y="23978"/>
                  </a:cubicBezTo>
                  <a:cubicBezTo>
                    <a:pt x="5440" y="23587"/>
                    <a:pt x="5301" y="23197"/>
                    <a:pt x="5161" y="22806"/>
                  </a:cubicBezTo>
                  <a:cubicBezTo>
                    <a:pt x="5119" y="22695"/>
                    <a:pt x="5077" y="22583"/>
                    <a:pt x="5036" y="22457"/>
                  </a:cubicBezTo>
                  <a:cubicBezTo>
                    <a:pt x="4952" y="22206"/>
                    <a:pt x="4868" y="21955"/>
                    <a:pt x="4785" y="21718"/>
                  </a:cubicBezTo>
                  <a:lnTo>
                    <a:pt x="4785" y="21690"/>
                  </a:lnTo>
                  <a:cubicBezTo>
                    <a:pt x="4771" y="21676"/>
                    <a:pt x="4771" y="21662"/>
                    <a:pt x="4771" y="21648"/>
                  </a:cubicBezTo>
                  <a:cubicBezTo>
                    <a:pt x="4492" y="20812"/>
                    <a:pt x="4254" y="19989"/>
                    <a:pt x="4045" y="19194"/>
                  </a:cubicBezTo>
                  <a:cubicBezTo>
                    <a:pt x="3348" y="16627"/>
                    <a:pt x="2929" y="14005"/>
                    <a:pt x="2790" y="11354"/>
                  </a:cubicBezTo>
                  <a:lnTo>
                    <a:pt x="2790" y="11229"/>
                  </a:lnTo>
                  <a:lnTo>
                    <a:pt x="2790" y="11048"/>
                  </a:lnTo>
                  <a:cubicBezTo>
                    <a:pt x="2790" y="11034"/>
                    <a:pt x="2790" y="11034"/>
                    <a:pt x="2790" y="11020"/>
                  </a:cubicBezTo>
                  <a:cubicBezTo>
                    <a:pt x="2748" y="10001"/>
                    <a:pt x="2762" y="9025"/>
                    <a:pt x="2818" y="8090"/>
                  </a:cubicBezTo>
                  <a:cubicBezTo>
                    <a:pt x="2818" y="8076"/>
                    <a:pt x="2818" y="8063"/>
                    <a:pt x="2818" y="8049"/>
                  </a:cubicBezTo>
                  <a:cubicBezTo>
                    <a:pt x="2818" y="7979"/>
                    <a:pt x="2832" y="7895"/>
                    <a:pt x="2832" y="7825"/>
                  </a:cubicBezTo>
                  <a:lnTo>
                    <a:pt x="2846" y="7672"/>
                  </a:lnTo>
                  <a:cubicBezTo>
                    <a:pt x="2901" y="6849"/>
                    <a:pt x="2985" y="6040"/>
                    <a:pt x="3111" y="5273"/>
                  </a:cubicBezTo>
                  <a:cubicBezTo>
                    <a:pt x="3111" y="5273"/>
                    <a:pt x="3111" y="5259"/>
                    <a:pt x="3111" y="5259"/>
                  </a:cubicBezTo>
                  <a:lnTo>
                    <a:pt x="3111" y="5217"/>
                  </a:lnTo>
                  <a:cubicBezTo>
                    <a:pt x="3222" y="4506"/>
                    <a:pt x="3348" y="3822"/>
                    <a:pt x="3501" y="3181"/>
                  </a:cubicBezTo>
                  <a:lnTo>
                    <a:pt x="3501" y="3139"/>
                  </a:lnTo>
                  <a:cubicBezTo>
                    <a:pt x="3515" y="3097"/>
                    <a:pt x="3515" y="3069"/>
                    <a:pt x="3529" y="3027"/>
                  </a:cubicBezTo>
                  <a:lnTo>
                    <a:pt x="3571" y="2832"/>
                  </a:lnTo>
                  <a:cubicBezTo>
                    <a:pt x="3808" y="1869"/>
                    <a:pt x="4101" y="935"/>
                    <a:pt x="4450" y="0"/>
                  </a:cubicBezTo>
                  <a:close/>
                </a:path>
              </a:pathLst>
            </a:custGeom>
            <a:gradFill>
              <a:gsLst>
                <a:gs pos="0">
                  <a:srgbClr val="EEE3FF">
                    <a:alpha val="1960"/>
                    <a:alpha val="16760"/>
                  </a:srgbClr>
                </a:gs>
                <a:gs pos="100000">
                  <a:srgbClr val="EEE3FF">
                    <a:alpha val="8235"/>
                    <a:alpha val="167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1441700" y="3668775"/>
              <a:ext cx="907725" cy="513425"/>
            </a:xfrm>
            <a:custGeom>
              <a:avLst/>
              <a:gdLst/>
              <a:ahLst/>
              <a:cxnLst/>
              <a:rect l="l" t="t" r="r" b="b"/>
              <a:pathLst>
                <a:path w="36309" h="20537" extrusionOk="0">
                  <a:moveTo>
                    <a:pt x="36308" y="0"/>
                  </a:moveTo>
                  <a:lnTo>
                    <a:pt x="36308" y="0"/>
                  </a:lnTo>
                  <a:cubicBezTo>
                    <a:pt x="29167" y="16585"/>
                    <a:pt x="0" y="20477"/>
                    <a:pt x="0" y="20477"/>
                  </a:cubicBezTo>
                  <a:cubicBezTo>
                    <a:pt x="970" y="20517"/>
                    <a:pt x="1915" y="20536"/>
                    <a:pt x="2835" y="20536"/>
                  </a:cubicBezTo>
                  <a:cubicBezTo>
                    <a:pt x="32802" y="20536"/>
                    <a:pt x="36308" y="1"/>
                    <a:pt x="36308" y="0"/>
                  </a:cubicBezTo>
                  <a:close/>
                </a:path>
              </a:pathLst>
            </a:custGeom>
            <a:gradFill>
              <a:gsLst>
                <a:gs pos="0">
                  <a:srgbClr val="EEE3FF">
                    <a:alpha val="1960"/>
                    <a:alpha val="16760"/>
                  </a:srgbClr>
                </a:gs>
                <a:gs pos="100000">
                  <a:srgbClr val="EEE3FF">
                    <a:alpha val="8235"/>
                    <a:alpha val="167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1441700" y="3607575"/>
              <a:ext cx="907725" cy="573150"/>
            </a:xfrm>
            <a:custGeom>
              <a:avLst/>
              <a:gdLst/>
              <a:ahLst/>
              <a:cxnLst/>
              <a:rect l="l" t="t" r="r" b="b"/>
              <a:pathLst>
                <a:path w="36309" h="22926" extrusionOk="0">
                  <a:moveTo>
                    <a:pt x="26397" y="1"/>
                  </a:moveTo>
                  <a:cubicBezTo>
                    <a:pt x="9262" y="1"/>
                    <a:pt x="0" y="22925"/>
                    <a:pt x="0" y="22925"/>
                  </a:cubicBezTo>
                  <a:cubicBezTo>
                    <a:pt x="11308" y="4724"/>
                    <a:pt x="23705" y="1700"/>
                    <a:pt x="30694" y="1700"/>
                  </a:cubicBezTo>
                  <a:cubicBezTo>
                    <a:pt x="34170" y="1700"/>
                    <a:pt x="36308" y="2448"/>
                    <a:pt x="36308" y="2448"/>
                  </a:cubicBezTo>
                  <a:cubicBezTo>
                    <a:pt x="32759" y="730"/>
                    <a:pt x="29453" y="1"/>
                    <a:pt x="26397" y="1"/>
                  </a:cubicBezTo>
                  <a:close/>
                </a:path>
              </a:pathLst>
            </a:custGeom>
            <a:gradFill>
              <a:gsLst>
                <a:gs pos="0">
                  <a:srgbClr val="EEE3FF">
                    <a:alpha val="1960"/>
                    <a:alpha val="16760"/>
                  </a:srgbClr>
                </a:gs>
                <a:gs pos="100000">
                  <a:srgbClr val="EEE3FF">
                    <a:alpha val="8235"/>
                    <a:alpha val="167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1454600" y="3603150"/>
              <a:ext cx="881925" cy="574075"/>
            </a:xfrm>
            <a:custGeom>
              <a:avLst/>
              <a:gdLst/>
              <a:ahLst/>
              <a:cxnLst/>
              <a:rect l="l" t="t" r="r" b="b"/>
              <a:pathLst>
                <a:path w="35277" h="22963" extrusionOk="0">
                  <a:moveTo>
                    <a:pt x="5737" y="0"/>
                  </a:moveTo>
                  <a:cubicBezTo>
                    <a:pt x="2232" y="0"/>
                    <a:pt x="0" y="756"/>
                    <a:pt x="0" y="756"/>
                  </a:cubicBezTo>
                  <a:cubicBezTo>
                    <a:pt x="586" y="704"/>
                    <a:pt x="1170" y="679"/>
                    <a:pt x="1754" y="679"/>
                  </a:cubicBezTo>
                  <a:cubicBezTo>
                    <a:pt x="19076" y="679"/>
                    <a:pt x="35276" y="22963"/>
                    <a:pt x="35276" y="22963"/>
                  </a:cubicBezTo>
                  <a:cubicBezTo>
                    <a:pt x="25627" y="3222"/>
                    <a:pt x="12970" y="0"/>
                    <a:pt x="5737" y="0"/>
                  </a:cubicBezTo>
                  <a:close/>
                </a:path>
              </a:pathLst>
            </a:custGeom>
            <a:gradFill>
              <a:gsLst>
                <a:gs pos="0">
                  <a:srgbClr val="EEE3FF">
                    <a:alpha val="1960"/>
                    <a:alpha val="16760"/>
                  </a:srgbClr>
                </a:gs>
                <a:gs pos="100000">
                  <a:srgbClr val="EEE3FF">
                    <a:alpha val="8235"/>
                    <a:alpha val="167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1454600" y="3622050"/>
              <a:ext cx="881925" cy="560100"/>
            </a:xfrm>
            <a:custGeom>
              <a:avLst/>
              <a:gdLst/>
              <a:ahLst/>
              <a:cxnLst/>
              <a:rect l="l" t="t" r="r" b="b"/>
              <a:pathLst>
                <a:path w="35277" h="22404" extrusionOk="0">
                  <a:moveTo>
                    <a:pt x="0" y="0"/>
                  </a:moveTo>
                  <a:cubicBezTo>
                    <a:pt x="906" y="20120"/>
                    <a:pt x="21489" y="22403"/>
                    <a:pt x="30788" y="22403"/>
                  </a:cubicBezTo>
                  <a:cubicBezTo>
                    <a:pt x="33519" y="22403"/>
                    <a:pt x="35276" y="22207"/>
                    <a:pt x="35276" y="22207"/>
                  </a:cubicBezTo>
                  <a:cubicBezTo>
                    <a:pt x="3251" y="20268"/>
                    <a:pt x="0" y="2"/>
                    <a:pt x="0" y="0"/>
                  </a:cubicBezTo>
                  <a:close/>
                </a:path>
              </a:pathLst>
            </a:custGeom>
            <a:gradFill>
              <a:gsLst>
                <a:gs pos="0">
                  <a:srgbClr val="EEE3FF">
                    <a:alpha val="1960"/>
                    <a:alpha val="16760"/>
                  </a:srgbClr>
                </a:gs>
                <a:gs pos="100000">
                  <a:srgbClr val="EEE3FF">
                    <a:alpha val="8235"/>
                    <a:alpha val="167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1753525" y="3797725"/>
              <a:ext cx="254500" cy="224775"/>
            </a:xfrm>
            <a:custGeom>
              <a:avLst/>
              <a:gdLst/>
              <a:ahLst/>
              <a:cxnLst/>
              <a:rect l="l" t="t" r="r" b="b"/>
              <a:pathLst>
                <a:path w="10180" h="8991" extrusionOk="0">
                  <a:moveTo>
                    <a:pt x="5815" y="1"/>
                  </a:moveTo>
                  <a:cubicBezTo>
                    <a:pt x="5773" y="1"/>
                    <a:pt x="5731" y="2"/>
                    <a:pt x="5688" y="3"/>
                  </a:cubicBezTo>
                  <a:cubicBezTo>
                    <a:pt x="5682" y="3"/>
                    <a:pt x="5675" y="3"/>
                    <a:pt x="5669" y="3"/>
                  </a:cubicBezTo>
                  <a:cubicBezTo>
                    <a:pt x="2151" y="3"/>
                    <a:pt x="0" y="3859"/>
                    <a:pt x="1852" y="6852"/>
                  </a:cubicBezTo>
                  <a:cubicBezTo>
                    <a:pt x="2733" y="8287"/>
                    <a:pt x="4205" y="8991"/>
                    <a:pt x="5673" y="8991"/>
                  </a:cubicBezTo>
                  <a:cubicBezTo>
                    <a:pt x="7273" y="8991"/>
                    <a:pt x="8869" y="8154"/>
                    <a:pt x="9691" y="6517"/>
                  </a:cubicBezTo>
                  <a:cubicBezTo>
                    <a:pt x="10012" y="5890"/>
                    <a:pt x="10180" y="5192"/>
                    <a:pt x="10180" y="4495"/>
                  </a:cubicBezTo>
                  <a:cubicBezTo>
                    <a:pt x="10180" y="2389"/>
                    <a:pt x="8729" y="575"/>
                    <a:pt x="6678" y="115"/>
                  </a:cubicBezTo>
                  <a:cubicBezTo>
                    <a:pt x="6386" y="42"/>
                    <a:pt x="6105" y="1"/>
                    <a:pt x="5815" y="1"/>
                  </a:cubicBezTo>
                  <a:close/>
                </a:path>
              </a:pathLst>
            </a:custGeom>
            <a:gradFill>
              <a:gsLst>
                <a:gs pos="0">
                  <a:srgbClr val="EEE3FF">
                    <a:alpha val="1960"/>
                    <a:alpha val="16760"/>
                  </a:srgbClr>
                </a:gs>
                <a:gs pos="100000">
                  <a:srgbClr val="EEE3FF">
                    <a:alpha val="8235"/>
                    <a:alpha val="167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1769475" y="3872075"/>
              <a:ext cx="226350" cy="150375"/>
            </a:xfrm>
            <a:custGeom>
              <a:avLst/>
              <a:gdLst/>
              <a:ahLst/>
              <a:cxnLst/>
              <a:rect l="l" t="t" r="r" b="b"/>
              <a:pathLst>
                <a:path w="9054" h="6015" extrusionOk="0">
                  <a:moveTo>
                    <a:pt x="810" y="0"/>
                  </a:moveTo>
                  <a:lnTo>
                    <a:pt x="810" y="0"/>
                  </a:lnTo>
                  <a:cubicBezTo>
                    <a:pt x="1" y="2232"/>
                    <a:pt x="1075" y="4715"/>
                    <a:pt x="3265" y="5650"/>
                  </a:cubicBezTo>
                  <a:cubicBezTo>
                    <a:pt x="3843" y="5897"/>
                    <a:pt x="4446" y="6014"/>
                    <a:pt x="5040" y="6014"/>
                  </a:cubicBezTo>
                  <a:cubicBezTo>
                    <a:pt x="6693" y="6014"/>
                    <a:pt x="8273" y="5103"/>
                    <a:pt x="9053" y="3543"/>
                  </a:cubicBezTo>
                  <a:lnTo>
                    <a:pt x="9053" y="3543"/>
                  </a:lnTo>
                  <a:cubicBezTo>
                    <a:pt x="9053" y="3543"/>
                    <a:pt x="8841" y="3562"/>
                    <a:pt x="8464" y="3562"/>
                  </a:cubicBezTo>
                  <a:cubicBezTo>
                    <a:pt x="7710" y="3562"/>
                    <a:pt x="6296" y="3488"/>
                    <a:pt x="4604" y="3041"/>
                  </a:cubicBezTo>
                  <a:cubicBezTo>
                    <a:pt x="2065" y="2358"/>
                    <a:pt x="810" y="1"/>
                    <a:pt x="810" y="0"/>
                  </a:cubicBezTo>
                  <a:close/>
                </a:path>
              </a:pathLst>
            </a:custGeom>
            <a:gradFill>
              <a:gsLst>
                <a:gs pos="0">
                  <a:srgbClr val="EEE3FF">
                    <a:alpha val="1960"/>
                    <a:alpha val="16760"/>
                  </a:srgbClr>
                </a:gs>
                <a:gs pos="100000">
                  <a:srgbClr val="EEE3FF">
                    <a:alpha val="8235"/>
                    <a:alpha val="167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1786575" y="3937975"/>
              <a:ext cx="169500" cy="84600"/>
            </a:xfrm>
            <a:custGeom>
              <a:avLst/>
              <a:gdLst/>
              <a:ahLst/>
              <a:cxnLst/>
              <a:rect l="l" t="t" r="r" b="b"/>
              <a:pathLst>
                <a:path w="6780" h="3384" extrusionOk="0">
                  <a:moveTo>
                    <a:pt x="0" y="1"/>
                  </a:moveTo>
                  <a:lnTo>
                    <a:pt x="0" y="1"/>
                  </a:lnTo>
                  <a:cubicBezTo>
                    <a:pt x="531" y="2093"/>
                    <a:pt x="2397" y="3383"/>
                    <a:pt x="4355" y="3383"/>
                  </a:cubicBezTo>
                  <a:cubicBezTo>
                    <a:pt x="5178" y="3383"/>
                    <a:pt x="6016" y="3156"/>
                    <a:pt x="6779" y="2665"/>
                  </a:cubicBezTo>
                  <a:lnTo>
                    <a:pt x="6779" y="2665"/>
                  </a:lnTo>
                  <a:cubicBezTo>
                    <a:pt x="6779" y="2665"/>
                    <a:pt x="6415" y="2728"/>
                    <a:pt x="5834" y="2728"/>
                  </a:cubicBezTo>
                  <a:cubicBezTo>
                    <a:pt x="4455" y="2728"/>
                    <a:pt x="1855" y="2375"/>
                    <a:pt x="0" y="1"/>
                  </a:cubicBezTo>
                  <a:close/>
                </a:path>
              </a:pathLst>
            </a:custGeom>
            <a:gradFill>
              <a:gsLst>
                <a:gs pos="0">
                  <a:srgbClr val="EEE3FF">
                    <a:alpha val="1960"/>
                    <a:alpha val="16760"/>
                  </a:srgbClr>
                </a:gs>
                <a:gs pos="100000">
                  <a:srgbClr val="EEE3FF">
                    <a:alpha val="8235"/>
                    <a:alpha val="1676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 name="Google Shape;21;p2"/>
          <p:cNvGrpSpPr/>
          <p:nvPr/>
        </p:nvGrpSpPr>
        <p:grpSpPr>
          <a:xfrm>
            <a:off x="324049" y="276966"/>
            <a:ext cx="8482168" cy="4768253"/>
            <a:chOff x="324049" y="276966"/>
            <a:chExt cx="8482168" cy="4768253"/>
          </a:xfrm>
        </p:grpSpPr>
        <p:grpSp>
          <p:nvGrpSpPr>
            <p:cNvPr id="22" name="Google Shape;22;p2"/>
            <p:cNvGrpSpPr/>
            <p:nvPr/>
          </p:nvGrpSpPr>
          <p:grpSpPr>
            <a:xfrm>
              <a:off x="4890974" y="4806692"/>
              <a:ext cx="260441" cy="238527"/>
              <a:chOff x="8624774" y="4023517"/>
              <a:chExt cx="260441" cy="238527"/>
            </a:xfrm>
          </p:grpSpPr>
          <p:sp>
            <p:nvSpPr>
              <p:cNvPr id="23" name="Google Shape;23;p2"/>
              <p:cNvSpPr/>
              <p:nvPr/>
            </p:nvSpPr>
            <p:spPr>
              <a:xfrm>
                <a:off x="8624774" y="4060362"/>
                <a:ext cx="124381" cy="183260"/>
              </a:xfrm>
              <a:custGeom>
                <a:avLst/>
                <a:gdLst/>
                <a:ahLst/>
                <a:cxnLst/>
                <a:rect l="l" t="t" r="r" b="b"/>
                <a:pathLst>
                  <a:path w="1033" h="1522" extrusionOk="0">
                    <a:moveTo>
                      <a:pt x="1005" y="1"/>
                    </a:moveTo>
                    <a:cubicBezTo>
                      <a:pt x="935" y="1"/>
                      <a:pt x="879" y="29"/>
                      <a:pt x="823" y="43"/>
                    </a:cubicBezTo>
                    <a:cubicBezTo>
                      <a:pt x="740" y="85"/>
                      <a:pt x="642" y="126"/>
                      <a:pt x="572" y="182"/>
                    </a:cubicBezTo>
                    <a:cubicBezTo>
                      <a:pt x="447" y="266"/>
                      <a:pt x="349" y="364"/>
                      <a:pt x="251" y="461"/>
                    </a:cubicBezTo>
                    <a:cubicBezTo>
                      <a:pt x="196" y="545"/>
                      <a:pt x="140" y="615"/>
                      <a:pt x="98" y="698"/>
                    </a:cubicBezTo>
                    <a:cubicBezTo>
                      <a:pt x="28" y="852"/>
                      <a:pt x="0" y="1005"/>
                      <a:pt x="14" y="1159"/>
                    </a:cubicBezTo>
                    <a:cubicBezTo>
                      <a:pt x="28" y="1214"/>
                      <a:pt x="42" y="1270"/>
                      <a:pt x="70" y="1326"/>
                    </a:cubicBezTo>
                    <a:cubicBezTo>
                      <a:pt x="98" y="1354"/>
                      <a:pt x="126" y="1382"/>
                      <a:pt x="154" y="1410"/>
                    </a:cubicBezTo>
                    <a:cubicBezTo>
                      <a:pt x="237" y="1479"/>
                      <a:pt x="349" y="1521"/>
                      <a:pt x="475" y="1521"/>
                    </a:cubicBezTo>
                    <a:cubicBezTo>
                      <a:pt x="572" y="1521"/>
                      <a:pt x="684" y="1507"/>
                      <a:pt x="781" y="1466"/>
                    </a:cubicBezTo>
                    <a:cubicBezTo>
                      <a:pt x="865" y="1424"/>
                      <a:pt x="949" y="1382"/>
                      <a:pt x="1032" y="1326"/>
                    </a:cubicBezTo>
                    <a:lnTo>
                      <a:pt x="893" y="963"/>
                    </a:lnTo>
                    <a:cubicBezTo>
                      <a:pt x="893" y="977"/>
                      <a:pt x="879" y="991"/>
                      <a:pt x="837" y="1033"/>
                    </a:cubicBezTo>
                    <a:cubicBezTo>
                      <a:pt x="767" y="1103"/>
                      <a:pt x="684" y="1145"/>
                      <a:pt x="586" y="1145"/>
                    </a:cubicBezTo>
                    <a:lnTo>
                      <a:pt x="530" y="1145"/>
                    </a:lnTo>
                    <a:cubicBezTo>
                      <a:pt x="447" y="1089"/>
                      <a:pt x="433" y="991"/>
                      <a:pt x="488" y="852"/>
                    </a:cubicBezTo>
                    <a:cubicBezTo>
                      <a:pt x="530" y="768"/>
                      <a:pt x="586" y="698"/>
                      <a:pt x="670" y="643"/>
                    </a:cubicBezTo>
                    <a:cubicBezTo>
                      <a:pt x="740" y="587"/>
                      <a:pt x="837" y="559"/>
                      <a:pt x="921" y="559"/>
                    </a:cubicBezTo>
                    <a:lnTo>
                      <a:pt x="1005" y="1"/>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8755777" y="4023517"/>
                <a:ext cx="129438" cy="238527"/>
              </a:xfrm>
              <a:custGeom>
                <a:avLst/>
                <a:gdLst/>
                <a:ahLst/>
                <a:cxnLst/>
                <a:rect l="l" t="t" r="r" b="b"/>
                <a:pathLst>
                  <a:path w="1075" h="1981" extrusionOk="0">
                    <a:moveTo>
                      <a:pt x="544" y="0"/>
                    </a:moveTo>
                    <a:lnTo>
                      <a:pt x="544" y="0"/>
                    </a:lnTo>
                    <a:cubicBezTo>
                      <a:pt x="419" y="56"/>
                      <a:pt x="279" y="84"/>
                      <a:pt x="154" y="112"/>
                    </a:cubicBezTo>
                    <a:cubicBezTo>
                      <a:pt x="126" y="670"/>
                      <a:pt x="70" y="1269"/>
                      <a:pt x="0" y="1883"/>
                    </a:cubicBezTo>
                    <a:lnTo>
                      <a:pt x="182" y="1827"/>
                    </a:lnTo>
                    <a:lnTo>
                      <a:pt x="377" y="1744"/>
                    </a:lnTo>
                    <a:cubicBezTo>
                      <a:pt x="391" y="1507"/>
                      <a:pt x="405" y="1367"/>
                      <a:pt x="405" y="1325"/>
                    </a:cubicBezTo>
                    <a:lnTo>
                      <a:pt x="600" y="1255"/>
                    </a:lnTo>
                    <a:lnTo>
                      <a:pt x="600" y="1255"/>
                    </a:lnTo>
                    <a:cubicBezTo>
                      <a:pt x="558" y="1604"/>
                      <a:pt x="544" y="1841"/>
                      <a:pt x="544" y="1981"/>
                    </a:cubicBezTo>
                    <a:cubicBezTo>
                      <a:pt x="586" y="1953"/>
                      <a:pt x="642" y="1925"/>
                      <a:pt x="698" y="1897"/>
                    </a:cubicBezTo>
                    <a:cubicBezTo>
                      <a:pt x="726" y="1869"/>
                      <a:pt x="781" y="1841"/>
                      <a:pt x="851" y="1813"/>
                    </a:cubicBezTo>
                    <a:lnTo>
                      <a:pt x="879" y="1799"/>
                    </a:lnTo>
                    <a:cubicBezTo>
                      <a:pt x="907" y="1451"/>
                      <a:pt x="963" y="879"/>
                      <a:pt x="1074" y="84"/>
                    </a:cubicBezTo>
                    <a:lnTo>
                      <a:pt x="1074" y="84"/>
                    </a:lnTo>
                    <a:cubicBezTo>
                      <a:pt x="949" y="140"/>
                      <a:pt x="823" y="181"/>
                      <a:pt x="684" y="223"/>
                    </a:cubicBezTo>
                    <a:cubicBezTo>
                      <a:pt x="670" y="488"/>
                      <a:pt x="656" y="711"/>
                      <a:pt x="642" y="851"/>
                    </a:cubicBezTo>
                    <a:cubicBezTo>
                      <a:pt x="614" y="879"/>
                      <a:pt x="572" y="893"/>
                      <a:pt x="544" y="907"/>
                    </a:cubicBezTo>
                    <a:lnTo>
                      <a:pt x="461" y="949"/>
                    </a:lnTo>
                    <a:cubicBezTo>
                      <a:pt x="474" y="628"/>
                      <a:pt x="502" y="321"/>
                      <a:pt x="544"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Google Shape;25;p2"/>
            <p:cNvSpPr/>
            <p:nvPr/>
          </p:nvSpPr>
          <p:spPr>
            <a:xfrm>
              <a:off x="780876" y="869680"/>
              <a:ext cx="90787" cy="122695"/>
            </a:xfrm>
            <a:custGeom>
              <a:avLst/>
              <a:gdLst/>
              <a:ahLst/>
              <a:cxnLst/>
              <a:rect l="l" t="t" r="r" b="b"/>
              <a:pathLst>
                <a:path w="754" h="1019" extrusionOk="0">
                  <a:moveTo>
                    <a:pt x="572" y="0"/>
                  </a:moveTo>
                  <a:cubicBezTo>
                    <a:pt x="377" y="56"/>
                    <a:pt x="196" y="98"/>
                    <a:pt x="0" y="126"/>
                  </a:cubicBezTo>
                  <a:cubicBezTo>
                    <a:pt x="14" y="251"/>
                    <a:pt x="42" y="433"/>
                    <a:pt x="84" y="670"/>
                  </a:cubicBezTo>
                  <a:cubicBezTo>
                    <a:pt x="126" y="628"/>
                    <a:pt x="182" y="600"/>
                    <a:pt x="237" y="572"/>
                  </a:cubicBezTo>
                  <a:cubicBezTo>
                    <a:pt x="265" y="567"/>
                    <a:pt x="291" y="565"/>
                    <a:pt x="315" y="565"/>
                  </a:cubicBezTo>
                  <a:cubicBezTo>
                    <a:pt x="423" y="565"/>
                    <a:pt x="489" y="613"/>
                    <a:pt x="489" y="670"/>
                  </a:cubicBezTo>
                  <a:cubicBezTo>
                    <a:pt x="489" y="726"/>
                    <a:pt x="433" y="754"/>
                    <a:pt x="349" y="754"/>
                  </a:cubicBezTo>
                  <a:cubicBezTo>
                    <a:pt x="293" y="740"/>
                    <a:pt x="251" y="712"/>
                    <a:pt x="210" y="670"/>
                  </a:cubicBezTo>
                  <a:cubicBezTo>
                    <a:pt x="168" y="740"/>
                    <a:pt x="112" y="795"/>
                    <a:pt x="56" y="865"/>
                  </a:cubicBezTo>
                  <a:cubicBezTo>
                    <a:pt x="154" y="949"/>
                    <a:pt x="293" y="1005"/>
                    <a:pt x="433" y="1019"/>
                  </a:cubicBezTo>
                  <a:cubicBezTo>
                    <a:pt x="516" y="1019"/>
                    <a:pt x="586" y="977"/>
                    <a:pt x="656" y="921"/>
                  </a:cubicBezTo>
                  <a:cubicBezTo>
                    <a:pt x="726" y="837"/>
                    <a:pt x="754" y="726"/>
                    <a:pt x="754" y="614"/>
                  </a:cubicBezTo>
                  <a:cubicBezTo>
                    <a:pt x="740" y="530"/>
                    <a:pt x="712" y="461"/>
                    <a:pt x="642" y="419"/>
                  </a:cubicBezTo>
                  <a:cubicBezTo>
                    <a:pt x="572" y="349"/>
                    <a:pt x="475" y="321"/>
                    <a:pt x="363" y="321"/>
                  </a:cubicBezTo>
                  <a:cubicBezTo>
                    <a:pt x="335" y="321"/>
                    <a:pt x="293" y="335"/>
                    <a:pt x="265" y="335"/>
                  </a:cubicBezTo>
                  <a:lnTo>
                    <a:pt x="251" y="307"/>
                  </a:lnTo>
                  <a:cubicBezTo>
                    <a:pt x="377" y="265"/>
                    <a:pt x="503" y="251"/>
                    <a:pt x="628" y="251"/>
                  </a:cubicBezTo>
                  <a:cubicBezTo>
                    <a:pt x="600" y="168"/>
                    <a:pt x="586" y="84"/>
                    <a:pt x="572"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402916" y="760471"/>
              <a:ext cx="127752" cy="192170"/>
            </a:xfrm>
            <a:custGeom>
              <a:avLst/>
              <a:gdLst/>
              <a:ahLst/>
              <a:cxnLst/>
              <a:rect l="l" t="t" r="r" b="b"/>
              <a:pathLst>
                <a:path w="1061" h="1596" extrusionOk="0">
                  <a:moveTo>
                    <a:pt x="824" y="1"/>
                  </a:moveTo>
                  <a:cubicBezTo>
                    <a:pt x="768" y="15"/>
                    <a:pt x="712" y="43"/>
                    <a:pt x="657" y="84"/>
                  </a:cubicBezTo>
                  <a:cubicBezTo>
                    <a:pt x="573" y="126"/>
                    <a:pt x="489" y="182"/>
                    <a:pt x="419" y="252"/>
                  </a:cubicBezTo>
                  <a:cubicBezTo>
                    <a:pt x="322" y="349"/>
                    <a:pt x="238" y="461"/>
                    <a:pt x="154" y="587"/>
                  </a:cubicBezTo>
                  <a:cubicBezTo>
                    <a:pt x="113" y="670"/>
                    <a:pt x="71" y="754"/>
                    <a:pt x="43" y="838"/>
                  </a:cubicBezTo>
                  <a:cubicBezTo>
                    <a:pt x="1" y="991"/>
                    <a:pt x="1" y="1158"/>
                    <a:pt x="43" y="1312"/>
                  </a:cubicBezTo>
                  <a:cubicBezTo>
                    <a:pt x="57" y="1368"/>
                    <a:pt x="85" y="1410"/>
                    <a:pt x="126" y="1451"/>
                  </a:cubicBezTo>
                  <a:cubicBezTo>
                    <a:pt x="154" y="1479"/>
                    <a:pt x="182" y="1507"/>
                    <a:pt x="210" y="1535"/>
                  </a:cubicBezTo>
                  <a:cubicBezTo>
                    <a:pt x="295" y="1578"/>
                    <a:pt x="381" y="1596"/>
                    <a:pt x="466" y="1596"/>
                  </a:cubicBezTo>
                  <a:cubicBezTo>
                    <a:pt x="492" y="1596"/>
                    <a:pt x="519" y="1594"/>
                    <a:pt x="545" y="1591"/>
                  </a:cubicBezTo>
                  <a:cubicBezTo>
                    <a:pt x="657" y="1577"/>
                    <a:pt x="754" y="1535"/>
                    <a:pt x="852" y="1479"/>
                  </a:cubicBezTo>
                  <a:cubicBezTo>
                    <a:pt x="922" y="1437"/>
                    <a:pt x="1005" y="1382"/>
                    <a:pt x="1061" y="1312"/>
                  </a:cubicBezTo>
                  <a:lnTo>
                    <a:pt x="880" y="977"/>
                  </a:lnTo>
                  <a:cubicBezTo>
                    <a:pt x="880" y="977"/>
                    <a:pt x="866" y="1005"/>
                    <a:pt x="838" y="1047"/>
                  </a:cubicBezTo>
                  <a:cubicBezTo>
                    <a:pt x="782" y="1117"/>
                    <a:pt x="698" y="1172"/>
                    <a:pt x="601" y="1200"/>
                  </a:cubicBezTo>
                  <a:lnTo>
                    <a:pt x="545" y="1200"/>
                  </a:lnTo>
                  <a:cubicBezTo>
                    <a:pt x="447" y="1158"/>
                    <a:pt x="419" y="1061"/>
                    <a:pt x="447" y="921"/>
                  </a:cubicBezTo>
                  <a:cubicBezTo>
                    <a:pt x="489" y="838"/>
                    <a:pt x="531" y="754"/>
                    <a:pt x="601" y="684"/>
                  </a:cubicBezTo>
                  <a:cubicBezTo>
                    <a:pt x="670" y="628"/>
                    <a:pt x="754" y="587"/>
                    <a:pt x="838" y="573"/>
                  </a:cubicBezTo>
                  <a:lnTo>
                    <a:pt x="824" y="1"/>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623021" y="696655"/>
              <a:ext cx="117638" cy="236962"/>
            </a:xfrm>
            <a:custGeom>
              <a:avLst/>
              <a:gdLst/>
              <a:ahLst/>
              <a:cxnLst/>
              <a:rect l="l" t="t" r="r" b="b"/>
              <a:pathLst>
                <a:path w="977" h="1968" extrusionOk="0">
                  <a:moveTo>
                    <a:pt x="893" y="1"/>
                  </a:moveTo>
                  <a:cubicBezTo>
                    <a:pt x="795" y="70"/>
                    <a:pt x="670" y="140"/>
                    <a:pt x="544" y="196"/>
                  </a:cubicBezTo>
                  <a:cubicBezTo>
                    <a:pt x="572" y="475"/>
                    <a:pt x="586" y="684"/>
                    <a:pt x="600" y="838"/>
                  </a:cubicBezTo>
                  <a:cubicBezTo>
                    <a:pt x="558" y="852"/>
                    <a:pt x="530" y="879"/>
                    <a:pt x="502" y="893"/>
                  </a:cubicBezTo>
                  <a:lnTo>
                    <a:pt x="433" y="949"/>
                  </a:lnTo>
                  <a:cubicBezTo>
                    <a:pt x="391" y="628"/>
                    <a:pt x="363" y="322"/>
                    <a:pt x="363" y="15"/>
                  </a:cubicBezTo>
                  <a:cubicBezTo>
                    <a:pt x="251" y="70"/>
                    <a:pt x="126" y="126"/>
                    <a:pt x="0" y="182"/>
                  </a:cubicBezTo>
                  <a:cubicBezTo>
                    <a:pt x="56" y="740"/>
                    <a:pt x="112" y="1326"/>
                    <a:pt x="140" y="1940"/>
                  </a:cubicBezTo>
                  <a:lnTo>
                    <a:pt x="293" y="1856"/>
                  </a:lnTo>
                  <a:lnTo>
                    <a:pt x="474" y="1758"/>
                  </a:lnTo>
                  <a:cubicBezTo>
                    <a:pt x="447" y="1521"/>
                    <a:pt x="433" y="1382"/>
                    <a:pt x="433" y="1340"/>
                  </a:cubicBezTo>
                  <a:lnTo>
                    <a:pt x="614" y="1242"/>
                  </a:lnTo>
                  <a:cubicBezTo>
                    <a:pt x="628" y="1577"/>
                    <a:pt x="656" y="1828"/>
                    <a:pt x="670" y="1967"/>
                  </a:cubicBezTo>
                  <a:cubicBezTo>
                    <a:pt x="712" y="1926"/>
                    <a:pt x="767" y="1884"/>
                    <a:pt x="809" y="1856"/>
                  </a:cubicBezTo>
                  <a:cubicBezTo>
                    <a:pt x="851" y="1814"/>
                    <a:pt x="893" y="1772"/>
                    <a:pt x="949" y="1744"/>
                  </a:cubicBezTo>
                  <a:lnTo>
                    <a:pt x="977" y="1730"/>
                  </a:lnTo>
                  <a:cubicBezTo>
                    <a:pt x="935" y="1396"/>
                    <a:pt x="907" y="810"/>
                    <a:pt x="893"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533920" y="900264"/>
              <a:ext cx="92593" cy="110654"/>
            </a:xfrm>
            <a:custGeom>
              <a:avLst/>
              <a:gdLst/>
              <a:ahLst/>
              <a:cxnLst/>
              <a:rect l="l" t="t" r="r" b="b"/>
              <a:pathLst>
                <a:path w="769" h="919" extrusionOk="0">
                  <a:moveTo>
                    <a:pt x="384" y="1"/>
                  </a:moveTo>
                  <a:cubicBezTo>
                    <a:pt x="353" y="1"/>
                    <a:pt x="322" y="4"/>
                    <a:pt x="294" y="11"/>
                  </a:cubicBezTo>
                  <a:cubicBezTo>
                    <a:pt x="154" y="39"/>
                    <a:pt x="43" y="151"/>
                    <a:pt x="15" y="276"/>
                  </a:cubicBezTo>
                  <a:cubicBezTo>
                    <a:pt x="1" y="360"/>
                    <a:pt x="29" y="430"/>
                    <a:pt x="71" y="500"/>
                  </a:cubicBezTo>
                  <a:cubicBezTo>
                    <a:pt x="140" y="458"/>
                    <a:pt x="210" y="430"/>
                    <a:pt x="294" y="416"/>
                  </a:cubicBezTo>
                  <a:cubicBezTo>
                    <a:pt x="294" y="388"/>
                    <a:pt x="280" y="374"/>
                    <a:pt x="266" y="360"/>
                  </a:cubicBezTo>
                  <a:cubicBezTo>
                    <a:pt x="266" y="318"/>
                    <a:pt x="266" y="290"/>
                    <a:pt x="294" y="263"/>
                  </a:cubicBezTo>
                  <a:cubicBezTo>
                    <a:pt x="336" y="263"/>
                    <a:pt x="378" y="276"/>
                    <a:pt x="378" y="304"/>
                  </a:cubicBezTo>
                  <a:cubicBezTo>
                    <a:pt x="378" y="332"/>
                    <a:pt x="378" y="346"/>
                    <a:pt x="378" y="360"/>
                  </a:cubicBezTo>
                  <a:cubicBezTo>
                    <a:pt x="336" y="472"/>
                    <a:pt x="280" y="583"/>
                    <a:pt x="210" y="667"/>
                  </a:cubicBezTo>
                  <a:cubicBezTo>
                    <a:pt x="154" y="737"/>
                    <a:pt x="140" y="848"/>
                    <a:pt x="196" y="918"/>
                  </a:cubicBezTo>
                  <a:cubicBezTo>
                    <a:pt x="252" y="848"/>
                    <a:pt x="433" y="820"/>
                    <a:pt x="712" y="820"/>
                  </a:cubicBezTo>
                  <a:cubicBezTo>
                    <a:pt x="712" y="737"/>
                    <a:pt x="726" y="653"/>
                    <a:pt x="768" y="569"/>
                  </a:cubicBezTo>
                  <a:cubicBezTo>
                    <a:pt x="684" y="569"/>
                    <a:pt x="587" y="569"/>
                    <a:pt x="489" y="597"/>
                  </a:cubicBezTo>
                  <a:cubicBezTo>
                    <a:pt x="601" y="500"/>
                    <a:pt x="656" y="360"/>
                    <a:pt x="643" y="207"/>
                  </a:cubicBezTo>
                  <a:cubicBezTo>
                    <a:pt x="629" y="123"/>
                    <a:pt x="559" y="39"/>
                    <a:pt x="475" y="11"/>
                  </a:cubicBezTo>
                  <a:cubicBezTo>
                    <a:pt x="447" y="4"/>
                    <a:pt x="416" y="1"/>
                    <a:pt x="384"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7994922" y="3113116"/>
              <a:ext cx="233591" cy="431781"/>
            </a:xfrm>
            <a:custGeom>
              <a:avLst/>
              <a:gdLst/>
              <a:ahLst/>
              <a:cxnLst/>
              <a:rect l="l" t="t" r="r" b="b"/>
              <a:pathLst>
                <a:path w="1940" h="3586" extrusionOk="0">
                  <a:moveTo>
                    <a:pt x="1005" y="1"/>
                  </a:moveTo>
                  <a:cubicBezTo>
                    <a:pt x="754" y="85"/>
                    <a:pt x="517" y="154"/>
                    <a:pt x="266" y="196"/>
                  </a:cubicBezTo>
                  <a:cubicBezTo>
                    <a:pt x="210" y="1214"/>
                    <a:pt x="126" y="2275"/>
                    <a:pt x="1" y="3404"/>
                  </a:cubicBezTo>
                  <a:lnTo>
                    <a:pt x="307" y="3293"/>
                  </a:lnTo>
                  <a:cubicBezTo>
                    <a:pt x="419" y="3251"/>
                    <a:pt x="531" y="3209"/>
                    <a:pt x="656" y="3153"/>
                  </a:cubicBezTo>
                  <a:cubicBezTo>
                    <a:pt x="698" y="2721"/>
                    <a:pt x="726" y="2484"/>
                    <a:pt x="726" y="2400"/>
                  </a:cubicBezTo>
                  <a:lnTo>
                    <a:pt x="1075" y="2275"/>
                  </a:lnTo>
                  <a:lnTo>
                    <a:pt x="1075" y="2275"/>
                  </a:lnTo>
                  <a:cubicBezTo>
                    <a:pt x="1005" y="2888"/>
                    <a:pt x="977" y="3335"/>
                    <a:pt x="977" y="3586"/>
                  </a:cubicBezTo>
                  <a:cubicBezTo>
                    <a:pt x="1061" y="3530"/>
                    <a:pt x="1158" y="3474"/>
                    <a:pt x="1242" y="3418"/>
                  </a:cubicBezTo>
                  <a:cubicBezTo>
                    <a:pt x="1340" y="3363"/>
                    <a:pt x="1423" y="3321"/>
                    <a:pt x="1521" y="3279"/>
                  </a:cubicBezTo>
                  <a:lnTo>
                    <a:pt x="1577" y="3251"/>
                  </a:lnTo>
                  <a:cubicBezTo>
                    <a:pt x="1605" y="2623"/>
                    <a:pt x="1730" y="1591"/>
                    <a:pt x="1939" y="140"/>
                  </a:cubicBezTo>
                  <a:lnTo>
                    <a:pt x="1939" y="140"/>
                  </a:lnTo>
                  <a:cubicBezTo>
                    <a:pt x="1716" y="238"/>
                    <a:pt x="1479" y="322"/>
                    <a:pt x="1242" y="378"/>
                  </a:cubicBezTo>
                  <a:cubicBezTo>
                    <a:pt x="1214" y="880"/>
                    <a:pt x="1186" y="1270"/>
                    <a:pt x="1158" y="1535"/>
                  </a:cubicBezTo>
                  <a:cubicBezTo>
                    <a:pt x="1102" y="1577"/>
                    <a:pt x="1033" y="1605"/>
                    <a:pt x="977" y="1619"/>
                  </a:cubicBezTo>
                  <a:cubicBezTo>
                    <a:pt x="977" y="1619"/>
                    <a:pt x="921" y="1647"/>
                    <a:pt x="823" y="1703"/>
                  </a:cubicBezTo>
                  <a:cubicBezTo>
                    <a:pt x="865" y="1131"/>
                    <a:pt x="921" y="559"/>
                    <a:pt x="1005"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8225021" y="3360072"/>
              <a:ext cx="124381" cy="149546"/>
            </a:xfrm>
            <a:custGeom>
              <a:avLst/>
              <a:gdLst/>
              <a:ahLst/>
              <a:cxnLst/>
              <a:rect l="l" t="t" r="r" b="b"/>
              <a:pathLst>
                <a:path w="1033" h="1242" extrusionOk="0">
                  <a:moveTo>
                    <a:pt x="503" y="0"/>
                  </a:moveTo>
                  <a:cubicBezTo>
                    <a:pt x="307" y="0"/>
                    <a:pt x="112" y="126"/>
                    <a:pt x="28" y="307"/>
                  </a:cubicBezTo>
                  <a:cubicBezTo>
                    <a:pt x="0" y="419"/>
                    <a:pt x="14" y="530"/>
                    <a:pt x="56" y="628"/>
                  </a:cubicBezTo>
                  <a:cubicBezTo>
                    <a:pt x="168" y="586"/>
                    <a:pt x="293" y="558"/>
                    <a:pt x="405" y="558"/>
                  </a:cubicBezTo>
                  <a:cubicBezTo>
                    <a:pt x="405" y="530"/>
                    <a:pt x="405" y="503"/>
                    <a:pt x="391" y="475"/>
                  </a:cubicBezTo>
                  <a:cubicBezTo>
                    <a:pt x="377" y="433"/>
                    <a:pt x="405" y="377"/>
                    <a:pt x="447" y="349"/>
                  </a:cubicBezTo>
                  <a:cubicBezTo>
                    <a:pt x="503" y="363"/>
                    <a:pt x="544" y="391"/>
                    <a:pt x="544" y="433"/>
                  </a:cubicBezTo>
                  <a:cubicBezTo>
                    <a:pt x="544" y="461"/>
                    <a:pt x="531" y="489"/>
                    <a:pt x="517" y="503"/>
                  </a:cubicBezTo>
                  <a:cubicBezTo>
                    <a:pt x="447" y="656"/>
                    <a:pt x="349" y="781"/>
                    <a:pt x="238" y="893"/>
                  </a:cubicBezTo>
                  <a:cubicBezTo>
                    <a:pt x="126" y="991"/>
                    <a:pt x="98" y="1130"/>
                    <a:pt x="140" y="1242"/>
                  </a:cubicBezTo>
                  <a:cubicBezTo>
                    <a:pt x="201" y="1196"/>
                    <a:pt x="305" y="1175"/>
                    <a:pt x="453" y="1175"/>
                  </a:cubicBezTo>
                  <a:cubicBezTo>
                    <a:pt x="574" y="1175"/>
                    <a:pt x="725" y="1189"/>
                    <a:pt x="907" y="1214"/>
                  </a:cubicBezTo>
                  <a:cubicBezTo>
                    <a:pt x="921" y="1102"/>
                    <a:pt x="963" y="977"/>
                    <a:pt x="1033" y="893"/>
                  </a:cubicBezTo>
                  <a:cubicBezTo>
                    <a:pt x="952" y="866"/>
                    <a:pt x="871" y="851"/>
                    <a:pt x="786" y="851"/>
                  </a:cubicBezTo>
                  <a:cubicBezTo>
                    <a:pt x="739" y="851"/>
                    <a:pt x="692" y="855"/>
                    <a:pt x="642" y="865"/>
                  </a:cubicBezTo>
                  <a:cubicBezTo>
                    <a:pt x="851" y="670"/>
                    <a:pt x="949" y="503"/>
                    <a:pt x="949" y="349"/>
                  </a:cubicBezTo>
                  <a:cubicBezTo>
                    <a:pt x="935" y="210"/>
                    <a:pt x="865" y="98"/>
                    <a:pt x="740" y="42"/>
                  </a:cubicBezTo>
                  <a:cubicBezTo>
                    <a:pt x="670" y="0"/>
                    <a:pt x="586" y="0"/>
                    <a:pt x="503"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8364453" y="3217269"/>
              <a:ext cx="265499" cy="296323"/>
            </a:xfrm>
            <a:custGeom>
              <a:avLst/>
              <a:gdLst/>
              <a:ahLst/>
              <a:cxnLst/>
              <a:rect l="l" t="t" r="r" b="b"/>
              <a:pathLst>
                <a:path w="2205" h="2461" extrusionOk="0">
                  <a:moveTo>
                    <a:pt x="1297" y="977"/>
                  </a:moveTo>
                  <a:cubicBezTo>
                    <a:pt x="1479" y="991"/>
                    <a:pt x="1562" y="1061"/>
                    <a:pt x="1549" y="1228"/>
                  </a:cubicBezTo>
                  <a:cubicBezTo>
                    <a:pt x="1535" y="1354"/>
                    <a:pt x="1479" y="1465"/>
                    <a:pt x="1409" y="1577"/>
                  </a:cubicBezTo>
                  <a:cubicBezTo>
                    <a:pt x="1270" y="1786"/>
                    <a:pt x="1046" y="1940"/>
                    <a:pt x="795" y="1981"/>
                  </a:cubicBezTo>
                  <a:cubicBezTo>
                    <a:pt x="712" y="1954"/>
                    <a:pt x="656" y="1884"/>
                    <a:pt x="628" y="1744"/>
                  </a:cubicBezTo>
                  <a:cubicBezTo>
                    <a:pt x="642" y="1549"/>
                    <a:pt x="726" y="1354"/>
                    <a:pt x="865" y="1214"/>
                  </a:cubicBezTo>
                  <a:cubicBezTo>
                    <a:pt x="977" y="1103"/>
                    <a:pt x="1130" y="1019"/>
                    <a:pt x="1297" y="977"/>
                  </a:cubicBezTo>
                  <a:close/>
                  <a:moveTo>
                    <a:pt x="1590" y="1"/>
                  </a:moveTo>
                  <a:cubicBezTo>
                    <a:pt x="1437" y="1"/>
                    <a:pt x="1283" y="29"/>
                    <a:pt x="1144" y="84"/>
                  </a:cubicBezTo>
                  <a:cubicBezTo>
                    <a:pt x="949" y="168"/>
                    <a:pt x="767" y="266"/>
                    <a:pt x="600" y="391"/>
                  </a:cubicBezTo>
                  <a:cubicBezTo>
                    <a:pt x="433" y="573"/>
                    <a:pt x="279" y="768"/>
                    <a:pt x="168" y="991"/>
                  </a:cubicBezTo>
                  <a:cubicBezTo>
                    <a:pt x="42" y="1242"/>
                    <a:pt x="0" y="1507"/>
                    <a:pt x="14" y="1772"/>
                  </a:cubicBezTo>
                  <a:cubicBezTo>
                    <a:pt x="42" y="1954"/>
                    <a:pt x="126" y="2135"/>
                    <a:pt x="265" y="2274"/>
                  </a:cubicBezTo>
                  <a:cubicBezTo>
                    <a:pt x="363" y="2372"/>
                    <a:pt x="502" y="2428"/>
                    <a:pt x="642" y="2456"/>
                  </a:cubicBezTo>
                  <a:cubicBezTo>
                    <a:pt x="679" y="2459"/>
                    <a:pt x="718" y="2461"/>
                    <a:pt x="757" y="2461"/>
                  </a:cubicBezTo>
                  <a:cubicBezTo>
                    <a:pt x="890" y="2461"/>
                    <a:pt x="1028" y="2440"/>
                    <a:pt x="1158" y="2386"/>
                  </a:cubicBezTo>
                  <a:cubicBezTo>
                    <a:pt x="1353" y="2302"/>
                    <a:pt x="1535" y="2177"/>
                    <a:pt x="1688" y="2037"/>
                  </a:cubicBezTo>
                  <a:cubicBezTo>
                    <a:pt x="1744" y="1967"/>
                    <a:pt x="1800" y="1898"/>
                    <a:pt x="1855" y="1814"/>
                  </a:cubicBezTo>
                  <a:cubicBezTo>
                    <a:pt x="1939" y="1689"/>
                    <a:pt x="2009" y="1563"/>
                    <a:pt x="2079" y="1423"/>
                  </a:cubicBezTo>
                  <a:cubicBezTo>
                    <a:pt x="2162" y="1228"/>
                    <a:pt x="2204" y="1019"/>
                    <a:pt x="2204" y="810"/>
                  </a:cubicBezTo>
                  <a:cubicBezTo>
                    <a:pt x="2204" y="628"/>
                    <a:pt x="2162" y="461"/>
                    <a:pt x="2079" y="322"/>
                  </a:cubicBezTo>
                  <a:cubicBezTo>
                    <a:pt x="1981" y="126"/>
                    <a:pt x="1800" y="15"/>
                    <a:pt x="1590"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397980" y="3234484"/>
              <a:ext cx="90787" cy="167968"/>
            </a:xfrm>
            <a:custGeom>
              <a:avLst/>
              <a:gdLst/>
              <a:ahLst/>
              <a:cxnLst/>
              <a:rect l="l" t="t" r="r" b="b"/>
              <a:pathLst>
                <a:path w="754" h="1395" extrusionOk="0">
                  <a:moveTo>
                    <a:pt x="377" y="0"/>
                  </a:moveTo>
                  <a:cubicBezTo>
                    <a:pt x="293" y="28"/>
                    <a:pt x="195" y="42"/>
                    <a:pt x="98" y="56"/>
                  </a:cubicBezTo>
                  <a:cubicBezTo>
                    <a:pt x="84" y="446"/>
                    <a:pt x="42" y="865"/>
                    <a:pt x="0" y="1311"/>
                  </a:cubicBezTo>
                  <a:lnTo>
                    <a:pt x="112" y="1269"/>
                  </a:lnTo>
                  <a:lnTo>
                    <a:pt x="251" y="1214"/>
                  </a:lnTo>
                  <a:cubicBezTo>
                    <a:pt x="265" y="1046"/>
                    <a:pt x="279" y="949"/>
                    <a:pt x="279" y="921"/>
                  </a:cubicBezTo>
                  <a:lnTo>
                    <a:pt x="419" y="865"/>
                  </a:lnTo>
                  <a:lnTo>
                    <a:pt x="419" y="865"/>
                  </a:lnTo>
                  <a:cubicBezTo>
                    <a:pt x="391" y="1116"/>
                    <a:pt x="377" y="1283"/>
                    <a:pt x="377" y="1395"/>
                  </a:cubicBezTo>
                  <a:cubicBezTo>
                    <a:pt x="405" y="1367"/>
                    <a:pt x="446" y="1339"/>
                    <a:pt x="488" y="1325"/>
                  </a:cubicBezTo>
                  <a:cubicBezTo>
                    <a:pt x="516" y="1311"/>
                    <a:pt x="558" y="1283"/>
                    <a:pt x="586" y="1269"/>
                  </a:cubicBezTo>
                  <a:lnTo>
                    <a:pt x="614" y="1269"/>
                  </a:lnTo>
                  <a:cubicBezTo>
                    <a:pt x="628" y="1032"/>
                    <a:pt x="670" y="614"/>
                    <a:pt x="753" y="56"/>
                  </a:cubicBezTo>
                  <a:lnTo>
                    <a:pt x="753" y="56"/>
                  </a:lnTo>
                  <a:cubicBezTo>
                    <a:pt x="670" y="98"/>
                    <a:pt x="572" y="126"/>
                    <a:pt x="474" y="140"/>
                  </a:cubicBezTo>
                  <a:cubicBezTo>
                    <a:pt x="460" y="349"/>
                    <a:pt x="460" y="488"/>
                    <a:pt x="446" y="600"/>
                  </a:cubicBezTo>
                  <a:cubicBezTo>
                    <a:pt x="419" y="614"/>
                    <a:pt x="405" y="628"/>
                    <a:pt x="377" y="628"/>
                  </a:cubicBezTo>
                  <a:lnTo>
                    <a:pt x="307" y="656"/>
                  </a:lnTo>
                  <a:cubicBezTo>
                    <a:pt x="321" y="432"/>
                    <a:pt x="349" y="223"/>
                    <a:pt x="377"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483589" y="3331050"/>
              <a:ext cx="50451" cy="59722"/>
            </a:xfrm>
            <a:custGeom>
              <a:avLst/>
              <a:gdLst/>
              <a:ahLst/>
              <a:cxnLst/>
              <a:rect l="l" t="t" r="r" b="b"/>
              <a:pathLst>
                <a:path w="419" h="496" extrusionOk="0">
                  <a:moveTo>
                    <a:pt x="247" y="1"/>
                  </a:moveTo>
                  <a:cubicBezTo>
                    <a:pt x="236" y="1"/>
                    <a:pt x="224" y="2"/>
                    <a:pt x="210" y="7"/>
                  </a:cubicBezTo>
                  <a:cubicBezTo>
                    <a:pt x="201" y="6"/>
                    <a:pt x="192" y="5"/>
                    <a:pt x="184" y="5"/>
                  </a:cubicBezTo>
                  <a:cubicBezTo>
                    <a:pt x="112" y="5"/>
                    <a:pt x="52" y="56"/>
                    <a:pt x="14" y="119"/>
                  </a:cubicBezTo>
                  <a:cubicBezTo>
                    <a:pt x="0" y="161"/>
                    <a:pt x="14" y="202"/>
                    <a:pt x="28" y="244"/>
                  </a:cubicBezTo>
                  <a:cubicBezTo>
                    <a:pt x="70" y="230"/>
                    <a:pt x="112" y="216"/>
                    <a:pt x="168" y="216"/>
                  </a:cubicBezTo>
                  <a:cubicBezTo>
                    <a:pt x="168" y="202"/>
                    <a:pt x="168" y="202"/>
                    <a:pt x="168" y="188"/>
                  </a:cubicBezTo>
                  <a:cubicBezTo>
                    <a:pt x="154" y="161"/>
                    <a:pt x="168" y="147"/>
                    <a:pt x="182" y="133"/>
                  </a:cubicBezTo>
                  <a:cubicBezTo>
                    <a:pt x="210" y="133"/>
                    <a:pt x="224" y="147"/>
                    <a:pt x="224" y="161"/>
                  </a:cubicBezTo>
                  <a:cubicBezTo>
                    <a:pt x="224" y="174"/>
                    <a:pt x="224" y="188"/>
                    <a:pt x="224" y="188"/>
                  </a:cubicBezTo>
                  <a:cubicBezTo>
                    <a:pt x="196" y="258"/>
                    <a:pt x="154" y="300"/>
                    <a:pt x="112" y="356"/>
                  </a:cubicBezTo>
                  <a:cubicBezTo>
                    <a:pt x="70" y="384"/>
                    <a:pt x="56" y="439"/>
                    <a:pt x="70" y="495"/>
                  </a:cubicBezTo>
                  <a:cubicBezTo>
                    <a:pt x="127" y="471"/>
                    <a:pt x="188" y="456"/>
                    <a:pt x="249" y="456"/>
                  </a:cubicBezTo>
                  <a:cubicBezTo>
                    <a:pt x="293" y="456"/>
                    <a:pt x="336" y="464"/>
                    <a:pt x="377" y="481"/>
                  </a:cubicBezTo>
                  <a:cubicBezTo>
                    <a:pt x="377" y="426"/>
                    <a:pt x="391" y="384"/>
                    <a:pt x="419" y="342"/>
                  </a:cubicBezTo>
                  <a:cubicBezTo>
                    <a:pt x="398" y="335"/>
                    <a:pt x="374" y="331"/>
                    <a:pt x="347" y="331"/>
                  </a:cubicBezTo>
                  <a:cubicBezTo>
                    <a:pt x="321" y="331"/>
                    <a:pt x="293" y="335"/>
                    <a:pt x="265" y="342"/>
                  </a:cubicBezTo>
                  <a:cubicBezTo>
                    <a:pt x="335" y="286"/>
                    <a:pt x="377" y="216"/>
                    <a:pt x="391" y="133"/>
                  </a:cubicBezTo>
                  <a:cubicBezTo>
                    <a:pt x="391" y="91"/>
                    <a:pt x="349" y="35"/>
                    <a:pt x="307" y="7"/>
                  </a:cubicBezTo>
                  <a:cubicBezTo>
                    <a:pt x="289" y="7"/>
                    <a:pt x="270" y="1"/>
                    <a:pt x="247"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538977" y="3274700"/>
              <a:ext cx="105959" cy="116675"/>
            </a:xfrm>
            <a:custGeom>
              <a:avLst/>
              <a:gdLst/>
              <a:ahLst/>
              <a:cxnLst/>
              <a:rect l="l" t="t" r="r" b="b"/>
              <a:pathLst>
                <a:path w="880" h="969" extrusionOk="0">
                  <a:moveTo>
                    <a:pt x="503" y="391"/>
                  </a:moveTo>
                  <a:cubicBezTo>
                    <a:pt x="587" y="391"/>
                    <a:pt x="614" y="419"/>
                    <a:pt x="614" y="489"/>
                  </a:cubicBezTo>
                  <a:cubicBezTo>
                    <a:pt x="601" y="531"/>
                    <a:pt x="587" y="573"/>
                    <a:pt x="559" y="615"/>
                  </a:cubicBezTo>
                  <a:cubicBezTo>
                    <a:pt x="503" y="698"/>
                    <a:pt x="419" y="754"/>
                    <a:pt x="308" y="768"/>
                  </a:cubicBezTo>
                  <a:cubicBezTo>
                    <a:pt x="280" y="768"/>
                    <a:pt x="252" y="740"/>
                    <a:pt x="238" y="684"/>
                  </a:cubicBezTo>
                  <a:cubicBezTo>
                    <a:pt x="252" y="601"/>
                    <a:pt x="280" y="531"/>
                    <a:pt x="336" y="475"/>
                  </a:cubicBezTo>
                  <a:cubicBezTo>
                    <a:pt x="377" y="433"/>
                    <a:pt x="447" y="391"/>
                    <a:pt x="503" y="391"/>
                  </a:cubicBezTo>
                  <a:close/>
                  <a:moveTo>
                    <a:pt x="628" y="1"/>
                  </a:moveTo>
                  <a:cubicBezTo>
                    <a:pt x="573" y="1"/>
                    <a:pt x="517" y="15"/>
                    <a:pt x="447" y="29"/>
                  </a:cubicBezTo>
                  <a:cubicBezTo>
                    <a:pt x="377" y="71"/>
                    <a:pt x="308" y="112"/>
                    <a:pt x="238" y="154"/>
                  </a:cubicBezTo>
                  <a:cubicBezTo>
                    <a:pt x="168" y="224"/>
                    <a:pt x="112" y="308"/>
                    <a:pt x="70" y="391"/>
                  </a:cubicBezTo>
                  <a:cubicBezTo>
                    <a:pt x="15" y="489"/>
                    <a:pt x="1" y="587"/>
                    <a:pt x="1" y="698"/>
                  </a:cubicBezTo>
                  <a:cubicBezTo>
                    <a:pt x="15" y="768"/>
                    <a:pt x="57" y="838"/>
                    <a:pt x="98" y="894"/>
                  </a:cubicBezTo>
                  <a:cubicBezTo>
                    <a:pt x="154" y="935"/>
                    <a:pt x="196" y="949"/>
                    <a:pt x="252" y="963"/>
                  </a:cubicBezTo>
                  <a:cubicBezTo>
                    <a:pt x="271" y="967"/>
                    <a:pt x="289" y="969"/>
                    <a:pt x="308" y="969"/>
                  </a:cubicBezTo>
                  <a:cubicBezTo>
                    <a:pt x="359" y="969"/>
                    <a:pt x="410" y="956"/>
                    <a:pt x="461" y="935"/>
                  </a:cubicBezTo>
                  <a:cubicBezTo>
                    <a:pt x="531" y="907"/>
                    <a:pt x="601" y="852"/>
                    <a:pt x="670" y="796"/>
                  </a:cubicBezTo>
                  <a:cubicBezTo>
                    <a:pt x="684" y="768"/>
                    <a:pt x="712" y="740"/>
                    <a:pt x="726" y="712"/>
                  </a:cubicBezTo>
                  <a:cubicBezTo>
                    <a:pt x="768" y="670"/>
                    <a:pt x="796" y="615"/>
                    <a:pt x="824" y="559"/>
                  </a:cubicBezTo>
                  <a:cubicBezTo>
                    <a:pt x="852" y="489"/>
                    <a:pt x="866" y="405"/>
                    <a:pt x="866" y="322"/>
                  </a:cubicBezTo>
                  <a:cubicBezTo>
                    <a:pt x="880" y="252"/>
                    <a:pt x="852" y="182"/>
                    <a:pt x="824" y="126"/>
                  </a:cubicBezTo>
                  <a:cubicBezTo>
                    <a:pt x="782" y="57"/>
                    <a:pt x="712" y="15"/>
                    <a:pt x="628"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 name="Google Shape;35;p2"/>
            <p:cNvGrpSpPr/>
            <p:nvPr/>
          </p:nvGrpSpPr>
          <p:grpSpPr>
            <a:xfrm>
              <a:off x="8129286" y="1091344"/>
              <a:ext cx="676931" cy="991074"/>
              <a:chOff x="8129286" y="1091344"/>
              <a:chExt cx="676931" cy="991074"/>
            </a:xfrm>
          </p:grpSpPr>
          <p:sp>
            <p:nvSpPr>
              <p:cNvPr id="36" name="Google Shape;36;p2"/>
              <p:cNvSpPr/>
              <p:nvPr/>
            </p:nvSpPr>
            <p:spPr>
              <a:xfrm>
                <a:off x="8231753" y="1440767"/>
                <a:ext cx="159660" cy="142803"/>
              </a:xfrm>
              <a:custGeom>
                <a:avLst/>
                <a:gdLst/>
                <a:ahLst/>
                <a:cxnLst/>
                <a:rect l="l" t="t" r="r" b="b"/>
                <a:pathLst>
                  <a:path w="1326" h="1186" extrusionOk="0">
                    <a:moveTo>
                      <a:pt x="1325" y="0"/>
                    </a:moveTo>
                    <a:cubicBezTo>
                      <a:pt x="1325" y="0"/>
                      <a:pt x="1311" y="14"/>
                      <a:pt x="1269" y="42"/>
                    </a:cubicBezTo>
                    <a:cubicBezTo>
                      <a:pt x="1228" y="84"/>
                      <a:pt x="1172" y="112"/>
                      <a:pt x="1102" y="168"/>
                    </a:cubicBezTo>
                    <a:cubicBezTo>
                      <a:pt x="976" y="265"/>
                      <a:pt x="795" y="405"/>
                      <a:pt x="628" y="558"/>
                    </a:cubicBezTo>
                    <a:cubicBezTo>
                      <a:pt x="460" y="712"/>
                      <a:pt x="307" y="865"/>
                      <a:pt x="181" y="991"/>
                    </a:cubicBezTo>
                    <a:cubicBezTo>
                      <a:pt x="126" y="1046"/>
                      <a:pt x="84" y="1102"/>
                      <a:pt x="42" y="1130"/>
                    </a:cubicBezTo>
                    <a:lnTo>
                      <a:pt x="0" y="1186"/>
                    </a:lnTo>
                    <a:cubicBezTo>
                      <a:pt x="0" y="1186"/>
                      <a:pt x="28" y="1172"/>
                      <a:pt x="56" y="1144"/>
                    </a:cubicBezTo>
                    <a:cubicBezTo>
                      <a:pt x="98" y="1116"/>
                      <a:pt x="154" y="1074"/>
                      <a:pt x="223" y="1032"/>
                    </a:cubicBezTo>
                    <a:cubicBezTo>
                      <a:pt x="363" y="921"/>
                      <a:pt x="530" y="781"/>
                      <a:pt x="698" y="628"/>
                    </a:cubicBezTo>
                    <a:cubicBezTo>
                      <a:pt x="865" y="488"/>
                      <a:pt x="1018" y="335"/>
                      <a:pt x="1144" y="209"/>
                    </a:cubicBezTo>
                    <a:cubicBezTo>
                      <a:pt x="1200" y="154"/>
                      <a:pt x="1242" y="98"/>
                      <a:pt x="1283" y="56"/>
                    </a:cubicBezTo>
                    <a:lnTo>
                      <a:pt x="1325" y="0"/>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8258604" y="1480983"/>
                <a:ext cx="121010" cy="107644"/>
              </a:xfrm>
              <a:custGeom>
                <a:avLst/>
                <a:gdLst/>
                <a:ahLst/>
                <a:cxnLst/>
                <a:rect l="l" t="t" r="r" b="b"/>
                <a:pathLst>
                  <a:path w="1005" h="894" extrusionOk="0">
                    <a:moveTo>
                      <a:pt x="1005" y="1"/>
                    </a:moveTo>
                    <a:lnTo>
                      <a:pt x="1005" y="1"/>
                    </a:lnTo>
                    <a:cubicBezTo>
                      <a:pt x="1005" y="1"/>
                      <a:pt x="921" y="43"/>
                      <a:pt x="823" y="126"/>
                    </a:cubicBezTo>
                    <a:cubicBezTo>
                      <a:pt x="726" y="196"/>
                      <a:pt x="586" y="308"/>
                      <a:pt x="461" y="419"/>
                    </a:cubicBezTo>
                    <a:cubicBezTo>
                      <a:pt x="335" y="531"/>
                      <a:pt x="223" y="643"/>
                      <a:pt x="140" y="740"/>
                    </a:cubicBezTo>
                    <a:cubicBezTo>
                      <a:pt x="84" y="796"/>
                      <a:pt x="42" y="838"/>
                      <a:pt x="0" y="894"/>
                    </a:cubicBezTo>
                    <a:cubicBezTo>
                      <a:pt x="0" y="894"/>
                      <a:pt x="70" y="852"/>
                      <a:pt x="168" y="782"/>
                    </a:cubicBezTo>
                    <a:cubicBezTo>
                      <a:pt x="279" y="698"/>
                      <a:pt x="405" y="601"/>
                      <a:pt x="530" y="489"/>
                    </a:cubicBezTo>
                    <a:cubicBezTo>
                      <a:pt x="656" y="378"/>
                      <a:pt x="781" y="252"/>
                      <a:pt x="865" y="168"/>
                    </a:cubicBezTo>
                    <a:cubicBezTo>
                      <a:pt x="907" y="113"/>
                      <a:pt x="963" y="57"/>
                      <a:pt x="1005"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8391293" y="1440767"/>
                <a:ext cx="161346" cy="142803"/>
              </a:xfrm>
              <a:custGeom>
                <a:avLst/>
                <a:gdLst/>
                <a:ahLst/>
                <a:cxnLst/>
                <a:rect l="l" t="t" r="r" b="b"/>
                <a:pathLst>
                  <a:path w="1340" h="1186" extrusionOk="0">
                    <a:moveTo>
                      <a:pt x="0" y="0"/>
                    </a:moveTo>
                    <a:lnTo>
                      <a:pt x="56" y="56"/>
                    </a:lnTo>
                    <a:cubicBezTo>
                      <a:pt x="84" y="98"/>
                      <a:pt x="140" y="154"/>
                      <a:pt x="195" y="209"/>
                    </a:cubicBezTo>
                    <a:cubicBezTo>
                      <a:pt x="307" y="335"/>
                      <a:pt x="474" y="488"/>
                      <a:pt x="642" y="628"/>
                    </a:cubicBezTo>
                    <a:cubicBezTo>
                      <a:pt x="809" y="781"/>
                      <a:pt x="977" y="921"/>
                      <a:pt x="1116" y="1032"/>
                    </a:cubicBezTo>
                    <a:cubicBezTo>
                      <a:pt x="1172" y="1074"/>
                      <a:pt x="1228" y="1116"/>
                      <a:pt x="1270" y="1144"/>
                    </a:cubicBezTo>
                    <a:cubicBezTo>
                      <a:pt x="1297" y="1158"/>
                      <a:pt x="1311" y="1172"/>
                      <a:pt x="1339" y="1186"/>
                    </a:cubicBezTo>
                    <a:lnTo>
                      <a:pt x="1283" y="1130"/>
                    </a:lnTo>
                    <a:cubicBezTo>
                      <a:pt x="1256" y="1102"/>
                      <a:pt x="1200" y="1046"/>
                      <a:pt x="1144" y="991"/>
                    </a:cubicBezTo>
                    <a:cubicBezTo>
                      <a:pt x="1032" y="865"/>
                      <a:pt x="865" y="712"/>
                      <a:pt x="698" y="558"/>
                    </a:cubicBezTo>
                    <a:cubicBezTo>
                      <a:pt x="530" y="419"/>
                      <a:pt x="363" y="265"/>
                      <a:pt x="237" y="168"/>
                    </a:cubicBezTo>
                    <a:cubicBezTo>
                      <a:pt x="168" y="112"/>
                      <a:pt x="112" y="84"/>
                      <a:pt x="70" y="42"/>
                    </a:cubicBezTo>
                    <a:cubicBezTo>
                      <a:pt x="42" y="28"/>
                      <a:pt x="28" y="14"/>
                      <a:pt x="0"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8391293" y="1798498"/>
                <a:ext cx="161346" cy="144489"/>
              </a:xfrm>
              <a:custGeom>
                <a:avLst/>
                <a:gdLst/>
                <a:ahLst/>
                <a:cxnLst/>
                <a:rect l="l" t="t" r="r" b="b"/>
                <a:pathLst>
                  <a:path w="1340" h="1200" extrusionOk="0">
                    <a:moveTo>
                      <a:pt x="1339" y="0"/>
                    </a:moveTo>
                    <a:cubicBezTo>
                      <a:pt x="1311" y="14"/>
                      <a:pt x="1297" y="28"/>
                      <a:pt x="1270" y="56"/>
                    </a:cubicBezTo>
                    <a:cubicBezTo>
                      <a:pt x="1228" y="84"/>
                      <a:pt x="1172" y="112"/>
                      <a:pt x="1116" y="168"/>
                    </a:cubicBezTo>
                    <a:cubicBezTo>
                      <a:pt x="977" y="279"/>
                      <a:pt x="795" y="405"/>
                      <a:pt x="642" y="558"/>
                    </a:cubicBezTo>
                    <a:cubicBezTo>
                      <a:pt x="474" y="712"/>
                      <a:pt x="307" y="865"/>
                      <a:pt x="195" y="991"/>
                    </a:cubicBezTo>
                    <a:cubicBezTo>
                      <a:pt x="140" y="1046"/>
                      <a:pt x="84" y="1102"/>
                      <a:pt x="56" y="1130"/>
                    </a:cubicBezTo>
                    <a:lnTo>
                      <a:pt x="0" y="1200"/>
                    </a:lnTo>
                    <a:cubicBezTo>
                      <a:pt x="28" y="1186"/>
                      <a:pt x="42" y="1158"/>
                      <a:pt x="70" y="1144"/>
                    </a:cubicBezTo>
                    <a:cubicBezTo>
                      <a:pt x="112" y="1116"/>
                      <a:pt x="168" y="1074"/>
                      <a:pt x="237" y="1032"/>
                    </a:cubicBezTo>
                    <a:cubicBezTo>
                      <a:pt x="363" y="935"/>
                      <a:pt x="544" y="781"/>
                      <a:pt x="698" y="642"/>
                    </a:cubicBezTo>
                    <a:cubicBezTo>
                      <a:pt x="865" y="488"/>
                      <a:pt x="1032" y="335"/>
                      <a:pt x="1144" y="209"/>
                    </a:cubicBezTo>
                    <a:cubicBezTo>
                      <a:pt x="1200" y="154"/>
                      <a:pt x="1256" y="98"/>
                      <a:pt x="1283" y="56"/>
                    </a:cubicBezTo>
                    <a:lnTo>
                      <a:pt x="1339" y="0"/>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8231753" y="1798498"/>
                <a:ext cx="159660" cy="144489"/>
              </a:xfrm>
              <a:custGeom>
                <a:avLst/>
                <a:gdLst/>
                <a:ahLst/>
                <a:cxnLst/>
                <a:rect l="l" t="t" r="r" b="b"/>
                <a:pathLst>
                  <a:path w="1326" h="1200" extrusionOk="0">
                    <a:moveTo>
                      <a:pt x="0" y="0"/>
                    </a:moveTo>
                    <a:lnTo>
                      <a:pt x="42" y="56"/>
                    </a:lnTo>
                    <a:cubicBezTo>
                      <a:pt x="84" y="98"/>
                      <a:pt x="126" y="154"/>
                      <a:pt x="181" y="209"/>
                    </a:cubicBezTo>
                    <a:cubicBezTo>
                      <a:pt x="307" y="335"/>
                      <a:pt x="460" y="488"/>
                      <a:pt x="628" y="642"/>
                    </a:cubicBezTo>
                    <a:cubicBezTo>
                      <a:pt x="795" y="781"/>
                      <a:pt x="963" y="935"/>
                      <a:pt x="1102" y="1032"/>
                    </a:cubicBezTo>
                    <a:cubicBezTo>
                      <a:pt x="1172" y="1074"/>
                      <a:pt x="1228" y="1116"/>
                      <a:pt x="1269" y="1144"/>
                    </a:cubicBezTo>
                    <a:cubicBezTo>
                      <a:pt x="1311" y="1186"/>
                      <a:pt x="1325" y="1200"/>
                      <a:pt x="1325" y="1200"/>
                    </a:cubicBezTo>
                    <a:lnTo>
                      <a:pt x="1283" y="1130"/>
                    </a:lnTo>
                    <a:cubicBezTo>
                      <a:pt x="1242" y="1102"/>
                      <a:pt x="1200" y="1046"/>
                      <a:pt x="1144" y="991"/>
                    </a:cubicBezTo>
                    <a:cubicBezTo>
                      <a:pt x="1018" y="865"/>
                      <a:pt x="865" y="712"/>
                      <a:pt x="698" y="558"/>
                    </a:cubicBezTo>
                    <a:cubicBezTo>
                      <a:pt x="530" y="419"/>
                      <a:pt x="363" y="279"/>
                      <a:pt x="223" y="168"/>
                    </a:cubicBezTo>
                    <a:cubicBezTo>
                      <a:pt x="154" y="112"/>
                      <a:pt x="98" y="84"/>
                      <a:pt x="56" y="56"/>
                    </a:cubicBezTo>
                    <a:cubicBezTo>
                      <a:pt x="28" y="14"/>
                      <a:pt x="0" y="0"/>
                      <a:pt x="0"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8265347" y="1800183"/>
                <a:ext cx="115952" cy="100901"/>
              </a:xfrm>
              <a:custGeom>
                <a:avLst/>
                <a:gdLst/>
                <a:ahLst/>
                <a:cxnLst/>
                <a:rect l="l" t="t" r="r" b="b"/>
                <a:pathLst>
                  <a:path w="963" h="838" extrusionOk="0">
                    <a:moveTo>
                      <a:pt x="0" y="0"/>
                    </a:moveTo>
                    <a:lnTo>
                      <a:pt x="0" y="0"/>
                    </a:lnTo>
                    <a:cubicBezTo>
                      <a:pt x="0" y="0"/>
                      <a:pt x="56" y="56"/>
                      <a:pt x="140" y="154"/>
                    </a:cubicBezTo>
                    <a:cubicBezTo>
                      <a:pt x="223" y="237"/>
                      <a:pt x="321" y="363"/>
                      <a:pt x="446" y="460"/>
                    </a:cubicBezTo>
                    <a:cubicBezTo>
                      <a:pt x="572" y="558"/>
                      <a:pt x="697" y="656"/>
                      <a:pt x="795" y="739"/>
                    </a:cubicBezTo>
                    <a:cubicBezTo>
                      <a:pt x="893" y="809"/>
                      <a:pt x="963" y="837"/>
                      <a:pt x="963" y="837"/>
                    </a:cubicBezTo>
                    <a:cubicBezTo>
                      <a:pt x="921" y="795"/>
                      <a:pt x="879" y="739"/>
                      <a:pt x="837" y="684"/>
                    </a:cubicBezTo>
                    <a:cubicBezTo>
                      <a:pt x="739" y="586"/>
                      <a:pt x="628" y="474"/>
                      <a:pt x="530" y="391"/>
                    </a:cubicBezTo>
                    <a:cubicBezTo>
                      <a:pt x="419" y="279"/>
                      <a:pt x="293" y="195"/>
                      <a:pt x="181" y="112"/>
                    </a:cubicBezTo>
                    <a:cubicBezTo>
                      <a:pt x="70" y="42"/>
                      <a:pt x="0" y="0"/>
                      <a:pt x="0"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8545776" y="1583450"/>
                <a:ext cx="10235" cy="215168"/>
              </a:xfrm>
              <a:custGeom>
                <a:avLst/>
                <a:gdLst/>
                <a:ahLst/>
                <a:cxnLst/>
                <a:rect l="l" t="t" r="r" b="b"/>
                <a:pathLst>
                  <a:path w="85" h="1787" extrusionOk="0">
                    <a:moveTo>
                      <a:pt x="14" y="1"/>
                    </a:moveTo>
                    <a:cubicBezTo>
                      <a:pt x="14" y="1"/>
                      <a:pt x="14" y="17"/>
                      <a:pt x="20" y="48"/>
                    </a:cubicBezTo>
                    <a:cubicBezTo>
                      <a:pt x="22" y="17"/>
                      <a:pt x="14" y="1"/>
                      <a:pt x="14" y="1"/>
                    </a:cubicBezTo>
                    <a:close/>
                    <a:moveTo>
                      <a:pt x="20" y="48"/>
                    </a:moveTo>
                    <a:cubicBezTo>
                      <a:pt x="20" y="58"/>
                      <a:pt x="18" y="71"/>
                      <a:pt x="14" y="85"/>
                    </a:cubicBezTo>
                    <a:cubicBezTo>
                      <a:pt x="14" y="126"/>
                      <a:pt x="0" y="196"/>
                      <a:pt x="0" y="280"/>
                    </a:cubicBezTo>
                    <a:cubicBezTo>
                      <a:pt x="0" y="447"/>
                      <a:pt x="0" y="670"/>
                      <a:pt x="0" y="894"/>
                    </a:cubicBezTo>
                    <a:cubicBezTo>
                      <a:pt x="14" y="1117"/>
                      <a:pt x="28" y="1340"/>
                      <a:pt x="42" y="1507"/>
                    </a:cubicBezTo>
                    <a:cubicBezTo>
                      <a:pt x="42" y="1591"/>
                      <a:pt x="56" y="1661"/>
                      <a:pt x="56" y="1716"/>
                    </a:cubicBezTo>
                    <a:cubicBezTo>
                      <a:pt x="70" y="1758"/>
                      <a:pt x="70" y="1786"/>
                      <a:pt x="70" y="1786"/>
                    </a:cubicBezTo>
                    <a:cubicBezTo>
                      <a:pt x="70" y="1786"/>
                      <a:pt x="70" y="1758"/>
                      <a:pt x="70" y="1716"/>
                    </a:cubicBezTo>
                    <a:cubicBezTo>
                      <a:pt x="70" y="1661"/>
                      <a:pt x="84" y="1591"/>
                      <a:pt x="84" y="1507"/>
                    </a:cubicBezTo>
                    <a:cubicBezTo>
                      <a:pt x="84" y="1340"/>
                      <a:pt x="84" y="1117"/>
                      <a:pt x="84" y="894"/>
                    </a:cubicBezTo>
                    <a:cubicBezTo>
                      <a:pt x="84" y="670"/>
                      <a:pt x="70" y="461"/>
                      <a:pt x="56" y="280"/>
                    </a:cubicBezTo>
                    <a:cubicBezTo>
                      <a:pt x="42" y="196"/>
                      <a:pt x="42" y="126"/>
                      <a:pt x="28" y="85"/>
                    </a:cubicBezTo>
                    <a:cubicBezTo>
                      <a:pt x="25" y="71"/>
                      <a:pt x="22" y="58"/>
                      <a:pt x="20" y="48"/>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8528919" y="1623786"/>
                <a:ext cx="11920" cy="137867"/>
              </a:xfrm>
              <a:custGeom>
                <a:avLst/>
                <a:gdLst/>
                <a:ahLst/>
                <a:cxnLst/>
                <a:rect l="l" t="t" r="r" b="b"/>
                <a:pathLst>
                  <a:path w="99" h="1145" extrusionOk="0">
                    <a:moveTo>
                      <a:pt x="43" y="1"/>
                    </a:moveTo>
                    <a:cubicBezTo>
                      <a:pt x="29" y="56"/>
                      <a:pt x="15" y="112"/>
                      <a:pt x="15" y="168"/>
                    </a:cubicBezTo>
                    <a:cubicBezTo>
                      <a:pt x="1" y="307"/>
                      <a:pt x="1" y="433"/>
                      <a:pt x="1" y="572"/>
                    </a:cubicBezTo>
                    <a:cubicBezTo>
                      <a:pt x="1" y="712"/>
                      <a:pt x="15" y="865"/>
                      <a:pt x="29" y="977"/>
                    </a:cubicBezTo>
                    <a:cubicBezTo>
                      <a:pt x="43" y="1075"/>
                      <a:pt x="57" y="1144"/>
                      <a:pt x="57" y="1144"/>
                    </a:cubicBezTo>
                    <a:cubicBezTo>
                      <a:pt x="71" y="1089"/>
                      <a:pt x="85" y="1033"/>
                      <a:pt x="85" y="977"/>
                    </a:cubicBezTo>
                    <a:cubicBezTo>
                      <a:pt x="99" y="838"/>
                      <a:pt x="99" y="698"/>
                      <a:pt x="99" y="572"/>
                    </a:cubicBezTo>
                    <a:cubicBezTo>
                      <a:pt x="99" y="433"/>
                      <a:pt x="85" y="280"/>
                      <a:pt x="71" y="168"/>
                    </a:cubicBezTo>
                    <a:cubicBezTo>
                      <a:pt x="57" y="112"/>
                      <a:pt x="57" y="56"/>
                      <a:pt x="43"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8384550" y="1291221"/>
                <a:ext cx="13486" cy="137867"/>
              </a:xfrm>
              <a:custGeom>
                <a:avLst/>
                <a:gdLst/>
                <a:ahLst/>
                <a:cxnLst/>
                <a:rect l="l" t="t" r="r" b="b"/>
                <a:pathLst>
                  <a:path w="112" h="1145" extrusionOk="0">
                    <a:moveTo>
                      <a:pt x="56" y="1"/>
                    </a:moveTo>
                    <a:cubicBezTo>
                      <a:pt x="42" y="57"/>
                      <a:pt x="28" y="112"/>
                      <a:pt x="28" y="168"/>
                    </a:cubicBezTo>
                    <a:cubicBezTo>
                      <a:pt x="0" y="433"/>
                      <a:pt x="0" y="712"/>
                      <a:pt x="42" y="963"/>
                    </a:cubicBezTo>
                    <a:cubicBezTo>
                      <a:pt x="42" y="1033"/>
                      <a:pt x="56" y="1089"/>
                      <a:pt x="70" y="1145"/>
                    </a:cubicBezTo>
                    <a:cubicBezTo>
                      <a:pt x="70" y="1145"/>
                      <a:pt x="84" y="1075"/>
                      <a:pt x="98" y="963"/>
                    </a:cubicBezTo>
                    <a:cubicBezTo>
                      <a:pt x="112" y="838"/>
                      <a:pt x="112" y="698"/>
                      <a:pt x="112" y="573"/>
                    </a:cubicBezTo>
                    <a:cubicBezTo>
                      <a:pt x="112" y="419"/>
                      <a:pt x="98" y="280"/>
                      <a:pt x="84" y="168"/>
                    </a:cubicBezTo>
                    <a:cubicBezTo>
                      <a:pt x="70" y="112"/>
                      <a:pt x="56" y="57"/>
                      <a:pt x="56"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8382864" y="1944552"/>
                <a:ext cx="13606" cy="137867"/>
              </a:xfrm>
              <a:custGeom>
                <a:avLst/>
                <a:gdLst/>
                <a:ahLst/>
                <a:cxnLst/>
                <a:rect l="l" t="t" r="r" b="b"/>
                <a:pathLst>
                  <a:path w="113" h="1145" extrusionOk="0">
                    <a:moveTo>
                      <a:pt x="42" y="1"/>
                    </a:moveTo>
                    <a:cubicBezTo>
                      <a:pt x="42" y="1"/>
                      <a:pt x="28" y="57"/>
                      <a:pt x="28" y="168"/>
                    </a:cubicBezTo>
                    <a:cubicBezTo>
                      <a:pt x="14" y="308"/>
                      <a:pt x="0" y="433"/>
                      <a:pt x="14" y="573"/>
                    </a:cubicBezTo>
                    <a:cubicBezTo>
                      <a:pt x="14" y="712"/>
                      <a:pt x="28" y="866"/>
                      <a:pt x="42" y="963"/>
                    </a:cubicBezTo>
                    <a:cubicBezTo>
                      <a:pt x="42" y="1033"/>
                      <a:pt x="56" y="1089"/>
                      <a:pt x="70" y="1145"/>
                    </a:cubicBezTo>
                    <a:cubicBezTo>
                      <a:pt x="70" y="1145"/>
                      <a:pt x="70" y="1075"/>
                      <a:pt x="98" y="963"/>
                    </a:cubicBezTo>
                    <a:cubicBezTo>
                      <a:pt x="112" y="838"/>
                      <a:pt x="112" y="698"/>
                      <a:pt x="112" y="573"/>
                    </a:cubicBezTo>
                    <a:cubicBezTo>
                      <a:pt x="112" y="419"/>
                      <a:pt x="98" y="280"/>
                      <a:pt x="84" y="168"/>
                    </a:cubicBezTo>
                    <a:cubicBezTo>
                      <a:pt x="70" y="112"/>
                      <a:pt x="56" y="57"/>
                      <a:pt x="42"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
              <p:cNvSpPr/>
              <p:nvPr/>
            </p:nvSpPr>
            <p:spPr>
              <a:xfrm>
                <a:off x="8555890" y="1480983"/>
                <a:ext cx="97530" cy="100901"/>
              </a:xfrm>
              <a:custGeom>
                <a:avLst/>
                <a:gdLst/>
                <a:ahLst/>
                <a:cxnLst/>
                <a:rect l="l" t="t" r="r" b="b"/>
                <a:pathLst>
                  <a:path w="810" h="838" extrusionOk="0">
                    <a:moveTo>
                      <a:pt x="809" y="1"/>
                    </a:moveTo>
                    <a:cubicBezTo>
                      <a:pt x="753" y="43"/>
                      <a:pt x="698" y="71"/>
                      <a:pt x="656" y="113"/>
                    </a:cubicBezTo>
                    <a:cubicBezTo>
                      <a:pt x="558" y="196"/>
                      <a:pt x="460" y="294"/>
                      <a:pt x="363" y="392"/>
                    </a:cubicBezTo>
                    <a:cubicBezTo>
                      <a:pt x="279" y="489"/>
                      <a:pt x="181" y="587"/>
                      <a:pt x="98" y="698"/>
                    </a:cubicBezTo>
                    <a:cubicBezTo>
                      <a:pt x="42" y="782"/>
                      <a:pt x="0" y="838"/>
                      <a:pt x="0" y="838"/>
                    </a:cubicBezTo>
                    <a:cubicBezTo>
                      <a:pt x="42" y="810"/>
                      <a:pt x="98" y="768"/>
                      <a:pt x="140" y="726"/>
                    </a:cubicBezTo>
                    <a:cubicBezTo>
                      <a:pt x="251" y="643"/>
                      <a:pt x="349" y="559"/>
                      <a:pt x="433" y="461"/>
                    </a:cubicBezTo>
                    <a:cubicBezTo>
                      <a:pt x="530" y="364"/>
                      <a:pt x="614" y="266"/>
                      <a:pt x="698" y="154"/>
                    </a:cubicBezTo>
                    <a:cubicBezTo>
                      <a:pt x="739" y="113"/>
                      <a:pt x="767" y="57"/>
                      <a:pt x="809"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p:nvPr/>
            </p:nvSpPr>
            <p:spPr>
              <a:xfrm>
                <a:off x="8554204" y="1798498"/>
                <a:ext cx="100901" cy="95844"/>
              </a:xfrm>
              <a:custGeom>
                <a:avLst/>
                <a:gdLst/>
                <a:ahLst/>
                <a:cxnLst/>
                <a:rect l="l" t="t" r="r" b="b"/>
                <a:pathLst>
                  <a:path w="838" h="796" extrusionOk="0">
                    <a:moveTo>
                      <a:pt x="0" y="0"/>
                    </a:moveTo>
                    <a:lnTo>
                      <a:pt x="0" y="0"/>
                    </a:lnTo>
                    <a:cubicBezTo>
                      <a:pt x="0" y="0"/>
                      <a:pt x="42" y="56"/>
                      <a:pt x="112" y="140"/>
                    </a:cubicBezTo>
                    <a:cubicBezTo>
                      <a:pt x="195" y="237"/>
                      <a:pt x="279" y="335"/>
                      <a:pt x="377" y="433"/>
                    </a:cubicBezTo>
                    <a:cubicBezTo>
                      <a:pt x="474" y="530"/>
                      <a:pt x="572" y="614"/>
                      <a:pt x="684" y="698"/>
                    </a:cubicBezTo>
                    <a:cubicBezTo>
                      <a:pt x="726" y="726"/>
                      <a:pt x="781" y="767"/>
                      <a:pt x="837" y="795"/>
                    </a:cubicBezTo>
                    <a:cubicBezTo>
                      <a:pt x="795" y="753"/>
                      <a:pt x="767" y="698"/>
                      <a:pt x="726" y="656"/>
                    </a:cubicBezTo>
                    <a:cubicBezTo>
                      <a:pt x="642" y="558"/>
                      <a:pt x="544" y="461"/>
                      <a:pt x="447" y="363"/>
                    </a:cubicBezTo>
                    <a:cubicBezTo>
                      <a:pt x="349" y="265"/>
                      <a:pt x="237" y="168"/>
                      <a:pt x="154" y="98"/>
                    </a:cubicBezTo>
                    <a:cubicBezTo>
                      <a:pt x="98" y="56"/>
                      <a:pt x="42" y="28"/>
                      <a:pt x="0"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8130972" y="1796812"/>
                <a:ext cx="97530" cy="100901"/>
              </a:xfrm>
              <a:custGeom>
                <a:avLst/>
                <a:gdLst/>
                <a:ahLst/>
                <a:cxnLst/>
                <a:rect l="l" t="t" r="r" b="b"/>
                <a:pathLst>
                  <a:path w="810" h="838" extrusionOk="0">
                    <a:moveTo>
                      <a:pt x="809" y="0"/>
                    </a:moveTo>
                    <a:lnTo>
                      <a:pt x="809" y="0"/>
                    </a:lnTo>
                    <a:cubicBezTo>
                      <a:pt x="753" y="42"/>
                      <a:pt x="698" y="70"/>
                      <a:pt x="656" y="112"/>
                    </a:cubicBezTo>
                    <a:cubicBezTo>
                      <a:pt x="558" y="196"/>
                      <a:pt x="460" y="293"/>
                      <a:pt x="363" y="391"/>
                    </a:cubicBezTo>
                    <a:cubicBezTo>
                      <a:pt x="265" y="488"/>
                      <a:pt x="168" y="600"/>
                      <a:pt x="98" y="698"/>
                    </a:cubicBezTo>
                    <a:cubicBezTo>
                      <a:pt x="70" y="740"/>
                      <a:pt x="28" y="795"/>
                      <a:pt x="0" y="837"/>
                    </a:cubicBezTo>
                    <a:cubicBezTo>
                      <a:pt x="42" y="809"/>
                      <a:pt x="98" y="767"/>
                      <a:pt x="140" y="726"/>
                    </a:cubicBezTo>
                    <a:cubicBezTo>
                      <a:pt x="223" y="656"/>
                      <a:pt x="335" y="558"/>
                      <a:pt x="433" y="461"/>
                    </a:cubicBezTo>
                    <a:cubicBezTo>
                      <a:pt x="530" y="363"/>
                      <a:pt x="614" y="265"/>
                      <a:pt x="698" y="154"/>
                    </a:cubicBezTo>
                    <a:cubicBezTo>
                      <a:pt x="739" y="112"/>
                      <a:pt x="767" y="56"/>
                      <a:pt x="809"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8129286" y="1484354"/>
                <a:ext cx="100901" cy="97530"/>
              </a:xfrm>
              <a:custGeom>
                <a:avLst/>
                <a:gdLst/>
                <a:ahLst/>
                <a:cxnLst/>
                <a:rect l="l" t="t" r="r" b="b"/>
                <a:pathLst>
                  <a:path w="838" h="810" extrusionOk="0">
                    <a:moveTo>
                      <a:pt x="0" y="1"/>
                    </a:moveTo>
                    <a:cubicBezTo>
                      <a:pt x="28" y="57"/>
                      <a:pt x="70" y="98"/>
                      <a:pt x="98" y="154"/>
                    </a:cubicBezTo>
                    <a:cubicBezTo>
                      <a:pt x="195" y="252"/>
                      <a:pt x="279" y="350"/>
                      <a:pt x="377" y="447"/>
                    </a:cubicBezTo>
                    <a:cubicBezTo>
                      <a:pt x="488" y="545"/>
                      <a:pt x="600" y="642"/>
                      <a:pt x="684" y="712"/>
                    </a:cubicBezTo>
                    <a:cubicBezTo>
                      <a:pt x="726" y="740"/>
                      <a:pt x="781" y="782"/>
                      <a:pt x="837" y="810"/>
                    </a:cubicBezTo>
                    <a:cubicBezTo>
                      <a:pt x="837" y="810"/>
                      <a:pt x="781" y="754"/>
                      <a:pt x="726" y="670"/>
                    </a:cubicBezTo>
                    <a:cubicBezTo>
                      <a:pt x="628" y="559"/>
                      <a:pt x="544" y="461"/>
                      <a:pt x="447" y="377"/>
                    </a:cubicBezTo>
                    <a:cubicBezTo>
                      <a:pt x="349" y="280"/>
                      <a:pt x="251" y="196"/>
                      <a:pt x="140" y="112"/>
                    </a:cubicBezTo>
                    <a:cubicBezTo>
                      <a:pt x="98" y="71"/>
                      <a:pt x="42" y="43"/>
                      <a:pt x="0"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2"/>
              <p:cNvSpPr/>
              <p:nvPr/>
            </p:nvSpPr>
            <p:spPr>
              <a:xfrm>
                <a:off x="8226696" y="1593564"/>
                <a:ext cx="11800" cy="196625"/>
              </a:xfrm>
              <a:custGeom>
                <a:avLst/>
                <a:gdLst/>
                <a:ahLst/>
                <a:cxnLst/>
                <a:rect l="l" t="t" r="r" b="b"/>
                <a:pathLst>
                  <a:path w="98" h="1633" extrusionOk="0">
                    <a:moveTo>
                      <a:pt x="28" y="1"/>
                    </a:moveTo>
                    <a:cubicBezTo>
                      <a:pt x="14" y="42"/>
                      <a:pt x="0" y="112"/>
                      <a:pt x="0" y="196"/>
                    </a:cubicBezTo>
                    <a:cubicBezTo>
                      <a:pt x="0" y="363"/>
                      <a:pt x="0" y="586"/>
                      <a:pt x="0" y="810"/>
                    </a:cubicBezTo>
                    <a:cubicBezTo>
                      <a:pt x="14" y="1033"/>
                      <a:pt x="28" y="1256"/>
                      <a:pt x="42" y="1423"/>
                    </a:cubicBezTo>
                    <a:cubicBezTo>
                      <a:pt x="42" y="1507"/>
                      <a:pt x="56" y="1577"/>
                      <a:pt x="70" y="1632"/>
                    </a:cubicBezTo>
                    <a:cubicBezTo>
                      <a:pt x="70" y="1577"/>
                      <a:pt x="84" y="1507"/>
                      <a:pt x="84" y="1423"/>
                    </a:cubicBezTo>
                    <a:cubicBezTo>
                      <a:pt x="84" y="1256"/>
                      <a:pt x="98" y="1033"/>
                      <a:pt x="84" y="810"/>
                    </a:cubicBezTo>
                    <a:cubicBezTo>
                      <a:pt x="84" y="586"/>
                      <a:pt x="70" y="377"/>
                      <a:pt x="56" y="196"/>
                    </a:cubicBezTo>
                    <a:cubicBezTo>
                      <a:pt x="42" y="112"/>
                      <a:pt x="42" y="42"/>
                      <a:pt x="28"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2"/>
              <p:cNvSpPr/>
              <p:nvPr/>
            </p:nvSpPr>
            <p:spPr>
              <a:xfrm>
                <a:off x="8302191" y="1149501"/>
                <a:ext cx="94279" cy="103189"/>
              </a:xfrm>
              <a:custGeom>
                <a:avLst/>
                <a:gdLst/>
                <a:ahLst/>
                <a:cxnLst/>
                <a:rect l="l" t="t" r="r" b="b"/>
                <a:pathLst>
                  <a:path w="783" h="857" extrusionOk="0">
                    <a:moveTo>
                      <a:pt x="503" y="271"/>
                    </a:moveTo>
                    <a:cubicBezTo>
                      <a:pt x="531" y="285"/>
                      <a:pt x="545" y="313"/>
                      <a:pt x="559" y="355"/>
                    </a:cubicBezTo>
                    <a:cubicBezTo>
                      <a:pt x="559" y="425"/>
                      <a:pt x="531" y="480"/>
                      <a:pt x="475" y="536"/>
                    </a:cubicBezTo>
                    <a:cubicBezTo>
                      <a:pt x="433" y="578"/>
                      <a:pt x="391" y="606"/>
                      <a:pt x="336" y="620"/>
                    </a:cubicBezTo>
                    <a:cubicBezTo>
                      <a:pt x="270" y="620"/>
                      <a:pt x="242" y="595"/>
                      <a:pt x="238" y="535"/>
                    </a:cubicBezTo>
                    <a:lnTo>
                      <a:pt x="238" y="535"/>
                    </a:lnTo>
                    <a:cubicBezTo>
                      <a:pt x="267" y="396"/>
                      <a:pt x="364" y="299"/>
                      <a:pt x="503" y="271"/>
                    </a:cubicBezTo>
                    <a:close/>
                    <a:moveTo>
                      <a:pt x="493" y="0"/>
                    </a:moveTo>
                    <a:cubicBezTo>
                      <a:pt x="449" y="0"/>
                      <a:pt x="403" y="10"/>
                      <a:pt x="364" y="20"/>
                    </a:cubicBezTo>
                    <a:cubicBezTo>
                      <a:pt x="294" y="48"/>
                      <a:pt x="238" y="90"/>
                      <a:pt x="182" y="146"/>
                    </a:cubicBezTo>
                    <a:cubicBezTo>
                      <a:pt x="168" y="173"/>
                      <a:pt x="140" y="187"/>
                      <a:pt x="126" y="215"/>
                    </a:cubicBezTo>
                    <a:cubicBezTo>
                      <a:pt x="99" y="271"/>
                      <a:pt x="71" y="313"/>
                      <a:pt x="43" y="355"/>
                    </a:cubicBezTo>
                    <a:cubicBezTo>
                      <a:pt x="15" y="425"/>
                      <a:pt x="1" y="494"/>
                      <a:pt x="1" y="564"/>
                    </a:cubicBezTo>
                    <a:cubicBezTo>
                      <a:pt x="1" y="634"/>
                      <a:pt x="15" y="690"/>
                      <a:pt x="43" y="745"/>
                    </a:cubicBezTo>
                    <a:cubicBezTo>
                      <a:pt x="85" y="801"/>
                      <a:pt x="140" y="843"/>
                      <a:pt x="224" y="857"/>
                    </a:cubicBezTo>
                    <a:cubicBezTo>
                      <a:pt x="266" y="857"/>
                      <a:pt x="322" y="843"/>
                      <a:pt x="378" y="829"/>
                    </a:cubicBezTo>
                    <a:cubicBezTo>
                      <a:pt x="433" y="801"/>
                      <a:pt x="503" y="759"/>
                      <a:pt x="559" y="717"/>
                    </a:cubicBezTo>
                    <a:cubicBezTo>
                      <a:pt x="629" y="676"/>
                      <a:pt x="684" y="606"/>
                      <a:pt x="726" y="522"/>
                    </a:cubicBezTo>
                    <a:cubicBezTo>
                      <a:pt x="754" y="494"/>
                      <a:pt x="768" y="438"/>
                      <a:pt x="768" y="397"/>
                    </a:cubicBezTo>
                    <a:cubicBezTo>
                      <a:pt x="782" y="355"/>
                      <a:pt x="782" y="313"/>
                      <a:pt x="768" y="257"/>
                    </a:cubicBezTo>
                    <a:cubicBezTo>
                      <a:pt x="754" y="187"/>
                      <a:pt x="726" y="118"/>
                      <a:pt x="684" y="62"/>
                    </a:cubicBezTo>
                    <a:cubicBezTo>
                      <a:pt x="643" y="34"/>
                      <a:pt x="601" y="6"/>
                      <a:pt x="545" y="6"/>
                    </a:cubicBezTo>
                    <a:cubicBezTo>
                      <a:pt x="529" y="2"/>
                      <a:pt x="511" y="0"/>
                      <a:pt x="493"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8402972" y="1091344"/>
                <a:ext cx="100901" cy="186632"/>
              </a:xfrm>
              <a:custGeom>
                <a:avLst/>
                <a:gdLst/>
                <a:ahLst/>
                <a:cxnLst/>
                <a:rect l="l" t="t" r="r" b="b"/>
                <a:pathLst>
                  <a:path w="838" h="1550" extrusionOk="0">
                    <a:moveTo>
                      <a:pt x="433" y="1"/>
                    </a:moveTo>
                    <a:cubicBezTo>
                      <a:pt x="322" y="29"/>
                      <a:pt x="224" y="57"/>
                      <a:pt x="126" y="71"/>
                    </a:cubicBezTo>
                    <a:cubicBezTo>
                      <a:pt x="98" y="517"/>
                      <a:pt x="57" y="977"/>
                      <a:pt x="1" y="1465"/>
                    </a:cubicBezTo>
                    <a:lnTo>
                      <a:pt x="140" y="1410"/>
                    </a:lnTo>
                    <a:lnTo>
                      <a:pt x="294" y="1354"/>
                    </a:lnTo>
                    <a:cubicBezTo>
                      <a:pt x="308" y="1173"/>
                      <a:pt x="308" y="1061"/>
                      <a:pt x="308" y="1033"/>
                    </a:cubicBezTo>
                    <a:lnTo>
                      <a:pt x="461" y="977"/>
                    </a:lnTo>
                    <a:lnTo>
                      <a:pt x="461" y="977"/>
                    </a:lnTo>
                    <a:cubicBezTo>
                      <a:pt x="433" y="1242"/>
                      <a:pt x="419" y="1438"/>
                      <a:pt x="419" y="1549"/>
                    </a:cubicBezTo>
                    <a:cubicBezTo>
                      <a:pt x="461" y="1521"/>
                      <a:pt x="503" y="1493"/>
                      <a:pt x="545" y="1479"/>
                    </a:cubicBezTo>
                    <a:cubicBezTo>
                      <a:pt x="573" y="1452"/>
                      <a:pt x="615" y="1424"/>
                      <a:pt x="656" y="1410"/>
                    </a:cubicBezTo>
                    <a:lnTo>
                      <a:pt x="684" y="1410"/>
                    </a:lnTo>
                    <a:cubicBezTo>
                      <a:pt x="698" y="1145"/>
                      <a:pt x="754" y="684"/>
                      <a:pt x="838" y="57"/>
                    </a:cubicBezTo>
                    <a:lnTo>
                      <a:pt x="838" y="57"/>
                    </a:lnTo>
                    <a:cubicBezTo>
                      <a:pt x="740" y="99"/>
                      <a:pt x="642" y="140"/>
                      <a:pt x="545" y="168"/>
                    </a:cubicBezTo>
                    <a:cubicBezTo>
                      <a:pt x="531" y="377"/>
                      <a:pt x="517" y="545"/>
                      <a:pt x="503" y="670"/>
                    </a:cubicBezTo>
                    <a:lnTo>
                      <a:pt x="419" y="712"/>
                    </a:lnTo>
                    <a:cubicBezTo>
                      <a:pt x="391" y="712"/>
                      <a:pt x="377" y="726"/>
                      <a:pt x="350" y="740"/>
                    </a:cubicBezTo>
                    <a:cubicBezTo>
                      <a:pt x="364" y="489"/>
                      <a:pt x="391" y="238"/>
                      <a:pt x="433"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8680151" y="1358408"/>
                <a:ext cx="126067" cy="122695"/>
              </a:xfrm>
              <a:custGeom>
                <a:avLst/>
                <a:gdLst/>
                <a:ahLst/>
                <a:cxnLst/>
                <a:rect l="l" t="t" r="r" b="b"/>
                <a:pathLst>
                  <a:path w="1047" h="1019" extrusionOk="0">
                    <a:moveTo>
                      <a:pt x="461" y="1"/>
                    </a:moveTo>
                    <a:lnTo>
                      <a:pt x="182" y="56"/>
                    </a:lnTo>
                    <a:cubicBezTo>
                      <a:pt x="140" y="280"/>
                      <a:pt x="112" y="447"/>
                      <a:pt x="84" y="559"/>
                    </a:cubicBezTo>
                    <a:cubicBezTo>
                      <a:pt x="70" y="670"/>
                      <a:pt x="28" y="810"/>
                      <a:pt x="0" y="977"/>
                    </a:cubicBezTo>
                    <a:cubicBezTo>
                      <a:pt x="112" y="963"/>
                      <a:pt x="224" y="949"/>
                      <a:pt x="293" y="935"/>
                    </a:cubicBezTo>
                    <a:lnTo>
                      <a:pt x="321" y="712"/>
                    </a:lnTo>
                    <a:lnTo>
                      <a:pt x="363" y="545"/>
                    </a:lnTo>
                    <a:cubicBezTo>
                      <a:pt x="419" y="698"/>
                      <a:pt x="475" y="866"/>
                      <a:pt x="558" y="1019"/>
                    </a:cubicBezTo>
                    <a:cubicBezTo>
                      <a:pt x="614" y="991"/>
                      <a:pt x="684" y="977"/>
                      <a:pt x="754" y="963"/>
                    </a:cubicBezTo>
                    <a:cubicBezTo>
                      <a:pt x="837" y="684"/>
                      <a:pt x="921" y="391"/>
                      <a:pt x="1047" y="98"/>
                    </a:cubicBezTo>
                    <a:lnTo>
                      <a:pt x="1047" y="98"/>
                    </a:lnTo>
                    <a:cubicBezTo>
                      <a:pt x="935" y="126"/>
                      <a:pt x="837" y="140"/>
                      <a:pt x="726" y="154"/>
                    </a:cubicBezTo>
                    <a:cubicBezTo>
                      <a:pt x="684" y="308"/>
                      <a:pt x="656" y="419"/>
                      <a:pt x="628" y="517"/>
                    </a:cubicBezTo>
                    <a:cubicBezTo>
                      <a:pt x="614" y="489"/>
                      <a:pt x="600" y="433"/>
                      <a:pt x="586" y="391"/>
                    </a:cubicBezTo>
                    <a:cubicBezTo>
                      <a:pt x="530" y="252"/>
                      <a:pt x="489" y="126"/>
                      <a:pt x="461"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2"/>
              <p:cNvSpPr/>
              <p:nvPr/>
            </p:nvSpPr>
            <p:spPr>
              <a:xfrm>
                <a:off x="8681836" y="1806444"/>
                <a:ext cx="89102" cy="141599"/>
              </a:xfrm>
              <a:custGeom>
                <a:avLst/>
                <a:gdLst/>
                <a:ahLst/>
                <a:cxnLst/>
                <a:rect l="l" t="t" r="r" b="b"/>
                <a:pathLst>
                  <a:path w="740" h="1176" extrusionOk="0">
                    <a:moveTo>
                      <a:pt x="583" y="1"/>
                    </a:moveTo>
                    <a:cubicBezTo>
                      <a:pt x="454" y="1"/>
                      <a:pt x="327" y="33"/>
                      <a:pt x="210" y="116"/>
                    </a:cubicBezTo>
                    <a:cubicBezTo>
                      <a:pt x="126" y="171"/>
                      <a:pt x="84" y="227"/>
                      <a:pt x="84" y="255"/>
                    </a:cubicBezTo>
                    <a:cubicBezTo>
                      <a:pt x="56" y="297"/>
                      <a:pt x="42" y="339"/>
                      <a:pt x="28" y="395"/>
                    </a:cubicBezTo>
                    <a:cubicBezTo>
                      <a:pt x="0" y="464"/>
                      <a:pt x="0" y="548"/>
                      <a:pt x="0" y="632"/>
                    </a:cubicBezTo>
                    <a:cubicBezTo>
                      <a:pt x="14" y="660"/>
                      <a:pt x="28" y="687"/>
                      <a:pt x="42" y="715"/>
                    </a:cubicBezTo>
                    <a:cubicBezTo>
                      <a:pt x="70" y="729"/>
                      <a:pt x="98" y="757"/>
                      <a:pt x="126" y="757"/>
                    </a:cubicBezTo>
                    <a:cubicBezTo>
                      <a:pt x="154" y="771"/>
                      <a:pt x="196" y="771"/>
                      <a:pt x="223" y="771"/>
                    </a:cubicBezTo>
                    <a:cubicBezTo>
                      <a:pt x="237" y="778"/>
                      <a:pt x="248" y="782"/>
                      <a:pt x="258" y="782"/>
                    </a:cubicBezTo>
                    <a:cubicBezTo>
                      <a:pt x="269" y="782"/>
                      <a:pt x="279" y="778"/>
                      <a:pt x="293" y="771"/>
                    </a:cubicBezTo>
                    <a:cubicBezTo>
                      <a:pt x="335" y="771"/>
                      <a:pt x="363" y="757"/>
                      <a:pt x="391" y="743"/>
                    </a:cubicBezTo>
                    <a:cubicBezTo>
                      <a:pt x="433" y="715"/>
                      <a:pt x="461" y="701"/>
                      <a:pt x="502" y="701"/>
                    </a:cubicBezTo>
                    <a:cubicBezTo>
                      <a:pt x="516" y="701"/>
                      <a:pt x="530" y="701"/>
                      <a:pt x="530" y="715"/>
                    </a:cubicBezTo>
                    <a:cubicBezTo>
                      <a:pt x="530" y="729"/>
                      <a:pt x="530" y="757"/>
                      <a:pt x="530" y="771"/>
                    </a:cubicBezTo>
                    <a:cubicBezTo>
                      <a:pt x="502" y="799"/>
                      <a:pt x="489" y="827"/>
                      <a:pt x="447" y="855"/>
                    </a:cubicBezTo>
                    <a:cubicBezTo>
                      <a:pt x="405" y="897"/>
                      <a:pt x="335" y="925"/>
                      <a:pt x="265" y="925"/>
                    </a:cubicBezTo>
                    <a:lnTo>
                      <a:pt x="112" y="925"/>
                    </a:lnTo>
                    <a:cubicBezTo>
                      <a:pt x="98" y="1008"/>
                      <a:pt x="70" y="1078"/>
                      <a:pt x="42" y="1162"/>
                    </a:cubicBezTo>
                    <a:cubicBezTo>
                      <a:pt x="84" y="1176"/>
                      <a:pt x="112" y="1176"/>
                      <a:pt x="154" y="1176"/>
                    </a:cubicBezTo>
                    <a:cubicBezTo>
                      <a:pt x="265" y="1176"/>
                      <a:pt x="391" y="1148"/>
                      <a:pt x="502" y="1106"/>
                    </a:cubicBezTo>
                    <a:cubicBezTo>
                      <a:pt x="558" y="1064"/>
                      <a:pt x="614" y="1022"/>
                      <a:pt x="642" y="952"/>
                    </a:cubicBezTo>
                    <a:cubicBezTo>
                      <a:pt x="670" y="925"/>
                      <a:pt x="698" y="883"/>
                      <a:pt x="712" y="841"/>
                    </a:cubicBezTo>
                    <a:cubicBezTo>
                      <a:pt x="740" y="771"/>
                      <a:pt x="740" y="701"/>
                      <a:pt x="726" y="632"/>
                    </a:cubicBezTo>
                    <a:cubicBezTo>
                      <a:pt x="726" y="604"/>
                      <a:pt x="712" y="576"/>
                      <a:pt x="684" y="548"/>
                    </a:cubicBezTo>
                    <a:cubicBezTo>
                      <a:pt x="684" y="534"/>
                      <a:pt x="670" y="520"/>
                      <a:pt x="656" y="520"/>
                    </a:cubicBezTo>
                    <a:cubicBezTo>
                      <a:pt x="642" y="492"/>
                      <a:pt x="600" y="478"/>
                      <a:pt x="572" y="478"/>
                    </a:cubicBezTo>
                    <a:cubicBezTo>
                      <a:pt x="558" y="471"/>
                      <a:pt x="541" y="468"/>
                      <a:pt x="523" y="468"/>
                    </a:cubicBezTo>
                    <a:cubicBezTo>
                      <a:pt x="506" y="468"/>
                      <a:pt x="489" y="471"/>
                      <a:pt x="475" y="478"/>
                    </a:cubicBezTo>
                    <a:cubicBezTo>
                      <a:pt x="433" y="492"/>
                      <a:pt x="391" y="506"/>
                      <a:pt x="363" y="520"/>
                    </a:cubicBezTo>
                    <a:cubicBezTo>
                      <a:pt x="343" y="530"/>
                      <a:pt x="325" y="535"/>
                      <a:pt x="310" y="535"/>
                    </a:cubicBezTo>
                    <a:cubicBezTo>
                      <a:pt x="283" y="535"/>
                      <a:pt x="265" y="519"/>
                      <a:pt x="265" y="492"/>
                    </a:cubicBezTo>
                    <a:cubicBezTo>
                      <a:pt x="251" y="408"/>
                      <a:pt x="307" y="339"/>
                      <a:pt x="377" y="311"/>
                    </a:cubicBezTo>
                    <a:cubicBezTo>
                      <a:pt x="419" y="297"/>
                      <a:pt x="464" y="290"/>
                      <a:pt x="509" y="290"/>
                    </a:cubicBezTo>
                    <a:cubicBezTo>
                      <a:pt x="555" y="290"/>
                      <a:pt x="600" y="297"/>
                      <a:pt x="642" y="311"/>
                    </a:cubicBezTo>
                    <a:lnTo>
                      <a:pt x="656" y="4"/>
                    </a:lnTo>
                    <a:cubicBezTo>
                      <a:pt x="632" y="2"/>
                      <a:pt x="607" y="1"/>
                      <a:pt x="583"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 name="Google Shape;55;p2"/>
            <p:cNvSpPr/>
            <p:nvPr/>
          </p:nvSpPr>
          <p:spPr>
            <a:xfrm>
              <a:off x="859840" y="4262997"/>
              <a:ext cx="90787" cy="82479"/>
            </a:xfrm>
            <a:custGeom>
              <a:avLst/>
              <a:gdLst/>
              <a:ahLst/>
              <a:cxnLst/>
              <a:rect l="l" t="t" r="r" b="b"/>
              <a:pathLst>
                <a:path w="754" h="685" extrusionOk="0">
                  <a:moveTo>
                    <a:pt x="754" y="1"/>
                  </a:moveTo>
                  <a:lnTo>
                    <a:pt x="754" y="1"/>
                  </a:lnTo>
                  <a:cubicBezTo>
                    <a:pt x="726" y="15"/>
                    <a:pt x="698" y="43"/>
                    <a:pt x="656" y="70"/>
                  </a:cubicBezTo>
                  <a:cubicBezTo>
                    <a:pt x="572" y="126"/>
                    <a:pt x="461" y="210"/>
                    <a:pt x="377" y="308"/>
                  </a:cubicBezTo>
                  <a:cubicBezTo>
                    <a:pt x="280" y="391"/>
                    <a:pt x="182" y="489"/>
                    <a:pt x="112" y="559"/>
                  </a:cubicBezTo>
                  <a:cubicBezTo>
                    <a:pt x="70" y="587"/>
                    <a:pt x="42" y="628"/>
                    <a:pt x="29" y="642"/>
                  </a:cubicBezTo>
                  <a:lnTo>
                    <a:pt x="1" y="684"/>
                  </a:lnTo>
                  <a:lnTo>
                    <a:pt x="1" y="684"/>
                  </a:lnTo>
                  <a:lnTo>
                    <a:pt x="42" y="656"/>
                  </a:lnTo>
                  <a:lnTo>
                    <a:pt x="126" y="573"/>
                  </a:lnTo>
                  <a:cubicBezTo>
                    <a:pt x="210" y="517"/>
                    <a:pt x="321" y="433"/>
                    <a:pt x="419" y="349"/>
                  </a:cubicBezTo>
                  <a:cubicBezTo>
                    <a:pt x="517" y="252"/>
                    <a:pt x="614" y="168"/>
                    <a:pt x="684" y="98"/>
                  </a:cubicBezTo>
                  <a:lnTo>
                    <a:pt x="754" y="1"/>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
            <p:cNvSpPr/>
            <p:nvPr/>
          </p:nvSpPr>
          <p:spPr>
            <a:xfrm>
              <a:off x="875011" y="4283225"/>
              <a:ext cx="72244" cy="63936"/>
            </a:xfrm>
            <a:custGeom>
              <a:avLst/>
              <a:gdLst/>
              <a:ahLst/>
              <a:cxnLst/>
              <a:rect l="l" t="t" r="r" b="b"/>
              <a:pathLst>
                <a:path w="600" h="531" extrusionOk="0">
                  <a:moveTo>
                    <a:pt x="600" y="0"/>
                  </a:moveTo>
                  <a:lnTo>
                    <a:pt x="600" y="0"/>
                  </a:lnTo>
                  <a:cubicBezTo>
                    <a:pt x="600" y="0"/>
                    <a:pt x="558" y="28"/>
                    <a:pt x="502" y="70"/>
                  </a:cubicBezTo>
                  <a:cubicBezTo>
                    <a:pt x="433" y="112"/>
                    <a:pt x="363" y="181"/>
                    <a:pt x="279" y="251"/>
                  </a:cubicBezTo>
                  <a:cubicBezTo>
                    <a:pt x="209" y="307"/>
                    <a:pt x="154" y="377"/>
                    <a:pt x="84" y="432"/>
                  </a:cubicBezTo>
                  <a:cubicBezTo>
                    <a:pt x="56" y="474"/>
                    <a:pt x="28" y="502"/>
                    <a:pt x="0" y="530"/>
                  </a:cubicBezTo>
                  <a:cubicBezTo>
                    <a:pt x="42" y="516"/>
                    <a:pt x="70" y="488"/>
                    <a:pt x="112" y="460"/>
                  </a:cubicBezTo>
                  <a:cubicBezTo>
                    <a:pt x="168" y="419"/>
                    <a:pt x="251" y="349"/>
                    <a:pt x="321" y="293"/>
                  </a:cubicBezTo>
                  <a:cubicBezTo>
                    <a:pt x="391" y="223"/>
                    <a:pt x="460" y="167"/>
                    <a:pt x="516" y="98"/>
                  </a:cubicBezTo>
                  <a:cubicBezTo>
                    <a:pt x="544" y="70"/>
                    <a:pt x="572" y="28"/>
                    <a:pt x="600"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2"/>
            <p:cNvSpPr/>
            <p:nvPr/>
          </p:nvSpPr>
          <p:spPr>
            <a:xfrm>
              <a:off x="958935" y="4262997"/>
              <a:ext cx="92473" cy="82479"/>
            </a:xfrm>
            <a:custGeom>
              <a:avLst/>
              <a:gdLst/>
              <a:ahLst/>
              <a:cxnLst/>
              <a:rect l="l" t="t" r="r" b="b"/>
              <a:pathLst>
                <a:path w="768" h="685" extrusionOk="0">
                  <a:moveTo>
                    <a:pt x="1" y="1"/>
                  </a:moveTo>
                  <a:lnTo>
                    <a:pt x="1" y="1"/>
                  </a:lnTo>
                  <a:cubicBezTo>
                    <a:pt x="15" y="29"/>
                    <a:pt x="42" y="56"/>
                    <a:pt x="84" y="98"/>
                  </a:cubicBezTo>
                  <a:cubicBezTo>
                    <a:pt x="154" y="168"/>
                    <a:pt x="252" y="252"/>
                    <a:pt x="349" y="349"/>
                  </a:cubicBezTo>
                  <a:cubicBezTo>
                    <a:pt x="447" y="433"/>
                    <a:pt x="545" y="517"/>
                    <a:pt x="628" y="573"/>
                  </a:cubicBezTo>
                  <a:cubicBezTo>
                    <a:pt x="670" y="614"/>
                    <a:pt x="698" y="642"/>
                    <a:pt x="726" y="656"/>
                  </a:cubicBezTo>
                  <a:lnTo>
                    <a:pt x="768" y="684"/>
                  </a:lnTo>
                  <a:lnTo>
                    <a:pt x="768" y="684"/>
                  </a:lnTo>
                  <a:lnTo>
                    <a:pt x="740" y="642"/>
                  </a:lnTo>
                  <a:cubicBezTo>
                    <a:pt x="712" y="628"/>
                    <a:pt x="684" y="587"/>
                    <a:pt x="656" y="559"/>
                  </a:cubicBezTo>
                  <a:cubicBezTo>
                    <a:pt x="586" y="475"/>
                    <a:pt x="489" y="391"/>
                    <a:pt x="391" y="308"/>
                  </a:cubicBezTo>
                  <a:cubicBezTo>
                    <a:pt x="280" y="210"/>
                    <a:pt x="182" y="126"/>
                    <a:pt x="98" y="70"/>
                  </a:cubicBezTo>
                  <a:cubicBezTo>
                    <a:pt x="70" y="43"/>
                    <a:pt x="28" y="15"/>
                    <a:pt x="1"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a:off x="955564" y="4472987"/>
              <a:ext cx="95844" cy="85730"/>
            </a:xfrm>
            <a:custGeom>
              <a:avLst/>
              <a:gdLst/>
              <a:ahLst/>
              <a:cxnLst/>
              <a:rect l="l" t="t" r="r" b="b"/>
              <a:pathLst>
                <a:path w="796" h="712" extrusionOk="0">
                  <a:moveTo>
                    <a:pt x="796" y="0"/>
                  </a:moveTo>
                  <a:lnTo>
                    <a:pt x="754" y="28"/>
                  </a:lnTo>
                  <a:cubicBezTo>
                    <a:pt x="726" y="42"/>
                    <a:pt x="698" y="70"/>
                    <a:pt x="656" y="98"/>
                  </a:cubicBezTo>
                  <a:cubicBezTo>
                    <a:pt x="573" y="154"/>
                    <a:pt x="475" y="237"/>
                    <a:pt x="377" y="335"/>
                  </a:cubicBezTo>
                  <a:cubicBezTo>
                    <a:pt x="280" y="419"/>
                    <a:pt x="182" y="516"/>
                    <a:pt x="112" y="586"/>
                  </a:cubicBezTo>
                  <a:cubicBezTo>
                    <a:pt x="70" y="628"/>
                    <a:pt x="43" y="656"/>
                    <a:pt x="29" y="670"/>
                  </a:cubicBezTo>
                  <a:lnTo>
                    <a:pt x="1" y="712"/>
                  </a:lnTo>
                  <a:lnTo>
                    <a:pt x="29" y="684"/>
                  </a:lnTo>
                  <a:lnTo>
                    <a:pt x="126" y="614"/>
                  </a:lnTo>
                  <a:cubicBezTo>
                    <a:pt x="210" y="544"/>
                    <a:pt x="321" y="461"/>
                    <a:pt x="419" y="377"/>
                  </a:cubicBezTo>
                  <a:cubicBezTo>
                    <a:pt x="503" y="293"/>
                    <a:pt x="614" y="196"/>
                    <a:pt x="684" y="126"/>
                  </a:cubicBezTo>
                  <a:cubicBezTo>
                    <a:pt x="712" y="84"/>
                    <a:pt x="740" y="56"/>
                    <a:pt x="768" y="28"/>
                  </a:cubicBezTo>
                  <a:lnTo>
                    <a:pt x="796" y="0"/>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a:off x="859840" y="4472987"/>
              <a:ext cx="95844" cy="85730"/>
            </a:xfrm>
            <a:custGeom>
              <a:avLst/>
              <a:gdLst/>
              <a:ahLst/>
              <a:cxnLst/>
              <a:rect l="l" t="t" r="r" b="b"/>
              <a:pathLst>
                <a:path w="796" h="712" extrusionOk="0">
                  <a:moveTo>
                    <a:pt x="1" y="0"/>
                  </a:moveTo>
                  <a:lnTo>
                    <a:pt x="29" y="28"/>
                  </a:lnTo>
                  <a:cubicBezTo>
                    <a:pt x="42" y="56"/>
                    <a:pt x="70" y="84"/>
                    <a:pt x="112" y="126"/>
                  </a:cubicBezTo>
                  <a:cubicBezTo>
                    <a:pt x="182" y="196"/>
                    <a:pt x="266" y="293"/>
                    <a:pt x="377" y="377"/>
                  </a:cubicBezTo>
                  <a:cubicBezTo>
                    <a:pt x="475" y="461"/>
                    <a:pt x="572" y="544"/>
                    <a:pt x="656" y="614"/>
                  </a:cubicBezTo>
                  <a:lnTo>
                    <a:pt x="754" y="684"/>
                  </a:lnTo>
                  <a:lnTo>
                    <a:pt x="796" y="712"/>
                  </a:lnTo>
                  <a:lnTo>
                    <a:pt x="754" y="670"/>
                  </a:lnTo>
                  <a:lnTo>
                    <a:pt x="684" y="586"/>
                  </a:lnTo>
                  <a:cubicBezTo>
                    <a:pt x="614" y="502"/>
                    <a:pt x="517" y="419"/>
                    <a:pt x="419" y="335"/>
                  </a:cubicBezTo>
                  <a:cubicBezTo>
                    <a:pt x="307" y="237"/>
                    <a:pt x="210" y="154"/>
                    <a:pt x="126" y="98"/>
                  </a:cubicBezTo>
                  <a:lnTo>
                    <a:pt x="42" y="28"/>
                  </a:lnTo>
                  <a:lnTo>
                    <a:pt x="1" y="0"/>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2"/>
            <p:cNvSpPr/>
            <p:nvPr/>
          </p:nvSpPr>
          <p:spPr>
            <a:xfrm>
              <a:off x="879948" y="4472987"/>
              <a:ext cx="67308" cy="60565"/>
            </a:xfrm>
            <a:custGeom>
              <a:avLst/>
              <a:gdLst/>
              <a:ahLst/>
              <a:cxnLst/>
              <a:rect l="l" t="t" r="r" b="b"/>
              <a:pathLst>
                <a:path w="559" h="503" extrusionOk="0">
                  <a:moveTo>
                    <a:pt x="1" y="0"/>
                  </a:moveTo>
                  <a:lnTo>
                    <a:pt x="1" y="0"/>
                  </a:lnTo>
                  <a:cubicBezTo>
                    <a:pt x="15" y="42"/>
                    <a:pt x="43" y="70"/>
                    <a:pt x="71" y="98"/>
                  </a:cubicBezTo>
                  <a:cubicBezTo>
                    <a:pt x="127" y="140"/>
                    <a:pt x="182" y="210"/>
                    <a:pt x="266" y="279"/>
                  </a:cubicBezTo>
                  <a:cubicBezTo>
                    <a:pt x="336" y="335"/>
                    <a:pt x="405" y="405"/>
                    <a:pt x="461" y="447"/>
                  </a:cubicBezTo>
                  <a:cubicBezTo>
                    <a:pt x="517" y="488"/>
                    <a:pt x="559" y="502"/>
                    <a:pt x="559" y="502"/>
                  </a:cubicBezTo>
                  <a:cubicBezTo>
                    <a:pt x="531" y="475"/>
                    <a:pt x="517" y="447"/>
                    <a:pt x="489" y="419"/>
                  </a:cubicBezTo>
                  <a:cubicBezTo>
                    <a:pt x="433" y="363"/>
                    <a:pt x="378" y="293"/>
                    <a:pt x="294" y="237"/>
                  </a:cubicBezTo>
                  <a:cubicBezTo>
                    <a:pt x="224" y="168"/>
                    <a:pt x="154" y="112"/>
                    <a:pt x="99" y="70"/>
                  </a:cubicBezTo>
                  <a:cubicBezTo>
                    <a:pt x="43" y="28"/>
                    <a:pt x="1" y="0"/>
                    <a:pt x="1"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2"/>
            <p:cNvSpPr/>
            <p:nvPr/>
          </p:nvSpPr>
          <p:spPr>
            <a:xfrm>
              <a:off x="1047917" y="4350413"/>
              <a:ext cx="3492" cy="117638"/>
            </a:xfrm>
            <a:custGeom>
              <a:avLst/>
              <a:gdLst/>
              <a:ahLst/>
              <a:cxnLst/>
              <a:rect l="l" t="t" r="r" b="b"/>
              <a:pathLst>
                <a:path w="29" h="977" extrusionOk="0">
                  <a:moveTo>
                    <a:pt x="1" y="0"/>
                  </a:moveTo>
                  <a:lnTo>
                    <a:pt x="1" y="126"/>
                  </a:lnTo>
                  <a:cubicBezTo>
                    <a:pt x="1" y="223"/>
                    <a:pt x="1" y="349"/>
                    <a:pt x="1" y="488"/>
                  </a:cubicBezTo>
                  <a:cubicBezTo>
                    <a:pt x="1" y="614"/>
                    <a:pt x="15" y="753"/>
                    <a:pt x="15" y="851"/>
                  </a:cubicBezTo>
                  <a:cubicBezTo>
                    <a:pt x="29" y="907"/>
                    <a:pt x="29" y="935"/>
                    <a:pt x="29" y="976"/>
                  </a:cubicBezTo>
                  <a:lnTo>
                    <a:pt x="29" y="851"/>
                  </a:lnTo>
                  <a:cubicBezTo>
                    <a:pt x="29" y="753"/>
                    <a:pt x="29" y="614"/>
                    <a:pt x="29" y="488"/>
                  </a:cubicBezTo>
                  <a:cubicBezTo>
                    <a:pt x="29" y="349"/>
                    <a:pt x="29" y="223"/>
                    <a:pt x="15" y="126"/>
                  </a:cubicBezTo>
                  <a:cubicBezTo>
                    <a:pt x="15" y="70"/>
                    <a:pt x="1" y="28"/>
                    <a:pt x="1"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
            <p:cNvSpPr/>
            <p:nvPr/>
          </p:nvSpPr>
          <p:spPr>
            <a:xfrm>
              <a:off x="1036237" y="4367149"/>
              <a:ext cx="6743" cy="84044"/>
            </a:xfrm>
            <a:custGeom>
              <a:avLst/>
              <a:gdLst/>
              <a:ahLst/>
              <a:cxnLst/>
              <a:rect l="l" t="t" r="r" b="b"/>
              <a:pathLst>
                <a:path w="56" h="698" extrusionOk="0">
                  <a:moveTo>
                    <a:pt x="14" y="1"/>
                  </a:moveTo>
                  <a:cubicBezTo>
                    <a:pt x="14" y="1"/>
                    <a:pt x="0" y="42"/>
                    <a:pt x="0" y="112"/>
                  </a:cubicBezTo>
                  <a:lnTo>
                    <a:pt x="0" y="349"/>
                  </a:lnTo>
                  <a:cubicBezTo>
                    <a:pt x="0" y="419"/>
                    <a:pt x="14" y="503"/>
                    <a:pt x="28" y="586"/>
                  </a:cubicBezTo>
                  <a:cubicBezTo>
                    <a:pt x="28" y="656"/>
                    <a:pt x="42" y="698"/>
                    <a:pt x="42" y="698"/>
                  </a:cubicBezTo>
                  <a:cubicBezTo>
                    <a:pt x="56" y="656"/>
                    <a:pt x="56" y="614"/>
                    <a:pt x="56" y="586"/>
                  </a:cubicBezTo>
                  <a:cubicBezTo>
                    <a:pt x="56" y="503"/>
                    <a:pt x="56" y="419"/>
                    <a:pt x="56" y="349"/>
                  </a:cubicBezTo>
                  <a:cubicBezTo>
                    <a:pt x="56" y="266"/>
                    <a:pt x="56" y="182"/>
                    <a:pt x="42" y="112"/>
                  </a:cubicBezTo>
                  <a:cubicBezTo>
                    <a:pt x="28" y="42"/>
                    <a:pt x="14" y="1"/>
                    <a:pt x="14"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2"/>
            <p:cNvSpPr/>
            <p:nvPr/>
          </p:nvSpPr>
          <p:spPr>
            <a:xfrm>
              <a:off x="952193" y="4168959"/>
              <a:ext cx="5178" cy="82479"/>
            </a:xfrm>
            <a:custGeom>
              <a:avLst/>
              <a:gdLst/>
              <a:ahLst/>
              <a:cxnLst/>
              <a:rect l="l" t="t" r="r" b="b"/>
              <a:pathLst>
                <a:path w="43" h="685" extrusionOk="0">
                  <a:moveTo>
                    <a:pt x="15" y="1"/>
                  </a:moveTo>
                  <a:cubicBezTo>
                    <a:pt x="15" y="1"/>
                    <a:pt x="1" y="42"/>
                    <a:pt x="1" y="112"/>
                  </a:cubicBezTo>
                  <a:lnTo>
                    <a:pt x="1" y="349"/>
                  </a:lnTo>
                  <a:cubicBezTo>
                    <a:pt x="1" y="419"/>
                    <a:pt x="1" y="503"/>
                    <a:pt x="15" y="586"/>
                  </a:cubicBezTo>
                  <a:cubicBezTo>
                    <a:pt x="15" y="614"/>
                    <a:pt x="29" y="656"/>
                    <a:pt x="29" y="684"/>
                  </a:cubicBezTo>
                  <a:cubicBezTo>
                    <a:pt x="43" y="656"/>
                    <a:pt x="43" y="614"/>
                    <a:pt x="43" y="586"/>
                  </a:cubicBezTo>
                  <a:lnTo>
                    <a:pt x="43" y="349"/>
                  </a:lnTo>
                  <a:cubicBezTo>
                    <a:pt x="43" y="266"/>
                    <a:pt x="43" y="182"/>
                    <a:pt x="29" y="112"/>
                  </a:cubicBezTo>
                  <a:cubicBezTo>
                    <a:pt x="15" y="42"/>
                    <a:pt x="15" y="1"/>
                    <a:pt x="15"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2"/>
            <p:cNvSpPr/>
            <p:nvPr/>
          </p:nvSpPr>
          <p:spPr>
            <a:xfrm>
              <a:off x="950507" y="4558597"/>
              <a:ext cx="6863" cy="82479"/>
            </a:xfrm>
            <a:custGeom>
              <a:avLst/>
              <a:gdLst/>
              <a:ahLst/>
              <a:cxnLst/>
              <a:rect l="l" t="t" r="r" b="b"/>
              <a:pathLst>
                <a:path w="57" h="685" extrusionOk="0">
                  <a:moveTo>
                    <a:pt x="15" y="1"/>
                  </a:moveTo>
                  <a:cubicBezTo>
                    <a:pt x="15" y="1"/>
                    <a:pt x="1" y="43"/>
                    <a:pt x="1" y="112"/>
                  </a:cubicBezTo>
                  <a:lnTo>
                    <a:pt x="1" y="349"/>
                  </a:lnTo>
                  <a:cubicBezTo>
                    <a:pt x="1" y="419"/>
                    <a:pt x="1" y="503"/>
                    <a:pt x="15" y="587"/>
                  </a:cubicBezTo>
                  <a:cubicBezTo>
                    <a:pt x="29" y="642"/>
                    <a:pt x="29" y="684"/>
                    <a:pt x="29" y="684"/>
                  </a:cubicBezTo>
                  <a:cubicBezTo>
                    <a:pt x="43" y="656"/>
                    <a:pt x="43" y="614"/>
                    <a:pt x="43" y="587"/>
                  </a:cubicBezTo>
                  <a:cubicBezTo>
                    <a:pt x="57" y="503"/>
                    <a:pt x="57" y="419"/>
                    <a:pt x="43" y="349"/>
                  </a:cubicBezTo>
                  <a:cubicBezTo>
                    <a:pt x="43" y="266"/>
                    <a:pt x="43" y="182"/>
                    <a:pt x="29" y="112"/>
                  </a:cubicBezTo>
                  <a:cubicBezTo>
                    <a:pt x="15" y="43"/>
                    <a:pt x="15" y="1"/>
                    <a:pt x="15"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a:off x="1052974" y="4283225"/>
              <a:ext cx="57194" cy="60565"/>
            </a:xfrm>
            <a:custGeom>
              <a:avLst/>
              <a:gdLst/>
              <a:ahLst/>
              <a:cxnLst/>
              <a:rect l="l" t="t" r="r" b="b"/>
              <a:pathLst>
                <a:path w="475" h="503" extrusionOk="0">
                  <a:moveTo>
                    <a:pt x="475" y="0"/>
                  </a:moveTo>
                  <a:lnTo>
                    <a:pt x="475" y="0"/>
                  </a:lnTo>
                  <a:cubicBezTo>
                    <a:pt x="447" y="28"/>
                    <a:pt x="419" y="56"/>
                    <a:pt x="391" y="70"/>
                  </a:cubicBezTo>
                  <a:cubicBezTo>
                    <a:pt x="335" y="126"/>
                    <a:pt x="280" y="181"/>
                    <a:pt x="224" y="237"/>
                  </a:cubicBezTo>
                  <a:cubicBezTo>
                    <a:pt x="154" y="293"/>
                    <a:pt x="98" y="363"/>
                    <a:pt x="56" y="405"/>
                  </a:cubicBezTo>
                  <a:cubicBezTo>
                    <a:pt x="29" y="460"/>
                    <a:pt x="1" y="502"/>
                    <a:pt x="1" y="502"/>
                  </a:cubicBezTo>
                  <a:cubicBezTo>
                    <a:pt x="29" y="474"/>
                    <a:pt x="56" y="460"/>
                    <a:pt x="84" y="432"/>
                  </a:cubicBezTo>
                  <a:cubicBezTo>
                    <a:pt x="140" y="377"/>
                    <a:pt x="210" y="335"/>
                    <a:pt x="266" y="265"/>
                  </a:cubicBezTo>
                  <a:cubicBezTo>
                    <a:pt x="322" y="223"/>
                    <a:pt x="363" y="154"/>
                    <a:pt x="419" y="98"/>
                  </a:cubicBezTo>
                  <a:cubicBezTo>
                    <a:pt x="433" y="70"/>
                    <a:pt x="461" y="42"/>
                    <a:pt x="475"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a:off x="1051288" y="4472987"/>
              <a:ext cx="58879" cy="57194"/>
            </a:xfrm>
            <a:custGeom>
              <a:avLst/>
              <a:gdLst/>
              <a:ahLst/>
              <a:cxnLst/>
              <a:rect l="l" t="t" r="r" b="b"/>
              <a:pathLst>
                <a:path w="489" h="475" extrusionOk="0">
                  <a:moveTo>
                    <a:pt x="1" y="0"/>
                  </a:moveTo>
                  <a:cubicBezTo>
                    <a:pt x="1" y="0"/>
                    <a:pt x="29" y="28"/>
                    <a:pt x="70" y="84"/>
                  </a:cubicBezTo>
                  <a:cubicBezTo>
                    <a:pt x="112" y="126"/>
                    <a:pt x="168" y="196"/>
                    <a:pt x="238" y="251"/>
                  </a:cubicBezTo>
                  <a:cubicBezTo>
                    <a:pt x="294" y="307"/>
                    <a:pt x="349" y="363"/>
                    <a:pt x="405" y="405"/>
                  </a:cubicBezTo>
                  <a:cubicBezTo>
                    <a:pt x="461" y="447"/>
                    <a:pt x="489" y="475"/>
                    <a:pt x="489" y="475"/>
                  </a:cubicBezTo>
                  <a:cubicBezTo>
                    <a:pt x="489" y="475"/>
                    <a:pt x="475" y="433"/>
                    <a:pt x="433" y="391"/>
                  </a:cubicBezTo>
                  <a:cubicBezTo>
                    <a:pt x="377" y="321"/>
                    <a:pt x="322" y="265"/>
                    <a:pt x="266" y="210"/>
                  </a:cubicBezTo>
                  <a:cubicBezTo>
                    <a:pt x="210" y="154"/>
                    <a:pt x="140" y="98"/>
                    <a:pt x="98" y="56"/>
                  </a:cubicBezTo>
                  <a:cubicBezTo>
                    <a:pt x="70" y="28"/>
                    <a:pt x="29" y="14"/>
                    <a:pt x="1"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799395" y="4471302"/>
              <a:ext cx="57194" cy="60565"/>
            </a:xfrm>
            <a:custGeom>
              <a:avLst/>
              <a:gdLst/>
              <a:ahLst/>
              <a:cxnLst/>
              <a:rect l="l" t="t" r="r" b="b"/>
              <a:pathLst>
                <a:path w="475" h="503" extrusionOk="0">
                  <a:moveTo>
                    <a:pt x="475" y="0"/>
                  </a:moveTo>
                  <a:cubicBezTo>
                    <a:pt x="447" y="28"/>
                    <a:pt x="419" y="42"/>
                    <a:pt x="391" y="70"/>
                  </a:cubicBezTo>
                  <a:cubicBezTo>
                    <a:pt x="335" y="126"/>
                    <a:pt x="279" y="182"/>
                    <a:pt x="224" y="237"/>
                  </a:cubicBezTo>
                  <a:cubicBezTo>
                    <a:pt x="168" y="293"/>
                    <a:pt x="112" y="349"/>
                    <a:pt x="56" y="405"/>
                  </a:cubicBezTo>
                  <a:cubicBezTo>
                    <a:pt x="42" y="433"/>
                    <a:pt x="14" y="461"/>
                    <a:pt x="0" y="502"/>
                  </a:cubicBezTo>
                  <a:cubicBezTo>
                    <a:pt x="28" y="475"/>
                    <a:pt x="56" y="461"/>
                    <a:pt x="84" y="433"/>
                  </a:cubicBezTo>
                  <a:cubicBezTo>
                    <a:pt x="140" y="377"/>
                    <a:pt x="210" y="321"/>
                    <a:pt x="265" y="265"/>
                  </a:cubicBezTo>
                  <a:cubicBezTo>
                    <a:pt x="321" y="210"/>
                    <a:pt x="377" y="140"/>
                    <a:pt x="419" y="98"/>
                  </a:cubicBezTo>
                  <a:cubicBezTo>
                    <a:pt x="461" y="42"/>
                    <a:pt x="475" y="0"/>
                    <a:pt x="475"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a:off x="799395" y="4284911"/>
              <a:ext cx="58879" cy="58879"/>
            </a:xfrm>
            <a:custGeom>
              <a:avLst/>
              <a:gdLst/>
              <a:ahLst/>
              <a:cxnLst/>
              <a:rect l="l" t="t" r="r" b="b"/>
              <a:pathLst>
                <a:path w="489" h="489" extrusionOk="0">
                  <a:moveTo>
                    <a:pt x="0" y="0"/>
                  </a:moveTo>
                  <a:lnTo>
                    <a:pt x="0" y="0"/>
                  </a:lnTo>
                  <a:cubicBezTo>
                    <a:pt x="14" y="28"/>
                    <a:pt x="42" y="70"/>
                    <a:pt x="70" y="84"/>
                  </a:cubicBezTo>
                  <a:cubicBezTo>
                    <a:pt x="112" y="153"/>
                    <a:pt x="168" y="209"/>
                    <a:pt x="224" y="265"/>
                  </a:cubicBezTo>
                  <a:cubicBezTo>
                    <a:pt x="279" y="321"/>
                    <a:pt x="335" y="377"/>
                    <a:pt x="405" y="418"/>
                  </a:cubicBezTo>
                  <a:cubicBezTo>
                    <a:pt x="433" y="446"/>
                    <a:pt x="461" y="460"/>
                    <a:pt x="489" y="488"/>
                  </a:cubicBezTo>
                  <a:cubicBezTo>
                    <a:pt x="489" y="488"/>
                    <a:pt x="461" y="446"/>
                    <a:pt x="419" y="391"/>
                  </a:cubicBezTo>
                  <a:cubicBezTo>
                    <a:pt x="377" y="335"/>
                    <a:pt x="321" y="279"/>
                    <a:pt x="265" y="223"/>
                  </a:cubicBezTo>
                  <a:cubicBezTo>
                    <a:pt x="210" y="167"/>
                    <a:pt x="140" y="112"/>
                    <a:pt x="84" y="70"/>
                  </a:cubicBezTo>
                  <a:cubicBezTo>
                    <a:pt x="56" y="42"/>
                    <a:pt x="28" y="28"/>
                    <a:pt x="0"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2"/>
            <p:cNvSpPr/>
            <p:nvPr/>
          </p:nvSpPr>
          <p:spPr>
            <a:xfrm>
              <a:off x="856469" y="4350413"/>
              <a:ext cx="6863" cy="117638"/>
            </a:xfrm>
            <a:custGeom>
              <a:avLst/>
              <a:gdLst/>
              <a:ahLst/>
              <a:cxnLst/>
              <a:rect l="l" t="t" r="r" b="b"/>
              <a:pathLst>
                <a:path w="57" h="977" extrusionOk="0">
                  <a:moveTo>
                    <a:pt x="15" y="0"/>
                  </a:moveTo>
                  <a:cubicBezTo>
                    <a:pt x="15" y="28"/>
                    <a:pt x="15" y="70"/>
                    <a:pt x="15" y="126"/>
                  </a:cubicBezTo>
                  <a:cubicBezTo>
                    <a:pt x="15" y="223"/>
                    <a:pt x="1" y="349"/>
                    <a:pt x="15" y="488"/>
                  </a:cubicBezTo>
                  <a:cubicBezTo>
                    <a:pt x="15" y="614"/>
                    <a:pt x="29" y="753"/>
                    <a:pt x="29" y="851"/>
                  </a:cubicBezTo>
                  <a:cubicBezTo>
                    <a:pt x="43" y="907"/>
                    <a:pt x="43" y="935"/>
                    <a:pt x="43" y="976"/>
                  </a:cubicBezTo>
                  <a:cubicBezTo>
                    <a:pt x="57" y="935"/>
                    <a:pt x="57" y="893"/>
                    <a:pt x="57" y="851"/>
                  </a:cubicBezTo>
                  <a:cubicBezTo>
                    <a:pt x="57" y="753"/>
                    <a:pt x="57" y="614"/>
                    <a:pt x="57" y="488"/>
                  </a:cubicBezTo>
                  <a:cubicBezTo>
                    <a:pt x="43" y="349"/>
                    <a:pt x="29" y="223"/>
                    <a:pt x="29" y="126"/>
                  </a:cubicBezTo>
                  <a:cubicBezTo>
                    <a:pt x="29" y="70"/>
                    <a:pt x="15" y="28"/>
                    <a:pt x="15"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
            <p:cNvSpPr/>
            <p:nvPr/>
          </p:nvSpPr>
          <p:spPr>
            <a:xfrm>
              <a:off x="901862" y="4085035"/>
              <a:ext cx="55508" cy="62251"/>
            </a:xfrm>
            <a:custGeom>
              <a:avLst/>
              <a:gdLst/>
              <a:ahLst/>
              <a:cxnLst/>
              <a:rect l="l" t="t" r="r" b="b"/>
              <a:pathLst>
                <a:path w="461" h="517" extrusionOk="0">
                  <a:moveTo>
                    <a:pt x="293" y="168"/>
                  </a:moveTo>
                  <a:cubicBezTo>
                    <a:pt x="307" y="168"/>
                    <a:pt x="335" y="181"/>
                    <a:pt x="335" y="209"/>
                  </a:cubicBezTo>
                  <a:cubicBezTo>
                    <a:pt x="335" y="251"/>
                    <a:pt x="307" y="293"/>
                    <a:pt x="279" y="321"/>
                  </a:cubicBezTo>
                  <a:cubicBezTo>
                    <a:pt x="265" y="349"/>
                    <a:pt x="223" y="363"/>
                    <a:pt x="196" y="377"/>
                  </a:cubicBezTo>
                  <a:cubicBezTo>
                    <a:pt x="154" y="377"/>
                    <a:pt x="140" y="349"/>
                    <a:pt x="140" y="321"/>
                  </a:cubicBezTo>
                  <a:cubicBezTo>
                    <a:pt x="140" y="293"/>
                    <a:pt x="154" y="265"/>
                    <a:pt x="168" y="251"/>
                  </a:cubicBezTo>
                  <a:cubicBezTo>
                    <a:pt x="196" y="209"/>
                    <a:pt x="237" y="181"/>
                    <a:pt x="293" y="168"/>
                  </a:cubicBezTo>
                  <a:close/>
                  <a:moveTo>
                    <a:pt x="321" y="0"/>
                  </a:moveTo>
                  <a:cubicBezTo>
                    <a:pt x="293" y="0"/>
                    <a:pt x="251" y="0"/>
                    <a:pt x="223" y="14"/>
                  </a:cubicBezTo>
                  <a:cubicBezTo>
                    <a:pt x="182" y="42"/>
                    <a:pt x="140" y="56"/>
                    <a:pt x="112" y="84"/>
                  </a:cubicBezTo>
                  <a:cubicBezTo>
                    <a:pt x="98" y="98"/>
                    <a:pt x="84" y="126"/>
                    <a:pt x="70" y="140"/>
                  </a:cubicBezTo>
                  <a:cubicBezTo>
                    <a:pt x="56" y="168"/>
                    <a:pt x="42" y="195"/>
                    <a:pt x="28" y="223"/>
                  </a:cubicBezTo>
                  <a:cubicBezTo>
                    <a:pt x="14" y="265"/>
                    <a:pt x="0" y="307"/>
                    <a:pt x="0" y="349"/>
                  </a:cubicBezTo>
                  <a:cubicBezTo>
                    <a:pt x="0" y="377"/>
                    <a:pt x="14" y="419"/>
                    <a:pt x="28" y="447"/>
                  </a:cubicBezTo>
                  <a:cubicBezTo>
                    <a:pt x="42" y="488"/>
                    <a:pt x="84" y="502"/>
                    <a:pt x="126" y="516"/>
                  </a:cubicBezTo>
                  <a:cubicBezTo>
                    <a:pt x="154" y="516"/>
                    <a:pt x="196" y="502"/>
                    <a:pt x="223" y="488"/>
                  </a:cubicBezTo>
                  <a:cubicBezTo>
                    <a:pt x="265" y="474"/>
                    <a:pt x="293" y="460"/>
                    <a:pt x="335" y="433"/>
                  </a:cubicBezTo>
                  <a:cubicBezTo>
                    <a:pt x="377" y="405"/>
                    <a:pt x="419" y="363"/>
                    <a:pt x="433" y="321"/>
                  </a:cubicBezTo>
                  <a:cubicBezTo>
                    <a:pt x="447" y="293"/>
                    <a:pt x="461" y="265"/>
                    <a:pt x="461" y="237"/>
                  </a:cubicBezTo>
                  <a:cubicBezTo>
                    <a:pt x="461" y="209"/>
                    <a:pt x="461" y="181"/>
                    <a:pt x="461" y="154"/>
                  </a:cubicBezTo>
                  <a:cubicBezTo>
                    <a:pt x="447" y="112"/>
                    <a:pt x="433" y="70"/>
                    <a:pt x="405" y="42"/>
                  </a:cubicBezTo>
                  <a:cubicBezTo>
                    <a:pt x="377" y="28"/>
                    <a:pt x="349" y="14"/>
                    <a:pt x="321"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2"/>
            <p:cNvSpPr/>
            <p:nvPr/>
          </p:nvSpPr>
          <p:spPr>
            <a:xfrm>
              <a:off x="960621" y="4049755"/>
              <a:ext cx="60565" cy="110895"/>
            </a:xfrm>
            <a:custGeom>
              <a:avLst/>
              <a:gdLst/>
              <a:ahLst/>
              <a:cxnLst/>
              <a:rect l="l" t="t" r="r" b="b"/>
              <a:pathLst>
                <a:path w="503" h="921" extrusionOk="0">
                  <a:moveTo>
                    <a:pt x="266" y="0"/>
                  </a:moveTo>
                  <a:lnTo>
                    <a:pt x="266" y="0"/>
                  </a:lnTo>
                  <a:cubicBezTo>
                    <a:pt x="196" y="28"/>
                    <a:pt x="140" y="42"/>
                    <a:pt x="70" y="56"/>
                  </a:cubicBezTo>
                  <a:cubicBezTo>
                    <a:pt x="56" y="307"/>
                    <a:pt x="28" y="586"/>
                    <a:pt x="1" y="879"/>
                  </a:cubicBezTo>
                  <a:lnTo>
                    <a:pt x="84" y="851"/>
                  </a:lnTo>
                  <a:lnTo>
                    <a:pt x="168" y="809"/>
                  </a:lnTo>
                  <a:cubicBezTo>
                    <a:pt x="182" y="698"/>
                    <a:pt x="182" y="642"/>
                    <a:pt x="182" y="628"/>
                  </a:cubicBezTo>
                  <a:lnTo>
                    <a:pt x="279" y="586"/>
                  </a:lnTo>
                  <a:lnTo>
                    <a:pt x="279" y="586"/>
                  </a:lnTo>
                  <a:cubicBezTo>
                    <a:pt x="266" y="753"/>
                    <a:pt x="252" y="865"/>
                    <a:pt x="252" y="921"/>
                  </a:cubicBezTo>
                  <a:cubicBezTo>
                    <a:pt x="279" y="907"/>
                    <a:pt x="293" y="893"/>
                    <a:pt x="321" y="879"/>
                  </a:cubicBezTo>
                  <a:cubicBezTo>
                    <a:pt x="349" y="865"/>
                    <a:pt x="363" y="851"/>
                    <a:pt x="391" y="851"/>
                  </a:cubicBezTo>
                  <a:lnTo>
                    <a:pt x="405" y="851"/>
                  </a:lnTo>
                  <a:cubicBezTo>
                    <a:pt x="419" y="684"/>
                    <a:pt x="447" y="419"/>
                    <a:pt x="503" y="42"/>
                  </a:cubicBezTo>
                  <a:lnTo>
                    <a:pt x="503" y="42"/>
                  </a:lnTo>
                  <a:cubicBezTo>
                    <a:pt x="447" y="70"/>
                    <a:pt x="391" y="84"/>
                    <a:pt x="321" y="112"/>
                  </a:cubicBezTo>
                  <a:cubicBezTo>
                    <a:pt x="321" y="237"/>
                    <a:pt x="307" y="335"/>
                    <a:pt x="307" y="405"/>
                  </a:cubicBezTo>
                  <a:lnTo>
                    <a:pt x="252" y="433"/>
                  </a:lnTo>
                  <a:lnTo>
                    <a:pt x="224" y="447"/>
                  </a:lnTo>
                  <a:cubicBezTo>
                    <a:pt x="224" y="293"/>
                    <a:pt x="238" y="154"/>
                    <a:pt x="266"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
            <p:cNvSpPr/>
            <p:nvPr/>
          </p:nvSpPr>
          <p:spPr>
            <a:xfrm>
              <a:off x="1126904" y="4210981"/>
              <a:ext cx="75736" cy="72365"/>
            </a:xfrm>
            <a:custGeom>
              <a:avLst/>
              <a:gdLst/>
              <a:ahLst/>
              <a:cxnLst/>
              <a:rect l="l" t="t" r="r" b="b"/>
              <a:pathLst>
                <a:path w="629" h="601" extrusionOk="0">
                  <a:moveTo>
                    <a:pt x="265" y="0"/>
                  </a:moveTo>
                  <a:lnTo>
                    <a:pt x="112" y="28"/>
                  </a:lnTo>
                  <a:cubicBezTo>
                    <a:pt x="84" y="168"/>
                    <a:pt x="56" y="265"/>
                    <a:pt x="56" y="321"/>
                  </a:cubicBezTo>
                  <a:cubicBezTo>
                    <a:pt x="42" y="391"/>
                    <a:pt x="14" y="475"/>
                    <a:pt x="0" y="586"/>
                  </a:cubicBezTo>
                  <a:lnTo>
                    <a:pt x="168" y="558"/>
                  </a:lnTo>
                  <a:lnTo>
                    <a:pt x="196" y="419"/>
                  </a:lnTo>
                  <a:lnTo>
                    <a:pt x="210" y="321"/>
                  </a:lnTo>
                  <a:cubicBezTo>
                    <a:pt x="252" y="419"/>
                    <a:pt x="279" y="502"/>
                    <a:pt x="321" y="600"/>
                  </a:cubicBezTo>
                  <a:cubicBezTo>
                    <a:pt x="363" y="586"/>
                    <a:pt x="405" y="572"/>
                    <a:pt x="447" y="572"/>
                  </a:cubicBezTo>
                  <a:cubicBezTo>
                    <a:pt x="503" y="391"/>
                    <a:pt x="558" y="223"/>
                    <a:pt x="628" y="42"/>
                  </a:cubicBezTo>
                  <a:lnTo>
                    <a:pt x="628" y="42"/>
                  </a:lnTo>
                  <a:cubicBezTo>
                    <a:pt x="572" y="56"/>
                    <a:pt x="503" y="70"/>
                    <a:pt x="433" y="98"/>
                  </a:cubicBezTo>
                  <a:cubicBezTo>
                    <a:pt x="405" y="182"/>
                    <a:pt x="391" y="251"/>
                    <a:pt x="377" y="307"/>
                  </a:cubicBezTo>
                  <a:lnTo>
                    <a:pt x="349" y="223"/>
                  </a:lnTo>
                  <a:cubicBezTo>
                    <a:pt x="321" y="154"/>
                    <a:pt x="293" y="70"/>
                    <a:pt x="265"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a:off x="1126904" y="4479249"/>
              <a:ext cx="53822" cy="82840"/>
            </a:xfrm>
            <a:custGeom>
              <a:avLst/>
              <a:gdLst/>
              <a:ahLst/>
              <a:cxnLst/>
              <a:rect l="l" t="t" r="r" b="b"/>
              <a:pathLst>
                <a:path w="447" h="688" extrusionOk="0">
                  <a:moveTo>
                    <a:pt x="355" y="1"/>
                  </a:moveTo>
                  <a:cubicBezTo>
                    <a:pt x="275" y="1"/>
                    <a:pt x="198" y="28"/>
                    <a:pt x="140" y="74"/>
                  </a:cubicBezTo>
                  <a:cubicBezTo>
                    <a:pt x="84" y="102"/>
                    <a:pt x="56" y="130"/>
                    <a:pt x="56" y="158"/>
                  </a:cubicBezTo>
                  <a:cubicBezTo>
                    <a:pt x="42" y="185"/>
                    <a:pt x="28" y="199"/>
                    <a:pt x="28" y="241"/>
                  </a:cubicBezTo>
                  <a:cubicBezTo>
                    <a:pt x="14" y="283"/>
                    <a:pt x="0" y="325"/>
                    <a:pt x="14" y="381"/>
                  </a:cubicBezTo>
                  <a:cubicBezTo>
                    <a:pt x="14" y="395"/>
                    <a:pt x="28" y="409"/>
                    <a:pt x="42" y="423"/>
                  </a:cubicBezTo>
                  <a:cubicBezTo>
                    <a:pt x="42" y="436"/>
                    <a:pt x="70" y="450"/>
                    <a:pt x="84" y="450"/>
                  </a:cubicBezTo>
                  <a:cubicBezTo>
                    <a:pt x="91" y="457"/>
                    <a:pt x="102" y="461"/>
                    <a:pt x="112" y="461"/>
                  </a:cubicBezTo>
                  <a:cubicBezTo>
                    <a:pt x="122" y="461"/>
                    <a:pt x="133" y="457"/>
                    <a:pt x="140" y="450"/>
                  </a:cubicBezTo>
                  <a:lnTo>
                    <a:pt x="182" y="450"/>
                  </a:lnTo>
                  <a:cubicBezTo>
                    <a:pt x="210" y="450"/>
                    <a:pt x="224" y="450"/>
                    <a:pt x="252" y="436"/>
                  </a:cubicBezTo>
                  <a:cubicBezTo>
                    <a:pt x="265" y="423"/>
                    <a:pt x="279" y="409"/>
                    <a:pt x="307" y="409"/>
                  </a:cubicBezTo>
                  <a:cubicBezTo>
                    <a:pt x="312" y="404"/>
                    <a:pt x="315" y="402"/>
                    <a:pt x="317" y="402"/>
                  </a:cubicBezTo>
                  <a:cubicBezTo>
                    <a:pt x="321" y="402"/>
                    <a:pt x="321" y="409"/>
                    <a:pt x="321" y="409"/>
                  </a:cubicBezTo>
                  <a:cubicBezTo>
                    <a:pt x="321" y="423"/>
                    <a:pt x="321" y="436"/>
                    <a:pt x="321" y="436"/>
                  </a:cubicBezTo>
                  <a:cubicBezTo>
                    <a:pt x="307" y="464"/>
                    <a:pt x="293" y="478"/>
                    <a:pt x="279" y="492"/>
                  </a:cubicBezTo>
                  <a:cubicBezTo>
                    <a:pt x="252" y="520"/>
                    <a:pt x="210" y="534"/>
                    <a:pt x="168" y="534"/>
                  </a:cubicBezTo>
                  <a:lnTo>
                    <a:pt x="84" y="534"/>
                  </a:lnTo>
                  <a:cubicBezTo>
                    <a:pt x="70" y="576"/>
                    <a:pt x="56" y="632"/>
                    <a:pt x="42" y="674"/>
                  </a:cubicBezTo>
                  <a:cubicBezTo>
                    <a:pt x="56" y="688"/>
                    <a:pt x="84" y="688"/>
                    <a:pt x="98" y="688"/>
                  </a:cubicBezTo>
                  <a:cubicBezTo>
                    <a:pt x="168" y="688"/>
                    <a:pt x="238" y="688"/>
                    <a:pt x="307" y="660"/>
                  </a:cubicBezTo>
                  <a:cubicBezTo>
                    <a:pt x="349" y="632"/>
                    <a:pt x="377" y="604"/>
                    <a:pt x="391" y="576"/>
                  </a:cubicBezTo>
                  <a:cubicBezTo>
                    <a:pt x="405" y="548"/>
                    <a:pt x="419" y="534"/>
                    <a:pt x="433" y="506"/>
                  </a:cubicBezTo>
                  <a:cubicBezTo>
                    <a:pt x="447" y="464"/>
                    <a:pt x="447" y="423"/>
                    <a:pt x="447" y="381"/>
                  </a:cubicBezTo>
                  <a:cubicBezTo>
                    <a:pt x="433" y="353"/>
                    <a:pt x="433" y="339"/>
                    <a:pt x="419" y="325"/>
                  </a:cubicBezTo>
                  <a:cubicBezTo>
                    <a:pt x="419" y="325"/>
                    <a:pt x="405" y="311"/>
                    <a:pt x="405" y="311"/>
                  </a:cubicBezTo>
                  <a:cubicBezTo>
                    <a:pt x="391" y="297"/>
                    <a:pt x="377" y="283"/>
                    <a:pt x="349" y="283"/>
                  </a:cubicBezTo>
                  <a:lnTo>
                    <a:pt x="293" y="283"/>
                  </a:lnTo>
                  <a:cubicBezTo>
                    <a:pt x="265" y="297"/>
                    <a:pt x="252" y="297"/>
                    <a:pt x="224" y="311"/>
                  </a:cubicBezTo>
                  <a:cubicBezTo>
                    <a:pt x="213" y="316"/>
                    <a:pt x="203" y="319"/>
                    <a:pt x="194" y="319"/>
                  </a:cubicBezTo>
                  <a:cubicBezTo>
                    <a:pt x="179" y="319"/>
                    <a:pt x="168" y="310"/>
                    <a:pt x="168" y="283"/>
                  </a:cubicBezTo>
                  <a:cubicBezTo>
                    <a:pt x="154" y="241"/>
                    <a:pt x="196" y="199"/>
                    <a:pt x="238" y="185"/>
                  </a:cubicBezTo>
                  <a:cubicBezTo>
                    <a:pt x="258" y="178"/>
                    <a:pt x="283" y="175"/>
                    <a:pt x="309" y="175"/>
                  </a:cubicBezTo>
                  <a:cubicBezTo>
                    <a:pt x="335" y="175"/>
                    <a:pt x="363" y="178"/>
                    <a:pt x="391" y="185"/>
                  </a:cubicBezTo>
                  <a:lnTo>
                    <a:pt x="405" y="4"/>
                  </a:lnTo>
                  <a:cubicBezTo>
                    <a:pt x="388" y="2"/>
                    <a:pt x="371" y="1"/>
                    <a:pt x="355"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a:off x="2794571" y="505207"/>
              <a:ext cx="90787" cy="122695"/>
            </a:xfrm>
            <a:custGeom>
              <a:avLst/>
              <a:gdLst/>
              <a:ahLst/>
              <a:cxnLst/>
              <a:rect l="l" t="t" r="r" b="b"/>
              <a:pathLst>
                <a:path w="754" h="1019" extrusionOk="0">
                  <a:moveTo>
                    <a:pt x="587" y="1"/>
                  </a:moveTo>
                  <a:cubicBezTo>
                    <a:pt x="391" y="56"/>
                    <a:pt x="196" y="98"/>
                    <a:pt x="1" y="140"/>
                  </a:cubicBezTo>
                  <a:cubicBezTo>
                    <a:pt x="15" y="252"/>
                    <a:pt x="43" y="447"/>
                    <a:pt x="84" y="684"/>
                  </a:cubicBezTo>
                  <a:cubicBezTo>
                    <a:pt x="126" y="628"/>
                    <a:pt x="182" y="600"/>
                    <a:pt x="238" y="572"/>
                  </a:cubicBezTo>
                  <a:cubicBezTo>
                    <a:pt x="266" y="567"/>
                    <a:pt x="291" y="565"/>
                    <a:pt x="315" y="565"/>
                  </a:cubicBezTo>
                  <a:cubicBezTo>
                    <a:pt x="423" y="565"/>
                    <a:pt x="489" y="613"/>
                    <a:pt x="489" y="670"/>
                  </a:cubicBezTo>
                  <a:cubicBezTo>
                    <a:pt x="489" y="728"/>
                    <a:pt x="450" y="757"/>
                    <a:pt x="389" y="757"/>
                  </a:cubicBezTo>
                  <a:cubicBezTo>
                    <a:pt x="377" y="757"/>
                    <a:pt x="363" y="756"/>
                    <a:pt x="349" y="754"/>
                  </a:cubicBezTo>
                  <a:cubicBezTo>
                    <a:pt x="294" y="740"/>
                    <a:pt x="252" y="712"/>
                    <a:pt x="210" y="670"/>
                  </a:cubicBezTo>
                  <a:cubicBezTo>
                    <a:pt x="168" y="740"/>
                    <a:pt x="112" y="810"/>
                    <a:pt x="57" y="865"/>
                  </a:cubicBezTo>
                  <a:cubicBezTo>
                    <a:pt x="154" y="949"/>
                    <a:pt x="294" y="1019"/>
                    <a:pt x="433" y="1019"/>
                  </a:cubicBezTo>
                  <a:cubicBezTo>
                    <a:pt x="517" y="1019"/>
                    <a:pt x="587" y="977"/>
                    <a:pt x="656" y="921"/>
                  </a:cubicBezTo>
                  <a:cubicBezTo>
                    <a:pt x="726" y="837"/>
                    <a:pt x="754" y="726"/>
                    <a:pt x="754" y="614"/>
                  </a:cubicBezTo>
                  <a:cubicBezTo>
                    <a:pt x="740" y="545"/>
                    <a:pt x="712" y="461"/>
                    <a:pt x="656" y="419"/>
                  </a:cubicBezTo>
                  <a:cubicBezTo>
                    <a:pt x="573" y="349"/>
                    <a:pt x="475" y="321"/>
                    <a:pt x="363" y="321"/>
                  </a:cubicBezTo>
                  <a:cubicBezTo>
                    <a:pt x="335" y="321"/>
                    <a:pt x="294" y="335"/>
                    <a:pt x="266" y="349"/>
                  </a:cubicBezTo>
                  <a:lnTo>
                    <a:pt x="266" y="307"/>
                  </a:lnTo>
                  <a:cubicBezTo>
                    <a:pt x="391" y="266"/>
                    <a:pt x="517" y="252"/>
                    <a:pt x="628" y="252"/>
                  </a:cubicBezTo>
                  <a:cubicBezTo>
                    <a:pt x="614" y="168"/>
                    <a:pt x="601" y="84"/>
                    <a:pt x="587"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2"/>
            <p:cNvSpPr/>
            <p:nvPr/>
          </p:nvSpPr>
          <p:spPr>
            <a:xfrm>
              <a:off x="2490662" y="399369"/>
              <a:ext cx="127752" cy="193736"/>
            </a:xfrm>
            <a:custGeom>
              <a:avLst/>
              <a:gdLst/>
              <a:ahLst/>
              <a:cxnLst/>
              <a:rect l="l" t="t" r="r" b="b"/>
              <a:pathLst>
                <a:path w="1061" h="1609" extrusionOk="0">
                  <a:moveTo>
                    <a:pt x="823" y="1"/>
                  </a:moveTo>
                  <a:cubicBezTo>
                    <a:pt x="767" y="29"/>
                    <a:pt x="697" y="57"/>
                    <a:pt x="656" y="85"/>
                  </a:cubicBezTo>
                  <a:cubicBezTo>
                    <a:pt x="572" y="140"/>
                    <a:pt x="488" y="196"/>
                    <a:pt x="418" y="266"/>
                  </a:cubicBezTo>
                  <a:cubicBezTo>
                    <a:pt x="321" y="363"/>
                    <a:pt x="223" y="475"/>
                    <a:pt x="153" y="587"/>
                  </a:cubicBezTo>
                  <a:cubicBezTo>
                    <a:pt x="112" y="670"/>
                    <a:pt x="70" y="754"/>
                    <a:pt x="42" y="852"/>
                  </a:cubicBezTo>
                  <a:cubicBezTo>
                    <a:pt x="0" y="1005"/>
                    <a:pt x="0" y="1159"/>
                    <a:pt x="42" y="1312"/>
                  </a:cubicBezTo>
                  <a:cubicBezTo>
                    <a:pt x="56" y="1368"/>
                    <a:pt x="84" y="1424"/>
                    <a:pt x="126" y="1465"/>
                  </a:cubicBezTo>
                  <a:cubicBezTo>
                    <a:pt x="140" y="1493"/>
                    <a:pt x="181" y="1521"/>
                    <a:pt x="209" y="1535"/>
                  </a:cubicBezTo>
                  <a:cubicBezTo>
                    <a:pt x="290" y="1581"/>
                    <a:pt x="390" y="1608"/>
                    <a:pt x="486" y="1608"/>
                  </a:cubicBezTo>
                  <a:cubicBezTo>
                    <a:pt x="505" y="1608"/>
                    <a:pt x="525" y="1607"/>
                    <a:pt x="544" y="1605"/>
                  </a:cubicBezTo>
                  <a:cubicBezTo>
                    <a:pt x="656" y="1591"/>
                    <a:pt x="753" y="1549"/>
                    <a:pt x="837" y="1493"/>
                  </a:cubicBezTo>
                  <a:cubicBezTo>
                    <a:pt x="921" y="1438"/>
                    <a:pt x="990" y="1382"/>
                    <a:pt x="1060" y="1312"/>
                  </a:cubicBezTo>
                  <a:lnTo>
                    <a:pt x="879" y="977"/>
                  </a:lnTo>
                  <a:cubicBezTo>
                    <a:pt x="879" y="991"/>
                    <a:pt x="865" y="1005"/>
                    <a:pt x="837" y="1047"/>
                  </a:cubicBezTo>
                  <a:cubicBezTo>
                    <a:pt x="767" y="1131"/>
                    <a:pt x="697" y="1186"/>
                    <a:pt x="600" y="1200"/>
                  </a:cubicBezTo>
                  <a:lnTo>
                    <a:pt x="530" y="1200"/>
                  </a:lnTo>
                  <a:cubicBezTo>
                    <a:pt x="446" y="1172"/>
                    <a:pt x="418" y="1075"/>
                    <a:pt x="446" y="935"/>
                  </a:cubicBezTo>
                  <a:cubicBezTo>
                    <a:pt x="474" y="838"/>
                    <a:pt x="530" y="754"/>
                    <a:pt x="600" y="698"/>
                  </a:cubicBezTo>
                  <a:cubicBezTo>
                    <a:pt x="670" y="628"/>
                    <a:pt x="753" y="587"/>
                    <a:pt x="837" y="573"/>
                  </a:cubicBezTo>
                  <a:lnTo>
                    <a:pt x="823" y="1"/>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
            <p:cNvSpPr/>
            <p:nvPr/>
          </p:nvSpPr>
          <p:spPr>
            <a:xfrm>
              <a:off x="2638402" y="332181"/>
              <a:ext cx="115952" cy="236962"/>
            </a:xfrm>
            <a:custGeom>
              <a:avLst/>
              <a:gdLst/>
              <a:ahLst/>
              <a:cxnLst/>
              <a:rect l="l" t="t" r="r" b="b"/>
              <a:pathLst>
                <a:path w="963" h="1968" extrusionOk="0">
                  <a:moveTo>
                    <a:pt x="893" y="1"/>
                  </a:moveTo>
                  <a:cubicBezTo>
                    <a:pt x="782" y="85"/>
                    <a:pt x="656" y="140"/>
                    <a:pt x="531" y="196"/>
                  </a:cubicBezTo>
                  <a:cubicBezTo>
                    <a:pt x="558" y="475"/>
                    <a:pt x="586" y="684"/>
                    <a:pt x="586" y="838"/>
                  </a:cubicBezTo>
                  <a:lnTo>
                    <a:pt x="503" y="894"/>
                  </a:lnTo>
                  <a:cubicBezTo>
                    <a:pt x="475" y="908"/>
                    <a:pt x="447" y="935"/>
                    <a:pt x="419" y="949"/>
                  </a:cubicBezTo>
                  <a:cubicBezTo>
                    <a:pt x="391" y="643"/>
                    <a:pt x="363" y="322"/>
                    <a:pt x="363" y="15"/>
                  </a:cubicBezTo>
                  <a:cubicBezTo>
                    <a:pt x="252" y="71"/>
                    <a:pt x="126" y="126"/>
                    <a:pt x="1" y="182"/>
                  </a:cubicBezTo>
                  <a:cubicBezTo>
                    <a:pt x="56" y="740"/>
                    <a:pt x="98" y="1326"/>
                    <a:pt x="140" y="1954"/>
                  </a:cubicBezTo>
                  <a:lnTo>
                    <a:pt x="293" y="1856"/>
                  </a:lnTo>
                  <a:lnTo>
                    <a:pt x="461" y="1758"/>
                  </a:lnTo>
                  <a:cubicBezTo>
                    <a:pt x="447" y="1521"/>
                    <a:pt x="433" y="1382"/>
                    <a:pt x="433" y="1340"/>
                  </a:cubicBezTo>
                  <a:lnTo>
                    <a:pt x="614" y="1242"/>
                  </a:lnTo>
                  <a:cubicBezTo>
                    <a:pt x="628" y="1577"/>
                    <a:pt x="642" y="1828"/>
                    <a:pt x="670" y="1968"/>
                  </a:cubicBezTo>
                  <a:cubicBezTo>
                    <a:pt x="712" y="1926"/>
                    <a:pt x="754" y="1884"/>
                    <a:pt x="810" y="1856"/>
                  </a:cubicBezTo>
                  <a:cubicBezTo>
                    <a:pt x="851" y="1814"/>
                    <a:pt x="893" y="1786"/>
                    <a:pt x="935" y="1744"/>
                  </a:cubicBezTo>
                  <a:lnTo>
                    <a:pt x="963" y="1730"/>
                  </a:lnTo>
                  <a:cubicBezTo>
                    <a:pt x="935" y="1396"/>
                    <a:pt x="907" y="810"/>
                    <a:pt x="893"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2"/>
            <p:cNvSpPr/>
            <p:nvPr/>
          </p:nvSpPr>
          <p:spPr>
            <a:xfrm>
              <a:off x="3174215" y="641267"/>
              <a:ext cx="127752" cy="193736"/>
            </a:xfrm>
            <a:custGeom>
              <a:avLst/>
              <a:gdLst/>
              <a:ahLst/>
              <a:cxnLst/>
              <a:rect l="l" t="t" r="r" b="b"/>
              <a:pathLst>
                <a:path w="1061" h="1609" extrusionOk="0">
                  <a:moveTo>
                    <a:pt x="823" y="0"/>
                  </a:moveTo>
                  <a:cubicBezTo>
                    <a:pt x="767" y="28"/>
                    <a:pt x="698" y="56"/>
                    <a:pt x="656" y="84"/>
                  </a:cubicBezTo>
                  <a:cubicBezTo>
                    <a:pt x="558" y="140"/>
                    <a:pt x="488" y="196"/>
                    <a:pt x="419" y="265"/>
                  </a:cubicBezTo>
                  <a:cubicBezTo>
                    <a:pt x="307" y="363"/>
                    <a:pt x="223" y="475"/>
                    <a:pt x="154" y="586"/>
                  </a:cubicBezTo>
                  <a:cubicBezTo>
                    <a:pt x="98" y="670"/>
                    <a:pt x="70" y="754"/>
                    <a:pt x="42" y="851"/>
                  </a:cubicBezTo>
                  <a:cubicBezTo>
                    <a:pt x="0" y="1005"/>
                    <a:pt x="0" y="1158"/>
                    <a:pt x="42" y="1312"/>
                  </a:cubicBezTo>
                  <a:cubicBezTo>
                    <a:pt x="56" y="1367"/>
                    <a:pt x="84" y="1423"/>
                    <a:pt x="126" y="1465"/>
                  </a:cubicBezTo>
                  <a:cubicBezTo>
                    <a:pt x="140" y="1493"/>
                    <a:pt x="167" y="1521"/>
                    <a:pt x="209" y="1535"/>
                  </a:cubicBezTo>
                  <a:cubicBezTo>
                    <a:pt x="290" y="1581"/>
                    <a:pt x="390" y="1608"/>
                    <a:pt x="486" y="1608"/>
                  </a:cubicBezTo>
                  <a:cubicBezTo>
                    <a:pt x="505" y="1608"/>
                    <a:pt x="525" y="1607"/>
                    <a:pt x="544" y="1604"/>
                  </a:cubicBezTo>
                  <a:cubicBezTo>
                    <a:pt x="642" y="1591"/>
                    <a:pt x="753" y="1549"/>
                    <a:pt x="837" y="1493"/>
                  </a:cubicBezTo>
                  <a:cubicBezTo>
                    <a:pt x="921" y="1437"/>
                    <a:pt x="990" y="1381"/>
                    <a:pt x="1060" y="1312"/>
                  </a:cubicBezTo>
                  <a:lnTo>
                    <a:pt x="865" y="977"/>
                  </a:lnTo>
                  <a:cubicBezTo>
                    <a:pt x="865" y="1005"/>
                    <a:pt x="851" y="1033"/>
                    <a:pt x="837" y="1047"/>
                  </a:cubicBezTo>
                  <a:cubicBezTo>
                    <a:pt x="767" y="1130"/>
                    <a:pt x="684" y="1186"/>
                    <a:pt x="600" y="1200"/>
                  </a:cubicBezTo>
                  <a:lnTo>
                    <a:pt x="530" y="1200"/>
                  </a:lnTo>
                  <a:cubicBezTo>
                    <a:pt x="446" y="1172"/>
                    <a:pt x="419" y="1074"/>
                    <a:pt x="446" y="921"/>
                  </a:cubicBezTo>
                  <a:cubicBezTo>
                    <a:pt x="474" y="837"/>
                    <a:pt x="530" y="754"/>
                    <a:pt x="600" y="698"/>
                  </a:cubicBezTo>
                  <a:cubicBezTo>
                    <a:pt x="670" y="628"/>
                    <a:pt x="753" y="586"/>
                    <a:pt x="837" y="572"/>
                  </a:cubicBezTo>
                  <a:lnTo>
                    <a:pt x="823" y="0"/>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2"/>
            <p:cNvSpPr/>
            <p:nvPr/>
          </p:nvSpPr>
          <p:spPr>
            <a:xfrm>
              <a:off x="3321955" y="574080"/>
              <a:ext cx="116073" cy="236962"/>
            </a:xfrm>
            <a:custGeom>
              <a:avLst/>
              <a:gdLst/>
              <a:ahLst/>
              <a:cxnLst/>
              <a:rect l="l" t="t" r="r" b="b"/>
              <a:pathLst>
                <a:path w="964" h="1968" extrusionOk="0">
                  <a:moveTo>
                    <a:pt x="893" y="0"/>
                  </a:moveTo>
                  <a:cubicBezTo>
                    <a:pt x="782" y="84"/>
                    <a:pt x="656" y="140"/>
                    <a:pt x="531" y="196"/>
                  </a:cubicBezTo>
                  <a:cubicBezTo>
                    <a:pt x="559" y="475"/>
                    <a:pt x="586" y="684"/>
                    <a:pt x="586" y="837"/>
                  </a:cubicBezTo>
                  <a:lnTo>
                    <a:pt x="503" y="893"/>
                  </a:lnTo>
                  <a:cubicBezTo>
                    <a:pt x="475" y="907"/>
                    <a:pt x="447" y="935"/>
                    <a:pt x="419" y="949"/>
                  </a:cubicBezTo>
                  <a:cubicBezTo>
                    <a:pt x="391" y="642"/>
                    <a:pt x="363" y="321"/>
                    <a:pt x="363" y="14"/>
                  </a:cubicBezTo>
                  <a:cubicBezTo>
                    <a:pt x="238" y="70"/>
                    <a:pt x="126" y="126"/>
                    <a:pt x="1" y="182"/>
                  </a:cubicBezTo>
                  <a:cubicBezTo>
                    <a:pt x="56" y="740"/>
                    <a:pt x="98" y="1326"/>
                    <a:pt x="140" y="1953"/>
                  </a:cubicBezTo>
                  <a:lnTo>
                    <a:pt x="294" y="1856"/>
                  </a:lnTo>
                  <a:lnTo>
                    <a:pt x="461" y="1758"/>
                  </a:lnTo>
                  <a:cubicBezTo>
                    <a:pt x="447" y="1521"/>
                    <a:pt x="433" y="1381"/>
                    <a:pt x="433" y="1340"/>
                  </a:cubicBezTo>
                  <a:lnTo>
                    <a:pt x="600" y="1242"/>
                  </a:lnTo>
                  <a:cubicBezTo>
                    <a:pt x="628" y="1591"/>
                    <a:pt x="642" y="1828"/>
                    <a:pt x="670" y="1967"/>
                  </a:cubicBezTo>
                  <a:cubicBezTo>
                    <a:pt x="712" y="1925"/>
                    <a:pt x="768" y="1884"/>
                    <a:pt x="796" y="1856"/>
                  </a:cubicBezTo>
                  <a:cubicBezTo>
                    <a:pt x="838" y="1828"/>
                    <a:pt x="879" y="1786"/>
                    <a:pt x="935" y="1744"/>
                  </a:cubicBezTo>
                  <a:lnTo>
                    <a:pt x="963" y="1730"/>
                  </a:lnTo>
                  <a:cubicBezTo>
                    <a:pt x="935" y="1395"/>
                    <a:pt x="907" y="809"/>
                    <a:pt x="893"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2"/>
            <p:cNvSpPr/>
            <p:nvPr/>
          </p:nvSpPr>
          <p:spPr>
            <a:xfrm>
              <a:off x="2833221" y="870644"/>
              <a:ext cx="112701" cy="138589"/>
            </a:xfrm>
            <a:custGeom>
              <a:avLst/>
              <a:gdLst/>
              <a:ahLst/>
              <a:cxnLst/>
              <a:rect l="l" t="t" r="r" b="b"/>
              <a:pathLst>
                <a:path w="936" h="1151" extrusionOk="0">
                  <a:moveTo>
                    <a:pt x="511" y="1"/>
                  </a:moveTo>
                  <a:cubicBezTo>
                    <a:pt x="491" y="1"/>
                    <a:pt x="469" y="3"/>
                    <a:pt x="447" y="6"/>
                  </a:cubicBezTo>
                  <a:cubicBezTo>
                    <a:pt x="266" y="6"/>
                    <a:pt x="98" y="118"/>
                    <a:pt x="28" y="285"/>
                  </a:cubicBezTo>
                  <a:cubicBezTo>
                    <a:pt x="1" y="383"/>
                    <a:pt x="14" y="481"/>
                    <a:pt x="56" y="578"/>
                  </a:cubicBezTo>
                  <a:cubicBezTo>
                    <a:pt x="154" y="536"/>
                    <a:pt x="266" y="509"/>
                    <a:pt x="363" y="509"/>
                  </a:cubicBezTo>
                  <a:cubicBezTo>
                    <a:pt x="363" y="481"/>
                    <a:pt x="363" y="453"/>
                    <a:pt x="349" y="439"/>
                  </a:cubicBezTo>
                  <a:cubicBezTo>
                    <a:pt x="335" y="383"/>
                    <a:pt x="363" y="341"/>
                    <a:pt x="405" y="327"/>
                  </a:cubicBezTo>
                  <a:cubicBezTo>
                    <a:pt x="461" y="327"/>
                    <a:pt x="489" y="355"/>
                    <a:pt x="489" y="397"/>
                  </a:cubicBezTo>
                  <a:cubicBezTo>
                    <a:pt x="489" y="411"/>
                    <a:pt x="489" y="439"/>
                    <a:pt x="475" y="453"/>
                  </a:cubicBezTo>
                  <a:cubicBezTo>
                    <a:pt x="405" y="592"/>
                    <a:pt x="321" y="718"/>
                    <a:pt x="210" y="815"/>
                  </a:cubicBezTo>
                  <a:cubicBezTo>
                    <a:pt x="112" y="899"/>
                    <a:pt x="84" y="1025"/>
                    <a:pt x="126" y="1150"/>
                  </a:cubicBezTo>
                  <a:cubicBezTo>
                    <a:pt x="174" y="1103"/>
                    <a:pt x="271" y="1078"/>
                    <a:pt x="414" y="1078"/>
                  </a:cubicBezTo>
                  <a:cubicBezTo>
                    <a:pt x="524" y="1078"/>
                    <a:pt x="661" y="1092"/>
                    <a:pt x="824" y="1122"/>
                  </a:cubicBezTo>
                  <a:cubicBezTo>
                    <a:pt x="824" y="1011"/>
                    <a:pt x="865" y="899"/>
                    <a:pt x="935" y="815"/>
                  </a:cubicBezTo>
                  <a:cubicBezTo>
                    <a:pt x="853" y="795"/>
                    <a:pt x="764" y="782"/>
                    <a:pt x="679" y="782"/>
                  </a:cubicBezTo>
                  <a:cubicBezTo>
                    <a:pt x="647" y="782"/>
                    <a:pt x="616" y="784"/>
                    <a:pt x="586" y="787"/>
                  </a:cubicBezTo>
                  <a:cubicBezTo>
                    <a:pt x="740" y="676"/>
                    <a:pt x="837" y="509"/>
                    <a:pt x="851" y="313"/>
                  </a:cubicBezTo>
                  <a:cubicBezTo>
                    <a:pt x="851" y="202"/>
                    <a:pt x="782" y="90"/>
                    <a:pt x="670" y="34"/>
                  </a:cubicBezTo>
                  <a:cubicBezTo>
                    <a:pt x="619" y="14"/>
                    <a:pt x="568" y="1"/>
                    <a:pt x="511"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
            <p:cNvSpPr/>
            <p:nvPr/>
          </p:nvSpPr>
          <p:spPr>
            <a:xfrm>
              <a:off x="2534250" y="789007"/>
              <a:ext cx="129438" cy="193736"/>
            </a:xfrm>
            <a:custGeom>
              <a:avLst/>
              <a:gdLst/>
              <a:ahLst/>
              <a:cxnLst/>
              <a:rect l="l" t="t" r="r" b="b"/>
              <a:pathLst>
                <a:path w="1075" h="1609" extrusionOk="0">
                  <a:moveTo>
                    <a:pt x="838" y="1"/>
                  </a:moveTo>
                  <a:cubicBezTo>
                    <a:pt x="768" y="29"/>
                    <a:pt x="712" y="57"/>
                    <a:pt x="656" y="85"/>
                  </a:cubicBezTo>
                  <a:cubicBezTo>
                    <a:pt x="573" y="140"/>
                    <a:pt x="489" y="196"/>
                    <a:pt x="419" y="266"/>
                  </a:cubicBezTo>
                  <a:cubicBezTo>
                    <a:pt x="322" y="364"/>
                    <a:pt x="238" y="475"/>
                    <a:pt x="168" y="587"/>
                  </a:cubicBezTo>
                  <a:cubicBezTo>
                    <a:pt x="112" y="670"/>
                    <a:pt x="70" y="754"/>
                    <a:pt x="56" y="852"/>
                  </a:cubicBezTo>
                  <a:cubicBezTo>
                    <a:pt x="1" y="1005"/>
                    <a:pt x="1" y="1173"/>
                    <a:pt x="56" y="1312"/>
                  </a:cubicBezTo>
                  <a:cubicBezTo>
                    <a:pt x="70" y="1368"/>
                    <a:pt x="98" y="1424"/>
                    <a:pt x="126" y="1465"/>
                  </a:cubicBezTo>
                  <a:cubicBezTo>
                    <a:pt x="154" y="1493"/>
                    <a:pt x="182" y="1521"/>
                    <a:pt x="224" y="1535"/>
                  </a:cubicBezTo>
                  <a:cubicBezTo>
                    <a:pt x="305" y="1581"/>
                    <a:pt x="395" y="1609"/>
                    <a:pt x="495" y="1609"/>
                  </a:cubicBezTo>
                  <a:cubicBezTo>
                    <a:pt x="516" y="1609"/>
                    <a:pt x="537" y="1607"/>
                    <a:pt x="559" y="1605"/>
                  </a:cubicBezTo>
                  <a:cubicBezTo>
                    <a:pt x="656" y="1591"/>
                    <a:pt x="754" y="1549"/>
                    <a:pt x="852" y="1493"/>
                  </a:cubicBezTo>
                  <a:cubicBezTo>
                    <a:pt x="935" y="1438"/>
                    <a:pt x="1005" y="1382"/>
                    <a:pt x="1075" y="1312"/>
                  </a:cubicBezTo>
                  <a:lnTo>
                    <a:pt x="879" y="977"/>
                  </a:lnTo>
                  <a:cubicBezTo>
                    <a:pt x="866" y="1005"/>
                    <a:pt x="852" y="1033"/>
                    <a:pt x="838" y="1047"/>
                  </a:cubicBezTo>
                  <a:cubicBezTo>
                    <a:pt x="782" y="1131"/>
                    <a:pt x="698" y="1187"/>
                    <a:pt x="614" y="1214"/>
                  </a:cubicBezTo>
                  <a:lnTo>
                    <a:pt x="545" y="1214"/>
                  </a:lnTo>
                  <a:cubicBezTo>
                    <a:pt x="461" y="1173"/>
                    <a:pt x="433" y="1075"/>
                    <a:pt x="461" y="935"/>
                  </a:cubicBezTo>
                  <a:cubicBezTo>
                    <a:pt x="489" y="838"/>
                    <a:pt x="545" y="768"/>
                    <a:pt x="614" y="698"/>
                  </a:cubicBezTo>
                  <a:cubicBezTo>
                    <a:pt x="670" y="629"/>
                    <a:pt x="754" y="601"/>
                    <a:pt x="852" y="573"/>
                  </a:cubicBezTo>
                  <a:lnTo>
                    <a:pt x="838" y="1"/>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
            <p:cNvSpPr/>
            <p:nvPr/>
          </p:nvSpPr>
          <p:spPr>
            <a:xfrm>
              <a:off x="2683796" y="721820"/>
              <a:ext cx="115952" cy="236962"/>
            </a:xfrm>
            <a:custGeom>
              <a:avLst/>
              <a:gdLst/>
              <a:ahLst/>
              <a:cxnLst/>
              <a:rect l="l" t="t" r="r" b="b"/>
              <a:pathLst>
                <a:path w="963" h="1968" extrusionOk="0">
                  <a:moveTo>
                    <a:pt x="893" y="1"/>
                  </a:moveTo>
                  <a:cubicBezTo>
                    <a:pt x="781" y="85"/>
                    <a:pt x="656" y="140"/>
                    <a:pt x="530" y="196"/>
                  </a:cubicBezTo>
                  <a:cubicBezTo>
                    <a:pt x="558" y="475"/>
                    <a:pt x="586" y="684"/>
                    <a:pt x="586" y="838"/>
                  </a:cubicBezTo>
                  <a:lnTo>
                    <a:pt x="488" y="894"/>
                  </a:lnTo>
                  <a:cubicBezTo>
                    <a:pt x="460" y="908"/>
                    <a:pt x="433" y="935"/>
                    <a:pt x="419" y="949"/>
                  </a:cubicBezTo>
                  <a:cubicBezTo>
                    <a:pt x="377" y="643"/>
                    <a:pt x="363" y="322"/>
                    <a:pt x="363" y="15"/>
                  </a:cubicBezTo>
                  <a:cubicBezTo>
                    <a:pt x="237" y="71"/>
                    <a:pt x="112" y="140"/>
                    <a:pt x="0" y="182"/>
                  </a:cubicBezTo>
                  <a:cubicBezTo>
                    <a:pt x="56" y="740"/>
                    <a:pt x="98" y="1326"/>
                    <a:pt x="126" y="1954"/>
                  </a:cubicBezTo>
                  <a:lnTo>
                    <a:pt x="293" y="1856"/>
                  </a:lnTo>
                  <a:lnTo>
                    <a:pt x="460" y="1758"/>
                  </a:lnTo>
                  <a:cubicBezTo>
                    <a:pt x="446" y="1521"/>
                    <a:pt x="433" y="1382"/>
                    <a:pt x="433" y="1340"/>
                  </a:cubicBezTo>
                  <a:lnTo>
                    <a:pt x="600" y="1242"/>
                  </a:lnTo>
                  <a:cubicBezTo>
                    <a:pt x="628" y="1591"/>
                    <a:pt x="642" y="1828"/>
                    <a:pt x="670" y="1968"/>
                  </a:cubicBezTo>
                  <a:cubicBezTo>
                    <a:pt x="711" y="1926"/>
                    <a:pt x="767" y="1884"/>
                    <a:pt x="795" y="1856"/>
                  </a:cubicBezTo>
                  <a:cubicBezTo>
                    <a:pt x="837" y="1828"/>
                    <a:pt x="879" y="1800"/>
                    <a:pt x="935" y="1758"/>
                  </a:cubicBezTo>
                  <a:lnTo>
                    <a:pt x="963" y="1731"/>
                  </a:lnTo>
                  <a:cubicBezTo>
                    <a:pt x="921" y="1396"/>
                    <a:pt x="907" y="810"/>
                    <a:pt x="893"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
            <p:cNvSpPr/>
            <p:nvPr/>
          </p:nvSpPr>
          <p:spPr>
            <a:xfrm>
              <a:off x="2942431" y="597559"/>
              <a:ext cx="184826" cy="109330"/>
            </a:xfrm>
            <a:custGeom>
              <a:avLst/>
              <a:gdLst/>
              <a:ahLst/>
              <a:cxnLst/>
              <a:rect l="l" t="t" r="r" b="b"/>
              <a:pathLst>
                <a:path w="1535" h="908" extrusionOk="0">
                  <a:moveTo>
                    <a:pt x="0" y="1"/>
                  </a:moveTo>
                  <a:lnTo>
                    <a:pt x="70" y="57"/>
                  </a:lnTo>
                  <a:cubicBezTo>
                    <a:pt x="98" y="84"/>
                    <a:pt x="168" y="126"/>
                    <a:pt x="237" y="168"/>
                  </a:cubicBezTo>
                  <a:cubicBezTo>
                    <a:pt x="377" y="266"/>
                    <a:pt x="558" y="377"/>
                    <a:pt x="753" y="503"/>
                  </a:cubicBezTo>
                  <a:cubicBezTo>
                    <a:pt x="949" y="614"/>
                    <a:pt x="1144" y="712"/>
                    <a:pt x="1297" y="782"/>
                  </a:cubicBezTo>
                  <a:cubicBezTo>
                    <a:pt x="1367" y="824"/>
                    <a:pt x="1423" y="852"/>
                    <a:pt x="1465" y="880"/>
                  </a:cubicBezTo>
                  <a:lnTo>
                    <a:pt x="1535" y="907"/>
                  </a:lnTo>
                  <a:lnTo>
                    <a:pt x="1535" y="907"/>
                  </a:lnTo>
                  <a:lnTo>
                    <a:pt x="1479" y="852"/>
                  </a:lnTo>
                  <a:cubicBezTo>
                    <a:pt x="1437" y="824"/>
                    <a:pt x="1367" y="782"/>
                    <a:pt x="1297" y="740"/>
                  </a:cubicBezTo>
                  <a:cubicBezTo>
                    <a:pt x="1158" y="642"/>
                    <a:pt x="977" y="531"/>
                    <a:pt x="781" y="405"/>
                  </a:cubicBezTo>
                  <a:cubicBezTo>
                    <a:pt x="586" y="294"/>
                    <a:pt x="391" y="196"/>
                    <a:pt x="237" y="126"/>
                  </a:cubicBezTo>
                  <a:lnTo>
                    <a:pt x="70" y="29"/>
                  </a:lnTo>
                  <a:lnTo>
                    <a:pt x="0" y="1"/>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
            <p:cNvSpPr/>
            <p:nvPr/>
          </p:nvSpPr>
          <p:spPr>
            <a:xfrm>
              <a:off x="2962539" y="822601"/>
              <a:ext cx="193254" cy="94159"/>
            </a:xfrm>
            <a:custGeom>
              <a:avLst/>
              <a:gdLst/>
              <a:ahLst/>
              <a:cxnLst/>
              <a:rect l="l" t="t" r="r" b="b"/>
              <a:pathLst>
                <a:path w="1605" h="782" extrusionOk="0">
                  <a:moveTo>
                    <a:pt x="1605" y="1"/>
                  </a:moveTo>
                  <a:lnTo>
                    <a:pt x="1535" y="29"/>
                  </a:lnTo>
                  <a:cubicBezTo>
                    <a:pt x="1493" y="57"/>
                    <a:pt x="1423" y="71"/>
                    <a:pt x="1340" y="98"/>
                  </a:cubicBezTo>
                  <a:cubicBezTo>
                    <a:pt x="1186" y="168"/>
                    <a:pt x="977" y="252"/>
                    <a:pt x="782" y="350"/>
                  </a:cubicBezTo>
                  <a:cubicBezTo>
                    <a:pt x="586" y="447"/>
                    <a:pt x="391" y="559"/>
                    <a:pt x="238" y="642"/>
                  </a:cubicBezTo>
                  <a:cubicBezTo>
                    <a:pt x="168" y="684"/>
                    <a:pt x="112" y="712"/>
                    <a:pt x="70" y="740"/>
                  </a:cubicBezTo>
                  <a:cubicBezTo>
                    <a:pt x="28" y="768"/>
                    <a:pt x="1" y="782"/>
                    <a:pt x="1" y="782"/>
                  </a:cubicBezTo>
                  <a:lnTo>
                    <a:pt x="70" y="754"/>
                  </a:lnTo>
                  <a:cubicBezTo>
                    <a:pt x="126" y="740"/>
                    <a:pt x="182" y="712"/>
                    <a:pt x="266" y="684"/>
                  </a:cubicBezTo>
                  <a:cubicBezTo>
                    <a:pt x="419" y="629"/>
                    <a:pt x="628" y="531"/>
                    <a:pt x="824" y="433"/>
                  </a:cubicBezTo>
                  <a:cubicBezTo>
                    <a:pt x="1019" y="336"/>
                    <a:pt x="1228" y="238"/>
                    <a:pt x="1368" y="154"/>
                  </a:cubicBezTo>
                  <a:cubicBezTo>
                    <a:pt x="1437" y="112"/>
                    <a:pt x="1507" y="71"/>
                    <a:pt x="1549" y="43"/>
                  </a:cubicBezTo>
                  <a:cubicBezTo>
                    <a:pt x="1591" y="29"/>
                    <a:pt x="1605" y="1"/>
                    <a:pt x="1605"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4" name="Google Shape;84;p2"/>
            <p:cNvGrpSpPr/>
            <p:nvPr/>
          </p:nvGrpSpPr>
          <p:grpSpPr>
            <a:xfrm rot="4500040">
              <a:off x="4141677" y="3744527"/>
              <a:ext cx="796111" cy="1329139"/>
              <a:chOff x="1765086" y="3666398"/>
              <a:chExt cx="796134" cy="1329178"/>
            </a:xfrm>
          </p:grpSpPr>
          <p:sp>
            <p:nvSpPr>
              <p:cNvPr id="85" name="Google Shape;85;p2"/>
              <p:cNvSpPr/>
              <p:nvPr/>
            </p:nvSpPr>
            <p:spPr>
              <a:xfrm>
                <a:off x="1904398" y="3847852"/>
                <a:ext cx="159781" cy="142803"/>
              </a:xfrm>
              <a:custGeom>
                <a:avLst/>
                <a:gdLst/>
                <a:ahLst/>
                <a:cxnLst/>
                <a:rect l="l" t="t" r="r" b="b"/>
                <a:pathLst>
                  <a:path w="1327" h="1186" extrusionOk="0">
                    <a:moveTo>
                      <a:pt x="1326" y="0"/>
                    </a:moveTo>
                    <a:lnTo>
                      <a:pt x="1270" y="42"/>
                    </a:lnTo>
                    <a:cubicBezTo>
                      <a:pt x="1228" y="70"/>
                      <a:pt x="1173" y="112"/>
                      <a:pt x="1103" y="154"/>
                    </a:cubicBezTo>
                    <a:cubicBezTo>
                      <a:pt x="963" y="265"/>
                      <a:pt x="796" y="405"/>
                      <a:pt x="629" y="558"/>
                    </a:cubicBezTo>
                    <a:cubicBezTo>
                      <a:pt x="461" y="698"/>
                      <a:pt x="308" y="851"/>
                      <a:pt x="182" y="977"/>
                    </a:cubicBezTo>
                    <a:lnTo>
                      <a:pt x="57" y="1130"/>
                    </a:lnTo>
                    <a:cubicBezTo>
                      <a:pt x="15" y="1158"/>
                      <a:pt x="1" y="1186"/>
                      <a:pt x="1" y="1186"/>
                    </a:cubicBezTo>
                    <a:lnTo>
                      <a:pt x="57" y="1144"/>
                    </a:lnTo>
                    <a:cubicBezTo>
                      <a:pt x="99" y="1102"/>
                      <a:pt x="154" y="1074"/>
                      <a:pt x="224" y="1019"/>
                    </a:cubicBezTo>
                    <a:cubicBezTo>
                      <a:pt x="350" y="921"/>
                      <a:pt x="531" y="767"/>
                      <a:pt x="698" y="628"/>
                    </a:cubicBezTo>
                    <a:cubicBezTo>
                      <a:pt x="866" y="475"/>
                      <a:pt x="1019" y="321"/>
                      <a:pt x="1145" y="196"/>
                    </a:cubicBezTo>
                    <a:cubicBezTo>
                      <a:pt x="1201" y="140"/>
                      <a:pt x="1242" y="84"/>
                      <a:pt x="1284" y="56"/>
                    </a:cubicBezTo>
                    <a:cubicBezTo>
                      <a:pt x="1312" y="14"/>
                      <a:pt x="1326" y="0"/>
                      <a:pt x="1326"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2"/>
              <p:cNvSpPr/>
              <p:nvPr/>
            </p:nvSpPr>
            <p:spPr>
              <a:xfrm>
                <a:off x="2221912" y="3847852"/>
                <a:ext cx="161346" cy="142803"/>
              </a:xfrm>
              <a:custGeom>
                <a:avLst/>
                <a:gdLst/>
                <a:ahLst/>
                <a:cxnLst/>
                <a:rect l="l" t="t" r="r" b="b"/>
                <a:pathLst>
                  <a:path w="1340" h="1186" extrusionOk="0">
                    <a:moveTo>
                      <a:pt x="1339" y="0"/>
                    </a:moveTo>
                    <a:lnTo>
                      <a:pt x="1270" y="42"/>
                    </a:lnTo>
                    <a:cubicBezTo>
                      <a:pt x="1242" y="70"/>
                      <a:pt x="1172" y="112"/>
                      <a:pt x="1116" y="154"/>
                    </a:cubicBezTo>
                    <a:cubicBezTo>
                      <a:pt x="977" y="265"/>
                      <a:pt x="809" y="405"/>
                      <a:pt x="642" y="558"/>
                    </a:cubicBezTo>
                    <a:cubicBezTo>
                      <a:pt x="475" y="698"/>
                      <a:pt x="307" y="851"/>
                      <a:pt x="196" y="977"/>
                    </a:cubicBezTo>
                    <a:cubicBezTo>
                      <a:pt x="140" y="1032"/>
                      <a:pt x="84" y="1088"/>
                      <a:pt x="56" y="1130"/>
                    </a:cubicBezTo>
                    <a:cubicBezTo>
                      <a:pt x="28" y="1158"/>
                      <a:pt x="0" y="1186"/>
                      <a:pt x="0" y="1186"/>
                    </a:cubicBezTo>
                    <a:lnTo>
                      <a:pt x="70" y="1144"/>
                    </a:lnTo>
                    <a:cubicBezTo>
                      <a:pt x="112" y="1102"/>
                      <a:pt x="168" y="1074"/>
                      <a:pt x="237" y="1019"/>
                    </a:cubicBezTo>
                    <a:cubicBezTo>
                      <a:pt x="363" y="921"/>
                      <a:pt x="544" y="767"/>
                      <a:pt x="712" y="628"/>
                    </a:cubicBezTo>
                    <a:cubicBezTo>
                      <a:pt x="865" y="475"/>
                      <a:pt x="1032" y="321"/>
                      <a:pt x="1144" y="196"/>
                    </a:cubicBezTo>
                    <a:cubicBezTo>
                      <a:pt x="1214" y="140"/>
                      <a:pt x="1256" y="84"/>
                      <a:pt x="1284" y="56"/>
                    </a:cubicBezTo>
                    <a:lnTo>
                      <a:pt x="1339" y="0"/>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2"/>
              <p:cNvSpPr/>
              <p:nvPr/>
            </p:nvSpPr>
            <p:spPr>
              <a:xfrm>
                <a:off x="1931369" y="3886503"/>
                <a:ext cx="121010" cy="109210"/>
              </a:xfrm>
              <a:custGeom>
                <a:avLst/>
                <a:gdLst/>
                <a:ahLst/>
                <a:cxnLst/>
                <a:rect l="l" t="t" r="r" b="b"/>
                <a:pathLst>
                  <a:path w="1005" h="907" extrusionOk="0">
                    <a:moveTo>
                      <a:pt x="1004" y="0"/>
                    </a:moveTo>
                    <a:lnTo>
                      <a:pt x="1004" y="0"/>
                    </a:lnTo>
                    <a:cubicBezTo>
                      <a:pt x="935" y="42"/>
                      <a:pt x="879" y="84"/>
                      <a:pt x="823" y="126"/>
                    </a:cubicBezTo>
                    <a:cubicBezTo>
                      <a:pt x="725" y="195"/>
                      <a:pt x="586" y="307"/>
                      <a:pt x="460" y="419"/>
                    </a:cubicBezTo>
                    <a:cubicBezTo>
                      <a:pt x="335" y="530"/>
                      <a:pt x="223" y="642"/>
                      <a:pt x="140" y="739"/>
                    </a:cubicBezTo>
                    <a:cubicBezTo>
                      <a:pt x="56" y="837"/>
                      <a:pt x="0" y="907"/>
                      <a:pt x="0" y="907"/>
                    </a:cubicBezTo>
                    <a:cubicBezTo>
                      <a:pt x="0" y="907"/>
                      <a:pt x="84" y="851"/>
                      <a:pt x="181" y="781"/>
                    </a:cubicBezTo>
                    <a:cubicBezTo>
                      <a:pt x="279" y="711"/>
                      <a:pt x="405" y="600"/>
                      <a:pt x="530" y="488"/>
                    </a:cubicBezTo>
                    <a:cubicBezTo>
                      <a:pt x="656" y="377"/>
                      <a:pt x="781" y="265"/>
                      <a:pt x="865" y="167"/>
                    </a:cubicBezTo>
                    <a:cubicBezTo>
                      <a:pt x="949" y="70"/>
                      <a:pt x="1004" y="0"/>
                      <a:pt x="1004"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2"/>
              <p:cNvSpPr/>
              <p:nvPr/>
            </p:nvSpPr>
            <p:spPr>
              <a:xfrm>
                <a:off x="2064058" y="3847852"/>
                <a:ext cx="161346" cy="142803"/>
              </a:xfrm>
              <a:custGeom>
                <a:avLst/>
                <a:gdLst/>
                <a:ahLst/>
                <a:cxnLst/>
                <a:rect l="l" t="t" r="r" b="b"/>
                <a:pathLst>
                  <a:path w="1340" h="1186" extrusionOk="0">
                    <a:moveTo>
                      <a:pt x="0" y="0"/>
                    </a:moveTo>
                    <a:lnTo>
                      <a:pt x="56" y="56"/>
                    </a:lnTo>
                    <a:cubicBezTo>
                      <a:pt x="84" y="84"/>
                      <a:pt x="140" y="140"/>
                      <a:pt x="195" y="196"/>
                    </a:cubicBezTo>
                    <a:cubicBezTo>
                      <a:pt x="307" y="321"/>
                      <a:pt x="474" y="475"/>
                      <a:pt x="642" y="628"/>
                    </a:cubicBezTo>
                    <a:cubicBezTo>
                      <a:pt x="809" y="767"/>
                      <a:pt x="976" y="921"/>
                      <a:pt x="1102" y="1019"/>
                    </a:cubicBezTo>
                    <a:cubicBezTo>
                      <a:pt x="1172" y="1074"/>
                      <a:pt x="1228" y="1102"/>
                      <a:pt x="1269" y="1144"/>
                    </a:cubicBezTo>
                    <a:lnTo>
                      <a:pt x="1339" y="1186"/>
                    </a:lnTo>
                    <a:cubicBezTo>
                      <a:pt x="1339" y="1186"/>
                      <a:pt x="1311" y="1158"/>
                      <a:pt x="1283" y="1130"/>
                    </a:cubicBezTo>
                    <a:lnTo>
                      <a:pt x="1144" y="977"/>
                    </a:lnTo>
                    <a:cubicBezTo>
                      <a:pt x="1032" y="851"/>
                      <a:pt x="865" y="698"/>
                      <a:pt x="698" y="558"/>
                    </a:cubicBezTo>
                    <a:cubicBezTo>
                      <a:pt x="544" y="405"/>
                      <a:pt x="363" y="265"/>
                      <a:pt x="237" y="154"/>
                    </a:cubicBezTo>
                    <a:cubicBezTo>
                      <a:pt x="167" y="112"/>
                      <a:pt x="112" y="70"/>
                      <a:pt x="70" y="42"/>
                    </a:cubicBezTo>
                    <a:lnTo>
                      <a:pt x="0" y="0"/>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2"/>
              <p:cNvSpPr/>
              <p:nvPr/>
            </p:nvSpPr>
            <p:spPr>
              <a:xfrm>
                <a:off x="2383138" y="3847852"/>
                <a:ext cx="159660" cy="142803"/>
              </a:xfrm>
              <a:custGeom>
                <a:avLst/>
                <a:gdLst/>
                <a:ahLst/>
                <a:cxnLst/>
                <a:rect l="l" t="t" r="r" b="b"/>
                <a:pathLst>
                  <a:path w="1326" h="1186" extrusionOk="0">
                    <a:moveTo>
                      <a:pt x="0" y="0"/>
                    </a:moveTo>
                    <a:cubicBezTo>
                      <a:pt x="0" y="0"/>
                      <a:pt x="14" y="14"/>
                      <a:pt x="42" y="56"/>
                    </a:cubicBezTo>
                    <a:cubicBezTo>
                      <a:pt x="84" y="84"/>
                      <a:pt x="126" y="140"/>
                      <a:pt x="182" y="196"/>
                    </a:cubicBezTo>
                    <a:cubicBezTo>
                      <a:pt x="307" y="321"/>
                      <a:pt x="461" y="475"/>
                      <a:pt x="628" y="628"/>
                    </a:cubicBezTo>
                    <a:cubicBezTo>
                      <a:pt x="795" y="767"/>
                      <a:pt x="963" y="921"/>
                      <a:pt x="1102" y="1019"/>
                    </a:cubicBezTo>
                    <a:cubicBezTo>
                      <a:pt x="1172" y="1074"/>
                      <a:pt x="1228" y="1102"/>
                      <a:pt x="1270" y="1144"/>
                    </a:cubicBezTo>
                    <a:lnTo>
                      <a:pt x="1325" y="1186"/>
                    </a:lnTo>
                    <a:cubicBezTo>
                      <a:pt x="1325" y="1186"/>
                      <a:pt x="1311" y="1158"/>
                      <a:pt x="1284" y="1130"/>
                    </a:cubicBezTo>
                    <a:cubicBezTo>
                      <a:pt x="1242" y="1088"/>
                      <a:pt x="1200" y="1032"/>
                      <a:pt x="1144" y="977"/>
                    </a:cubicBezTo>
                    <a:cubicBezTo>
                      <a:pt x="1019" y="851"/>
                      <a:pt x="865" y="698"/>
                      <a:pt x="698" y="558"/>
                    </a:cubicBezTo>
                    <a:cubicBezTo>
                      <a:pt x="530" y="405"/>
                      <a:pt x="363" y="265"/>
                      <a:pt x="223" y="154"/>
                    </a:cubicBezTo>
                    <a:cubicBezTo>
                      <a:pt x="154" y="112"/>
                      <a:pt x="98" y="70"/>
                      <a:pt x="56" y="42"/>
                    </a:cubicBezTo>
                    <a:lnTo>
                      <a:pt x="0" y="0"/>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2"/>
              <p:cNvSpPr/>
              <p:nvPr/>
            </p:nvSpPr>
            <p:spPr>
              <a:xfrm>
                <a:off x="2064058" y="4205583"/>
                <a:ext cx="161346" cy="142803"/>
              </a:xfrm>
              <a:custGeom>
                <a:avLst/>
                <a:gdLst/>
                <a:ahLst/>
                <a:cxnLst/>
                <a:rect l="l" t="t" r="r" b="b"/>
                <a:pathLst>
                  <a:path w="1340" h="1186" extrusionOk="0">
                    <a:moveTo>
                      <a:pt x="1339" y="0"/>
                    </a:moveTo>
                    <a:cubicBezTo>
                      <a:pt x="1339" y="0"/>
                      <a:pt x="1337" y="1"/>
                      <a:pt x="1333" y="4"/>
                    </a:cubicBezTo>
                    <a:lnTo>
                      <a:pt x="1333" y="4"/>
                    </a:lnTo>
                    <a:lnTo>
                      <a:pt x="1339" y="0"/>
                    </a:lnTo>
                    <a:close/>
                    <a:moveTo>
                      <a:pt x="1333" y="4"/>
                    </a:moveTo>
                    <a:lnTo>
                      <a:pt x="1269" y="42"/>
                    </a:lnTo>
                    <a:cubicBezTo>
                      <a:pt x="1228" y="70"/>
                      <a:pt x="1172" y="112"/>
                      <a:pt x="1102" y="168"/>
                    </a:cubicBezTo>
                    <a:cubicBezTo>
                      <a:pt x="976" y="265"/>
                      <a:pt x="795" y="405"/>
                      <a:pt x="642" y="558"/>
                    </a:cubicBezTo>
                    <a:cubicBezTo>
                      <a:pt x="474" y="698"/>
                      <a:pt x="307" y="851"/>
                      <a:pt x="195" y="977"/>
                    </a:cubicBezTo>
                    <a:cubicBezTo>
                      <a:pt x="140" y="1033"/>
                      <a:pt x="84" y="1088"/>
                      <a:pt x="56" y="1130"/>
                    </a:cubicBezTo>
                    <a:lnTo>
                      <a:pt x="0" y="1186"/>
                    </a:lnTo>
                    <a:lnTo>
                      <a:pt x="70" y="1144"/>
                    </a:lnTo>
                    <a:cubicBezTo>
                      <a:pt x="112" y="1116"/>
                      <a:pt x="167" y="1074"/>
                      <a:pt x="237" y="1019"/>
                    </a:cubicBezTo>
                    <a:cubicBezTo>
                      <a:pt x="363" y="921"/>
                      <a:pt x="530" y="768"/>
                      <a:pt x="698" y="628"/>
                    </a:cubicBezTo>
                    <a:cubicBezTo>
                      <a:pt x="865" y="475"/>
                      <a:pt x="1032" y="321"/>
                      <a:pt x="1144" y="196"/>
                    </a:cubicBezTo>
                    <a:lnTo>
                      <a:pt x="1283" y="56"/>
                    </a:lnTo>
                    <a:cubicBezTo>
                      <a:pt x="1304" y="26"/>
                      <a:pt x="1324" y="10"/>
                      <a:pt x="1333" y="4"/>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
              <p:cNvSpPr/>
              <p:nvPr/>
            </p:nvSpPr>
            <p:spPr>
              <a:xfrm>
                <a:off x="2394818" y="4210640"/>
                <a:ext cx="161466" cy="144489"/>
              </a:xfrm>
              <a:custGeom>
                <a:avLst/>
                <a:gdLst/>
                <a:ahLst/>
                <a:cxnLst/>
                <a:rect l="l" t="t" r="r" b="b"/>
                <a:pathLst>
                  <a:path w="1341" h="1200" extrusionOk="0">
                    <a:moveTo>
                      <a:pt x="1340" y="0"/>
                    </a:moveTo>
                    <a:lnTo>
                      <a:pt x="1270" y="56"/>
                    </a:lnTo>
                    <a:cubicBezTo>
                      <a:pt x="1228" y="84"/>
                      <a:pt x="1173" y="126"/>
                      <a:pt x="1103" y="168"/>
                    </a:cubicBezTo>
                    <a:cubicBezTo>
                      <a:pt x="977" y="279"/>
                      <a:pt x="810" y="419"/>
                      <a:pt x="643" y="558"/>
                    </a:cubicBezTo>
                    <a:cubicBezTo>
                      <a:pt x="475" y="712"/>
                      <a:pt x="308" y="865"/>
                      <a:pt x="196" y="991"/>
                    </a:cubicBezTo>
                    <a:cubicBezTo>
                      <a:pt x="140" y="1046"/>
                      <a:pt x="85" y="1102"/>
                      <a:pt x="57" y="1144"/>
                    </a:cubicBezTo>
                    <a:cubicBezTo>
                      <a:pt x="29" y="1172"/>
                      <a:pt x="1" y="1200"/>
                      <a:pt x="1" y="1200"/>
                    </a:cubicBezTo>
                    <a:lnTo>
                      <a:pt x="71" y="1158"/>
                    </a:lnTo>
                    <a:cubicBezTo>
                      <a:pt x="113" y="1116"/>
                      <a:pt x="168" y="1088"/>
                      <a:pt x="238" y="1032"/>
                    </a:cubicBezTo>
                    <a:cubicBezTo>
                      <a:pt x="364" y="935"/>
                      <a:pt x="531" y="781"/>
                      <a:pt x="698" y="642"/>
                    </a:cubicBezTo>
                    <a:cubicBezTo>
                      <a:pt x="866" y="488"/>
                      <a:pt x="1033" y="335"/>
                      <a:pt x="1145" y="209"/>
                    </a:cubicBezTo>
                    <a:cubicBezTo>
                      <a:pt x="1201" y="154"/>
                      <a:pt x="1256" y="98"/>
                      <a:pt x="1284" y="70"/>
                    </a:cubicBezTo>
                    <a:cubicBezTo>
                      <a:pt x="1312" y="28"/>
                      <a:pt x="1340" y="0"/>
                      <a:pt x="1340"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2"/>
              <p:cNvSpPr/>
              <p:nvPr/>
            </p:nvSpPr>
            <p:spPr>
              <a:xfrm>
                <a:off x="1904398" y="4205583"/>
                <a:ext cx="159781" cy="142803"/>
              </a:xfrm>
              <a:custGeom>
                <a:avLst/>
                <a:gdLst/>
                <a:ahLst/>
                <a:cxnLst/>
                <a:rect l="l" t="t" r="r" b="b"/>
                <a:pathLst>
                  <a:path w="1327" h="1186" extrusionOk="0">
                    <a:moveTo>
                      <a:pt x="1" y="0"/>
                    </a:moveTo>
                    <a:cubicBezTo>
                      <a:pt x="1" y="0"/>
                      <a:pt x="15" y="14"/>
                      <a:pt x="57" y="56"/>
                    </a:cubicBezTo>
                    <a:lnTo>
                      <a:pt x="182" y="196"/>
                    </a:lnTo>
                    <a:cubicBezTo>
                      <a:pt x="308" y="321"/>
                      <a:pt x="461" y="475"/>
                      <a:pt x="629" y="628"/>
                    </a:cubicBezTo>
                    <a:cubicBezTo>
                      <a:pt x="796" y="768"/>
                      <a:pt x="963" y="921"/>
                      <a:pt x="1103" y="1019"/>
                    </a:cubicBezTo>
                    <a:cubicBezTo>
                      <a:pt x="1173" y="1074"/>
                      <a:pt x="1228" y="1116"/>
                      <a:pt x="1270" y="1144"/>
                    </a:cubicBezTo>
                    <a:lnTo>
                      <a:pt x="1326" y="1186"/>
                    </a:lnTo>
                    <a:cubicBezTo>
                      <a:pt x="1326" y="1186"/>
                      <a:pt x="1312" y="1158"/>
                      <a:pt x="1284" y="1130"/>
                    </a:cubicBezTo>
                    <a:cubicBezTo>
                      <a:pt x="1242" y="1088"/>
                      <a:pt x="1201" y="1033"/>
                      <a:pt x="1145" y="977"/>
                    </a:cubicBezTo>
                    <a:cubicBezTo>
                      <a:pt x="1019" y="851"/>
                      <a:pt x="866" y="698"/>
                      <a:pt x="698" y="558"/>
                    </a:cubicBezTo>
                    <a:cubicBezTo>
                      <a:pt x="531" y="405"/>
                      <a:pt x="364" y="265"/>
                      <a:pt x="224" y="168"/>
                    </a:cubicBezTo>
                    <a:cubicBezTo>
                      <a:pt x="154" y="112"/>
                      <a:pt x="99" y="70"/>
                      <a:pt x="57" y="42"/>
                    </a:cubicBezTo>
                    <a:lnTo>
                      <a:pt x="1" y="0"/>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2"/>
              <p:cNvSpPr/>
              <p:nvPr/>
            </p:nvSpPr>
            <p:spPr>
              <a:xfrm>
                <a:off x="2228655" y="4210640"/>
                <a:ext cx="159660" cy="144489"/>
              </a:xfrm>
              <a:custGeom>
                <a:avLst/>
                <a:gdLst/>
                <a:ahLst/>
                <a:cxnLst/>
                <a:rect l="l" t="t" r="r" b="b"/>
                <a:pathLst>
                  <a:path w="1326" h="1200" extrusionOk="0">
                    <a:moveTo>
                      <a:pt x="0" y="0"/>
                    </a:moveTo>
                    <a:lnTo>
                      <a:pt x="42" y="70"/>
                    </a:lnTo>
                    <a:cubicBezTo>
                      <a:pt x="84" y="98"/>
                      <a:pt x="126" y="154"/>
                      <a:pt x="181" y="209"/>
                    </a:cubicBezTo>
                    <a:cubicBezTo>
                      <a:pt x="307" y="335"/>
                      <a:pt x="460" y="488"/>
                      <a:pt x="628" y="642"/>
                    </a:cubicBezTo>
                    <a:cubicBezTo>
                      <a:pt x="795" y="781"/>
                      <a:pt x="963" y="935"/>
                      <a:pt x="1102" y="1032"/>
                    </a:cubicBezTo>
                    <a:lnTo>
                      <a:pt x="1255" y="1158"/>
                    </a:lnTo>
                    <a:lnTo>
                      <a:pt x="1325" y="1200"/>
                    </a:lnTo>
                    <a:cubicBezTo>
                      <a:pt x="1325" y="1200"/>
                      <a:pt x="1311" y="1172"/>
                      <a:pt x="1269" y="1144"/>
                    </a:cubicBezTo>
                    <a:lnTo>
                      <a:pt x="1144" y="991"/>
                    </a:lnTo>
                    <a:cubicBezTo>
                      <a:pt x="1018" y="865"/>
                      <a:pt x="865" y="712"/>
                      <a:pt x="697" y="558"/>
                    </a:cubicBezTo>
                    <a:cubicBezTo>
                      <a:pt x="530" y="419"/>
                      <a:pt x="349" y="279"/>
                      <a:pt x="223" y="168"/>
                    </a:cubicBezTo>
                    <a:cubicBezTo>
                      <a:pt x="153" y="126"/>
                      <a:pt x="98" y="84"/>
                      <a:pt x="56" y="56"/>
                    </a:cubicBezTo>
                    <a:lnTo>
                      <a:pt x="0" y="0"/>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2"/>
              <p:cNvSpPr/>
              <p:nvPr/>
            </p:nvSpPr>
            <p:spPr>
              <a:xfrm>
                <a:off x="1937992" y="4205583"/>
                <a:ext cx="116073" cy="102587"/>
              </a:xfrm>
              <a:custGeom>
                <a:avLst/>
                <a:gdLst/>
                <a:ahLst/>
                <a:cxnLst/>
                <a:rect l="l" t="t" r="r" b="b"/>
                <a:pathLst>
                  <a:path w="964" h="852" extrusionOk="0">
                    <a:moveTo>
                      <a:pt x="1" y="0"/>
                    </a:moveTo>
                    <a:lnTo>
                      <a:pt x="1" y="0"/>
                    </a:lnTo>
                    <a:cubicBezTo>
                      <a:pt x="43" y="56"/>
                      <a:pt x="85" y="112"/>
                      <a:pt x="140" y="154"/>
                    </a:cubicBezTo>
                    <a:cubicBezTo>
                      <a:pt x="224" y="237"/>
                      <a:pt x="336" y="363"/>
                      <a:pt x="447" y="461"/>
                    </a:cubicBezTo>
                    <a:cubicBezTo>
                      <a:pt x="559" y="558"/>
                      <a:pt x="670" y="656"/>
                      <a:pt x="782" y="740"/>
                    </a:cubicBezTo>
                    <a:cubicBezTo>
                      <a:pt x="894" y="809"/>
                      <a:pt x="963" y="851"/>
                      <a:pt x="963" y="851"/>
                    </a:cubicBezTo>
                    <a:cubicBezTo>
                      <a:pt x="963" y="851"/>
                      <a:pt x="908" y="781"/>
                      <a:pt x="838" y="698"/>
                    </a:cubicBezTo>
                    <a:cubicBezTo>
                      <a:pt x="754" y="600"/>
                      <a:pt x="643" y="489"/>
                      <a:pt x="517" y="391"/>
                    </a:cubicBezTo>
                    <a:cubicBezTo>
                      <a:pt x="392" y="293"/>
                      <a:pt x="280" y="182"/>
                      <a:pt x="168" y="112"/>
                    </a:cubicBezTo>
                    <a:cubicBezTo>
                      <a:pt x="71" y="42"/>
                      <a:pt x="1" y="0"/>
                      <a:pt x="1"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2"/>
              <p:cNvSpPr/>
              <p:nvPr/>
            </p:nvSpPr>
            <p:spPr>
              <a:xfrm>
                <a:off x="2233592" y="4845428"/>
                <a:ext cx="132809" cy="121130"/>
              </a:xfrm>
              <a:custGeom>
                <a:avLst/>
                <a:gdLst/>
                <a:ahLst/>
                <a:cxnLst/>
                <a:rect l="l" t="t" r="r" b="b"/>
                <a:pathLst>
                  <a:path w="1103" h="1006" extrusionOk="0">
                    <a:moveTo>
                      <a:pt x="1" y="1"/>
                    </a:moveTo>
                    <a:lnTo>
                      <a:pt x="43" y="57"/>
                    </a:lnTo>
                    <a:cubicBezTo>
                      <a:pt x="71" y="84"/>
                      <a:pt x="99" y="126"/>
                      <a:pt x="154" y="182"/>
                    </a:cubicBezTo>
                    <a:cubicBezTo>
                      <a:pt x="252" y="280"/>
                      <a:pt x="378" y="419"/>
                      <a:pt x="517" y="545"/>
                    </a:cubicBezTo>
                    <a:cubicBezTo>
                      <a:pt x="656" y="670"/>
                      <a:pt x="796" y="796"/>
                      <a:pt x="908" y="880"/>
                    </a:cubicBezTo>
                    <a:cubicBezTo>
                      <a:pt x="963" y="921"/>
                      <a:pt x="1019" y="949"/>
                      <a:pt x="1047" y="977"/>
                    </a:cubicBezTo>
                    <a:lnTo>
                      <a:pt x="1103" y="1005"/>
                    </a:lnTo>
                    <a:lnTo>
                      <a:pt x="1061" y="963"/>
                    </a:lnTo>
                    <a:cubicBezTo>
                      <a:pt x="1033" y="935"/>
                      <a:pt x="991" y="880"/>
                      <a:pt x="949" y="838"/>
                    </a:cubicBezTo>
                    <a:cubicBezTo>
                      <a:pt x="852" y="726"/>
                      <a:pt x="726" y="601"/>
                      <a:pt x="587" y="475"/>
                    </a:cubicBezTo>
                    <a:cubicBezTo>
                      <a:pt x="447" y="349"/>
                      <a:pt x="294" y="224"/>
                      <a:pt x="182" y="140"/>
                    </a:cubicBezTo>
                    <a:cubicBezTo>
                      <a:pt x="140" y="98"/>
                      <a:pt x="85" y="71"/>
                      <a:pt x="57" y="43"/>
                    </a:cubicBezTo>
                    <a:lnTo>
                      <a:pt x="1" y="1"/>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2"/>
              <p:cNvSpPr/>
              <p:nvPr/>
            </p:nvSpPr>
            <p:spPr>
              <a:xfrm>
                <a:off x="2218541" y="3990535"/>
                <a:ext cx="11800" cy="215168"/>
              </a:xfrm>
              <a:custGeom>
                <a:avLst/>
                <a:gdLst/>
                <a:ahLst/>
                <a:cxnLst/>
                <a:rect l="l" t="t" r="r" b="b"/>
                <a:pathLst>
                  <a:path w="98" h="1787" extrusionOk="0">
                    <a:moveTo>
                      <a:pt x="28" y="1"/>
                    </a:moveTo>
                    <a:cubicBezTo>
                      <a:pt x="28" y="1"/>
                      <a:pt x="28" y="29"/>
                      <a:pt x="28" y="71"/>
                    </a:cubicBezTo>
                    <a:cubicBezTo>
                      <a:pt x="28" y="126"/>
                      <a:pt x="14" y="196"/>
                      <a:pt x="14" y="280"/>
                    </a:cubicBezTo>
                    <a:cubicBezTo>
                      <a:pt x="14" y="447"/>
                      <a:pt x="0" y="670"/>
                      <a:pt x="14" y="894"/>
                    </a:cubicBezTo>
                    <a:cubicBezTo>
                      <a:pt x="14" y="1117"/>
                      <a:pt x="28" y="1326"/>
                      <a:pt x="42" y="1507"/>
                    </a:cubicBezTo>
                    <a:cubicBezTo>
                      <a:pt x="56" y="1591"/>
                      <a:pt x="56" y="1661"/>
                      <a:pt x="70" y="1703"/>
                    </a:cubicBezTo>
                    <a:cubicBezTo>
                      <a:pt x="74" y="1717"/>
                      <a:pt x="76" y="1729"/>
                      <a:pt x="78" y="1739"/>
                    </a:cubicBezTo>
                    <a:cubicBezTo>
                      <a:pt x="79" y="1729"/>
                      <a:pt x="81" y="1717"/>
                      <a:pt x="84" y="1703"/>
                    </a:cubicBezTo>
                    <a:cubicBezTo>
                      <a:pt x="84" y="1661"/>
                      <a:pt x="98" y="1591"/>
                      <a:pt x="98" y="1507"/>
                    </a:cubicBezTo>
                    <a:cubicBezTo>
                      <a:pt x="98" y="1340"/>
                      <a:pt x="98" y="1117"/>
                      <a:pt x="98" y="894"/>
                    </a:cubicBezTo>
                    <a:cubicBezTo>
                      <a:pt x="84" y="670"/>
                      <a:pt x="84" y="447"/>
                      <a:pt x="56" y="280"/>
                    </a:cubicBezTo>
                    <a:cubicBezTo>
                      <a:pt x="56" y="196"/>
                      <a:pt x="42" y="126"/>
                      <a:pt x="42" y="71"/>
                    </a:cubicBezTo>
                    <a:cubicBezTo>
                      <a:pt x="28" y="29"/>
                      <a:pt x="28" y="1"/>
                      <a:pt x="28" y="1"/>
                    </a:cubicBezTo>
                    <a:close/>
                    <a:moveTo>
                      <a:pt x="78" y="1739"/>
                    </a:moveTo>
                    <a:cubicBezTo>
                      <a:pt x="76" y="1771"/>
                      <a:pt x="84" y="1786"/>
                      <a:pt x="84" y="1786"/>
                    </a:cubicBezTo>
                    <a:cubicBezTo>
                      <a:pt x="84" y="1786"/>
                      <a:pt x="84" y="1771"/>
                      <a:pt x="78" y="1739"/>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2"/>
              <p:cNvSpPr/>
              <p:nvPr/>
            </p:nvSpPr>
            <p:spPr>
              <a:xfrm>
                <a:off x="2549421" y="4000649"/>
                <a:ext cx="11800" cy="215168"/>
              </a:xfrm>
              <a:custGeom>
                <a:avLst/>
                <a:gdLst/>
                <a:ahLst/>
                <a:cxnLst/>
                <a:rect l="l" t="t" r="r" b="b"/>
                <a:pathLst>
                  <a:path w="98" h="1787" extrusionOk="0">
                    <a:moveTo>
                      <a:pt x="14" y="1"/>
                    </a:moveTo>
                    <a:cubicBezTo>
                      <a:pt x="14" y="1"/>
                      <a:pt x="14" y="29"/>
                      <a:pt x="14" y="84"/>
                    </a:cubicBezTo>
                    <a:cubicBezTo>
                      <a:pt x="14" y="126"/>
                      <a:pt x="0" y="196"/>
                      <a:pt x="0" y="280"/>
                    </a:cubicBezTo>
                    <a:cubicBezTo>
                      <a:pt x="0" y="447"/>
                      <a:pt x="0" y="670"/>
                      <a:pt x="0" y="893"/>
                    </a:cubicBezTo>
                    <a:cubicBezTo>
                      <a:pt x="14" y="1117"/>
                      <a:pt x="14" y="1340"/>
                      <a:pt x="28" y="1507"/>
                    </a:cubicBezTo>
                    <a:cubicBezTo>
                      <a:pt x="42" y="1591"/>
                      <a:pt x="42" y="1660"/>
                      <a:pt x="56" y="1716"/>
                    </a:cubicBezTo>
                    <a:cubicBezTo>
                      <a:pt x="70" y="1758"/>
                      <a:pt x="70" y="1786"/>
                      <a:pt x="70" y="1786"/>
                    </a:cubicBezTo>
                    <a:cubicBezTo>
                      <a:pt x="70" y="1786"/>
                      <a:pt x="70" y="1758"/>
                      <a:pt x="70" y="1716"/>
                    </a:cubicBezTo>
                    <a:cubicBezTo>
                      <a:pt x="70" y="1660"/>
                      <a:pt x="84" y="1591"/>
                      <a:pt x="84" y="1507"/>
                    </a:cubicBezTo>
                    <a:cubicBezTo>
                      <a:pt x="84" y="1340"/>
                      <a:pt x="98" y="1117"/>
                      <a:pt x="84" y="893"/>
                    </a:cubicBezTo>
                    <a:cubicBezTo>
                      <a:pt x="84" y="670"/>
                      <a:pt x="70" y="461"/>
                      <a:pt x="56" y="280"/>
                    </a:cubicBezTo>
                    <a:cubicBezTo>
                      <a:pt x="42" y="196"/>
                      <a:pt x="42" y="126"/>
                      <a:pt x="28" y="84"/>
                    </a:cubicBezTo>
                    <a:cubicBezTo>
                      <a:pt x="14" y="29"/>
                      <a:pt x="14" y="1"/>
                      <a:pt x="14"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2"/>
              <p:cNvSpPr/>
              <p:nvPr/>
            </p:nvSpPr>
            <p:spPr>
              <a:xfrm>
                <a:off x="1897775" y="4487698"/>
                <a:ext cx="161346" cy="142924"/>
              </a:xfrm>
              <a:custGeom>
                <a:avLst/>
                <a:gdLst/>
                <a:ahLst/>
                <a:cxnLst/>
                <a:rect l="l" t="t" r="r" b="b"/>
                <a:pathLst>
                  <a:path w="1340" h="1187" extrusionOk="0">
                    <a:moveTo>
                      <a:pt x="1339" y="1"/>
                    </a:moveTo>
                    <a:lnTo>
                      <a:pt x="1269" y="43"/>
                    </a:lnTo>
                    <a:cubicBezTo>
                      <a:pt x="1228" y="70"/>
                      <a:pt x="1172" y="112"/>
                      <a:pt x="1116" y="168"/>
                    </a:cubicBezTo>
                    <a:cubicBezTo>
                      <a:pt x="977" y="266"/>
                      <a:pt x="809" y="405"/>
                      <a:pt x="642" y="559"/>
                    </a:cubicBezTo>
                    <a:cubicBezTo>
                      <a:pt x="474" y="712"/>
                      <a:pt x="307" y="866"/>
                      <a:pt x="195" y="991"/>
                    </a:cubicBezTo>
                    <a:cubicBezTo>
                      <a:pt x="140" y="1047"/>
                      <a:pt x="84" y="1103"/>
                      <a:pt x="56" y="1131"/>
                    </a:cubicBezTo>
                    <a:lnTo>
                      <a:pt x="0" y="1186"/>
                    </a:lnTo>
                    <a:lnTo>
                      <a:pt x="0" y="1186"/>
                    </a:lnTo>
                    <a:lnTo>
                      <a:pt x="70" y="1144"/>
                    </a:lnTo>
                    <a:cubicBezTo>
                      <a:pt x="112" y="1117"/>
                      <a:pt x="168" y="1075"/>
                      <a:pt x="237" y="1019"/>
                    </a:cubicBezTo>
                    <a:cubicBezTo>
                      <a:pt x="363" y="921"/>
                      <a:pt x="544" y="782"/>
                      <a:pt x="712" y="628"/>
                    </a:cubicBezTo>
                    <a:cubicBezTo>
                      <a:pt x="865" y="489"/>
                      <a:pt x="1032" y="335"/>
                      <a:pt x="1144" y="210"/>
                    </a:cubicBezTo>
                    <a:lnTo>
                      <a:pt x="1283" y="57"/>
                    </a:lnTo>
                    <a:cubicBezTo>
                      <a:pt x="1325" y="29"/>
                      <a:pt x="1339" y="1"/>
                      <a:pt x="1339"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
              <p:cNvSpPr/>
              <p:nvPr/>
            </p:nvSpPr>
            <p:spPr>
              <a:xfrm>
                <a:off x="2059001" y="4487698"/>
                <a:ext cx="159660" cy="142924"/>
              </a:xfrm>
              <a:custGeom>
                <a:avLst/>
                <a:gdLst/>
                <a:ahLst/>
                <a:cxnLst/>
                <a:rect l="l" t="t" r="r" b="b"/>
                <a:pathLst>
                  <a:path w="1326" h="1187" extrusionOk="0">
                    <a:moveTo>
                      <a:pt x="0" y="1"/>
                    </a:moveTo>
                    <a:lnTo>
                      <a:pt x="0" y="1"/>
                    </a:lnTo>
                    <a:cubicBezTo>
                      <a:pt x="0" y="1"/>
                      <a:pt x="14" y="29"/>
                      <a:pt x="56" y="57"/>
                    </a:cubicBezTo>
                    <a:lnTo>
                      <a:pt x="182" y="210"/>
                    </a:lnTo>
                    <a:cubicBezTo>
                      <a:pt x="307" y="335"/>
                      <a:pt x="461" y="489"/>
                      <a:pt x="628" y="628"/>
                    </a:cubicBezTo>
                    <a:cubicBezTo>
                      <a:pt x="795" y="782"/>
                      <a:pt x="977" y="921"/>
                      <a:pt x="1102" y="1019"/>
                    </a:cubicBezTo>
                    <a:cubicBezTo>
                      <a:pt x="1172" y="1075"/>
                      <a:pt x="1228" y="1117"/>
                      <a:pt x="1270" y="1144"/>
                    </a:cubicBezTo>
                    <a:lnTo>
                      <a:pt x="1325" y="1186"/>
                    </a:lnTo>
                    <a:lnTo>
                      <a:pt x="1284" y="1131"/>
                    </a:lnTo>
                    <a:cubicBezTo>
                      <a:pt x="1242" y="1103"/>
                      <a:pt x="1200" y="1047"/>
                      <a:pt x="1144" y="991"/>
                    </a:cubicBezTo>
                    <a:cubicBezTo>
                      <a:pt x="1018" y="866"/>
                      <a:pt x="865" y="712"/>
                      <a:pt x="698" y="559"/>
                    </a:cubicBezTo>
                    <a:cubicBezTo>
                      <a:pt x="530" y="419"/>
                      <a:pt x="363" y="266"/>
                      <a:pt x="223" y="168"/>
                    </a:cubicBezTo>
                    <a:lnTo>
                      <a:pt x="70" y="43"/>
                    </a:lnTo>
                    <a:lnTo>
                      <a:pt x="0" y="1"/>
                    </a:lnTo>
                    <a:close/>
                    <a:moveTo>
                      <a:pt x="1325" y="1186"/>
                    </a:moveTo>
                    <a:lnTo>
                      <a:pt x="1325" y="1186"/>
                    </a:lnTo>
                    <a:lnTo>
                      <a:pt x="1325" y="1186"/>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2"/>
              <p:cNvSpPr/>
              <p:nvPr/>
            </p:nvSpPr>
            <p:spPr>
              <a:xfrm>
                <a:off x="2070681" y="4852171"/>
                <a:ext cx="161346" cy="142924"/>
              </a:xfrm>
              <a:custGeom>
                <a:avLst/>
                <a:gdLst/>
                <a:ahLst/>
                <a:cxnLst/>
                <a:rect l="l" t="t" r="r" b="b"/>
                <a:pathLst>
                  <a:path w="1340" h="1187" extrusionOk="0">
                    <a:moveTo>
                      <a:pt x="1340" y="1"/>
                    </a:moveTo>
                    <a:lnTo>
                      <a:pt x="1270" y="42"/>
                    </a:lnTo>
                    <a:cubicBezTo>
                      <a:pt x="1228" y="70"/>
                      <a:pt x="1173" y="112"/>
                      <a:pt x="1103" y="168"/>
                    </a:cubicBezTo>
                    <a:cubicBezTo>
                      <a:pt x="977" y="266"/>
                      <a:pt x="796" y="419"/>
                      <a:pt x="629" y="559"/>
                    </a:cubicBezTo>
                    <a:cubicBezTo>
                      <a:pt x="475" y="712"/>
                      <a:pt x="308" y="865"/>
                      <a:pt x="196" y="991"/>
                    </a:cubicBezTo>
                    <a:lnTo>
                      <a:pt x="57" y="1130"/>
                    </a:lnTo>
                    <a:cubicBezTo>
                      <a:pt x="15" y="1172"/>
                      <a:pt x="1" y="1186"/>
                      <a:pt x="1" y="1186"/>
                    </a:cubicBezTo>
                    <a:lnTo>
                      <a:pt x="71" y="1144"/>
                    </a:lnTo>
                    <a:cubicBezTo>
                      <a:pt x="112" y="1116"/>
                      <a:pt x="168" y="1075"/>
                      <a:pt x="224" y="1033"/>
                    </a:cubicBezTo>
                    <a:cubicBezTo>
                      <a:pt x="364" y="921"/>
                      <a:pt x="531" y="782"/>
                      <a:pt x="698" y="628"/>
                    </a:cubicBezTo>
                    <a:cubicBezTo>
                      <a:pt x="866" y="489"/>
                      <a:pt x="1033" y="335"/>
                      <a:pt x="1145" y="210"/>
                    </a:cubicBezTo>
                    <a:cubicBezTo>
                      <a:pt x="1200" y="154"/>
                      <a:pt x="1242" y="98"/>
                      <a:pt x="1284" y="56"/>
                    </a:cubicBezTo>
                    <a:lnTo>
                      <a:pt x="1340" y="1"/>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2"/>
              <p:cNvSpPr/>
              <p:nvPr/>
            </p:nvSpPr>
            <p:spPr>
              <a:xfrm>
                <a:off x="1902833" y="4852171"/>
                <a:ext cx="159660" cy="142924"/>
              </a:xfrm>
              <a:custGeom>
                <a:avLst/>
                <a:gdLst/>
                <a:ahLst/>
                <a:cxnLst/>
                <a:rect l="l" t="t" r="r" b="b"/>
                <a:pathLst>
                  <a:path w="1326" h="1187" extrusionOk="0">
                    <a:moveTo>
                      <a:pt x="0" y="1"/>
                    </a:moveTo>
                    <a:cubicBezTo>
                      <a:pt x="0" y="1"/>
                      <a:pt x="14" y="28"/>
                      <a:pt x="56" y="56"/>
                    </a:cubicBezTo>
                    <a:cubicBezTo>
                      <a:pt x="84" y="98"/>
                      <a:pt x="126" y="154"/>
                      <a:pt x="181" y="210"/>
                    </a:cubicBezTo>
                    <a:cubicBezTo>
                      <a:pt x="307" y="335"/>
                      <a:pt x="460" y="489"/>
                      <a:pt x="628" y="628"/>
                    </a:cubicBezTo>
                    <a:cubicBezTo>
                      <a:pt x="795" y="782"/>
                      <a:pt x="976" y="921"/>
                      <a:pt x="1102" y="1033"/>
                    </a:cubicBezTo>
                    <a:cubicBezTo>
                      <a:pt x="1172" y="1075"/>
                      <a:pt x="1227" y="1116"/>
                      <a:pt x="1269" y="1144"/>
                    </a:cubicBezTo>
                    <a:lnTo>
                      <a:pt x="1325" y="1186"/>
                    </a:lnTo>
                    <a:cubicBezTo>
                      <a:pt x="1325" y="1186"/>
                      <a:pt x="1311" y="1172"/>
                      <a:pt x="1283" y="1130"/>
                    </a:cubicBezTo>
                    <a:cubicBezTo>
                      <a:pt x="1241" y="1102"/>
                      <a:pt x="1200" y="1047"/>
                      <a:pt x="1144" y="991"/>
                    </a:cubicBezTo>
                    <a:cubicBezTo>
                      <a:pt x="1032" y="865"/>
                      <a:pt x="865" y="712"/>
                      <a:pt x="697" y="559"/>
                    </a:cubicBezTo>
                    <a:cubicBezTo>
                      <a:pt x="530" y="419"/>
                      <a:pt x="363" y="266"/>
                      <a:pt x="223" y="168"/>
                    </a:cubicBezTo>
                    <a:cubicBezTo>
                      <a:pt x="153" y="112"/>
                      <a:pt x="98" y="70"/>
                      <a:pt x="70" y="42"/>
                    </a:cubicBezTo>
                    <a:lnTo>
                      <a:pt x="0" y="1"/>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2"/>
              <p:cNvSpPr/>
              <p:nvPr/>
            </p:nvSpPr>
            <p:spPr>
              <a:xfrm>
                <a:off x="1894404" y="4630501"/>
                <a:ext cx="11800" cy="215048"/>
              </a:xfrm>
              <a:custGeom>
                <a:avLst/>
                <a:gdLst/>
                <a:ahLst/>
                <a:cxnLst/>
                <a:rect l="l" t="t" r="r" b="b"/>
                <a:pathLst>
                  <a:path w="98" h="1786" extrusionOk="0">
                    <a:moveTo>
                      <a:pt x="14" y="0"/>
                    </a:moveTo>
                    <a:cubicBezTo>
                      <a:pt x="14" y="0"/>
                      <a:pt x="14" y="28"/>
                      <a:pt x="14" y="84"/>
                    </a:cubicBezTo>
                    <a:cubicBezTo>
                      <a:pt x="14" y="126"/>
                      <a:pt x="0" y="196"/>
                      <a:pt x="0" y="279"/>
                    </a:cubicBezTo>
                    <a:cubicBezTo>
                      <a:pt x="0" y="447"/>
                      <a:pt x="0" y="670"/>
                      <a:pt x="0" y="893"/>
                    </a:cubicBezTo>
                    <a:cubicBezTo>
                      <a:pt x="0" y="1116"/>
                      <a:pt x="14" y="1339"/>
                      <a:pt x="28" y="1507"/>
                    </a:cubicBezTo>
                    <a:cubicBezTo>
                      <a:pt x="42" y="1590"/>
                      <a:pt x="42" y="1660"/>
                      <a:pt x="56" y="1716"/>
                    </a:cubicBezTo>
                    <a:cubicBezTo>
                      <a:pt x="70" y="1660"/>
                      <a:pt x="84" y="1590"/>
                      <a:pt x="84" y="1507"/>
                    </a:cubicBezTo>
                    <a:cubicBezTo>
                      <a:pt x="84" y="1339"/>
                      <a:pt x="98" y="1116"/>
                      <a:pt x="84" y="893"/>
                    </a:cubicBezTo>
                    <a:cubicBezTo>
                      <a:pt x="84" y="670"/>
                      <a:pt x="70" y="461"/>
                      <a:pt x="56" y="279"/>
                    </a:cubicBezTo>
                    <a:cubicBezTo>
                      <a:pt x="42" y="196"/>
                      <a:pt x="42" y="126"/>
                      <a:pt x="28" y="84"/>
                    </a:cubicBezTo>
                    <a:cubicBezTo>
                      <a:pt x="14" y="28"/>
                      <a:pt x="14" y="0"/>
                      <a:pt x="14" y="0"/>
                    </a:cubicBezTo>
                    <a:close/>
                    <a:moveTo>
                      <a:pt x="56" y="1716"/>
                    </a:moveTo>
                    <a:cubicBezTo>
                      <a:pt x="56" y="1758"/>
                      <a:pt x="70" y="1786"/>
                      <a:pt x="70" y="1786"/>
                    </a:cubicBezTo>
                    <a:cubicBezTo>
                      <a:pt x="70" y="1786"/>
                      <a:pt x="70" y="1758"/>
                      <a:pt x="56" y="1716"/>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2"/>
              <p:cNvSpPr/>
              <p:nvPr/>
            </p:nvSpPr>
            <p:spPr>
              <a:xfrm>
                <a:off x="2225284" y="4642180"/>
                <a:ext cx="10114" cy="215168"/>
              </a:xfrm>
              <a:custGeom>
                <a:avLst/>
                <a:gdLst/>
                <a:ahLst/>
                <a:cxnLst/>
                <a:rect l="l" t="t" r="r" b="b"/>
                <a:pathLst>
                  <a:path w="84" h="1787" extrusionOk="0">
                    <a:moveTo>
                      <a:pt x="14" y="1"/>
                    </a:moveTo>
                    <a:cubicBezTo>
                      <a:pt x="14" y="1"/>
                      <a:pt x="14" y="29"/>
                      <a:pt x="14" y="71"/>
                    </a:cubicBezTo>
                    <a:cubicBezTo>
                      <a:pt x="14" y="127"/>
                      <a:pt x="0" y="196"/>
                      <a:pt x="0" y="280"/>
                    </a:cubicBezTo>
                    <a:cubicBezTo>
                      <a:pt x="0" y="447"/>
                      <a:pt x="0" y="671"/>
                      <a:pt x="0" y="894"/>
                    </a:cubicBezTo>
                    <a:cubicBezTo>
                      <a:pt x="0" y="1117"/>
                      <a:pt x="14" y="1326"/>
                      <a:pt x="28" y="1507"/>
                    </a:cubicBezTo>
                    <a:cubicBezTo>
                      <a:pt x="42" y="1591"/>
                      <a:pt x="42" y="1661"/>
                      <a:pt x="56" y="1703"/>
                    </a:cubicBezTo>
                    <a:cubicBezTo>
                      <a:pt x="56" y="1661"/>
                      <a:pt x="70" y="1591"/>
                      <a:pt x="70" y="1507"/>
                    </a:cubicBezTo>
                    <a:cubicBezTo>
                      <a:pt x="84" y="1340"/>
                      <a:pt x="84" y="1117"/>
                      <a:pt x="84" y="894"/>
                    </a:cubicBezTo>
                    <a:cubicBezTo>
                      <a:pt x="70" y="671"/>
                      <a:pt x="70" y="447"/>
                      <a:pt x="42" y="280"/>
                    </a:cubicBezTo>
                    <a:cubicBezTo>
                      <a:pt x="42" y="196"/>
                      <a:pt x="42" y="127"/>
                      <a:pt x="28" y="71"/>
                    </a:cubicBezTo>
                    <a:cubicBezTo>
                      <a:pt x="14" y="29"/>
                      <a:pt x="14" y="1"/>
                      <a:pt x="14" y="1"/>
                    </a:cubicBezTo>
                    <a:close/>
                    <a:moveTo>
                      <a:pt x="56" y="1703"/>
                    </a:moveTo>
                    <a:cubicBezTo>
                      <a:pt x="56" y="1759"/>
                      <a:pt x="70" y="1786"/>
                      <a:pt x="70" y="1786"/>
                    </a:cubicBezTo>
                    <a:cubicBezTo>
                      <a:pt x="70" y="1786"/>
                      <a:pt x="70" y="1759"/>
                      <a:pt x="56" y="1703"/>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2"/>
              <p:cNvSpPr/>
              <p:nvPr/>
            </p:nvSpPr>
            <p:spPr>
              <a:xfrm>
                <a:off x="2201684" y="4029186"/>
                <a:ext cx="11920" cy="137867"/>
              </a:xfrm>
              <a:custGeom>
                <a:avLst/>
                <a:gdLst/>
                <a:ahLst/>
                <a:cxnLst/>
                <a:rect l="l" t="t" r="r" b="b"/>
                <a:pathLst>
                  <a:path w="99" h="1145" extrusionOk="0">
                    <a:moveTo>
                      <a:pt x="43" y="1"/>
                    </a:moveTo>
                    <a:cubicBezTo>
                      <a:pt x="43" y="1"/>
                      <a:pt x="29" y="70"/>
                      <a:pt x="15" y="182"/>
                    </a:cubicBezTo>
                    <a:cubicBezTo>
                      <a:pt x="1" y="308"/>
                      <a:pt x="1" y="447"/>
                      <a:pt x="1" y="573"/>
                    </a:cubicBezTo>
                    <a:cubicBezTo>
                      <a:pt x="1" y="726"/>
                      <a:pt x="15" y="866"/>
                      <a:pt x="29" y="977"/>
                    </a:cubicBezTo>
                    <a:cubicBezTo>
                      <a:pt x="29" y="1033"/>
                      <a:pt x="43" y="1089"/>
                      <a:pt x="57" y="1145"/>
                    </a:cubicBezTo>
                    <a:cubicBezTo>
                      <a:pt x="57" y="1145"/>
                      <a:pt x="71" y="1075"/>
                      <a:pt x="85" y="977"/>
                    </a:cubicBezTo>
                    <a:cubicBezTo>
                      <a:pt x="99" y="838"/>
                      <a:pt x="99" y="712"/>
                      <a:pt x="99" y="573"/>
                    </a:cubicBezTo>
                    <a:cubicBezTo>
                      <a:pt x="99" y="447"/>
                      <a:pt x="85" y="308"/>
                      <a:pt x="71" y="182"/>
                    </a:cubicBezTo>
                    <a:cubicBezTo>
                      <a:pt x="57" y="112"/>
                      <a:pt x="57" y="57"/>
                      <a:pt x="43"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2"/>
              <p:cNvSpPr/>
              <p:nvPr/>
            </p:nvSpPr>
            <p:spPr>
              <a:xfrm>
                <a:off x="2059001" y="3696620"/>
                <a:ext cx="11800" cy="137867"/>
              </a:xfrm>
              <a:custGeom>
                <a:avLst/>
                <a:gdLst/>
                <a:ahLst/>
                <a:cxnLst/>
                <a:rect l="l" t="t" r="r" b="b"/>
                <a:pathLst>
                  <a:path w="98" h="1145" extrusionOk="0">
                    <a:moveTo>
                      <a:pt x="42" y="1"/>
                    </a:moveTo>
                    <a:cubicBezTo>
                      <a:pt x="28" y="57"/>
                      <a:pt x="14" y="113"/>
                      <a:pt x="14" y="182"/>
                    </a:cubicBezTo>
                    <a:cubicBezTo>
                      <a:pt x="0" y="308"/>
                      <a:pt x="0" y="447"/>
                      <a:pt x="0" y="573"/>
                    </a:cubicBezTo>
                    <a:cubicBezTo>
                      <a:pt x="0" y="712"/>
                      <a:pt x="14" y="838"/>
                      <a:pt x="28" y="977"/>
                    </a:cubicBezTo>
                    <a:cubicBezTo>
                      <a:pt x="42" y="1075"/>
                      <a:pt x="56" y="1145"/>
                      <a:pt x="56" y="1145"/>
                    </a:cubicBezTo>
                    <a:cubicBezTo>
                      <a:pt x="70" y="1089"/>
                      <a:pt x="84" y="1033"/>
                      <a:pt x="84" y="977"/>
                    </a:cubicBezTo>
                    <a:cubicBezTo>
                      <a:pt x="98" y="838"/>
                      <a:pt x="98" y="712"/>
                      <a:pt x="98" y="573"/>
                    </a:cubicBezTo>
                    <a:cubicBezTo>
                      <a:pt x="98" y="447"/>
                      <a:pt x="84" y="308"/>
                      <a:pt x="70" y="182"/>
                    </a:cubicBezTo>
                    <a:cubicBezTo>
                      <a:pt x="56" y="71"/>
                      <a:pt x="42" y="1"/>
                      <a:pt x="42"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2"/>
              <p:cNvSpPr/>
              <p:nvPr/>
            </p:nvSpPr>
            <p:spPr>
              <a:xfrm>
                <a:off x="2366281" y="4355009"/>
                <a:ext cx="20349" cy="611550"/>
              </a:xfrm>
              <a:custGeom>
                <a:avLst/>
                <a:gdLst/>
                <a:ahLst/>
                <a:cxnLst/>
                <a:rect l="l" t="t" r="r" b="b"/>
                <a:pathLst>
                  <a:path w="169" h="5079" extrusionOk="0">
                    <a:moveTo>
                      <a:pt x="168" y="1"/>
                    </a:moveTo>
                    <a:cubicBezTo>
                      <a:pt x="168" y="1"/>
                      <a:pt x="154" y="71"/>
                      <a:pt x="154" y="210"/>
                    </a:cubicBezTo>
                    <a:cubicBezTo>
                      <a:pt x="140" y="349"/>
                      <a:pt x="126" y="545"/>
                      <a:pt x="112" y="796"/>
                    </a:cubicBezTo>
                    <a:cubicBezTo>
                      <a:pt x="98" y="1033"/>
                      <a:pt x="85" y="1312"/>
                      <a:pt x="71" y="1605"/>
                    </a:cubicBezTo>
                    <a:cubicBezTo>
                      <a:pt x="57" y="1898"/>
                      <a:pt x="43" y="2219"/>
                      <a:pt x="29" y="2539"/>
                    </a:cubicBezTo>
                    <a:cubicBezTo>
                      <a:pt x="29" y="2860"/>
                      <a:pt x="29" y="3181"/>
                      <a:pt x="15" y="3474"/>
                    </a:cubicBezTo>
                    <a:cubicBezTo>
                      <a:pt x="1" y="3767"/>
                      <a:pt x="1" y="4046"/>
                      <a:pt x="1" y="4283"/>
                    </a:cubicBezTo>
                    <a:lnTo>
                      <a:pt x="1" y="4869"/>
                    </a:lnTo>
                    <a:lnTo>
                      <a:pt x="1" y="5078"/>
                    </a:lnTo>
                    <a:cubicBezTo>
                      <a:pt x="1" y="5078"/>
                      <a:pt x="1" y="5008"/>
                      <a:pt x="15" y="4869"/>
                    </a:cubicBezTo>
                    <a:cubicBezTo>
                      <a:pt x="29" y="4729"/>
                      <a:pt x="43" y="4534"/>
                      <a:pt x="57" y="4297"/>
                    </a:cubicBezTo>
                    <a:cubicBezTo>
                      <a:pt x="71" y="4046"/>
                      <a:pt x="85" y="3781"/>
                      <a:pt x="98" y="3474"/>
                    </a:cubicBezTo>
                    <a:cubicBezTo>
                      <a:pt x="112" y="3181"/>
                      <a:pt x="126" y="2860"/>
                      <a:pt x="126" y="2539"/>
                    </a:cubicBezTo>
                    <a:cubicBezTo>
                      <a:pt x="140" y="2233"/>
                      <a:pt x="140" y="1898"/>
                      <a:pt x="154" y="1605"/>
                    </a:cubicBezTo>
                    <a:cubicBezTo>
                      <a:pt x="168" y="1312"/>
                      <a:pt x="168" y="1033"/>
                      <a:pt x="168" y="796"/>
                    </a:cubicBezTo>
                    <a:lnTo>
                      <a:pt x="168" y="224"/>
                    </a:lnTo>
                    <a:lnTo>
                      <a:pt x="168" y="1"/>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2"/>
              <p:cNvSpPr/>
              <p:nvPr/>
            </p:nvSpPr>
            <p:spPr>
              <a:xfrm>
                <a:off x="2053944" y="4349951"/>
                <a:ext cx="13486" cy="137867"/>
              </a:xfrm>
              <a:custGeom>
                <a:avLst/>
                <a:gdLst/>
                <a:ahLst/>
                <a:cxnLst/>
                <a:rect l="l" t="t" r="r" b="b"/>
                <a:pathLst>
                  <a:path w="112" h="1145" extrusionOk="0">
                    <a:moveTo>
                      <a:pt x="56" y="1"/>
                    </a:moveTo>
                    <a:cubicBezTo>
                      <a:pt x="42" y="57"/>
                      <a:pt x="28" y="113"/>
                      <a:pt x="28" y="168"/>
                    </a:cubicBezTo>
                    <a:cubicBezTo>
                      <a:pt x="0" y="433"/>
                      <a:pt x="14" y="698"/>
                      <a:pt x="42" y="963"/>
                    </a:cubicBezTo>
                    <a:cubicBezTo>
                      <a:pt x="56" y="1033"/>
                      <a:pt x="70" y="1089"/>
                      <a:pt x="70" y="1145"/>
                    </a:cubicBezTo>
                    <a:cubicBezTo>
                      <a:pt x="84" y="1089"/>
                      <a:pt x="98" y="1033"/>
                      <a:pt x="98" y="963"/>
                    </a:cubicBezTo>
                    <a:cubicBezTo>
                      <a:pt x="112" y="838"/>
                      <a:pt x="112" y="698"/>
                      <a:pt x="112" y="573"/>
                    </a:cubicBezTo>
                    <a:cubicBezTo>
                      <a:pt x="112" y="419"/>
                      <a:pt x="98" y="280"/>
                      <a:pt x="84" y="168"/>
                    </a:cubicBezTo>
                    <a:cubicBezTo>
                      <a:pt x="84" y="113"/>
                      <a:pt x="70" y="57"/>
                      <a:pt x="56"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2"/>
              <p:cNvSpPr/>
              <p:nvPr/>
            </p:nvSpPr>
            <p:spPr>
              <a:xfrm>
                <a:off x="1803737" y="4203897"/>
                <a:ext cx="95844" cy="100901"/>
              </a:xfrm>
              <a:custGeom>
                <a:avLst/>
                <a:gdLst/>
                <a:ahLst/>
                <a:cxnLst/>
                <a:rect l="l" t="t" r="r" b="b"/>
                <a:pathLst>
                  <a:path w="796" h="838" extrusionOk="0">
                    <a:moveTo>
                      <a:pt x="795" y="0"/>
                    </a:moveTo>
                    <a:cubicBezTo>
                      <a:pt x="795" y="0"/>
                      <a:pt x="739" y="42"/>
                      <a:pt x="656" y="112"/>
                    </a:cubicBezTo>
                    <a:cubicBezTo>
                      <a:pt x="558" y="196"/>
                      <a:pt x="460" y="279"/>
                      <a:pt x="363" y="377"/>
                    </a:cubicBezTo>
                    <a:cubicBezTo>
                      <a:pt x="265" y="475"/>
                      <a:pt x="181" y="572"/>
                      <a:pt x="98" y="684"/>
                    </a:cubicBezTo>
                    <a:cubicBezTo>
                      <a:pt x="70" y="726"/>
                      <a:pt x="28" y="782"/>
                      <a:pt x="0" y="837"/>
                    </a:cubicBezTo>
                    <a:cubicBezTo>
                      <a:pt x="0" y="837"/>
                      <a:pt x="56" y="795"/>
                      <a:pt x="140" y="726"/>
                    </a:cubicBezTo>
                    <a:cubicBezTo>
                      <a:pt x="251" y="642"/>
                      <a:pt x="349" y="544"/>
                      <a:pt x="432" y="447"/>
                    </a:cubicBezTo>
                    <a:cubicBezTo>
                      <a:pt x="530" y="349"/>
                      <a:pt x="614" y="251"/>
                      <a:pt x="697" y="140"/>
                    </a:cubicBezTo>
                    <a:cubicBezTo>
                      <a:pt x="739" y="98"/>
                      <a:pt x="767" y="42"/>
                      <a:pt x="795"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2"/>
              <p:cNvSpPr/>
              <p:nvPr/>
            </p:nvSpPr>
            <p:spPr>
              <a:xfrm>
                <a:off x="1899461" y="3990535"/>
                <a:ext cx="13486" cy="215168"/>
              </a:xfrm>
              <a:custGeom>
                <a:avLst/>
                <a:gdLst/>
                <a:ahLst/>
                <a:cxnLst/>
                <a:rect l="l" t="t" r="r" b="b"/>
                <a:pathLst>
                  <a:path w="112" h="1787" extrusionOk="0">
                    <a:moveTo>
                      <a:pt x="42" y="1"/>
                    </a:moveTo>
                    <a:cubicBezTo>
                      <a:pt x="42" y="1"/>
                      <a:pt x="42" y="29"/>
                      <a:pt x="28" y="71"/>
                    </a:cubicBezTo>
                    <a:cubicBezTo>
                      <a:pt x="28" y="126"/>
                      <a:pt x="14" y="196"/>
                      <a:pt x="14" y="280"/>
                    </a:cubicBezTo>
                    <a:cubicBezTo>
                      <a:pt x="14" y="447"/>
                      <a:pt x="0" y="670"/>
                      <a:pt x="14" y="894"/>
                    </a:cubicBezTo>
                    <a:cubicBezTo>
                      <a:pt x="14" y="1117"/>
                      <a:pt x="28" y="1326"/>
                      <a:pt x="42" y="1507"/>
                    </a:cubicBezTo>
                    <a:cubicBezTo>
                      <a:pt x="42" y="1591"/>
                      <a:pt x="56" y="1661"/>
                      <a:pt x="70" y="1703"/>
                    </a:cubicBezTo>
                    <a:cubicBezTo>
                      <a:pt x="70" y="1758"/>
                      <a:pt x="70" y="1786"/>
                      <a:pt x="70" y="1786"/>
                    </a:cubicBezTo>
                    <a:cubicBezTo>
                      <a:pt x="70" y="1786"/>
                      <a:pt x="84" y="1758"/>
                      <a:pt x="84" y="1703"/>
                    </a:cubicBezTo>
                    <a:cubicBezTo>
                      <a:pt x="84" y="1661"/>
                      <a:pt x="98" y="1591"/>
                      <a:pt x="98" y="1507"/>
                    </a:cubicBezTo>
                    <a:cubicBezTo>
                      <a:pt x="112" y="1340"/>
                      <a:pt x="112" y="1117"/>
                      <a:pt x="112" y="894"/>
                    </a:cubicBezTo>
                    <a:cubicBezTo>
                      <a:pt x="98" y="670"/>
                      <a:pt x="84" y="447"/>
                      <a:pt x="70" y="280"/>
                    </a:cubicBezTo>
                    <a:cubicBezTo>
                      <a:pt x="70" y="196"/>
                      <a:pt x="56" y="126"/>
                      <a:pt x="56" y="71"/>
                    </a:cubicBezTo>
                    <a:cubicBezTo>
                      <a:pt x="42" y="29"/>
                      <a:pt x="42" y="1"/>
                      <a:pt x="42"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2"/>
              <p:cNvSpPr/>
              <p:nvPr/>
            </p:nvSpPr>
            <p:spPr>
              <a:xfrm>
                <a:off x="2327751" y="4939467"/>
                <a:ext cx="67187" cy="56110"/>
              </a:xfrm>
              <a:custGeom>
                <a:avLst/>
                <a:gdLst/>
                <a:ahLst/>
                <a:cxnLst/>
                <a:rect l="l" t="t" r="r" b="b"/>
                <a:pathLst>
                  <a:path w="558" h="466" extrusionOk="0">
                    <a:moveTo>
                      <a:pt x="321" y="1"/>
                    </a:moveTo>
                    <a:cubicBezTo>
                      <a:pt x="112" y="1"/>
                      <a:pt x="0" y="252"/>
                      <a:pt x="153" y="391"/>
                    </a:cubicBezTo>
                    <a:cubicBezTo>
                      <a:pt x="200" y="443"/>
                      <a:pt x="260" y="466"/>
                      <a:pt x="320" y="466"/>
                    </a:cubicBezTo>
                    <a:cubicBezTo>
                      <a:pt x="440" y="466"/>
                      <a:pt x="558" y="373"/>
                      <a:pt x="558" y="224"/>
                    </a:cubicBezTo>
                    <a:cubicBezTo>
                      <a:pt x="558" y="99"/>
                      <a:pt x="446" y="1"/>
                      <a:pt x="321"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2"/>
              <p:cNvSpPr/>
              <p:nvPr/>
            </p:nvSpPr>
            <p:spPr>
              <a:xfrm>
                <a:off x="2025407" y="3666398"/>
                <a:ext cx="65622" cy="57434"/>
              </a:xfrm>
              <a:custGeom>
                <a:avLst/>
                <a:gdLst/>
                <a:ahLst/>
                <a:cxnLst/>
                <a:rect l="l" t="t" r="r" b="b"/>
                <a:pathLst>
                  <a:path w="545" h="477" extrusionOk="0">
                    <a:moveTo>
                      <a:pt x="307" y="1"/>
                    </a:moveTo>
                    <a:cubicBezTo>
                      <a:pt x="98" y="1"/>
                      <a:pt x="0" y="252"/>
                      <a:pt x="154" y="405"/>
                    </a:cubicBezTo>
                    <a:cubicBezTo>
                      <a:pt x="199" y="455"/>
                      <a:pt x="255" y="477"/>
                      <a:pt x="311" y="477"/>
                    </a:cubicBezTo>
                    <a:cubicBezTo>
                      <a:pt x="429" y="477"/>
                      <a:pt x="544" y="380"/>
                      <a:pt x="544" y="238"/>
                    </a:cubicBezTo>
                    <a:cubicBezTo>
                      <a:pt x="544" y="112"/>
                      <a:pt x="447" y="1"/>
                      <a:pt x="307"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2"/>
              <p:cNvSpPr/>
              <p:nvPr/>
            </p:nvSpPr>
            <p:spPr>
              <a:xfrm>
                <a:off x="1765086" y="4276142"/>
                <a:ext cx="67308" cy="56592"/>
              </a:xfrm>
              <a:custGeom>
                <a:avLst/>
                <a:gdLst/>
                <a:ahLst/>
                <a:cxnLst/>
                <a:rect l="l" t="t" r="r" b="b"/>
                <a:pathLst>
                  <a:path w="559" h="470" extrusionOk="0">
                    <a:moveTo>
                      <a:pt x="321" y="0"/>
                    </a:moveTo>
                    <a:cubicBezTo>
                      <a:pt x="112" y="0"/>
                      <a:pt x="0" y="251"/>
                      <a:pt x="154" y="405"/>
                    </a:cubicBezTo>
                    <a:cubicBezTo>
                      <a:pt x="199" y="450"/>
                      <a:pt x="256" y="470"/>
                      <a:pt x="314" y="470"/>
                    </a:cubicBezTo>
                    <a:cubicBezTo>
                      <a:pt x="436" y="470"/>
                      <a:pt x="558" y="379"/>
                      <a:pt x="558" y="237"/>
                    </a:cubicBezTo>
                    <a:cubicBezTo>
                      <a:pt x="558" y="98"/>
                      <a:pt x="447" y="0"/>
                      <a:pt x="321"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3" name="Google Shape;113;p2"/>
            <p:cNvSpPr/>
            <p:nvPr/>
          </p:nvSpPr>
          <p:spPr>
            <a:xfrm>
              <a:off x="720431" y="1981523"/>
              <a:ext cx="179768" cy="115952"/>
            </a:xfrm>
            <a:custGeom>
              <a:avLst/>
              <a:gdLst/>
              <a:ahLst/>
              <a:cxnLst/>
              <a:rect l="l" t="t" r="r" b="b"/>
              <a:pathLst>
                <a:path w="1493" h="963" extrusionOk="0">
                  <a:moveTo>
                    <a:pt x="0" y="0"/>
                  </a:moveTo>
                  <a:lnTo>
                    <a:pt x="70" y="56"/>
                  </a:lnTo>
                  <a:cubicBezTo>
                    <a:pt x="98" y="84"/>
                    <a:pt x="154" y="126"/>
                    <a:pt x="223" y="182"/>
                  </a:cubicBezTo>
                  <a:cubicBezTo>
                    <a:pt x="363" y="279"/>
                    <a:pt x="544" y="405"/>
                    <a:pt x="726" y="530"/>
                  </a:cubicBezTo>
                  <a:cubicBezTo>
                    <a:pt x="907" y="656"/>
                    <a:pt x="1102" y="768"/>
                    <a:pt x="1256" y="837"/>
                  </a:cubicBezTo>
                  <a:cubicBezTo>
                    <a:pt x="1311" y="879"/>
                    <a:pt x="1381" y="907"/>
                    <a:pt x="1423" y="935"/>
                  </a:cubicBezTo>
                  <a:cubicBezTo>
                    <a:pt x="1465" y="963"/>
                    <a:pt x="1493" y="963"/>
                    <a:pt x="1493" y="963"/>
                  </a:cubicBezTo>
                  <a:cubicBezTo>
                    <a:pt x="1493" y="963"/>
                    <a:pt x="1479" y="949"/>
                    <a:pt x="1437" y="921"/>
                  </a:cubicBezTo>
                  <a:lnTo>
                    <a:pt x="1270" y="795"/>
                  </a:lnTo>
                  <a:cubicBezTo>
                    <a:pt x="1144" y="698"/>
                    <a:pt x="949" y="558"/>
                    <a:pt x="767" y="447"/>
                  </a:cubicBezTo>
                  <a:cubicBezTo>
                    <a:pt x="600" y="321"/>
                    <a:pt x="391" y="210"/>
                    <a:pt x="251" y="140"/>
                  </a:cubicBezTo>
                  <a:cubicBezTo>
                    <a:pt x="182" y="98"/>
                    <a:pt x="112" y="56"/>
                    <a:pt x="70" y="42"/>
                  </a:cubicBezTo>
                  <a:lnTo>
                    <a:pt x="0" y="0"/>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2"/>
            <p:cNvSpPr/>
            <p:nvPr/>
          </p:nvSpPr>
          <p:spPr>
            <a:xfrm>
              <a:off x="1276352" y="2340940"/>
              <a:ext cx="124381" cy="102587"/>
            </a:xfrm>
            <a:custGeom>
              <a:avLst/>
              <a:gdLst/>
              <a:ahLst/>
              <a:cxnLst/>
              <a:rect l="l" t="t" r="r" b="b"/>
              <a:pathLst>
                <a:path w="1033" h="852" extrusionOk="0">
                  <a:moveTo>
                    <a:pt x="0" y="0"/>
                  </a:moveTo>
                  <a:cubicBezTo>
                    <a:pt x="42" y="56"/>
                    <a:pt x="84" y="112"/>
                    <a:pt x="140" y="168"/>
                  </a:cubicBezTo>
                  <a:cubicBezTo>
                    <a:pt x="237" y="251"/>
                    <a:pt x="363" y="377"/>
                    <a:pt x="488" y="475"/>
                  </a:cubicBezTo>
                  <a:cubicBezTo>
                    <a:pt x="614" y="572"/>
                    <a:pt x="767" y="670"/>
                    <a:pt x="865" y="740"/>
                  </a:cubicBezTo>
                  <a:cubicBezTo>
                    <a:pt x="963" y="809"/>
                    <a:pt x="1032" y="851"/>
                    <a:pt x="1032" y="851"/>
                  </a:cubicBezTo>
                  <a:cubicBezTo>
                    <a:pt x="991" y="795"/>
                    <a:pt x="949" y="754"/>
                    <a:pt x="893" y="698"/>
                  </a:cubicBezTo>
                  <a:cubicBezTo>
                    <a:pt x="781" y="586"/>
                    <a:pt x="670" y="489"/>
                    <a:pt x="544" y="391"/>
                  </a:cubicBezTo>
                  <a:cubicBezTo>
                    <a:pt x="405" y="293"/>
                    <a:pt x="265" y="182"/>
                    <a:pt x="168" y="112"/>
                  </a:cubicBezTo>
                  <a:cubicBezTo>
                    <a:pt x="70" y="42"/>
                    <a:pt x="0" y="0"/>
                    <a:pt x="0"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2"/>
            <p:cNvSpPr/>
            <p:nvPr/>
          </p:nvSpPr>
          <p:spPr>
            <a:xfrm>
              <a:off x="1256124" y="2377905"/>
              <a:ext cx="124381" cy="102587"/>
            </a:xfrm>
            <a:custGeom>
              <a:avLst/>
              <a:gdLst/>
              <a:ahLst/>
              <a:cxnLst/>
              <a:rect l="l" t="t" r="r" b="b"/>
              <a:pathLst>
                <a:path w="1033" h="852" extrusionOk="0">
                  <a:moveTo>
                    <a:pt x="1" y="0"/>
                  </a:moveTo>
                  <a:lnTo>
                    <a:pt x="1" y="0"/>
                  </a:lnTo>
                  <a:cubicBezTo>
                    <a:pt x="1" y="0"/>
                    <a:pt x="57" y="70"/>
                    <a:pt x="140" y="154"/>
                  </a:cubicBezTo>
                  <a:cubicBezTo>
                    <a:pt x="238" y="251"/>
                    <a:pt x="363" y="363"/>
                    <a:pt x="489" y="461"/>
                  </a:cubicBezTo>
                  <a:cubicBezTo>
                    <a:pt x="628" y="558"/>
                    <a:pt x="768" y="670"/>
                    <a:pt x="866" y="740"/>
                  </a:cubicBezTo>
                  <a:cubicBezTo>
                    <a:pt x="963" y="809"/>
                    <a:pt x="1033" y="851"/>
                    <a:pt x="1033" y="851"/>
                  </a:cubicBezTo>
                  <a:cubicBezTo>
                    <a:pt x="1033" y="851"/>
                    <a:pt x="991" y="781"/>
                    <a:pt x="894" y="698"/>
                  </a:cubicBezTo>
                  <a:cubicBezTo>
                    <a:pt x="796" y="600"/>
                    <a:pt x="670" y="488"/>
                    <a:pt x="545" y="391"/>
                  </a:cubicBezTo>
                  <a:cubicBezTo>
                    <a:pt x="419" y="293"/>
                    <a:pt x="266" y="182"/>
                    <a:pt x="168" y="112"/>
                  </a:cubicBezTo>
                  <a:cubicBezTo>
                    <a:pt x="71" y="42"/>
                    <a:pt x="1" y="0"/>
                    <a:pt x="1"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2"/>
            <p:cNvSpPr/>
            <p:nvPr/>
          </p:nvSpPr>
          <p:spPr>
            <a:xfrm>
              <a:off x="811098" y="2364419"/>
              <a:ext cx="102587" cy="126067"/>
            </a:xfrm>
            <a:custGeom>
              <a:avLst/>
              <a:gdLst/>
              <a:ahLst/>
              <a:cxnLst/>
              <a:rect l="l" t="t" r="r" b="b"/>
              <a:pathLst>
                <a:path w="852" h="1047" extrusionOk="0">
                  <a:moveTo>
                    <a:pt x="851" y="1"/>
                  </a:moveTo>
                  <a:cubicBezTo>
                    <a:pt x="795" y="43"/>
                    <a:pt x="740" y="98"/>
                    <a:pt x="698" y="140"/>
                  </a:cubicBezTo>
                  <a:cubicBezTo>
                    <a:pt x="600" y="238"/>
                    <a:pt x="489" y="363"/>
                    <a:pt x="391" y="489"/>
                  </a:cubicBezTo>
                  <a:cubicBezTo>
                    <a:pt x="279" y="628"/>
                    <a:pt x="182" y="768"/>
                    <a:pt x="112" y="865"/>
                  </a:cubicBezTo>
                  <a:cubicBezTo>
                    <a:pt x="42" y="963"/>
                    <a:pt x="0" y="1047"/>
                    <a:pt x="0" y="1047"/>
                  </a:cubicBezTo>
                  <a:cubicBezTo>
                    <a:pt x="0" y="1047"/>
                    <a:pt x="70" y="991"/>
                    <a:pt x="154" y="893"/>
                  </a:cubicBezTo>
                  <a:cubicBezTo>
                    <a:pt x="265" y="782"/>
                    <a:pt x="363" y="670"/>
                    <a:pt x="461" y="545"/>
                  </a:cubicBezTo>
                  <a:cubicBezTo>
                    <a:pt x="558" y="419"/>
                    <a:pt x="670" y="280"/>
                    <a:pt x="740" y="168"/>
                  </a:cubicBezTo>
                  <a:cubicBezTo>
                    <a:pt x="809" y="70"/>
                    <a:pt x="851" y="1"/>
                    <a:pt x="851"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2"/>
            <p:cNvSpPr/>
            <p:nvPr/>
          </p:nvSpPr>
          <p:spPr>
            <a:xfrm>
              <a:off x="774133" y="2344311"/>
              <a:ext cx="102587" cy="124381"/>
            </a:xfrm>
            <a:custGeom>
              <a:avLst/>
              <a:gdLst/>
              <a:ahLst/>
              <a:cxnLst/>
              <a:rect l="l" t="t" r="r" b="b"/>
              <a:pathLst>
                <a:path w="852" h="1033" extrusionOk="0">
                  <a:moveTo>
                    <a:pt x="851" y="0"/>
                  </a:moveTo>
                  <a:lnTo>
                    <a:pt x="851" y="0"/>
                  </a:lnTo>
                  <a:cubicBezTo>
                    <a:pt x="796" y="42"/>
                    <a:pt x="754" y="98"/>
                    <a:pt x="698" y="140"/>
                  </a:cubicBezTo>
                  <a:cubicBezTo>
                    <a:pt x="614" y="237"/>
                    <a:pt x="489" y="363"/>
                    <a:pt x="391" y="489"/>
                  </a:cubicBezTo>
                  <a:cubicBezTo>
                    <a:pt x="293" y="628"/>
                    <a:pt x="182" y="767"/>
                    <a:pt x="112" y="865"/>
                  </a:cubicBezTo>
                  <a:cubicBezTo>
                    <a:pt x="42" y="963"/>
                    <a:pt x="1" y="1032"/>
                    <a:pt x="1" y="1032"/>
                  </a:cubicBezTo>
                  <a:cubicBezTo>
                    <a:pt x="56" y="991"/>
                    <a:pt x="112" y="949"/>
                    <a:pt x="168" y="893"/>
                  </a:cubicBezTo>
                  <a:cubicBezTo>
                    <a:pt x="252" y="795"/>
                    <a:pt x="363" y="670"/>
                    <a:pt x="475" y="544"/>
                  </a:cubicBezTo>
                  <a:cubicBezTo>
                    <a:pt x="572" y="419"/>
                    <a:pt x="670" y="279"/>
                    <a:pt x="740" y="168"/>
                  </a:cubicBezTo>
                  <a:cubicBezTo>
                    <a:pt x="810" y="70"/>
                    <a:pt x="851" y="0"/>
                    <a:pt x="851"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2"/>
            <p:cNvSpPr/>
            <p:nvPr/>
          </p:nvSpPr>
          <p:spPr>
            <a:xfrm>
              <a:off x="1091527" y="2332511"/>
              <a:ext cx="159660" cy="142924"/>
            </a:xfrm>
            <a:custGeom>
              <a:avLst/>
              <a:gdLst/>
              <a:ahLst/>
              <a:cxnLst/>
              <a:rect l="l" t="t" r="r" b="b"/>
              <a:pathLst>
                <a:path w="1326" h="1187" extrusionOk="0">
                  <a:moveTo>
                    <a:pt x="1326" y="1"/>
                  </a:moveTo>
                  <a:lnTo>
                    <a:pt x="1270" y="43"/>
                  </a:lnTo>
                  <a:cubicBezTo>
                    <a:pt x="1228" y="70"/>
                    <a:pt x="1173" y="112"/>
                    <a:pt x="1103" y="168"/>
                  </a:cubicBezTo>
                  <a:cubicBezTo>
                    <a:pt x="963" y="266"/>
                    <a:pt x="796" y="419"/>
                    <a:pt x="629" y="559"/>
                  </a:cubicBezTo>
                  <a:cubicBezTo>
                    <a:pt x="461" y="712"/>
                    <a:pt x="308" y="865"/>
                    <a:pt x="182" y="991"/>
                  </a:cubicBezTo>
                  <a:cubicBezTo>
                    <a:pt x="126" y="1047"/>
                    <a:pt x="85" y="1103"/>
                    <a:pt x="43" y="1130"/>
                  </a:cubicBezTo>
                  <a:lnTo>
                    <a:pt x="1" y="1186"/>
                  </a:lnTo>
                  <a:lnTo>
                    <a:pt x="57" y="1144"/>
                  </a:lnTo>
                  <a:cubicBezTo>
                    <a:pt x="98" y="1117"/>
                    <a:pt x="154" y="1075"/>
                    <a:pt x="224" y="1033"/>
                  </a:cubicBezTo>
                  <a:cubicBezTo>
                    <a:pt x="364" y="921"/>
                    <a:pt x="531" y="782"/>
                    <a:pt x="698" y="628"/>
                  </a:cubicBezTo>
                  <a:cubicBezTo>
                    <a:pt x="866" y="489"/>
                    <a:pt x="1019" y="335"/>
                    <a:pt x="1145" y="210"/>
                  </a:cubicBezTo>
                  <a:cubicBezTo>
                    <a:pt x="1200" y="154"/>
                    <a:pt x="1242" y="98"/>
                    <a:pt x="1284" y="56"/>
                  </a:cubicBezTo>
                  <a:cubicBezTo>
                    <a:pt x="1312" y="29"/>
                    <a:pt x="1326" y="1"/>
                    <a:pt x="1326"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2"/>
            <p:cNvSpPr/>
            <p:nvPr/>
          </p:nvSpPr>
          <p:spPr>
            <a:xfrm>
              <a:off x="930301" y="2332511"/>
              <a:ext cx="161346" cy="142924"/>
            </a:xfrm>
            <a:custGeom>
              <a:avLst/>
              <a:gdLst/>
              <a:ahLst/>
              <a:cxnLst/>
              <a:rect l="l" t="t" r="r" b="b"/>
              <a:pathLst>
                <a:path w="1340" h="1187" extrusionOk="0">
                  <a:moveTo>
                    <a:pt x="1" y="1"/>
                  </a:moveTo>
                  <a:lnTo>
                    <a:pt x="1" y="1"/>
                  </a:lnTo>
                  <a:cubicBezTo>
                    <a:pt x="1" y="1"/>
                    <a:pt x="29" y="29"/>
                    <a:pt x="57" y="56"/>
                  </a:cubicBezTo>
                  <a:cubicBezTo>
                    <a:pt x="84" y="98"/>
                    <a:pt x="140" y="154"/>
                    <a:pt x="196" y="210"/>
                  </a:cubicBezTo>
                  <a:cubicBezTo>
                    <a:pt x="308" y="335"/>
                    <a:pt x="475" y="489"/>
                    <a:pt x="642" y="628"/>
                  </a:cubicBezTo>
                  <a:cubicBezTo>
                    <a:pt x="810" y="782"/>
                    <a:pt x="977" y="921"/>
                    <a:pt x="1103" y="1033"/>
                  </a:cubicBezTo>
                  <a:cubicBezTo>
                    <a:pt x="1172" y="1075"/>
                    <a:pt x="1228" y="1117"/>
                    <a:pt x="1270" y="1144"/>
                  </a:cubicBezTo>
                  <a:lnTo>
                    <a:pt x="1340" y="1186"/>
                  </a:lnTo>
                  <a:lnTo>
                    <a:pt x="1340" y="1186"/>
                  </a:lnTo>
                  <a:lnTo>
                    <a:pt x="1284" y="1130"/>
                  </a:lnTo>
                  <a:cubicBezTo>
                    <a:pt x="1256" y="1103"/>
                    <a:pt x="1214" y="1047"/>
                    <a:pt x="1145" y="991"/>
                  </a:cubicBezTo>
                  <a:cubicBezTo>
                    <a:pt x="1033" y="865"/>
                    <a:pt x="880" y="712"/>
                    <a:pt x="712" y="559"/>
                  </a:cubicBezTo>
                  <a:cubicBezTo>
                    <a:pt x="545" y="419"/>
                    <a:pt x="363" y="266"/>
                    <a:pt x="238" y="168"/>
                  </a:cubicBezTo>
                  <a:cubicBezTo>
                    <a:pt x="168" y="112"/>
                    <a:pt x="112" y="70"/>
                    <a:pt x="71" y="43"/>
                  </a:cubicBezTo>
                  <a:lnTo>
                    <a:pt x="1" y="1"/>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2"/>
            <p:cNvSpPr/>
            <p:nvPr/>
          </p:nvSpPr>
          <p:spPr>
            <a:xfrm>
              <a:off x="918622" y="1968038"/>
              <a:ext cx="161346" cy="142924"/>
            </a:xfrm>
            <a:custGeom>
              <a:avLst/>
              <a:gdLst/>
              <a:ahLst/>
              <a:cxnLst/>
              <a:rect l="l" t="t" r="r" b="b"/>
              <a:pathLst>
                <a:path w="1340" h="1187" extrusionOk="0">
                  <a:moveTo>
                    <a:pt x="1339" y="1"/>
                  </a:moveTo>
                  <a:lnTo>
                    <a:pt x="1269" y="43"/>
                  </a:lnTo>
                  <a:cubicBezTo>
                    <a:pt x="1228" y="71"/>
                    <a:pt x="1172" y="112"/>
                    <a:pt x="1102" y="168"/>
                  </a:cubicBezTo>
                  <a:cubicBezTo>
                    <a:pt x="977" y="266"/>
                    <a:pt x="795" y="405"/>
                    <a:pt x="628" y="559"/>
                  </a:cubicBezTo>
                  <a:cubicBezTo>
                    <a:pt x="474" y="712"/>
                    <a:pt x="307" y="866"/>
                    <a:pt x="195" y="991"/>
                  </a:cubicBezTo>
                  <a:cubicBezTo>
                    <a:pt x="126" y="1047"/>
                    <a:pt x="84" y="1103"/>
                    <a:pt x="56" y="1131"/>
                  </a:cubicBezTo>
                  <a:lnTo>
                    <a:pt x="0" y="1186"/>
                  </a:lnTo>
                  <a:lnTo>
                    <a:pt x="0" y="1186"/>
                  </a:lnTo>
                  <a:lnTo>
                    <a:pt x="70" y="1145"/>
                  </a:lnTo>
                  <a:cubicBezTo>
                    <a:pt x="112" y="1117"/>
                    <a:pt x="168" y="1075"/>
                    <a:pt x="223" y="1033"/>
                  </a:cubicBezTo>
                  <a:cubicBezTo>
                    <a:pt x="363" y="921"/>
                    <a:pt x="530" y="782"/>
                    <a:pt x="698" y="629"/>
                  </a:cubicBezTo>
                  <a:cubicBezTo>
                    <a:pt x="865" y="489"/>
                    <a:pt x="1032" y="336"/>
                    <a:pt x="1144" y="210"/>
                  </a:cubicBezTo>
                  <a:cubicBezTo>
                    <a:pt x="1200" y="154"/>
                    <a:pt x="1242" y="98"/>
                    <a:pt x="1283" y="57"/>
                  </a:cubicBezTo>
                  <a:lnTo>
                    <a:pt x="1339" y="1"/>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2"/>
            <p:cNvSpPr/>
            <p:nvPr/>
          </p:nvSpPr>
          <p:spPr>
            <a:xfrm>
              <a:off x="1086470" y="1968038"/>
              <a:ext cx="161466" cy="142924"/>
            </a:xfrm>
            <a:custGeom>
              <a:avLst/>
              <a:gdLst/>
              <a:ahLst/>
              <a:cxnLst/>
              <a:rect l="l" t="t" r="r" b="b"/>
              <a:pathLst>
                <a:path w="1341" h="1187" extrusionOk="0">
                  <a:moveTo>
                    <a:pt x="1" y="1"/>
                  </a:moveTo>
                  <a:lnTo>
                    <a:pt x="57" y="57"/>
                  </a:lnTo>
                  <a:cubicBezTo>
                    <a:pt x="85" y="98"/>
                    <a:pt x="140" y="154"/>
                    <a:pt x="196" y="210"/>
                  </a:cubicBezTo>
                  <a:cubicBezTo>
                    <a:pt x="308" y="336"/>
                    <a:pt x="475" y="489"/>
                    <a:pt x="643" y="629"/>
                  </a:cubicBezTo>
                  <a:cubicBezTo>
                    <a:pt x="810" y="782"/>
                    <a:pt x="977" y="921"/>
                    <a:pt x="1117" y="1033"/>
                  </a:cubicBezTo>
                  <a:lnTo>
                    <a:pt x="1270" y="1145"/>
                  </a:lnTo>
                  <a:lnTo>
                    <a:pt x="1340" y="1186"/>
                  </a:lnTo>
                  <a:lnTo>
                    <a:pt x="1284" y="1131"/>
                  </a:lnTo>
                  <a:cubicBezTo>
                    <a:pt x="1256" y="1103"/>
                    <a:pt x="1201" y="1047"/>
                    <a:pt x="1145" y="991"/>
                  </a:cubicBezTo>
                  <a:cubicBezTo>
                    <a:pt x="1033" y="866"/>
                    <a:pt x="866" y="712"/>
                    <a:pt x="698" y="559"/>
                  </a:cubicBezTo>
                  <a:cubicBezTo>
                    <a:pt x="531" y="419"/>
                    <a:pt x="364" y="266"/>
                    <a:pt x="238" y="168"/>
                  </a:cubicBezTo>
                  <a:cubicBezTo>
                    <a:pt x="168" y="112"/>
                    <a:pt x="113" y="71"/>
                    <a:pt x="71" y="43"/>
                  </a:cubicBezTo>
                  <a:lnTo>
                    <a:pt x="1" y="1"/>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2"/>
            <p:cNvSpPr/>
            <p:nvPr/>
          </p:nvSpPr>
          <p:spPr>
            <a:xfrm>
              <a:off x="1244444" y="2127578"/>
              <a:ext cx="11800" cy="196625"/>
            </a:xfrm>
            <a:custGeom>
              <a:avLst/>
              <a:gdLst/>
              <a:ahLst/>
              <a:cxnLst/>
              <a:rect l="l" t="t" r="r" b="b"/>
              <a:pathLst>
                <a:path w="98" h="1633" extrusionOk="0">
                  <a:moveTo>
                    <a:pt x="28" y="1"/>
                  </a:moveTo>
                  <a:cubicBezTo>
                    <a:pt x="14" y="43"/>
                    <a:pt x="14" y="113"/>
                    <a:pt x="14" y="196"/>
                  </a:cubicBezTo>
                  <a:cubicBezTo>
                    <a:pt x="14" y="364"/>
                    <a:pt x="0" y="587"/>
                    <a:pt x="14" y="810"/>
                  </a:cubicBezTo>
                  <a:cubicBezTo>
                    <a:pt x="14" y="1033"/>
                    <a:pt x="28" y="1256"/>
                    <a:pt x="42" y="1424"/>
                  </a:cubicBezTo>
                  <a:cubicBezTo>
                    <a:pt x="56" y="1507"/>
                    <a:pt x="56" y="1577"/>
                    <a:pt x="70" y="1633"/>
                  </a:cubicBezTo>
                  <a:cubicBezTo>
                    <a:pt x="84" y="1577"/>
                    <a:pt x="84" y="1507"/>
                    <a:pt x="84" y="1424"/>
                  </a:cubicBezTo>
                  <a:cubicBezTo>
                    <a:pt x="84" y="1256"/>
                    <a:pt x="98" y="1033"/>
                    <a:pt x="84" y="810"/>
                  </a:cubicBezTo>
                  <a:cubicBezTo>
                    <a:pt x="84" y="587"/>
                    <a:pt x="70" y="378"/>
                    <a:pt x="56" y="196"/>
                  </a:cubicBezTo>
                  <a:cubicBezTo>
                    <a:pt x="56" y="113"/>
                    <a:pt x="42" y="43"/>
                    <a:pt x="28"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2"/>
            <p:cNvSpPr/>
            <p:nvPr/>
          </p:nvSpPr>
          <p:spPr>
            <a:xfrm>
              <a:off x="915250" y="2107469"/>
              <a:ext cx="10114" cy="215048"/>
            </a:xfrm>
            <a:custGeom>
              <a:avLst/>
              <a:gdLst/>
              <a:ahLst/>
              <a:cxnLst/>
              <a:rect l="l" t="t" r="r" b="b"/>
              <a:pathLst>
                <a:path w="84" h="1786" extrusionOk="0">
                  <a:moveTo>
                    <a:pt x="14" y="1"/>
                  </a:moveTo>
                  <a:cubicBezTo>
                    <a:pt x="14" y="1"/>
                    <a:pt x="14" y="28"/>
                    <a:pt x="14" y="70"/>
                  </a:cubicBezTo>
                  <a:cubicBezTo>
                    <a:pt x="14" y="126"/>
                    <a:pt x="0" y="196"/>
                    <a:pt x="0" y="280"/>
                  </a:cubicBezTo>
                  <a:cubicBezTo>
                    <a:pt x="0" y="447"/>
                    <a:pt x="0" y="670"/>
                    <a:pt x="0" y="893"/>
                  </a:cubicBezTo>
                  <a:cubicBezTo>
                    <a:pt x="0" y="1116"/>
                    <a:pt x="14" y="1326"/>
                    <a:pt x="28" y="1507"/>
                  </a:cubicBezTo>
                  <a:cubicBezTo>
                    <a:pt x="42" y="1591"/>
                    <a:pt x="42" y="1660"/>
                    <a:pt x="56" y="1702"/>
                  </a:cubicBezTo>
                  <a:cubicBezTo>
                    <a:pt x="60" y="1716"/>
                    <a:pt x="62" y="1728"/>
                    <a:pt x="64" y="1739"/>
                  </a:cubicBezTo>
                  <a:lnTo>
                    <a:pt x="64" y="1739"/>
                  </a:lnTo>
                  <a:cubicBezTo>
                    <a:pt x="65" y="1728"/>
                    <a:pt x="66" y="1716"/>
                    <a:pt x="70" y="1702"/>
                  </a:cubicBezTo>
                  <a:cubicBezTo>
                    <a:pt x="70" y="1660"/>
                    <a:pt x="84" y="1591"/>
                    <a:pt x="84" y="1507"/>
                  </a:cubicBezTo>
                  <a:cubicBezTo>
                    <a:pt x="84" y="1340"/>
                    <a:pt x="84" y="1116"/>
                    <a:pt x="84" y="893"/>
                  </a:cubicBezTo>
                  <a:cubicBezTo>
                    <a:pt x="70" y="670"/>
                    <a:pt x="56" y="447"/>
                    <a:pt x="42" y="280"/>
                  </a:cubicBezTo>
                  <a:cubicBezTo>
                    <a:pt x="42" y="196"/>
                    <a:pt x="28" y="126"/>
                    <a:pt x="28" y="70"/>
                  </a:cubicBezTo>
                  <a:cubicBezTo>
                    <a:pt x="14" y="28"/>
                    <a:pt x="14" y="1"/>
                    <a:pt x="14" y="1"/>
                  </a:cubicBezTo>
                  <a:close/>
                  <a:moveTo>
                    <a:pt x="64" y="1739"/>
                  </a:moveTo>
                  <a:cubicBezTo>
                    <a:pt x="62" y="1770"/>
                    <a:pt x="70" y="1786"/>
                    <a:pt x="70" y="1786"/>
                  </a:cubicBezTo>
                  <a:cubicBezTo>
                    <a:pt x="70" y="1786"/>
                    <a:pt x="70" y="1770"/>
                    <a:pt x="64" y="1739"/>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2"/>
            <p:cNvSpPr/>
            <p:nvPr/>
          </p:nvSpPr>
          <p:spPr>
            <a:xfrm>
              <a:off x="963895" y="2100727"/>
              <a:ext cx="245390" cy="238648"/>
            </a:xfrm>
            <a:custGeom>
              <a:avLst/>
              <a:gdLst/>
              <a:ahLst/>
              <a:cxnLst/>
              <a:rect l="l" t="t" r="r" b="b"/>
              <a:pathLst>
                <a:path w="2038" h="1982" extrusionOk="0">
                  <a:moveTo>
                    <a:pt x="1371" y="1914"/>
                  </a:moveTo>
                  <a:cubicBezTo>
                    <a:pt x="1329" y="1929"/>
                    <a:pt x="1286" y="1941"/>
                    <a:pt x="1242" y="1954"/>
                  </a:cubicBezTo>
                  <a:cubicBezTo>
                    <a:pt x="1241" y="1954"/>
                    <a:pt x="1241" y="1954"/>
                    <a:pt x="1240" y="1955"/>
                  </a:cubicBezTo>
                  <a:lnTo>
                    <a:pt x="1240" y="1955"/>
                  </a:lnTo>
                  <a:cubicBezTo>
                    <a:pt x="1246" y="1954"/>
                    <a:pt x="1251" y="1954"/>
                    <a:pt x="1256" y="1954"/>
                  </a:cubicBezTo>
                  <a:cubicBezTo>
                    <a:pt x="1295" y="1943"/>
                    <a:pt x="1333" y="1929"/>
                    <a:pt x="1371" y="1914"/>
                  </a:cubicBezTo>
                  <a:close/>
                  <a:moveTo>
                    <a:pt x="991" y="1"/>
                  </a:moveTo>
                  <a:cubicBezTo>
                    <a:pt x="893" y="1"/>
                    <a:pt x="782" y="15"/>
                    <a:pt x="684" y="43"/>
                  </a:cubicBezTo>
                  <a:cubicBezTo>
                    <a:pt x="601" y="70"/>
                    <a:pt x="503" y="112"/>
                    <a:pt x="419" y="168"/>
                  </a:cubicBezTo>
                  <a:cubicBezTo>
                    <a:pt x="266" y="280"/>
                    <a:pt x="140" y="433"/>
                    <a:pt x="70" y="614"/>
                  </a:cubicBezTo>
                  <a:cubicBezTo>
                    <a:pt x="43" y="698"/>
                    <a:pt x="15" y="782"/>
                    <a:pt x="1" y="880"/>
                  </a:cubicBezTo>
                  <a:cubicBezTo>
                    <a:pt x="1" y="921"/>
                    <a:pt x="1" y="963"/>
                    <a:pt x="1" y="1005"/>
                  </a:cubicBezTo>
                  <a:cubicBezTo>
                    <a:pt x="1" y="1047"/>
                    <a:pt x="1" y="1089"/>
                    <a:pt x="1" y="1131"/>
                  </a:cubicBezTo>
                  <a:cubicBezTo>
                    <a:pt x="29" y="1284"/>
                    <a:pt x="84" y="1437"/>
                    <a:pt x="182" y="1563"/>
                  </a:cubicBezTo>
                  <a:cubicBezTo>
                    <a:pt x="252" y="1675"/>
                    <a:pt x="349" y="1772"/>
                    <a:pt x="461" y="1842"/>
                  </a:cubicBezTo>
                  <a:cubicBezTo>
                    <a:pt x="545" y="1898"/>
                    <a:pt x="642" y="1926"/>
                    <a:pt x="740" y="1954"/>
                  </a:cubicBezTo>
                  <a:cubicBezTo>
                    <a:pt x="782" y="1968"/>
                    <a:pt x="810" y="1981"/>
                    <a:pt x="852" y="1981"/>
                  </a:cubicBezTo>
                  <a:lnTo>
                    <a:pt x="921" y="1981"/>
                  </a:lnTo>
                  <a:cubicBezTo>
                    <a:pt x="893" y="1981"/>
                    <a:pt x="866" y="1968"/>
                    <a:pt x="838" y="1968"/>
                  </a:cubicBezTo>
                  <a:cubicBezTo>
                    <a:pt x="810" y="1968"/>
                    <a:pt x="768" y="1954"/>
                    <a:pt x="726" y="1940"/>
                  </a:cubicBezTo>
                  <a:cubicBezTo>
                    <a:pt x="628" y="1912"/>
                    <a:pt x="545" y="1870"/>
                    <a:pt x="461" y="1814"/>
                  </a:cubicBezTo>
                  <a:cubicBezTo>
                    <a:pt x="224" y="1661"/>
                    <a:pt x="70" y="1410"/>
                    <a:pt x="43" y="1117"/>
                  </a:cubicBezTo>
                  <a:lnTo>
                    <a:pt x="43" y="1005"/>
                  </a:lnTo>
                  <a:cubicBezTo>
                    <a:pt x="43" y="963"/>
                    <a:pt x="57" y="921"/>
                    <a:pt x="57" y="880"/>
                  </a:cubicBezTo>
                  <a:cubicBezTo>
                    <a:pt x="70" y="796"/>
                    <a:pt x="98" y="712"/>
                    <a:pt x="140" y="628"/>
                  </a:cubicBezTo>
                  <a:cubicBezTo>
                    <a:pt x="210" y="475"/>
                    <a:pt x="336" y="336"/>
                    <a:pt x="489" y="238"/>
                  </a:cubicBezTo>
                  <a:cubicBezTo>
                    <a:pt x="559" y="196"/>
                    <a:pt x="642" y="154"/>
                    <a:pt x="726" y="126"/>
                  </a:cubicBezTo>
                  <a:cubicBezTo>
                    <a:pt x="810" y="98"/>
                    <a:pt x="907" y="84"/>
                    <a:pt x="991" y="84"/>
                  </a:cubicBezTo>
                  <a:cubicBezTo>
                    <a:pt x="1089" y="84"/>
                    <a:pt x="1172" y="98"/>
                    <a:pt x="1256" y="126"/>
                  </a:cubicBezTo>
                  <a:cubicBezTo>
                    <a:pt x="1354" y="154"/>
                    <a:pt x="1437" y="196"/>
                    <a:pt x="1507" y="238"/>
                  </a:cubicBezTo>
                  <a:cubicBezTo>
                    <a:pt x="1661" y="336"/>
                    <a:pt x="1772" y="475"/>
                    <a:pt x="1856" y="628"/>
                  </a:cubicBezTo>
                  <a:cubicBezTo>
                    <a:pt x="1926" y="782"/>
                    <a:pt x="1954" y="949"/>
                    <a:pt x="1940" y="1117"/>
                  </a:cubicBezTo>
                  <a:cubicBezTo>
                    <a:pt x="1926" y="1270"/>
                    <a:pt x="1884" y="1424"/>
                    <a:pt x="1800" y="1549"/>
                  </a:cubicBezTo>
                  <a:cubicBezTo>
                    <a:pt x="1730" y="1661"/>
                    <a:pt x="1633" y="1744"/>
                    <a:pt x="1535" y="1828"/>
                  </a:cubicBezTo>
                  <a:cubicBezTo>
                    <a:pt x="1484" y="1862"/>
                    <a:pt x="1429" y="1890"/>
                    <a:pt x="1371" y="1914"/>
                  </a:cubicBezTo>
                  <a:lnTo>
                    <a:pt x="1371" y="1914"/>
                  </a:lnTo>
                  <a:cubicBezTo>
                    <a:pt x="1424" y="1895"/>
                    <a:pt x="1475" y="1873"/>
                    <a:pt x="1521" y="1842"/>
                  </a:cubicBezTo>
                  <a:cubicBezTo>
                    <a:pt x="1633" y="1772"/>
                    <a:pt x="1730" y="1675"/>
                    <a:pt x="1800" y="1563"/>
                  </a:cubicBezTo>
                  <a:cubicBezTo>
                    <a:pt x="1995" y="1284"/>
                    <a:pt x="2037" y="921"/>
                    <a:pt x="1912" y="614"/>
                  </a:cubicBezTo>
                  <a:cubicBezTo>
                    <a:pt x="1870" y="531"/>
                    <a:pt x="1828" y="447"/>
                    <a:pt x="1758" y="377"/>
                  </a:cubicBezTo>
                  <a:cubicBezTo>
                    <a:pt x="1702" y="294"/>
                    <a:pt x="1633" y="224"/>
                    <a:pt x="1549" y="168"/>
                  </a:cubicBezTo>
                  <a:cubicBezTo>
                    <a:pt x="1465" y="112"/>
                    <a:pt x="1382" y="70"/>
                    <a:pt x="1284" y="43"/>
                  </a:cubicBezTo>
                  <a:cubicBezTo>
                    <a:pt x="1186" y="15"/>
                    <a:pt x="1089" y="1"/>
                    <a:pt x="991" y="1"/>
                  </a:cubicBezTo>
                  <a:close/>
                  <a:moveTo>
                    <a:pt x="1240" y="1955"/>
                  </a:moveTo>
                  <a:cubicBezTo>
                    <a:pt x="1213" y="1958"/>
                    <a:pt x="1179" y="1968"/>
                    <a:pt x="1145" y="1968"/>
                  </a:cubicBezTo>
                  <a:cubicBezTo>
                    <a:pt x="1117" y="1981"/>
                    <a:pt x="1089" y="1981"/>
                    <a:pt x="1061" y="1981"/>
                  </a:cubicBezTo>
                  <a:lnTo>
                    <a:pt x="1131" y="1981"/>
                  </a:lnTo>
                  <a:cubicBezTo>
                    <a:pt x="1171" y="1981"/>
                    <a:pt x="1212" y="1968"/>
                    <a:pt x="1240" y="1955"/>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2"/>
            <p:cNvSpPr/>
            <p:nvPr/>
          </p:nvSpPr>
          <p:spPr>
            <a:xfrm>
              <a:off x="1388813" y="2450149"/>
              <a:ext cx="85851" cy="84646"/>
            </a:xfrm>
            <a:custGeom>
              <a:avLst/>
              <a:gdLst/>
              <a:ahLst/>
              <a:cxnLst/>
              <a:rect l="l" t="t" r="r" b="b"/>
              <a:pathLst>
                <a:path w="713" h="703" extrusionOk="0">
                  <a:moveTo>
                    <a:pt x="503" y="28"/>
                  </a:moveTo>
                  <a:lnTo>
                    <a:pt x="524" y="35"/>
                  </a:lnTo>
                  <a:cubicBezTo>
                    <a:pt x="517" y="31"/>
                    <a:pt x="510" y="28"/>
                    <a:pt x="503" y="28"/>
                  </a:cubicBezTo>
                  <a:close/>
                  <a:moveTo>
                    <a:pt x="524" y="35"/>
                  </a:moveTo>
                  <a:cubicBezTo>
                    <a:pt x="531" y="38"/>
                    <a:pt x="538" y="42"/>
                    <a:pt x="545" y="42"/>
                  </a:cubicBezTo>
                  <a:lnTo>
                    <a:pt x="524" y="35"/>
                  </a:lnTo>
                  <a:close/>
                  <a:moveTo>
                    <a:pt x="545" y="42"/>
                  </a:moveTo>
                  <a:lnTo>
                    <a:pt x="545" y="42"/>
                  </a:lnTo>
                  <a:cubicBezTo>
                    <a:pt x="559" y="56"/>
                    <a:pt x="573" y="70"/>
                    <a:pt x="587" y="84"/>
                  </a:cubicBezTo>
                  <a:lnTo>
                    <a:pt x="614" y="98"/>
                  </a:lnTo>
                  <a:lnTo>
                    <a:pt x="601" y="84"/>
                  </a:lnTo>
                  <a:cubicBezTo>
                    <a:pt x="573" y="70"/>
                    <a:pt x="559" y="56"/>
                    <a:pt x="545" y="42"/>
                  </a:cubicBezTo>
                  <a:close/>
                  <a:moveTo>
                    <a:pt x="308" y="0"/>
                  </a:moveTo>
                  <a:cubicBezTo>
                    <a:pt x="196" y="14"/>
                    <a:pt x="98" y="98"/>
                    <a:pt x="43" y="195"/>
                  </a:cubicBezTo>
                  <a:cubicBezTo>
                    <a:pt x="15" y="265"/>
                    <a:pt x="1" y="335"/>
                    <a:pt x="15" y="405"/>
                  </a:cubicBezTo>
                  <a:cubicBezTo>
                    <a:pt x="15" y="446"/>
                    <a:pt x="29" y="474"/>
                    <a:pt x="57" y="502"/>
                  </a:cubicBezTo>
                  <a:cubicBezTo>
                    <a:pt x="70" y="544"/>
                    <a:pt x="84" y="572"/>
                    <a:pt x="112" y="600"/>
                  </a:cubicBezTo>
                  <a:cubicBezTo>
                    <a:pt x="168" y="642"/>
                    <a:pt x="238" y="684"/>
                    <a:pt x="308" y="697"/>
                  </a:cubicBezTo>
                  <a:cubicBezTo>
                    <a:pt x="326" y="701"/>
                    <a:pt x="345" y="703"/>
                    <a:pt x="364" y="703"/>
                  </a:cubicBezTo>
                  <a:cubicBezTo>
                    <a:pt x="415" y="703"/>
                    <a:pt x="466" y="690"/>
                    <a:pt x="517" y="670"/>
                  </a:cubicBezTo>
                  <a:cubicBezTo>
                    <a:pt x="545" y="656"/>
                    <a:pt x="573" y="642"/>
                    <a:pt x="601" y="614"/>
                  </a:cubicBezTo>
                  <a:lnTo>
                    <a:pt x="628" y="586"/>
                  </a:lnTo>
                  <a:cubicBezTo>
                    <a:pt x="642" y="572"/>
                    <a:pt x="642" y="558"/>
                    <a:pt x="656" y="544"/>
                  </a:cubicBezTo>
                  <a:cubicBezTo>
                    <a:pt x="684" y="502"/>
                    <a:pt x="698" y="446"/>
                    <a:pt x="712" y="391"/>
                  </a:cubicBezTo>
                  <a:cubicBezTo>
                    <a:pt x="712" y="377"/>
                    <a:pt x="712" y="349"/>
                    <a:pt x="712" y="321"/>
                  </a:cubicBezTo>
                  <a:cubicBezTo>
                    <a:pt x="712" y="307"/>
                    <a:pt x="712" y="279"/>
                    <a:pt x="698" y="265"/>
                  </a:cubicBezTo>
                  <a:lnTo>
                    <a:pt x="684" y="209"/>
                  </a:lnTo>
                  <a:cubicBezTo>
                    <a:pt x="684" y="195"/>
                    <a:pt x="670" y="181"/>
                    <a:pt x="670" y="167"/>
                  </a:cubicBezTo>
                  <a:cubicBezTo>
                    <a:pt x="656" y="153"/>
                    <a:pt x="642" y="126"/>
                    <a:pt x="628" y="112"/>
                  </a:cubicBezTo>
                  <a:lnTo>
                    <a:pt x="614" y="98"/>
                  </a:lnTo>
                  <a:lnTo>
                    <a:pt x="628" y="126"/>
                  </a:lnTo>
                  <a:cubicBezTo>
                    <a:pt x="642" y="140"/>
                    <a:pt x="656" y="153"/>
                    <a:pt x="670" y="181"/>
                  </a:cubicBezTo>
                  <a:lnTo>
                    <a:pt x="684" y="223"/>
                  </a:lnTo>
                  <a:lnTo>
                    <a:pt x="698" y="279"/>
                  </a:lnTo>
                  <a:cubicBezTo>
                    <a:pt x="698" y="293"/>
                    <a:pt x="712" y="307"/>
                    <a:pt x="698" y="335"/>
                  </a:cubicBezTo>
                  <a:cubicBezTo>
                    <a:pt x="698" y="349"/>
                    <a:pt x="698" y="377"/>
                    <a:pt x="698" y="405"/>
                  </a:cubicBezTo>
                  <a:cubicBezTo>
                    <a:pt x="684" y="446"/>
                    <a:pt x="656" y="488"/>
                    <a:pt x="614" y="530"/>
                  </a:cubicBezTo>
                  <a:lnTo>
                    <a:pt x="601" y="558"/>
                  </a:lnTo>
                  <a:lnTo>
                    <a:pt x="559" y="586"/>
                  </a:lnTo>
                  <a:cubicBezTo>
                    <a:pt x="531" y="600"/>
                    <a:pt x="517" y="600"/>
                    <a:pt x="489" y="614"/>
                  </a:cubicBezTo>
                  <a:cubicBezTo>
                    <a:pt x="461" y="621"/>
                    <a:pt x="433" y="624"/>
                    <a:pt x="405" y="624"/>
                  </a:cubicBezTo>
                  <a:cubicBezTo>
                    <a:pt x="377" y="624"/>
                    <a:pt x="349" y="621"/>
                    <a:pt x="322" y="614"/>
                  </a:cubicBezTo>
                  <a:cubicBezTo>
                    <a:pt x="280" y="600"/>
                    <a:pt x="224" y="572"/>
                    <a:pt x="182" y="530"/>
                  </a:cubicBezTo>
                  <a:cubicBezTo>
                    <a:pt x="168" y="516"/>
                    <a:pt x="154" y="488"/>
                    <a:pt x="140" y="460"/>
                  </a:cubicBezTo>
                  <a:cubicBezTo>
                    <a:pt x="126" y="446"/>
                    <a:pt x="112" y="419"/>
                    <a:pt x="98" y="391"/>
                  </a:cubicBezTo>
                  <a:cubicBezTo>
                    <a:pt x="98" y="335"/>
                    <a:pt x="98" y="279"/>
                    <a:pt x="98" y="223"/>
                  </a:cubicBezTo>
                  <a:cubicBezTo>
                    <a:pt x="126" y="181"/>
                    <a:pt x="154" y="126"/>
                    <a:pt x="196" y="98"/>
                  </a:cubicBezTo>
                  <a:cubicBezTo>
                    <a:pt x="224" y="56"/>
                    <a:pt x="266" y="42"/>
                    <a:pt x="322" y="28"/>
                  </a:cubicBezTo>
                  <a:cubicBezTo>
                    <a:pt x="336" y="14"/>
                    <a:pt x="363" y="14"/>
                    <a:pt x="391" y="14"/>
                  </a:cubicBezTo>
                  <a:lnTo>
                    <a:pt x="447" y="14"/>
                  </a:lnTo>
                  <a:cubicBezTo>
                    <a:pt x="433" y="0"/>
                    <a:pt x="405" y="0"/>
                    <a:pt x="391"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2"/>
            <p:cNvSpPr/>
            <p:nvPr/>
          </p:nvSpPr>
          <p:spPr>
            <a:xfrm>
              <a:off x="723802" y="2478686"/>
              <a:ext cx="84044" cy="84767"/>
            </a:xfrm>
            <a:custGeom>
              <a:avLst/>
              <a:gdLst/>
              <a:ahLst/>
              <a:cxnLst/>
              <a:rect l="l" t="t" r="r" b="b"/>
              <a:pathLst>
                <a:path w="698" h="704" extrusionOk="0">
                  <a:moveTo>
                    <a:pt x="0" y="363"/>
                  </a:moveTo>
                  <a:lnTo>
                    <a:pt x="0" y="377"/>
                  </a:lnTo>
                  <a:cubicBezTo>
                    <a:pt x="0" y="391"/>
                    <a:pt x="0" y="419"/>
                    <a:pt x="14" y="433"/>
                  </a:cubicBezTo>
                  <a:cubicBezTo>
                    <a:pt x="0" y="405"/>
                    <a:pt x="0" y="391"/>
                    <a:pt x="0" y="363"/>
                  </a:cubicBezTo>
                  <a:close/>
                  <a:moveTo>
                    <a:pt x="279" y="0"/>
                  </a:moveTo>
                  <a:cubicBezTo>
                    <a:pt x="237" y="0"/>
                    <a:pt x="181" y="28"/>
                    <a:pt x="140" y="56"/>
                  </a:cubicBezTo>
                  <a:cubicBezTo>
                    <a:pt x="112" y="70"/>
                    <a:pt x="98" y="98"/>
                    <a:pt x="84" y="112"/>
                  </a:cubicBezTo>
                  <a:cubicBezTo>
                    <a:pt x="70" y="126"/>
                    <a:pt x="56" y="140"/>
                    <a:pt x="42" y="154"/>
                  </a:cubicBezTo>
                  <a:lnTo>
                    <a:pt x="28" y="209"/>
                  </a:lnTo>
                  <a:cubicBezTo>
                    <a:pt x="14" y="223"/>
                    <a:pt x="14" y="237"/>
                    <a:pt x="14" y="251"/>
                  </a:cubicBezTo>
                  <a:cubicBezTo>
                    <a:pt x="0" y="279"/>
                    <a:pt x="0" y="293"/>
                    <a:pt x="0" y="321"/>
                  </a:cubicBezTo>
                  <a:cubicBezTo>
                    <a:pt x="0" y="307"/>
                    <a:pt x="0" y="279"/>
                    <a:pt x="14" y="265"/>
                  </a:cubicBezTo>
                  <a:cubicBezTo>
                    <a:pt x="14" y="251"/>
                    <a:pt x="28" y="237"/>
                    <a:pt x="28" y="223"/>
                  </a:cubicBezTo>
                  <a:lnTo>
                    <a:pt x="56" y="168"/>
                  </a:lnTo>
                  <a:cubicBezTo>
                    <a:pt x="70" y="154"/>
                    <a:pt x="84" y="140"/>
                    <a:pt x="98" y="126"/>
                  </a:cubicBezTo>
                  <a:cubicBezTo>
                    <a:pt x="112" y="112"/>
                    <a:pt x="126" y="98"/>
                    <a:pt x="154" y="84"/>
                  </a:cubicBezTo>
                  <a:cubicBezTo>
                    <a:pt x="195" y="56"/>
                    <a:pt x="237" y="42"/>
                    <a:pt x="293" y="42"/>
                  </a:cubicBezTo>
                  <a:lnTo>
                    <a:pt x="363" y="42"/>
                  </a:lnTo>
                  <a:cubicBezTo>
                    <a:pt x="391" y="56"/>
                    <a:pt x="419" y="56"/>
                    <a:pt x="446" y="70"/>
                  </a:cubicBezTo>
                  <a:cubicBezTo>
                    <a:pt x="488" y="98"/>
                    <a:pt x="530" y="140"/>
                    <a:pt x="558" y="182"/>
                  </a:cubicBezTo>
                  <a:cubicBezTo>
                    <a:pt x="614" y="279"/>
                    <a:pt x="614" y="405"/>
                    <a:pt x="558" y="502"/>
                  </a:cubicBezTo>
                  <a:cubicBezTo>
                    <a:pt x="530" y="544"/>
                    <a:pt x="488" y="586"/>
                    <a:pt x="446" y="614"/>
                  </a:cubicBezTo>
                  <a:cubicBezTo>
                    <a:pt x="391" y="642"/>
                    <a:pt x="349" y="642"/>
                    <a:pt x="293" y="642"/>
                  </a:cubicBezTo>
                  <a:cubicBezTo>
                    <a:pt x="237" y="642"/>
                    <a:pt x="195" y="628"/>
                    <a:pt x="154" y="600"/>
                  </a:cubicBezTo>
                  <a:cubicBezTo>
                    <a:pt x="126" y="586"/>
                    <a:pt x="112" y="572"/>
                    <a:pt x="98" y="558"/>
                  </a:cubicBezTo>
                  <a:cubicBezTo>
                    <a:pt x="84" y="544"/>
                    <a:pt x="70" y="530"/>
                    <a:pt x="56" y="516"/>
                  </a:cubicBezTo>
                  <a:lnTo>
                    <a:pt x="28" y="474"/>
                  </a:lnTo>
                  <a:lnTo>
                    <a:pt x="28" y="474"/>
                  </a:lnTo>
                  <a:cubicBezTo>
                    <a:pt x="28" y="502"/>
                    <a:pt x="42" y="516"/>
                    <a:pt x="42" y="530"/>
                  </a:cubicBezTo>
                  <a:cubicBezTo>
                    <a:pt x="56" y="544"/>
                    <a:pt x="70" y="558"/>
                    <a:pt x="84" y="586"/>
                  </a:cubicBezTo>
                  <a:lnTo>
                    <a:pt x="140" y="628"/>
                  </a:lnTo>
                  <a:cubicBezTo>
                    <a:pt x="206" y="675"/>
                    <a:pt x="285" y="703"/>
                    <a:pt x="364" y="703"/>
                  </a:cubicBezTo>
                  <a:cubicBezTo>
                    <a:pt x="401" y="703"/>
                    <a:pt x="439" y="697"/>
                    <a:pt x="474" y="684"/>
                  </a:cubicBezTo>
                  <a:cubicBezTo>
                    <a:pt x="530" y="656"/>
                    <a:pt x="600" y="614"/>
                    <a:pt x="642" y="558"/>
                  </a:cubicBezTo>
                  <a:cubicBezTo>
                    <a:pt x="670" y="488"/>
                    <a:pt x="698" y="419"/>
                    <a:pt x="698" y="349"/>
                  </a:cubicBezTo>
                  <a:cubicBezTo>
                    <a:pt x="698" y="307"/>
                    <a:pt x="698" y="279"/>
                    <a:pt x="684" y="237"/>
                  </a:cubicBezTo>
                  <a:cubicBezTo>
                    <a:pt x="670" y="209"/>
                    <a:pt x="656" y="168"/>
                    <a:pt x="642" y="140"/>
                  </a:cubicBezTo>
                  <a:cubicBezTo>
                    <a:pt x="586" y="84"/>
                    <a:pt x="530" y="42"/>
                    <a:pt x="474" y="14"/>
                  </a:cubicBezTo>
                  <a:cubicBezTo>
                    <a:pt x="446" y="0"/>
                    <a:pt x="405" y="0"/>
                    <a:pt x="377"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2"/>
            <p:cNvSpPr/>
            <p:nvPr/>
          </p:nvSpPr>
          <p:spPr>
            <a:xfrm>
              <a:off x="324049" y="1905907"/>
              <a:ext cx="119324" cy="174832"/>
            </a:xfrm>
            <a:custGeom>
              <a:avLst/>
              <a:gdLst/>
              <a:ahLst/>
              <a:cxnLst/>
              <a:rect l="l" t="t" r="r" b="b"/>
              <a:pathLst>
                <a:path w="991" h="1452" extrusionOk="0">
                  <a:moveTo>
                    <a:pt x="754" y="1"/>
                  </a:moveTo>
                  <a:cubicBezTo>
                    <a:pt x="670" y="15"/>
                    <a:pt x="600" y="15"/>
                    <a:pt x="516" y="15"/>
                  </a:cubicBezTo>
                  <a:lnTo>
                    <a:pt x="42" y="43"/>
                  </a:lnTo>
                  <a:lnTo>
                    <a:pt x="0" y="43"/>
                  </a:lnTo>
                  <a:lnTo>
                    <a:pt x="0" y="84"/>
                  </a:lnTo>
                  <a:cubicBezTo>
                    <a:pt x="14" y="531"/>
                    <a:pt x="28" y="977"/>
                    <a:pt x="70" y="1410"/>
                  </a:cubicBezTo>
                  <a:lnTo>
                    <a:pt x="70" y="1451"/>
                  </a:lnTo>
                  <a:lnTo>
                    <a:pt x="98" y="1451"/>
                  </a:lnTo>
                  <a:lnTo>
                    <a:pt x="544" y="1437"/>
                  </a:lnTo>
                  <a:lnTo>
                    <a:pt x="768" y="1423"/>
                  </a:lnTo>
                  <a:lnTo>
                    <a:pt x="991" y="1396"/>
                  </a:lnTo>
                  <a:lnTo>
                    <a:pt x="139" y="1396"/>
                  </a:lnTo>
                  <a:cubicBezTo>
                    <a:pt x="126" y="984"/>
                    <a:pt x="112" y="560"/>
                    <a:pt x="86" y="135"/>
                  </a:cubicBezTo>
                  <a:lnTo>
                    <a:pt x="86" y="135"/>
                  </a:lnTo>
                  <a:lnTo>
                    <a:pt x="516" y="84"/>
                  </a:lnTo>
                  <a:lnTo>
                    <a:pt x="754" y="43"/>
                  </a:lnTo>
                  <a:lnTo>
                    <a:pt x="991" y="1"/>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2"/>
            <p:cNvSpPr/>
            <p:nvPr/>
          </p:nvSpPr>
          <p:spPr>
            <a:xfrm>
              <a:off x="554148" y="1897479"/>
              <a:ext cx="119324" cy="176517"/>
            </a:xfrm>
            <a:custGeom>
              <a:avLst/>
              <a:gdLst/>
              <a:ahLst/>
              <a:cxnLst/>
              <a:rect l="l" t="t" r="r" b="b"/>
              <a:pathLst>
                <a:path w="991" h="1466" extrusionOk="0">
                  <a:moveTo>
                    <a:pt x="879" y="1"/>
                  </a:moveTo>
                  <a:lnTo>
                    <a:pt x="433" y="29"/>
                  </a:lnTo>
                  <a:lnTo>
                    <a:pt x="223" y="43"/>
                  </a:lnTo>
                  <a:lnTo>
                    <a:pt x="0" y="57"/>
                  </a:lnTo>
                  <a:lnTo>
                    <a:pt x="223" y="71"/>
                  </a:lnTo>
                  <a:lnTo>
                    <a:pt x="839" y="71"/>
                  </a:lnTo>
                  <a:cubicBezTo>
                    <a:pt x="852" y="491"/>
                    <a:pt x="878" y="911"/>
                    <a:pt x="905" y="1331"/>
                  </a:cubicBezTo>
                  <a:lnTo>
                    <a:pt x="905" y="1331"/>
                  </a:lnTo>
                  <a:lnTo>
                    <a:pt x="475" y="1382"/>
                  </a:lnTo>
                  <a:cubicBezTo>
                    <a:pt x="391" y="1382"/>
                    <a:pt x="307" y="1410"/>
                    <a:pt x="237" y="1410"/>
                  </a:cubicBezTo>
                  <a:cubicBezTo>
                    <a:pt x="154" y="1424"/>
                    <a:pt x="70" y="1438"/>
                    <a:pt x="0" y="1452"/>
                  </a:cubicBezTo>
                  <a:cubicBezTo>
                    <a:pt x="70" y="1452"/>
                    <a:pt x="154" y="1452"/>
                    <a:pt x="237" y="1466"/>
                  </a:cubicBezTo>
                  <a:lnTo>
                    <a:pt x="475" y="1452"/>
                  </a:lnTo>
                  <a:lnTo>
                    <a:pt x="949" y="1424"/>
                  </a:lnTo>
                  <a:lnTo>
                    <a:pt x="991" y="1424"/>
                  </a:lnTo>
                  <a:lnTo>
                    <a:pt x="991" y="1382"/>
                  </a:lnTo>
                  <a:cubicBezTo>
                    <a:pt x="977" y="936"/>
                    <a:pt x="949" y="489"/>
                    <a:pt x="921" y="43"/>
                  </a:cubicBezTo>
                  <a:lnTo>
                    <a:pt x="921" y="1"/>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2"/>
            <p:cNvSpPr/>
            <p:nvPr/>
          </p:nvSpPr>
          <p:spPr>
            <a:xfrm>
              <a:off x="384494" y="1919393"/>
              <a:ext cx="77422" cy="117638"/>
            </a:xfrm>
            <a:custGeom>
              <a:avLst/>
              <a:gdLst/>
              <a:ahLst/>
              <a:cxnLst/>
              <a:rect l="l" t="t" r="r" b="b"/>
              <a:pathLst>
                <a:path w="643" h="977" extrusionOk="0">
                  <a:moveTo>
                    <a:pt x="642" y="0"/>
                  </a:moveTo>
                  <a:lnTo>
                    <a:pt x="642" y="0"/>
                  </a:lnTo>
                  <a:cubicBezTo>
                    <a:pt x="572" y="42"/>
                    <a:pt x="503" y="84"/>
                    <a:pt x="405" y="126"/>
                  </a:cubicBezTo>
                  <a:cubicBezTo>
                    <a:pt x="405" y="237"/>
                    <a:pt x="405" y="335"/>
                    <a:pt x="405" y="405"/>
                  </a:cubicBezTo>
                  <a:lnTo>
                    <a:pt x="349" y="321"/>
                  </a:lnTo>
                  <a:cubicBezTo>
                    <a:pt x="293" y="237"/>
                    <a:pt x="238" y="154"/>
                    <a:pt x="196" y="70"/>
                  </a:cubicBezTo>
                  <a:lnTo>
                    <a:pt x="0" y="168"/>
                  </a:lnTo>
                  <a:lnTo>
                    <a:pt x="0" y="558"/>
                  </a:lnTo>
                  <a:lnTo>
                    <a:pt x="0" y="865"/>
                  </a:lnTo>
                  <a:lnTo>
                    <a:pt x="210" y="754"/>
                  </a:lnTo>
                  <a:lnTo>
                    <a:pt x="210" y="628"/>
                  </a:lnTo>
                  <a:lnTo>
                    <a:pt x="210" y="489"/>
                  </a:lnTo>
                  <a:cubicBezTo>
                    <a:pt x="307" y="642"/>
                    <a:pt x="391" y="809"/>
                    <a:pt x="475" y="977"/>
                  </a:cubicBezTo>
                  <a:cubicBezTo>
                    <a:pt x="517" y="935"/>
                    <a:pt x="558" y="907"/>
                    <a:pt x="614" y="879"/>
                  </a:cubicBezTo>
                  <a:lnTo>
                    <a:pt x="628" y="154"/>
                  </a:lnTo>
                  <a:cubicBezTo>
                    <a:pt x="642" y="98"/>
                    <a:pt x="642" y="42"/>
                    <a:pt x="642"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2"/>
            <p:cNvSpPr/>
            <p:nvPr/>
          </p:nvSpPr>
          <p:spPr>
            <a:xfrm>
              <a:off x="470104" y="1944558"/>
              <a:ext cx="70679" cy="80793"/>
            </a:xfrm>
            <a:custGeom>
              <a:avLst/>
              <a:gdLst/>
              <a:ahLst/>
              <a:cxnLst/>
              <a:rect l="l" t="t" r="r" b="b"/>
              <a:pathLst>
                <a:path w="587" h="671" extrusionOk="0">
                  <a:moveTo>
                    <a:pt x="364" y="210"/>
                  </a:moveTo>
                  <a:cubicBezTo>
                    <a:pt x="391" y="224"/>
                    <a:pt x="405" y="238"/>
                    <a:pt x="419" y="280"/>
                  </a:cubicBezTo>
                  <a:cubicBezTo>
                    <a:pt x="419" y="377"/>
                    <a:pt x="350" y="461"/>
                    <a:pt x="252" y="489"/>
                  </a:cubicBezTo>
                  <a:cubicBezTo>
                    <a:pt x="210" y="489"/>
                    <a:pt x="182" y="475"/>
                    <a:pt x="182" y="419"/>
                  </a:cubicBezTo>
                  <a:cubicBezTo>
                    <a:pt x="182" y="391"/>
                    <a:pt x="196" y="363"/>
                    <a:pt x="210" y="335"/>
                  </a:cubicBezTo>
                  <a:cubicBezTo>
                    <a:pt x="238" y="280"/>
                    <a:pt x="294" y="224"/>
                    <a:pt x="364" y="210"/>
                  </a:cubicBezTo>
                  <a:close/>
                  <a:moveTo>
                    <a:pt x="391" y="1"/>
                  </a:moveTo>
                  <a:cubicBezTo>
                    <a:pt x="336" y="1"/>
                    <a:pt x="294" y="14"/>
                    <a:pt x="252" y="28"/>
                  </a:cubicBezTo>
                  <a:cubicBezTo>
                    <a:pt x="210" y="56"/>
                    <a:pt x="154" y="98"/>
                    <a:pt x="126" y="140"/>
                  </a:cubicBezTo>
                  <a:cubicBezTo>
                    <a:pt x="112" y="154"/>
                    <a:pt x="99" y="168"/>
                    <a:pt x="85" y="196"/>
                  </a:cubicBezTo>
                  <a:cubicBezTo>
                    <a:pt x="57" y="238"/>
                    <a:pt x="43" y="266"/>
                    <a:pt x="29" y="307"/>
                  </a:cubicBezTo>
                  <a:cubicBezTo>
                    <a:pt x="15" y="363"/>
                    <a:pt x="1" y="419"/>
                    <a:pt x="15" y="475"/>
                  </a:cubicBezTo>
                  <a:cubicBezTo>
                    <a:pt x="15" y="517"/>
                    <a:pt x="29" y="558"/>
                    <a:pt x="57" y="600"/>
                  </a:cubicBezTo>
                  <a:cubicBezTo>
                    <a:pt x="85" y="642"/>
                    <a:pt x="140" y="670"/>
                    <a:pt x="196" y="670"/>
                  </a:cubicBezTo>
                  <a:cubicBezTo>
                    <a:pt x="224" y="670"/>
                    <a:pt x="266" y="656"/>
                    <a:pt x="308" y="642"/>
                  </a:cubicBezTo>
                  <a:cubicBezTo>
                    <a:pt x="350" y="614"/>
                    <a:pt x="405" y="586"/>
                    <a:pt x="447" y="545"/>
                  </a:cubicBezTo>
                  <a:cubicBezTo>
                    <a:pt x="489" y="503"/>
                    <a:pt x="531" y="447"/>
                    <a:pt x="573" y="391"/>
                  </a:cubicBezTo>
                  <a:cubicBezTo>
                    <a:pt x="573" y="363"/>
                    <a:pt x="587" y="321"/>
                    <a:pt x="587" y="293"/>
                  </a:cubicBezTo>
                  <a:cubicBezTo>
                    <a:pt x="587" y="252"/>
                    <a:pt x="587" y="224"/>
                    <a:pt x="573" y="182"/>
                  </a:cubicBezTo>
                  <a:cubicBezTo>
                    <a:pt x="559" y="126"/>
                    <a:pt x="531" y="84"/>
                    <a:pt x="489" y="42"/>
                  </a:cubicBezTo>
                  <a:cubicBezTo>
                    <a:pt x="461" y="14"/>
                    <a:pt x="419" y="1"/>
                    <a:pt x="391"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2"/>
            <p:cNvSpPr/>
            <p:nvPr/>
          </p:nvSpPr>
          <p:spPr>
            <a:xfrm>
              <a:off x="549091" y="1986580"/>
              <a:ext cx="48765" cy="59481"/>
            </a:xfrm>
            <a:custGeom>
              <a:avLst/>
              <a:gdLst/>
              <a:ahLst/>
              <a:cxnLst/>
              <a:rect l="l" t="t" r="r" b="b"/>
              <a:pathLst>
                <a:path w="405" h="494" extrusionOk="0">
                  <a:moveTo>
                    <a:pt x="279" y="0"/>
                  </a:moveTo>
                  <a:cubicBezTo>
                    <a:pt x="196" y="0"/>
                    <a:pt x="112" y="14"/>
                    <a:pt x="56" y="56"/>
                  </a:cubicBezTo>
                  <a:cubicBezTo>
                    <a:pt x="56" y="98"/>
                    <a:pt x="70" y="140"/>
                    <a:pt x="98" y="168"/>
                  </a:cubicBezTo>
                  <a:cubicBezTo>
                    <a:pt x="126" y="140"/>
                    <a:pt x="168" y="126"/>
                    <a:pt x="210" y="126"/>
                  </a:cubicBezTo>
                  <a:cubicBezTo>
                    <a:pt x="224" y="140"/>
                    <a:pt x="224" y="168"/>
                    <a:pt x="210" y="182"/>
                  </a:cubicBezTo>
                  <a:cubicBezTo>
                    <a:pt x="200" y="191"/>
                    <a:pt x="183" y="201"/>
                    <a:pt x="164" y="201"/>
                  </a:cubicBezTo>
                  <a:cubicBezTo>
                    <a:pt x="156" y="201"/>
                    <a:pt x="148" y="200"/>
                    <a:pt x="140" y="196"/>
                  </a:cubicBezTo>
                  <a:cubicBezTo>
                    <a:pt x="126" y="223"/>
                    <a:pt x="126" y="251"/>
                    <a:pt x="140" y="279"/>
                  </a:cubicBezTo>
                  <a:cubicBezTo>
                    <a:pt x="210" y="279"/>
                    <a:pt x="252" y="279"/>
                    <a:pt x="252" y="321"/>
                  </a:cubicBezTo>
                  <a:cubicBezTo>
                    <a:pt x="252" y="358"/>
                    <a:pt x="233" y="377"/>
                    <a:pt x="204" y="377"/>
                  </a:cubicBezTo>
                  <a:cubicBezTo>
                    <a:pt x="190" y="377"/>
                    <a:pt x="172" y="372"/>
                    <a:pt x="154" y="363"/>
                  </a:cubicBezTo>
                  <a:cubicBezTo>
                    <a:pt x="126" y="349"/>
                    <a:pt x="98" y="321"/>
                    <a:pt x="70" y="293"/>
                  </a:cubicBezTo>
                  <a:cubicBezTo>
                    <a:pt x="42" y="321"/>
                    <a:pt x="14" y="349"/>
                    <a:pt x="0" y="377"/>
                  </a:cubicBezTo>
                  <a:cubicBezTo>
                    <a:pt x="42" y="433"/>
                    <a:pt x="112" y="475"/>
                    <a:pt x="182" y="488"/>
                  </a:cubicBezTo>
                  <a:cubicBezTo>
                    <a:pt x="197" y="492"/>
                    <a:pt x="212" y="494"/>
                    <a:pt x="226" y="494"/>
                  </a:cubicBezTo>
                  <a:cubicBezTo>
                    <a:pt x="266" y="494"/>
                    <a:pt x="305" y="481"/>
                    <a:pt x="335" y="461"/>
                  </a:cubicBezTo>
                  <a:cubicBezTo>
                    <a:pt x="391" y="419"/>
                    <a:pt x="405" y="335"/>
                    <a:pt x="377" y="279"/>
                  </a:cubicBezTo>
                  <a:cubicBezTo>
                    <a:pt x="363" y="251"/>
                    <a:pt x="335" y="237"/>
                    <a:pt x="307" y="223"/>
                  </a:cubicBezTo>
                  <a:cubicBezTo>
                    <a:pt x="349" y="209"/>
                    <a:pt x="377" y="168"/>
                    <a:pt x="377" y="140"/>
                  </a:cubicBezTo>
                  <a:cubicBezTo>
                    <a:pt x="391" y="56"/>
                    <a:pt x="363" y="14"/>
                    <a:pt x="279"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2"/>
            <p:cNvSpPr/>
            <p:nvPr/>
          </p:nvSpPr>
          <p:spPr>
            <a:xfrm>
              <a:off x="7265975" y="2160934"/>
              <a:ext cx="100901" cy="149546"/>
            </a:xfrm>
            <a:custGeom>
              <a:avLst/>
              <a:gdLst/>
              <a:ahLst/>
              <a:cxnLst/>
              <a:rect l="l" t="t" r="r" b="b"/>
              <a:pathLst>
                <a:path w="838" h="1242" extrusionOk="0">
                  <a:moveTo>
                    <a:pt x="824" y="0"/>
                  </a:moveTo>
                  <a:cubicBezTo>
                    <a:pt x="768" y="0"/>
                    <a:pt x="726" y="14"/>
                    <a:pt x="670" y="28"/>
                  </a:cubicBezTo>
                  <a:cubicBezTo>
                    <a:pt x="601" y="56"/>
                    <a:pt x="531" y="98"/>
                    <a:pt x="461" y="140"/>
                  </a:cubicBezTo>
                  <a:cubicBezTo>
                    <a:pt x="363" y="209"/>
                    <a:pt x="280" y="279"/>
                    <a:pt x="210" y="377"/>
                  </a:cubicBezTo>
                  <a:cubicBezTo>
                    <a:pt x="154" y="432"/>
                    <a:pt x="112" y="502"/>
                    <a:pt x="85" y="572"/>
                  </a:cubicBezTo>
                  <a:cubicBezTo>
                    <a:pt x="29" y="684"/>
                    <a:pt x="1" y="809"/>
                    <a:pt x="15" y="949"/>
                  </a:cubicBezTo>
                  <a:cubicBezTo>
                    <a:pt x="29" y="990"/>
                    <a:pt x="43" y="1032"/>
                    <a:pt x="57" y="1074"/>
                  </a:cubicBezTo>
                  <a:cubicBezTo>
                    <a:pt x="85" y="1102"/>
                    <a:pt x="98" y="1116"/>
                    <a:pt x="126" y="1144"/>
                  </a:cubicBezTo>
                  <a:cubicBezTo>
                    <a:pt x="196" y="1200"/>
                    <a:pt x="294" y="1228"/>
                    <a:pt x="391" y="1241"/>
                  </a:cubicBezTo>
                  <a:cubicBezTo>
                    <a:pt x="475" y="1241"/>
                    <a:pt x="559" y="1228"/>
                    <a:pt x="642" y="1186"/>
                  </a:cubicBezTo>
                  <a:cubicBezTo>
                    <a:pt x="712" y="1158"/>
                    <a:pt x="782" y="1130"/>
                    <a:pt x="838" y="1074"/>
                  </a:cubicBezTo>
                  <a:lnTo>
                    <a:pt x="726" y="781"/>
                  </a:lnTo>
                  <a:cubicBezTo>
                    <a:pt x="726" y="781"/>
                    <a:pt x="712" y="809"/>
                    <a:pt x="684" y="837"/>
                  </a:cubicBezTo>
                  <a:cubicBezTo>
                    <a:pt x="629" y="893"/>
                    <a:pt x="559" y="921"/>
                    <a:pt x="475" y="935"/>
                  </a:cubicBezTo>
                  <a:lnTo>
                    <a:pt x="433" y="935"/>
                  </a:lnTo>
                  <a:cubicBezTo>
                    <a:pt x="363" y="879"/>
                    <a:pt x="350" y="809"/>
                    <a:pt x="391" y="697"/>
                  </a:cubicBezTo>
                  <a:cubicBezTo>
                    <a:pt x="433" y="628"/>
                    <a:pt x="489" y="558"/>
                    <a:pt x="545" y="516"/>
                  </a:cubicBezTo>
                  <a:cubicBezTo>
                    <a:pt x="615" y="474"/>
                    <a:pt x="684" y="460"/>
                    <a:pt x="754" y="460"/>
                  </a:cubicBezTo>
                  <a:lnTo>
                    <a:pt x="824" y="0"/>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2"/>
            <p:cNvSpPr/>
            <p:nvPr/>
          </p:nvSpPr>
          <p:spPr>
            <a:xfrm>
              <a:off x="7373499" y="2130591"/>
              <a:ext cx="104273" cy="195060"/>
            </a:xfrm>
            <a:custGeom>
              <a:avLst/>
              <a:gdLst/>
              <a:ahLst/>
              <a:cxnLst/>
              <a:rect l="l" t="t" r="r" b="b"/>
              <a:pathLst>
                <a:path w="866" h="1620" extrusionOk="0">
                  <a:moveTo>
                    <a:pt x="433" y="1"/>
                  </a:moveTo>
                  <a:lnTo>
                    <a:pt x="433" y="1"/>
                  </a:lnTo>
                  <a:cubicBezTo>
                    <a:pt x="335" y="43"/>
                    <a:pt x="224" y="71"/>
                    <a:pt x="112" y="99"/>
                  </a:cubicBezTo>
                  <a:cubicBezTo>
                    <a:pt x="98" y="545"/>
                    <a:pt x="56" y="1033"/>
                    <a:pt x="1" y="1535"/>
                  </a:cubicBezTo>
                  <a:lnTo>
                    <a:pt x="140" y="1493"/>
                  </a:lnTo>
                  <a:lnTo>
                    <a:pt x="293" y="1424"/>
                  </a:lnTo>
                  <a:cubicBezTo>
                    <a:pt x="307" y="1228"/>
                    <a:pt x="321" y="1117"/>
                    <a:pt x="321" y="1089"/>
                  </a:cubicBezTo>
                  <a:lnTo>
                    <a:pt x="475" y="1033"/>
                  </a:lnTo>
                  <a:lnTo>
                    <a:pt x="475" y="1033"/>
                  </a:lnTo>
                  <a:cubicBezTo>
                    <a:pt x="447" y="1312"/>
                    <a:pt x="433" y="1507"/>
                    <a:pt x="433" y="1619"/>
                  </a:cubicBezTo>
                  <a:cubicBezTo>
                    <a:pt x="475" y="1591"/>
                    <a:pt x="517" y="1563"/>
                    <a:pt x="558" y="1549"/>
                  </a:cubicBezTo>
                  <a:cubicBezTo>
                    <a:pt x="586" y="1521"/>
                    <a:pt x="628" y="1507"/>
                    <a:pt x="670" y="1480"/>
                  </a:cubicBezTo>
                  <a:lnTo>
                    <a:pt x="698" y="1466"/>
                  </a:lnTo>
                  <a:cubicBezTo>
                    <a:pt x="712" y="1187"/>
                    <a:pt x="768" y="712"/>
                    <a:pt x="865" y="71"/>
                  </a:cubicBezTo>
                  <a:lnTo>
                    <a:pt x="865" y="71"/>
                  </a:lnTo>
                  <a:cubicBezTo>
                    <a:pt x="768" y="113"/>
                    <a:pt x="656" y="154"/>
                    <a:pt x="545" y="168"/>
                  </a:cubicBezTo>
                  <a:cubicBezTo>
                    <a:pt x="545" y="405"/>
                    <a:pt x="531" y="573"/>
                    <a:pt x="517" y="698"/>
                  </a:cubicBezTo>
                  <a:cubicBezTo>
                    <a:pt x="475" y="712"/>
                    <a:pt x="461" y="726"/>
                    <a:pt x="433" y="740"/>
                  </a:cubicBezTo>
                  <a:cubicBezTo>
                    <a:pt x="405" y="740"/>
                    <a:pt x="377" y="754"/>
                    <a:pt x="363" y="768"/>
                  </a:cubicBezTo>
                  <a:cubicBezTo>
                    <a:pt x="377" y="517"/>
                    <a:pt x="405" y="252"/>
                    <a:pt x="433"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2"/>
            <p:cNvSpPr/>
            <p:nvPr/>
          </p:nvSpPr>
          <p:spPr>
            <a:xfrm>
              <a:off x="7481023" y="2274719"/>
              <a:ext cx="58879" cy="73208"/>
            </a:xfrm>
            <a:custGeom>
              <a:avLst/>
              <a:gdLst/>
              <a:ahLst/>
              <a:cxnLst/>
              <a:rect l="l" t="t" r="r" b="b"/>
              <a:pathLst>
                <a:path w="489" h="608" extrusionOk="0">
                  <a:moveTo>
                    <a:pt x="285" y="0"/>
                  </a:moveTo>
                  <a:cubicBezTo>
                    <a:pt x="204" y="0"/>
                    <a:pt x="125" y="27"/>
                    <a:pt x="56" y="73"/>
                  </a:cubicBezTo>
                  <a:cubicBezTo>
                    <a:pt x="70" y="115"/>
                    <a:pt x="84" y="171"/>
                    <a:pt x="112" y="213"/>
                  </a:cubicBezTo>
                  <a:cubicBezTo>
                    <a:pt x="182" y="171"/>
                    <a:pt x="237" y="157"/>
                    <a:pt x="265" y="157"/>
                  </a:cubicBezTo>
                  <a:cubicBezTo>
                    <a:pt x="293" y="171"/>
                    <a:pt x="293" y="199"/>
                    <a:pt x="265" y="213"/>
                  </a:cubicBezTo>
                  <a:cubicBezTo>
                    <a:pt x="237" y="241"/>
                    <a:pt x="209" y="241"/>
                    <a:pt x="168" y="241"/>
                  </a:cubicBezTo>
                  <a:cubicBezTo>
                    <a:pt x="168" y="283"/>
                    <a:pt x="168" y="310"/>
                    <a:pt x="168" y="338"/>
                  </a:cubicBezTo>
                  <a:cubicBezTo>
                    <a:pt x="265" y="338"/>
                    <a:pt x="321" y="338"/>
                    <a:pt x="307" y="408"/>
                  </a:cubicBezTo>
                  <a:cubicBezTo>
                    <a:pt x="307" y="445"/>
                    <a:pt x="289" y="464"/>
                    <a:pt x="255" y="464"/>
                  </a:cubicBezTo>
                  <a:cubicBezTo>
                    <a:pt x="239" y="464"/>
                    <a:pt x="219" y="459"/>
                    <a:pt x="196" y="450"/>
                  </a:cubicBezTo>
                  <a:cubicBezTo>
                    <a:pt x="154" y="436"/>
                    <a:pt x="112" y="394"/>
                    <a:pt x="98" y="366"/>
                  </a:cubicBezTo>
                  <a:cubicBezTo>
                    <a:pt x="56" y="380"/>
                    <a:pt x="28" y="422"/>
                    <a:pt x="0" y="464"/>
                  </a:cubicBezTo>
                  <a:cubicBezTo>
                    <a:pt x="56" y="534"/>
                    <a:pt x="140" y="589"/>
                    <a:pt x="237" y="603"/>
                  </a:cubicBezTo>
                  <a:cubicBezTo>
                    <a:pt x="248" y="606"/>
                    <a:pt x="258" y="607"/>
                    <a:pt x="269" y="607"/>
                  </a:cubicBezTo>
                  <a:cubicBezTo>
                    <a:pt x="318" y="607"/>
                    <a:pt x="371" y="584"/>
                    <a:pt x="405" y="562"/>
                  </a:cubicBezTo>
                  <a:cubicBezTo>
                    <a:pt x="475" y="506"/>
                    <a:pt x="488" y="422"/>
                    <a:pt x="461" y="352"/>
                  </a:cubicBezTo>
                  <a:cubicBezTo>
                    <a:pt x="447" y="310"/>
                    <a:pt x="419" y="283"/>
                    <a:pt x="377" y="269"/>
                  </a:cubicBezTo>
                  <a:cubicBezTo>
                    <a:pt x="419" y="241"/>
                    <a:pt x="461" y="213"/>
                    <a:pt x="475" y="171"/>
                  </a:cubicBezTo>
                  <a:cubicBezTo>
                    <a:pt x="488" y="73"/>
                    <a:pt x="433" y="18"/>
                    <a:pt x="335" y="4"/>
                  </a:cubicBezTo>
                  <a:cubicBezTo>
                    <a:pt x="318" y="1"/>
                    <a:pt x="302" y="0"/>
                    <a:pt x="285"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2"/>
            <p:cNvSpPr/>
            <p:nvPr/>
          </p:nvSpPr>
          <p:spPr>
            <a:xfrm>
              <a:off x="1372076" y="1049328"/>
              <a:ext cx="8429" cy="104273"/>
            </a:xfrm>
            <a:custGeom>
              <a:avLst/>
              <a:gdLst/>
              <a:ahLst/>
              <a:cxnLst/>
              <a:rect l="l" t="t" r="r" b="b"/>
              <a:pathLst>
                <a:path w="70" h="866" extrusionOk="0">
                  <a:moveTo>
                    <a:pt x="14" y="1"/>
                  </a:moveTo>
                  <a:cubicBezTo>
                    <a:pt x="14" y="1"/>
                    <a:pt x="0" y="57"/>
                    <a:pt x="0" y="140"/>
                  </a:cubicBezTo>
                  <a:lnTo>
                    <a:pt x="0" y="433"/>
                  </a:lnTo>
                  <a:cubicBezTo>
                    <a:pt x="0" y="531"/>
                    <a:pt x="0" y="643"/>
                    <a:pt x="14" y="740"/>
                  </a:cubicBezTo>
                  <a:cubicBezTo>
                    <a:pt x="28" y="782"/>
                    <a:pt x="28" y="824"/>
                    <a:pt x="42" y="866"/>
                  </a:cubicBezTo>
                  <a:cubicBezTo>
                    <a:pt x="56" y="824"/>
                    <a:pt x="56" y="782"/>
                    <a:pt x="70" y="740"/>
                  </a:cubicBezTo>
                  <a:lnTo>
                    <a:pt x="70" y="433"/>
                  </a:lnTo>
                  <a:cubicBezTo>
                    <a:pt x="56" y="336"/>
                    <a:pt x="56" y="238"/>
                    <a:pt x="42" y="140"/>
                  </a:cubicBezTo>
                  <a:cubicBezTo>
                    <a:pt x="42" y="85"/>
                    <a:pt x="28" y="43"/>
                    <a:pt x="14"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2"/>
            <p:cNvSpPr/>
            <p:nvPr/>
          </p:nvSpPr>
          <p:spPr>
            <a:xfrm>
              <a:off x="1405670" y="1049328"/>
              <a:ext cx="8429" cy="104273"/>
            </a:xfrm>
            <a:custGeom>
              <a:avLst/>
              <a:gdLst/>
              <a:ahLst/>
              <a:cxnLst/>
              <a:rect l="l" t="t" r="r" b="b"/>
              <a:pathLst>
                <a:path w="70" h="866" extrusionOk="0">
                  <a:moveTo>
                    <a:pt x="28" y="1"/>
                  </a:moveTo>
                  <a:cubicBezTo>
                    <a:pt x="28" y="1"/>
                    <a:pt x="14" y="57"/>
                    <a:pt x="0" y="140"/>
                  </a:cubicBezTo>
                  <a:cubicBezTo>
                    <a:pt x="0" y="224"/>
                    <a:pt x="0" y="322"/>
                    <a:pt x="0" y="433"/>
                  </a:cubicBezTo>
                  <a:cubicBezTo>
                    <a:pt x="0" y="531"/>
                    <a:pt x="0" y="643"/>
                    <a:pt x="14" y="740"/>
                  </a:cubicBezTo>
                  <a:cubicBezTo>
                    <a:pt x="28" y="782"/>
                    <a:pt x="28" y="824"/>
                    <a:pt x="42" y="866"/>
                  </a:cubicBezTo>
                  <a:cubicBezTo>
                    <a:pt x="56" y="824"/>
                    <a:pt x="56" y="782"/>
                    <a:pt x="56" y="740"/>
                  </a:cubicBezTo>
                  <a:cubicBezTo>
                    <a:pt x="70" y="657"/>
                    <a:pt x="70" y="545"/>
                    <a:pt x="70" y="433"/>
                  </a:cubicBezTo>
                  <a:cubicBezTo>
                    <a:pt x="70" y="336"/>
                    <a:pt x="56" y="238"/>
                    <a:pt x="42" y="140"/>
                  </a:cubicBezTo>
                  <a:cubicBezTo>
                    <a:pt x="42" y="85"/>
                    <a:pt x="28" y="43"/>
                    <a:pt x="28"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2"/>
            <p:cNvSpPr/>
            <p:nvPr/>
          </p:nvSpPr>
          <p:spPr>
            <a:xfrm>
              <a:off x="1712950" y="1274490"/>
              <a:ext cx="95844" cy="75616"/>
            </a:xfrm>
            <a:custGeom>
              <a:avLst/>
              <a:gdLst/>
              <a:ahLst/>
              <a:cxnLst/>
              <a:rect l="l" t="t" r="r" b="b"/>
              <a:pathLst>
                <a:path w="796" h="628" extrusionOk="0">
                  <a:moveTo>
                    <a:pt x="1" y="0"/>
                  </a:moveTo>
                  <a:cubicBezTo>
                    <a:pt x="1" y="0"/>
                    <a:pt x="43" y="42"/>
                    <a:pt x="112" y="112"/>
                  </a:cubicBezTo>
                  <a:cubicBezTo>
                    <a:pt x="182" y="181"/>
                    <a:pt x="266" y="265"/>
                    <a:pt x="377" y="349"/>
                  </a:cubicBezTo>
                  <a:cubicBezTo>
                    <a:pt x="489" y="418"/>
                    <a:pt x="573" y="502"/>
                    <a:pt x="656" y="544"/>
                  </a:cubicBezTo>
                  <a:cubicBezTo>
                    <a:pt x="740" y="600"/>
                    <a:pt x="796" y="628"/>
                    <a:pt x="796" y="628"/>
                  </a:cubicBezTo>
                  <a:cubicBezTo>
                    <a:pt x="754" y="586"/>
                    <a:pt x="726" y="558"/>
                    <a:pt x="684" y="516"/>
                  </a:cubicBezTo>
                  <a:cubicBezTo>
                    <a:pt x="615" y="446"/>
                    <a:pt x="531" y="363"/>
                    <a:pt x="419" y="279"/>
                  </a:cubicBezTo>
                  <a:cubicBezTo>
                    <a:pt x="322" y="209"/>
                    <a:pt x="224" y="126"/>
                    <a:pt x="140" y="84"/>
                  </a:cubicBezTo>
                  <a:cubicBezTo>
                    <a:pt x="71" y="28"/>
                    <a:pt x="1" y="0"/>
                    <a:pt x="1"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2"/>
            <p:cNvSpPr/>
            <p:nvPr/>
          </p:nvSpPr>
          <p:spPr>
            <a:xfrm>
              <a:off x="1699585" y="1301341"/>
              <a:ext cx="94159" cy="77302"/>
            </a:xfrm>
            <a:custGeom>
              <a:avLst/>
              <a:gdLst/>
              <a:ahLst/>
              <a:cxnLst/>
              <a:rect l="l" t="t" r="r" b="b"/>
              <a:pathLst>
                <a:path w="782" h="642" extrusionOk="0">
                  <a:moveTo>
                    <a:pt x="0" y="0"/>
                  </a:moveTo>
                  <a:lnTo>
                    <a:pt x="0" y="0"/>
                  </a:lnTo>
                  <a:cubicBezTo>
                    <a:pt x="28" y="42"/>
                    <a:pt x="70" y="84"/>
                    <a:pt x="98" y="112"/>
                  </a:cubicBezTo>
                  <a:cubicBezTo>
                    <a:pt x="168" y="182"/>
                    <a:pt x="251" y="265"/>
                    <a:pt x="363" y="349"/>
                  </a:cubicBezTo>
                  <a:cubicBezTo>
                    <a:pt x="461" y="419"/>
                    <a:pt x="558" y="502"/>
                    <a:pt x="642" y="558"/>
                  </a:cubicBezTo>
                  <a:cubicBezTo>
                    <a:pt x="726" y="600"/>
                    <a:pt x="781" y="642"/>
                    <a:pt x="781" y="642"/>
                  </a:cubicBezTo>
                  <a:cubicBezTo>
                    <a:pt x="740" y="600"/>
                    <a:pt x="712" y="558"/>
                    <a:pt x="670" y="516"/>
                  </a:cubicBezTo>
                  <a:cubicBezTo>
                    <a:pt x="600" y="447"/>
                    <a:pt x="516" y="363"/>
                    <a:pt x="405" y="293"/>
                  </a:cubicBezTo>
                  <a:cubicBezTo>
                    <a:pt x="307" y="209"/>
                    <a:pt x="209" y="140"/>
                    <a:pt x="126" y="84"/>
                  </a:cubicBezTo>
                  <a:cubicBezTo>
                    <a:pt x="56" y="28"/>
                    <a:pt x="0" y="0"/>
                    <a:pt x="0"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2"/>
            <p:cNvSpPr/>
            <p:nvPr/>
          </p:nvSpPr>
          <p:spPr>
            <a:xfrm>
              <a:off x="1575324" y="1267748"/>
              <a:ext cx="121010" cy="107524"/>
            </a:xfrm>
            <a:custGeom>
              <a:avLst/>
              <a:gdLst/>
              <a:ahLst/>
              <a:cxnLst/>
              <a:rect l="l" t="t" r="r" b="b"/>
              <a:pathLst>
                <a:path w="1005" h="893" extrusionOk="0">
                  <a:moveTo>
                    <a:pt x="1004" y="0"/>
                  </a:moveTo>
                  <a:lnTo>
                    <a:pt x="949" y="28"/>
                  </a:lnTo>
                  <a:cubicBezTo>
                    <a:pt x="921" y="56"/>
                    <a:pt x="879" y="84"/>
                    <a:pt x="823" y="126"/>
                  </a:cubicBezTo>
                  <a:cubicBezTo>
                    <a:pt x="739" y="196"/>
                    <a:pt x="600" y="307"/>
                    <a:pt x="474" y="419"/>
                  </a:cubicBezTo>
                  <a:cubicBezTo>
                    <a:pt x="363" y="530"/>
                    <a:pt x="237" y="642"/>
                    <a:pt x="140" y="740"/>
                  </a:cubicBezTo>
                  <a:cubicBezTo>
                    <a:pt x="98" y="781"/>
                    <a:pt x="70" y="823"/>
                    <a:pt x="42" y="851"/>
                  </a:cubicBezTo>
                  <a:lnTo>
                    <a:pt x="0" y="893"/>
                  </a:lnTo>
                  <a:lnTo>
                    <a:pt x="56" y="851"/>
                  </a:lnTo>
                  <a:lnTo>
                    <a:pt x="181" y="767"/>
                  </a:lnTo>
                  <a:cubicBezTo>
                    <a:pt x="265" y="684"/>
                    <a:pt x="405" y="586"/>
                    <a:pt x="530" y="474"/>
                  </a:cubicBezTo>
                  <a:cubicBezTo>
                    <a:pt x="656" y="363"/>
                    <a:pt x="767" y="237"/>
                    <a:pt x="851" y="154"/>
                  </a:cubicBezTo>
                  <a:cubicBezTo>
                    <a:pt x="907" y="112"/>
                    <a:pt x="935" y="70"/>
                    <a:pt x="962" y="42"/>
                  </a:cubicBezTo>
                  <a:lnTo>
                    <a:pt x="1004" y="0"/>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2"/>
            <p:cNvSpPr/>
            <p:nvPr/>
          </p:nvSpPr>
          <p:spPr>
            <a:xfrm>
              <a:off x="1454315" y="1267748"/>
              <a:ext cx="121130" cy="107524"/>
            </a:xfrm>
            <a:custGeom>
              <a:avLst/>
              <a:gdLst/>
              <a:ahLst/>
              <a:cxnLst/>
              <a:rect l="l" t="t" r="r" b="b"/>
              <a:pathLst>
                <a:path w="1006" h="893" extrusionOk="0">
                  <a:moveTo>
                    <a:pt x="1" y="0"/>
                  </a:moveTo>
                  <a:lnTo>
                    <a:pt x="43" y="42"/>
                  </a:lnTo>
                  <a:cubicBezTo>
                    <a:pt x="70" y="70"/>
                    <a:pt x="98" y="112"/>
                    <a:pt x="154" y="154"/>
                  </a:cubicBezTo>
                  <a:cubicBezTo>
                    <a:pt x="238" y="237"/>
                    <a:pt x="363" y="363"/>
                    <a:pt x="475" y="474"/>
                  </a:cubicBezTo>
                  <a:cubicBezTo>
                    <a:pt x="601" y="586"/>
                    <a:pt x="726" y="684"/>
                    <a:pt x="824" y="767"/>
                  </a:cubicBezTo>
                  <a:lnTo>
                    <a:pt x="949" y="851"/>
                  </a:lnTo>
                  <a:lnTo>
                    <a:pt x="1005" y="893"/>
                  </a:lnTo>
                  <a:lnTo>
                    <a:pt x="963" y="851"/>
                  </a:lnTo>
                  <a:cubicBezTo>
                    <a:pt x="935" y="823"/>
                    <a:pt x="907" y="781"/>
                    <a:pt x="852" y="740"/>
                  </a:cubicBezTo>
                  <a:cubicBezTo>
                    <a:pt x="768" y="642"/>
                    <a:pt x="642" y="530"/>
                    <a:pt x="517" y="419"/>
                  </a:cubicBezTo>
                  <a:cubicBezTo>
                    <a:pt x="405" y="307"/>
                    <a:pt x="280" y="196"/>
                    <a:pt x="168" y="126"/>
                  </a:cubicBezTo>
                  <a:cubicBezTo>
                    <a:pt x="126" y="84"/>
                    <a:pt x="84" y="56"/>
                    <a:pt x="57" y="28"/>
                  </a:cubicBezTo>
                  <a:lnTo>
                    <a:pt x="1" y="0"/>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2"/>
            <p:cNvSpPr/>
            <p:nvPr/>
          </p:nvSpPr>
          <p:spPr>
            <a:xfrm>
              <a:off x="1450943" y="993941"/>
              <a:ext cx="114387" cy="102587"/>
            </a:xfrm>
            <a:custGeom>
              <a:avLst/>
              <a:gdLst/>
              <a:ahLst/>
              <a:cxnLst/>
              <a:rect l="l" t="t" r="r" b="b"/>
              <a:pathLst>
                <a:path w="950" h="852" extrusionOk="0">
                  <a:moveTo>
                    <a:pt x="949" y="1"/>
                  </a:moveTo>
                  <a:lnTo>
                    <a:pt x="908" y="29"/>
                  </a:lnTo>
                  <a:cubicBezTo>
                    <a:pt x="880" y="56"/>
                    <a:pt x="824" y="84"/>
                    <a:pt x="782" y="112"/>
                  </a:cubicBezTo>
                  <a:cubicBezTo>
                    <a:pt x="684" y="196"/>
                    <a:pt x="559" y="307"/>
                    <a:pt x="433" y="419"/>
                  </a:cubicBezTo>
                  <a:cubicBezTo>
                    <a:pt x="308" y="531"/>
                    <a:pt x="182" y="642"/>
                    <a:pt x="98" y="726"/>
                  </a:cubicBezTo>
                  <a:cubicBezTo>
                    <a:pt x="57" y="782"/>
                    <a:pt x="29" y="810"/>
                    <a:pt x="1" y="851"/>
                  </a:cubicBezTo>
                  <a:cubicBezTo>
                    <a:pt x="29" y="838"/>
                    <a:pt x="85" y="810"/>
                    <a:pt x="126" y="768"/>
                  </a:cubicBezTo>
                  <a:cubicBezTo>
                    <a:pt x="224" y="684"/>
                    <a:pt x="350" y="586"/>
                    <a:pt x="475" y="475"/>
                  </a:cubicBezTo>
                  <a:cubicBezTo>
                    <a:pt x="601" y="363"/>
                    <a:pt x="726" y="238"/>
                    <a:pt x="810" y="154"/>
                  </a:cubicBezTo>
                  <a:cubicBezTo>
                    <a:pt x="852" y="112"/>
                    <a:pt x="880" y="70"/>
                    <a:pt x="908" y="42"/>
                  </a:cubicBezTo>
                  <a:cubicBezTo>
                    <a:pt x="935" y="15"/>
                    <a:pt x="949" y="1"/>
                    <a:pt x="949"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2"/>
            <p:cNvSpPr/>
            <p:nvPr/>
          </p:nvSpPr>
          <p:spPr>
            <a:xfrm>
              <a:off x="1573638" y="993941"/>
              <a:ext cx="119324" cy="107644"/>
            </a:xfrm>
            <a:custGeom>
              <a:avLst/>
              <a:gdLst/>
              <a:ahLst/>
              <a:cxnLst/>
              <a:rect l="l" t="t" r="r" b="b"/>
              <a:pathLst>
                <a:path w="991" h="894" extrusionOk="0">
                  <a:moveTo>
                    <a:pt x="0" y="1"/>
                  </a:moveTo>
                  <a:lnTo>
                    <a:pt x="0" y="1"/>
                  </a:lnTo>
                  <a:cubicBezTo>
                    <a:pt x="0" y="1"/>
                    <a:pt x="14" y="15"/>
                    <a:pt x="28" y="42"/>
                  </a:cubicBezTo>
                  <a:cubicBezTo>
                    <a:pt x="56" y="70"/>
                    <a:pt x="98" y="112"/>
                    <a:pt x="140" y="154"/>
                  </a:cubicBezTo>
                  <a:cubicBezTo>
                    <a:pt x="223" y="238"/>
                    <a:pt x="349" y="349"/>
                    <a:pt x="474" y="475"/>
                  </a:cubicBezTo>
                  <a:cubicBezTo>
                    <a:pt x="586" y="586"/>
                    <a:pt x="711" y="684"/>
                    <a:pt x="823" y="768"/>
                  </a:cubicBezTo>
                  <a:cubicBezTo>
                    <a:pt x="865" y="810"/>
                    <a:pt x="907" y="838"/>
                    <a:pt x="935" y="851"/>
                  </a:cubicBezTo>
                  <a:cubicBezTo>
                    <a:pt x="949" y="865"/>
                    <a:pt x="976" y="879"/>
                    <a:pt x="990" y="893"/>
                  </a:cubicBezTo>
                  <a:lnTo>
                    <a:pt x="949" y="851"/>
                  </a:lnTo>
                  <a:lnTo>
                    <a:pt x="851" y="726"/>
                  </a:lnTo>
                  <a:cubicBezTo>
                    <a:pt x="753" y="642"/>
                    <a:pt x="628" y="531"/>
                    <a:pt x="516" y="419"/>
                  </a:cubicBezTo>
                  <a:cubicBezTo>
                    <a:pt x="391" y="294"/>
                    <a:pt x="265" y="196"/>
                    <a:pt x="167" y="112"/>
                  </a:cubicBezTo>
                  <a:cubicBezTo>
                    <a:pt x="112" y="84"/>
                    <a:pt x="70" y="56"/>
                    <a:pt x="42" y="29"/>
                  </a:cubicBezTo>
                  <a:lnTo>
                    <a:pt x="0" y="1"/>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2"/>
            <p:cNvSpPr/>
            <p:nvPr/>
          </p:nvSpPr>
          <p:spPr>
            <a:xfrm>
              <a:off x="1691156" y="1113144"/>
              <a:ext cx="6863" cy="147981"/>
            </a:xfrm>
            <a:custGeom>
              <a:avLst/>
              <a:gdLst/>
              <a:ahLst/>
              <a:cxnLst/>
              <a:rect l="l" t="t" r="r" b="b"/>
              <a:pathLst>
                <a:path w="57" h="1229" extrusionOk="0">
                  <a:moveTo>
                    <a:pt x="14" y="1"/>
                  </a:moveTo>
                  <a:cubicBezTo>
                    <a:pt x="0" y="29"/>
                    <a:pt x="0" y="85"/>
                    <a:pt x="0" y="154"/>
                  </a:cubicBezTo>
                  <a:cubicBezTo>
                    <a:pt x="0" y="280"/>
                    <a:pt x="0" y="447"/>
                    <a:pt x="0" y="615"/>
                  </a:cubicBezTo>
                  <a:cubicBezTo>
                    <a:pt x="0" y="782"/>
                    <a:pt x="14" y="949"/>
                    <a:pt x="28" y="1075"/>
                  </a:cubicBezTo>
                  <a:cubicBezTo>
                    <a:pt x="28" y="1131"/>
                    <a:pt x="42" y="1187"/>
                    <a:pt x="42" y="1228"/>
                  </a:cubicBezTo>
                  <a:cubicBezTo>
                    <a:pt x="56" y="1187"/>
                    <a:pt x="56" y="1131"/>
                    <a:pt x="56" y="1075"/>
                  </a:cubicBezTo>
                  <a:cubicBezTo>
                    <a:pt x="56" y="949"/>
                    <a:pt x="56" y="782"/>
                    <a:pt x="56" y="615"/>
                  </a:cubicBezTo>
                  <a:cubicBezTo>
                    <a:pt x="56" y="447"/>
                    <a:pt x="42" y="280"/>
                    <a:pt x="28" y="140"/>
                  </a:cubicBezTo>
                  <a:cubicBezTo>
                    <a:pt x="28" y="85"/>
                    <a:pt x="14" y="29"/>
                    <a:pt x="14"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2"/>
            <p:cNvSpPr/>
            <p:nvPr/>
          </p:nvSpPr>
          <p:spPr>
            <a:xfrm>
              <a:off x="1442635" y="1098093"/>
              <a:ext cx="8429" cy="161346"/>
            </a:xfrm>
            <a:custGeom>
              <a:avLst/>
              <a:gdLst/>
              <a:ahLst/>
              <a:cxnLst/>
              <a:rect l="l" t="t" r="r" b="b"/>
              <a:pathLst>
                <a:path w="70" h="1340" extrusionOk="0">
                  <a:moveTo>
                    <a:pt x="14" y="0"/>
                  </a:moveTo>
                  <a:cubicBezTo>
                    <a:pt x="14" y="0"/>
                    <a:pt x="14" y="14"/>
                    <a:pt x="14" y="56"/>
                  </a:cubicBezTo>
                  <a:cubicBezTo>
                    <a:pt x="28" y="14"/>
                    <a:pt x="14" y="0"/>
                    <a:pt x="14" y="0"/>
                  </a:cubicBezTo>
                  <a:close/>
                  <a:moveTo>
                    <a:pt x="14" y="56"/>
                  </a:moveTo>
                  <a:cubicBezTo>
                    <a:pt x="14" y="84"/>
                    <a:pt x="14" y="140"/>
                    <a:pt x="14" y="210"/>
                  </a:cubicBezTo>
                  <a:cubicBezTo>
                    <a:pt x="14" y="335"/>
                    <a:pt x="0" y="503"/>
                    <a:pt x="14" y="670"/>
                  </a:cubicBezTo>
                  <a:cubicBezTo>
                    <a:pt x="14" y="837"/>
                    <a:pt x="28" y="1005"/>
                    <a:pt x="42" y="1130"/>
                  </a:cubicBezTo>
                  <a:cubicBezTo>
                    <a:pt x="42" y="1186"/>
                    <a:pt x="56" y="1242"/>
                    <a:pt x="56" y="1284"/>
                  </a:cubicBezTo>
                  <a:cubicBezTo>
                    <a:pt x="56" y="1242"/>
                    <a:pt x="56" y="1186"/>
                    <a:pt x="56" y="1130"/>
                  </a:cubicBezTo>
                  <a:cubicBezTo>
                    <a:pt x="56" y="1005"/>
                    <a:pt x="70" y="837"/>
                    <a:pt x="56" y="670"/>
                  </a:cubicBezTo>
                  <a:cubicBezTo>
                    <a:pt x="56" y="503"/>
                    <a:pt x="42" y="335"/>
                    <a:pt x="42" y="210"/>
                  </a:cubicBezTo>
                  <a:cubicBezTo>
                    <a:pt x="28" y="140"/>
                    <a:pt x="28" y="84"/>
                    <a:pt x="14" y="56"/>
                  </a:cubicBezTo>
                  <a:close/>
                  <a:moveTo>
                    <a:pt x="56" y="1284"/>
                  </a:moveTo>
                  <a:cubicBezTo>
                    <a:pt x="42" y="1312"/>
                    <a:pt x="56" y="1339"/>
                    <a:pt x="56" y="1339"/>
                  </a:cubicBezTo>
                  <a:lnTo>
                    <a:pt x="56" y="1284"/>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2"/>
            <p:cNvSpPr/>
            <p:nvPr/>
          </p:nvSpPr>
          <p:spPr>
            <a:xfrm>
              <a:off x="1479480" y="1094722"/>
              <a:ext cx="181575" cy="178203"/>
            </a:xfrm>
            <a:custGeom>
              <a:avLst/>
              <a:gdLst/>
              <a:ahLst/>
              <a:cxnLst/>
              <a:rect l="l" t="t" r="r" b="b"/>
              <a:pathLst>
                <a:path w="1508" h="1480" extrusionOk="0">
                  <a:moveTo>
                    <a:pt x="559" y="1451"/>
                  </a:moveTo>
                  <a:cubicBezTo>
                    <a:pt x="587" y="1465"/>
                    <a:pt x="615" y="1465"/>
                    <a:pt x="643" y="1465"/>
                  </a:cubicBezTo>
                  <a:cubicBezTo>
                    <a:pt x="615" y="1465"/>
                    <a:pt x="587" y="1451"/>
                    <a:pt x="559" y="1451"/>
                  </a:cubicBezTo>
                  <a:close/>
                  <a:moveTo>
                    <a:pt x="643" y="1465"/>
                  </a:moveTo>
                  <a:cubicBezTo>
                    <a:pt x="650" y="1472"/>
                    <a:pt x="660" y="1476"/>
                    <a:pt x="671" y="1476"/>
                  </a:cubicBezTo>
                  <a:cubicBezTo>
                    <a:pt x="681" y="1476"/>
                    <a:pt x="691" y="1472"/>
                    <a:pt x="698" y="1465"/>
                  </a:cubicBezTo>
                  <a:close/>
                  <a:moveTo>
                    <a:pt x="740" y="1"/>
                  </a:moveTo>
                  <a:cubicBezTo>
                    <a:pt x="671" y="1"/>
                    <a:pt x="601" y="14"/>
                    <a:pt x="517" y="28"/>
                  </a:cubicBezTo>
                  <a:cubicBezTo>
                    <a:pt x="447" y="56"/>
                    <a:pt x="378" y="84"/>
                    <a:pt x="322" y="126"/>
                  </a:cubicBezTo>
                  <a:cubicBezTo>
                    <a:pt x="266" y="168"/>
                    <a:pt x="210" y="224"/>
                    <a:pt x="154" y="280"/>
                  </a:cubicBezTo>
                  <a:cubicBezTo>
                    <a:pt x="113" y="321"/>
                    <a:pt x="85" y="391"/>
                    <a:pt x="57" y="447"/>
                  </a:cubicBezTo>
                  <a:cubicBezTo>
                    <a:pt x="29" y="517"/>
                    <a:pt x="15" y="572"/>
                    <a:pt x="1" y="642"/>
                  </a:cubicBezTo>
                  <a:cubicBezTo>
                    <a:pt x="1" y="684"/>
                    <a:pt x="1" y="712"/>
                    <a:pt x="1" y="740"/>
                  </a:cubicBezTo>
                  <a:cubicBezTo>
                    <a:pt x="1" y="782"/>
                    <a:pt x="1" y="810"/>
                    <a:pt x="1" y="837"/>
                  </a:cubicBezTo>
                  <a:cubicBezTo>
                    <a:pt x="29" y="1061"/>
                    <a:pt x="168" y="1256"/>
                    <a:pt x="350" y="1367"/>
                  </a:cubicBezTo>
                  <a:cubicBezTo>
                    <a:pt x="419" y="1409"/>
                    <a:pt x="489" y="1437"/>
                    <a:pt x="559" y="1451"/>
                  </a:cubicBezTo>
                  <a:cubicBezTo>
                    <a:pt x="489" y="1423"/>
                    <a:pt x="419" y="1395"/>
                    <a:pt x="364" y="1354"/>
                  </a:cubicBezTo>
                  <a:cubicBezTo>
                    <a:pt x="280" y="1298"/>
                    <a:pt x="210" y="1228"/>
                    <a:pt x="154" y="1144"/>
                  </a:cubicBezTo>
                  <a:cubicBezTo>
                    <a:pt x="99" y="1047"/>
                    <a:pt x="57" y="935"/>
                    <a:pt x="43" y="824"/>
                  </a:cubicBezTo>
                  <a:lnTo>
                    <a:pt x="43" y="740"/>
                  </a:lnTo>
                  <a:cubicBezTo>
                    <a:pt x="43" y="698"/>
                    <a:pt x="57" y="670"/>
                    <a:pt x="57" y="642"/>
                  </a:cubicBezTo>
                  <a:cubicBezTo>
                    <a:pt x="71" y="572"/>
                    <a:pt x="85" y="517"/>
                    <a:pt x="113" y="461"/>
                  </a:cubicBezTo>
                  <a:cubicBezTo>
                    <a:pt x="168" y="349"/>
                    <a:pt x="266" y="238"/>
                    <a:pt x="378" y="168"/>
                  </a:cubicBezTo>
                  <a:cubicBezTo>
                    <a:pt x="433" y="140"/>
                    <a:pt x="489" y="112"/>
                    <a:pt x="545" y="84"/>
                  </a:cubicBezTo>
                  <a:cubicBezTo>
                    <a:pt x="615" y="70"/>
                    <a:pt x="684" y="56"/>
                    <a:pt x="754" y="56"/>
                  </a:cubicBezTo>
                  <a:cubicBezTo>
                    <a:pt x="824" y="56"/>
                    <a:pt x="880" y="70"/>
                    <a:pt x="949" y="84"/>
                  </a:cubicBezTo>
                  <a:cubicBezTo>
                    <a:pt x="1019" y="112"/>
                    <a:pt x="1075" y="140"/>
                    <a:pt x="1131" y="168"/>
                  </a:cubicBezTo>
                  <a:cubicBezTo>
                    <a:pt x="1354" y="307"/>
                    <a:pt x="1480" y="572"/>
                    <a:pt x="1466" y="837"/>
                  </a:cubicBezTo>
                  <a:cubicBezTo>
                    <a:pt x="1452" y="949"/>
                    <a:pt x="1410" y="1061"/>
                    <a:pt x="1354" y="1144"/>
                  </a:cubicBezTo>
                  <a:cubicBezTo>
                    <a:pt x="1298" y="1228"/>
                    <a:pt x="1228" y="1298"/>
                    <a:pt x="1145" y="1354"/>
                  </a:cubicBezTo>
                  <a:cubicBezTo>
                    <a:pt x="1089" y="1395"/>
                    <a:pt x="1019" y="1437"/>
                    <a:pt x="949" y="1451"/>
                  </a:cubicBezTo>
                  <a:cubicBezTo>
                    <a:pt x="922" y="1465"/>
                    <a:pt x="894" y="1465"/>
                    <a:pt x="866" y="1465"/>
                  </a:cubicBezTo>
                  <a:cubicBezTo>
                    <a:pt x="852" y="1472"/>
                    <a:pt x="841" y="1476"/>
                    <a:pt x="831" y="1476"/>
                  </a:cubicBezTo>
                  <a:cubicBezTo>
                    <a:pt x="820" y="1476"/>
                    <a:pt x="810" y="1472"/>
                    <a:pt x="796" y="1465"/>
                  </a:cubicBezTo>
                  <a:lnTo>
                    <a:pt x="754" y="1465"/>
                  </a:lnTo>
                  <a:lnTo>
                    <a:pt x="796" y="1479"/>
                  </a:lnTo>
                  <a:lnTo>
                    <a:pt x="852" y="1479"/>
                  </a:lnTo>
                  <a:cubicBezTo>
                    <a:pt x="880" y="1479"/>
                    <a:pt x="908" y="1465"/>
                    <a:pt x="936" y="1465"/>
                  </a:cubicBezTo>
                  <a:cubicBezTo>
                    <a:pt x="1019" y="1437"/>
                    <a:pt x="1089" y="1409"/>
                    <a:pt x="1145" y="1367"/>
                  </a:cubicBezTo>
                  <a:cubicBezTo>
                    <a:pt x="1228" y="1312"/>
                    <a:pt x="1298" y="1242"/>
                    <a:pt x="1354" y="1172"/>
                  </a:cubicBezTo>
                  <a:cubicBezTo>
                    <a:pt x="1424" y="1075"/>
                    <a:pt x="1466" y="963"/>
                    <a:pt x="1480" y="837"/>
                  </a:cubicBezTo>
                  <a:cubicBezTo>
                    <a:pt x="1507" y="712"/>
                    <a:pt x="1480" y="572"/>
                    <a:pt x="1438" y="447"/>
                  </a:cubicBezTo>
                  <a:cubicBezTo>
                    <a:pt x="1410" y="391"/>
                    <a:pt x="1368" y="321"/>
                    <a:pt x="1326" y="280"/>
                  </a:cubicBezTo>
                  <a:cubicBezTo>
                    <a:pt x="1284" y="224"/>
                    <a:pt x="1228" y="168"/>
                    <a:pt x="1173" y="126"/>
                  </a:cubicBezTo>
                  <a:cubicBezTo>
                    <a:pt x="1103" y="84"/>
                    <a:pt x="1033" y="56"/>
                    <a:pt x="963" y="28"/>
                  </a:cubicBezTo>
                  <a:cubicBezTo>
                    <a:pt x="894" y="14"/>
                    <a:pt x="824" y="1"/>
                    <a:pt x="740"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2"/>
            <p:cNvSpPr/>
            <p:nvPr/>
          </p:nvSpPr>
          <p:spPr>
            <a:xfrm>
              <a:off x="1796994" y="1355043"/>
              <a:ext cx="65622" cy="63334"/>
            </a:xfrm>
            <a:custGeom>
              <a:avLst/>
              <a:gdLst/>
              <a:ahLst/>
              <a:cxnLst/>
              <a:rect l="l" t="t" r="r" b="b"/>
              <a:pathLst>
                <a:path w="545" h="526" extrusionOk="0">
                  <a:moveTo>
                    <a:pt x="251" y="1"/>
                  </a:moveTo>
                  <a:cubicBezTo>
                    <a:pt x="209" y="1"/>
                    <a:pt x="168" y="15"/>
                    <a:pt x="126" y="42"/>
                  </a:cubicBezTo>
                  <a:cubicBezTo>
                    <a:pt x="42" y="98"/>
                    <a:pt x="0" y="210"/>
                    <a:pt x="14" y="307"/>
                  </a:cubicBezTo>
                  <a:cubicBezTo>
                    <a:pt x="28" y="335"/>
                    <a:pt x="28" y="363"/>
                    <a:pt x="42" y="391"/>
                  </a:cubicBezTo>
                  <a:cubicBezTo>
                    <a:pt x="56" y="405"/>
                    <a:pt x="70" y="433"/>
                    <a:pt x="98" y="447"/>
                  </a:cubicBezTo>
                  <a:cubicBezTo>
                    <a:pt x="143" y="501"/>
                    <a:pt x="210" y="526"/>
                    <a:pt x="279" y="526"/>
                  </a:cubicBezTo>
                  <a:cubicBezTo>
                    <a:pt x="317" y="526"/>
                    <a:pt x="356" y="518"/>
                    <a:pt x="391" y="503"/>
                  </a:cubicBezTo>
                  <a:cubicBezTo>
                    <a:pt x="419" y="489"/>
                    <a:pt x="433" y="475"/>
                    <a:pt x="461" y="461"/>
                  </a:cubicBezTo>
                  <a:lnTo>
                    <a:pt x="475" y="447"/>
                  </a:lnTo>
                  <a:cubicBezTo>
                    <a:pt x="488" y="433"/>
                    <a:pt x="488" y="419"/>
                    <a:pt x="502" y="419"/>
                  </a:cubicBezTo>
                  <a:cubicBezTo>
                    <a:pt x="516" y="377"/>
                    <a:pt x="544" y="335"/>
                    <a:pt x="544" y="293"/>
                  </a:cubicBezTo>
                  <a:lnTo>
                    <a:pt x="544" y="252"/>
                  </a:lnTo>
                  <a:lnTo>
                    <a:pt x="544" y="196"/>
                  </a:lnTo>
                  <a:lnTo>
                    <a:pt x="530" y="154"/>
                  </a:lnTo>
                  <a:lnTo>
                    <a:pt x="516" y="126"/>
                  </a:lnTo>
                  <a:cubicBezTo>
                    <a:pt x="502" y="112"/>
                    <a:pt x="502" y="98"/>
                    <a:pt x="488" y="84"/>
                  </a:cubicBezTo>
                  <a:lnTo>
                    <a:pt x="475" y="70"/>
                  </a:lnTo>
                  <a:lnTo>
                    <a:pt x="475" y="70"/>
                  </a:lnTo>
                  <a:lnTo>
                    <a:pt x="488" y="98"/>
                  </a:lnTo>
                  <a:cubicBezTo>
                    <a:pt x="488" y="112"/>
                    <a:pt x="502" y="126"/>
                    <a:pt x="516" y="140"/>
                  </a:cubicBezTo>
                  <a:cubicBezTo>
                    <a:pt x="516" y="140"/>
                    <a:pt x="530" y="154"/>
                    <a:pt x="530" y="168"/>
                  </a:cubicBezTo>
                  <a:lnTo>
                    <a:pt x="530" y="210"/>
                  </a:lnTo>
                  <a:lnTo>
                    <a:pt x="530" y="252"/>
                  </a:lnTo>
                  <a:cubicBezTo>
                    <a:pt x="530" y="266"/>
                    <a:pt x="530" y="280"/>
                    <a:pt x="530" y="307"/>
                  </a:cubicBezTo>
                  <a:cubicBezTo>
                    <a:pt x="530" y="335"/>
                    <a:pt x="502" y="377"/>
                    <a:pt x="475" y="405"/>
                  </a:cubicBezTo>
                  <a:lnTo>
                    <a:pt x="461" y="419"/>
                  </a:lnTo>
                  <a:lnTo>
                    <a:pt x="433" y="433"/>
                  </a:lnTo>
                  <a:cubicBezTo>
                    <a:pt x="419" y="447"/>
                    <a:pt x="405" y="461"/>
                    <a:pt x="377" y="461"/>
                  </a:cubicBezTo>
                  <a:cubicBezTo>
                    <a:pt x="356" y="468"/>
                    <a:pt x="335" y="471"/>
                    <a:pt x="316" y="471"/>
                  </a:cubicBezTo>
                  <a:cubicBezTo>
                    <a:pt x="297" y="471"/>
                    <a:pt x="279" y="468"/>
                    <a:pt x="265" y="461"/>
                  </a:cubicBezTo>
                  <a:cubicBezTo>
                    <a:pt x="196" y="447"/>
                    <a:pt x="140" y="405"/>
                    <a:pt x="112" y="349"/>
                  </a:cubicBezTo>
                  <a:cubicBezTo>
                    <a:pt x="112" y="335"/>
                    <a:pt x="98" y="307"/>
                    <a:pt x="98" y="293"/>
                  </a:cubicBezTo>
                  <a:cubicBezTo>
                    <a:pt x="84" y="252"/>
                    <a:pt x="84" y="210"/>
                    <a:pt x="98" y="168"/>
                  </a:cubicBezTo>
                  <a:cubicBezTo>
                    <a:pt x="112" y="140"/>
                    <a:pt x="126" y="98"/>
                    <a:pt x="154" y="70"/>
                  </a:cubicBezTo>
                  <a:cubicBezTo>
                    <a:pt x="182" y="42"/>
                    <a:pt x="223" y="28"/>
                    <a:pt x="251" y="15"/>
                  </a:cubicBezTo>
                  <a:lnTo>
                    <a:pt x="349" y="15"/>
                  </a:lnTo>
                  <a:lnTo>
                    <a:pt x="391" y="28"/>
                  </a:lnTo>
                  <a:lnTo>
                    <a:pt x="419" y="42"/>
                  </a:lnTo>
                  <a:cubicBezTo>
                    <a:pt x="433" y="42"/>
                    <a:pt x="447" y="56"/>
                    <a:pt x="461" y="70"/>
                  </a:cubicBezTo>
                  <a:lnTo>
                    <a:pt x="475" y="70"/>
                  </a:lnTo>
                  <a:lnTo>
                    <a:pt x="461" y="56"/>
                  </a:lnTo>
                  <a:cubicBezTo>
                    <a:pt x="447" y="42"/>
                    <a:pt x="433" y="42"/>
                    <a:pt x="419" y="28"/>
                  </a:cubicBezTo>
                  <a:lnTo>
                    <a:pt x="391" y="15"/>
                  </a:lnTo>
                  <a:lnTo>
                    <a:pt x="349" y="1"/>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2"/>
            <p:cNvSpPr/>
            <p:nvPr/>
          </p:nvSpPr>
          <p:spPr>
            <a:xfrm>
              <a:off x="1230959" y="1091351"/>
              <a:ext cx="129438" cy="188197"/>
            </a:xfrm>
            <a:custGeom>
              <a:avLst/>
              <a:gdLst/>
              <a:ahLst/>
              <a:cxnLst/>
              <a:rect l="l" t="t" r="r" b="b"/>
              <a:pathLst>
                <a:path w="1075" h="1563" extrusionOk="0">
                  <a:moveTo>
                    <a:pt x="824" y="1"/>
                  </a:moveTo>
                  <a:cubicBezTo>
                    <a:pt x="740" y="1"/>
                    <a:pt x="642" y="15"/>
                    <a:pt x="559" y="15"/>
                  </a:cubicBezTo>
                  <a:lnTo>
                    <a:pt x="42" y="42"/>
                  </a:lnTo>
                  <a:lnTo>
                    <a:pt x="1" y="42"/>
                  </a:lnTo>
                  <a:lnTo>
                    <a:pt x="1" y="84"/>
                  </a:lnTo>
                  <a:cubicBezTo>
                    <a:pt x="15" y="573"/>
                    <a:pt x="42" y="1047"/>
                    <a:pt x="70" y="1521"/>
                  </a:cubicBezTo>
                  <a:lnTo>
                    <a:pt x="70" y="1563"/>
                  </a:lnTo>
                  <a:lnTo>
                    <a:pt x="112" y="1563"/>
                  </a:lnTo>
                  <a:lnTo>
                    <a:pt x="586" y="1549"/>
                  </a:lnTo>
                  <a:cubicBezTo>
                    <a:pt x="670" y="1535"/>
                    <a:pt x="754" y="1521"/>
                    <a:pt x="837" y="1521"/>
                  </a:cubicBezTo>
                  <a:lnTo>
                    <a:pt x="1075" y="1507"/>
                  </a:lnTo>
                  <a:lnTo>
                    <a:pt x="837" y="1493"/>
                  </a:lnTo>
                  <a:lnTo>
                    <a:pt x="154" y="1493"/>
                  </a:lnTo>
                  <a:cubicBezTo>
                    <a:pt x="152" y="1032"/>
                    <a:pt x="127" y="584"/>
                    <a:pt x="100" y="135"/>
                  </a:cubicBezTo>
                  <a:lnTo>
                    <a:pt x="100" y="135"/>
                  </a:lnTo>
                  <a:lnTo>
                    <a:pt x="559" y="84"/>
                  </a:lnTo>
                  <a:lnTo>
                    <a:pt x="824" y="42"/>
                  </a:lnTo>
                  <a:lnTo>
                    <a:pt x="1075" y="1"/>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8" name="Google Shape;148;p2"/>
            <p:cNvGrpSpPr/>
            <p:nvPr/>
          </p:nvGrpSpPr>
          <p:grpSpPr>
            <a:xfrm>
              <a:off x="4811949" y="276966"/>
              <a:ext cx="1150614" cy="665974"/>
              <a:chOff x="7121599" y="480654"/>
              <a:chExt cx="1150614" cy="665974"/>
            </a:xfrm>
          </p:grpSpPr>
          <p:sp>
            <p:nvSpPr>
              <p:cNvPr id="149" name="Google Shape;149;p2"/>
              <p:cNvSpPr/>
              <p:nvPr/>
            </p:nvSpPr>
            <p:spPr>
              <a:xfrm>
                <a:off x="7517981" y="564698"/>
                <a:ext cx="179768" cy="115952"/>
              </a:xfrm>
              <a:custGeom>
                <a:avLst/>
                <a:gdLst/>
                <a:ahLst/>
                <a:cxnLst/>
                <a:rect l="l" t="t" r="r" b="b"/>
                <a:pathLst>
                  <a:path w="1493" h="963" extrusionOk="0">
                    <a:moveTo>
                      <a:pt x="0" y="0"/>
                    </a:moveTo>
                    <a:lnTo>
                      <a:pt x="70" y="56"/>
                    </a:lnTo>
                    <a:cubicBezTo>
                      <a:pt x="98" y="84"/>
                      <a:pt x="154" y="126"/>
                      <a:pt x="223" y="182"/>
                    </a:cubicBezTo>
                    <a:cubicBezTo>
                      <a:pt x="363" y="279"/>
                      <a:pt x="544" y="405"/>
                      <a:pt x="726" y="530"/>
                    </a:cubicBezTo>
                    <a:cubicBezTo>
                      <a:pt x="907" y="656"/>
                      <a:pt x="1102" y="768"/>
                      <a:pt x="1256" y="837"/>
                    </a:cubicBezTo>
                    <a:cubicBezTo>
                      <a:pt x="1311" y="879"/>
                      <a:pt x="1381" y="907"/>
                      <a:pt x="1423" y="935"/>
                    </a:cubicBezTo>
                    <a:cubicBezTo>
                      <a:pt x="1465" y="963"/>
                      <a:pt x="1493" y="963"/>
                      <a:pt x="1493" y="963"/>
                    </a:cubicBezTo>
                    <a:cubicBezTo>
                      <a:pt x="1493" y="963"/>
                      <a:pt x="1479" y="949"/>
                      <a:pt x="1437" y="921"/>
                    </a:cubicBezTo>
                    <a:lnTo>
                      <a:pt x="1270" y="795"/>
                    </a:lnTo>
                    <a:cubicBezTo>
                      <a:pt x="1144" y="698"/>
                      <a:pt x="949" y="558"/>
                      <a:pt x="767" y="447"/>
                    </a:cubicBezTo>
                    <a:cubicBezTo>
                      <a:pt x="600" y="321"/>
                      <a:pt x="391" y="210"/>
                      <a:pt x="251" y="140"/>
                    </a:cubicBezTo>
                    <a:cubicBezTo>
                      <a:pt x="182" y="98"/>
                      <a:pt x="112" y="56"/>
                      <a:pt x="70" y="42"/>
                    </a:cubicBezTo>
                    <a:lnTo>
                      <a:pt x="0" y="0"/>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2"/>
              <p:cNvSpPr/>
              <p:nvPr/>
            </p:nvSpPr>
            <p:spPr>
              <a:xfrm>
                <a:off x="8073902" y="924115"/>
                <a:ext cx="124381" cy="102587"/>
              </a:xfrm>
              <a:custGeom>
                <a:avLst/>
                <a:gdLst/>
                <a:ahLst/>
                <a:cxnLst/>
                <a:rect l="l" t="t" r="r" b="b"/>
                <a:pathLst>
                  <a:path w="1033" h="852" extrusionOk="0">
                    <a:moveTo>
                      <a:pt x="0" y="0"/>
                    </a:moveTo>
                    <a:cubicBezTo>
                      <a:pt x="42" y="56"/>
                      <a:pt x="84" y="112"/>
                      <a:pt x="140" y="168"/>
                    </a:cubicBezTo>
                    <a:cubicBezTo>
                      <a:pt x="237" y="251"/>
                      <a:pt x="363" y="377"/>
                      <a:pt x="488" y="475"/>
                    </a:cubicBezTo>
                    <a:cubicBezTo>
                      <a:pt x="614" y="572"/>
                      <a:pt x="767" y="670"/>
                      <a:pt x="865" y="740"/>
                    </a:cubicBezTo>
                    <a:cubicBezTo>
                      <a:pt x="963" y="809"/>
                      <a:pt x="1032" y="851"/>
                      <a:pt x="1032" y="851"/>
                    </a:cubicBezTo>
                    <a:cubicBezTo>
                      <a:pt x="991" y="795"/>
                      <a:pt x="949" y="754"/>
                      <a:pt x="893" y="698"/>
                    </a:cubicBezTo>
                    <a:cubicBezTo>
                      <a:pt x="781" y="586"/>
                      <a:pt x="670" y="489"/>
                      <a:pt x="544" y="391"/>
                    </a:cubicBezTo>
                    <a:cubicBezTo>
                      <a:pt x="405" y="293"/>
                      <a:pt x="265" y="182"/>
                      <a:pt x="168" y="112"/>
                    </a:cubicBezTo>
                    <a:cubicBezTo>
                      <a:pt x="70" y="42"/>
                      <a:pt x="0" y="0"/>
                      <a:pt x="0"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2"/>
              <p:cNvSpPr/>
              <p:nvPr/>
            </p:nvSpPr>
            <p:spPr>
              <a:xfrm>
                <a:off x="8053674" y="961080"/>
                <a:ext cx="124381" cy="102587"/>
              </a:xfrm>
              <a:custGeom>
                <a:avLst/>
                <a:gdLst/>
                <a:ahLst/>
                <a:cxnLst/>
                <a:rect l="l" t="t" r="r" b="b"/>
                <a:pathLst>
                  <a:path w="1033" h="852" extrusionOk="0">
                    <a:moveTo>
                      <a:pt x="1" y="0"/>
                    </a:moveTo>
                    <a:lnTo>
                      <a:pt x="1" y="0"/>
                    </a:lnTo>
                    <a:cubicBezTo>
                      <a:pt x="1" y="0"/>
                      <a:pt x="57" y="70"/>
                      <a:pt x="140" y="154"/>
                    </a:cubicBezTo>
                    <a:cubicBezTo>
                      <a:pt x="238" y="251"/>
                      <a:pt x="363" y="363"/>
                      <a:pt x="489" y="461"/>
                    </a:cubicBezTo>
                    <a:cubicBezTo>
                      <a:pt x="628" y="558"/>
                      <a:pt x="768" y="670"/>
                      <a:pt x="866" y="740"/>
                    </a:cubicBezTo>
                    <a:cubicBezTo>
                      <a:pt x="963" y="809"/>
                      <a:pt x="1033" y="851"/>
                      <a:pt x="1033" y="851"/>
                    </a:cubicBezTo>
                    <a:cubicBezTo>
                      <a:pt x="1033" y="851"/>
                      <a:pt x="991" y="781"/>
                      <a:pt x="894" y="698"/>
                    </a:cubicBezTo>
                    <a:cubicBezTo>
                      <a:pt x="796" y="600"/>
                      <a:pt x="670" y="488"/>
                      <a:pt x="545" y="391"/>
                    </a:cubicBezTo>
                    <a:cubicBezTo>
                      <a:pt x="419" y="293"/>
                      <a:pt x="266" y="182"/>
                      <a:pt x="168" y="112"/>
                    </a:cubicBezTo>
                    <a:cubicBezTo>
                      <a:pt x="71" y="42"/>
                      <a:pt x="1" y="0"/>
                      <a:pt x="1"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2"/>
              <p:cNvSpPr/>
              <p:nvPr/>
            </p:nvSpPr>
            <p:spPr>
              <a:xfrm>
                <a:off x="7608648" y="947594"/>
                <a:ext cx="102587" cy="126067"/>
              </a:xfrm>
              <a:custGeom>
                <a:avLst/>
                <a:gdLst/>
                <a:ahLst/>
                <a:cxnLst/>
                <a:rect l="l" t="t" r="r" b="b"/>
                <a:pathLst>
                  <a:path w="852" h="1047" extrusionOk="0">
                    <a:moveTo>
                      <a:pt x="851" y="1"/>
                    </a:moveTo>
                    <a:cubicBezTo>
                      <a:pt x="795" y="43"/>
                      <a:pt x="740" y="98"/>
                      <a:pt x="698" y="140"/>
                    </a:cubicBezTo>
                    <a:cubicBezTo>
                      <a:pt x="600" y="238"/>
                      <a:pt x="489" y="363"/>
                      <a:pt x="391" y="489"/>
                    </a:cubicBezTo>
                    <a:cubicBezTo>
                      <a:pt x="279" y="628"/>
                      <a:pt x="182" y="768"/>
                      <a:pt x="112" y="865"/>
                    </a:cubicBezTo>
                    <a:cubicBezTo>
                      <a:pt x="42" y="963"/>
                      <a:pt x="0" y="1047"/>
                      <a:pt x="0" y="1047"/>
                    </a:cubicBezTo>
                    <a:cubicBezTo>
                      <a:pt x="0" y="1047"/>
                      <a:pt x="70" y="991"/>
                      <a:pt x="154" y="893"/>
                    </a:cubicBezTo>
                    <a:cubicBezTo>
                      <a:pt x="265" y="782"/>
                      <a:pt x="363" y="670"/>
                      <a:pt x="461" y="545"/>
                    </a:cubicBezTo>
                    <a:cubicBezTo>
                      <a:pt x="558" y="419"/>
                      <a:pt x="670" y="280"/>
                      <a:pt x="740" y="168"/>
                    </a:cubicBezTo>
                    <a:cubicBezTo>
                      <a:pt x="809" y="70"/>
                      <a:pt x="851" y="1"/>
                      <a:pt x="851"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2"/>
              <p:cNvSpPr/>
              <p:nvPr/>
            </p:nvSpPr>
            <p:spPr>
              <a:xfrm>
                <a:off x="7571683" y="927486"/>
                <a:ext cx="102587" cy="124381"/>
              </a:xfrm>
              <a:custGeom>
                <a:avLst/>
                <a:gdLst/>
                <a:ahLst/>
                <a:cxnLst/>
                <a:rect l="l" t="t" r="r" b="b"/>
                <a:pathLst>
                  <a:path w="852" h="1033" extrusionOk="0">
                    <a:moveTo>
                      <a:pt x="851" y="0"/>
                    </a:moveTo>
                    <a:lnTo>
                      <a:pt x="851" y="0"/>
                    </a:lnTo>
                    <a:cubicBezTo>
                      <a:pt x="796" y="42"/>
                      <a:pt x="754" y="98"/>
                      <a:pt x="698" y="140"/>
                    </a:cubicBezTo>
                    <a:cubicBezTo>
                      <a:pt x="614" y="237"/>
                      <a:pt x="489" y="363"/>
                      <a:pt x="391" y="489"/>
                    </a:cubicBezTo>
                    <a:cubicBezTo>
                      <a:pt x="293" y="628"/>
                      <a:pt x="182" y="767"/>
                      <a:pt x="112" y="865"/>
                    </a:cubicBezTo>
                    <a:cubicBezTo>
                      <a:pt x="42" y="963"/>
                      <a:pt x="1" y="1032"/>
                      <a:pt x="1" y="1032"/>
                    </a:cubicBezTo>
                    <a:cubicBezTo>
                      <a:pt x="56" y="991"/>
                      <a:pt x="112" y="949"/>
                      <a:pt x="168" y="893"/>
                    </a:cubicBezTo>
                    <a:cubicBezTo>
                      <a:pt x="252" y="795"/>
                      <a:pt x="363" y="670"/>
                      <a:pt x="475" y="544"/>
                    </a:cubicBezTo>
                    <a:cubicBezTo>
                      <a:pt x="572" y="419"/>
                      <a:pt x="670" y="279"/>
                      <a:pt x="740" y="168"/>
                    </a:cubicBezTo>
                    <a:cubicBezTo>
                      <a:pt x="810" y="70"/>
                      <a:pt x="851" y="0"/>
                      <a:pt x="851"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2"/>
              <p:cNvSpPr/>
              <p:nvPr/>
            </p:nvSpPr>
            <p:spPr>
              <a:xfrm>
                <a:off x="7889077" y="915686"/>
                <a:ext cx="159660" cy="142924"/>
              </a:xfrm>
              <a:custGeom>
                <a:avLst/>
                <a:gdLst/>
                <a:ahLst/>
                <a:cxnLst/>
                <a:rect l="l" t="t" r="r" b="b"/>
                <a:pathLst>
                  <a:path w="1326" h="1187" extrusionOk="0">
                    <a:moveTo>
                      <a:pt x="1326" y="1"/>
                    </a:moveTo>
                    <a:lnTo>
                      <a:pt x="1270" y="43"/>
                    </a:lnTo>
                    <a:cubicBezTo>
                      <a:pt x="1228" y="70"/>
                      <a:pt x="1173" y="112"/>
                      <a:pt x="1103" y="168"/>
                    </a:cubicBezTo>
                    <a:cubicBezTo>
                      <a:pt x="963" y="266"/>
                      <a:pt x="796" y="419"/>
                      <a:pt x="629" y="559"/>
                    </a:cubicBezTo>
                    <a:cubicBezTo>
                      <a:pt x="461" y="712"/>
                      <a:pt x="308" y="865"/>
                      <a:pt x="182" y="991"/>
                    </a:cubicBezTo>
                    <a:cubicBezTo>
                      <a:pt x="126" y="1047"/>
                      <a:pt x="85" y="1103"/>
                      <a:pt x="43" y="1130"/>
                    </a:cubicBezTo>
                    <a:lnTo>
                      <a:pt x="1" y="1186"/>
                    </a:lnTo>
                    <a:lnTo>
                      <a:pt x="57" y="1144"/>
                    </a:lnTo>
                    <a:cubicBezTo>
                      <a:pt x="98" y="1117"/>
                      <a:pt x="154" y="1075"/>
                      <a:pt x="224" y="1033"/>
                    </a:cubicBezTo>
                    <a:cubicBezTo>
                      <a:pt x="364" y="921"/>
                      <a:pt x="531" y="782"/>
                      <a:pt x="698" y="628"/>
                    </a:cubicBezTo>
                    <a:cubicBezTo>
                      <a:pt x="866" y="489"/>
                      <a:pt x="1019" y="335"/>
                      <a:pt x="1145" y="210"/>
                    </a:cubicBezTo>
                    <a:cubicBezTo>
                      <a:pt x="1200" y="154"/>
                      <a:pt x="1242" y="98"/>
                      <a:pt x="1284" y="56"/>
                    </a:cubicBezTo>
                    <a:cubicBezTo>
                      <a:pt x="1312" y="29"/>
                      <a:pt x="1326" y="1"/>
                      <a:pt x="1326"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2"/>
              <p:cNvSpPr/>
              <p:nvPr/>
            </p:nvSpPr>
            <p:spPr>
              <a:xfrm>
                <a:off x="7727851" y="915686"/>
                <a:ext cx="161346" cy="142924"/>
              </a:xfrm>
              <a:custGeom>
                <a:avLst/>
                <a:gdLst/>
                <a:ahLst/>
                <a:cxnLst/>
                <a:rect l="l" t="t" r="r" b="b"/>
                <a:pathLst>
                  <a:path w="1340" h="1187" extrusionOk="0">
                    <a:moveTo>
                      <a:pt x="1" y="1"/>
                    </a:moveTo>
                    <a:lnTo>
                      <a:pt x="1" y="1"/>
                    </a:lnTo>
                    <a:cubicBezTo>
                      <a:pt x="1" y="1"/>
                      <a:pt x="29" y="29"/>
                      <a:pt x="57" y="56"/>
                    </a:cubicBezTo>
                    <a:cubicBezTo>
                      <a:pt x="84" y="98"/>
                      <a:pt x="140" y="154"/>
                      <a:pt x="196" y="210"/>
                    </a:cubicBezTo>
                    <a:cubicBezTo>
                      <a:pt x="308" y="335"/>
                      <a:pt x="475" y="489"/>
                      <a:pt x="642" y="628"/>
                    </a:cubicBezTo>
                    <a:cubicBezTo>
                      <a:pt x="810" y="782"/>
                      <a:pt x="977" y="921"/>
                      <a:pt x="1103" y="1033"/>
                    </a:cubicBezTo>
                    <a:cubicBezTo>
                      <a:pt x="1172" y="1075"/>
                      <a:pt x="1228" y="1117"/>
                      <a:pt x="1270" y="1144"/>
                    </a:cubicBezTo>
                    <a:lnTo>
                      <a:pt x="1340" y="1186"/>
                    </a:lnTo>
                    <a:lnTo>
                      <a:pt x="1340" y="1186"/>
                    </a:lnTo>
                    <a:lnTo>
                      <a:pt x="1284" y="1130"/>
                    </a:lnTo>
                    <a:cubicBezTo>
                      <a:pt x="1256" y="1103"/>
                      <a:pt x="1214" y="1047"/>
                      <a:pt x="1145" y="991"/>
                    </a:cubicBezTo>
                    <a:cubicBezTo>
                      <a:pt x="1033" y="865"/>
                      <a:pt x="880" y="712"/>
                      <a:pt x="712" y="559"/>
                    </a:cubicBezTo>
                    <a:cubicBezTo>
                      <a:pt x="545" y="419"/>
                      <a:pt x="363" y="266"/>
                      <a:pt x="238" y="168"/>
                    </a:cubicBezTo>
                    <a:cubicBezTo>
                      <a:pt x="168" y="112"/>
                      <a:pt x="112" y="70"/>
                      <a:pt x="71" y="43"/>
                    </a:cubicBezTo>
                    <a:lnTo>
                      <a:pt x="1" y="1"/>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2"/>
              <p:cNvSpPr/>
              <p:nvPr/>
            </p:nvSpPr>
            <p:spPr>
              <a:xfrm>
                <a:off x="7716172" y="551213"/>
                <a:ext cx="161346" cy="142924"/>
              </a:xfrm>
              <a:custGeom>
                <a:avLst/>
                <a:gdLst/>
                <a:ahLst/>
                <a:cxnLst/>
                <a:rect l="l" t="t" r="r" b="b"/>
                <a:pathLst>
                  <a:path w="1340" h="1187" extrusionOk="0">
                    <a:moveTo>
                      <a:pt x="1339" y="1"/>
                    </a:moveTo>
                    <a:lnTo>
                      <a:pt x="1269" y="43"/>
                    </a:lnTo>
                    <a:cubicBezTo>
                      <a:pt x="1228" y="71"/>
                      <a:pt x="1172" y="112"/>
                      <a:pt x="1102" y="168"/>
                    </a:cubicBezTo>
                    <a:cubicBezTo>
                      <a:pt x="977" y="266"/>
                      <a:pt x="795" y="405"/>
                      <a:pt x="628" y="559"/>
                    </a:cubicBezTo>
                    <a:cubicBezTo>
                      <a:pt x="474" y="712"/>
                      <a:pt x="307" y="866"/>
                      <a:pt x="195" y="991"/>
                    </a:cubicBezTo>
                    <a:cubicBezTo>
                      <a:pt x="126" y="1047"/>
                      <a:pt x="84" y="1103"/>
                      <a:pt x="56" y="1131"/>
                    </a:cubicBezTo>
                    <a:lnTo>
                      <a:pt x="0" y="1186"/>
                    </a:lnTo>
                    <a:lnTo>
                      <a:pt x="0" y="1186"/>
                    </a:lnTo>
                    <a:lnTo>
                      <a:pt x="70" y="1145"/>
                    </a:lnTo>
                    <a:cubicBezTo>
                      <a:pt x="112" y="1117"/>
                      <a:pt x="168" y="1075"/>
                      <a:pt x="223" y="1033"/>
                    </a:cubicBezTo>
                    <a:cubicBezTo>
                      <a:pt x="363" y="921"/>
                      <a:pt x="530" y="782"/>
                      <a:pt x="698" y="629"/>
                    </a:cubicBezTo>
                    <a:cubicBezTo>
                      <a:pt x="865" y="489"/>
                      <a:pt x="1032" y="336"/>
                      <a:pt x="1144" y="210"/>
                    </a:cubicBezTo>
                    <a:cubicBezTo>
                      <a:pt x="1200" y="154"/>
                      <a:pt x="1242" y="98"/>
                      <a:pt x="1283" y="57"/>
                    </a:cubicBezTo>
                    <a:lnTo>
                      <a:pt x="1339" y="1"/>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2"/>
              <p:cNvSpPr/>
              <p:nvPr/>
            </p:nvSpPr>
            <p:spPr>
              <a:xfrm>
                <a:off x="7884020" y="551213"/>
                <a:ext cx="161466" cy="142924"/>
              </a:xfrm>
              <a:custGeom>
                <a:avLst/>
                <a:gdLst/>
                <a:ahLst/>
                <a:cxnLst/>
                <a:rect l="l" t="t" r="r" b="b"/>
                <a:pathLst>
                  <a:path w="1341" h="1187" extrusionOk="0">
                    <a:moveTo>
                      <a:pt x="1" y="1"/>
                    </a:moveTo>
                    <a:lnTo>
                      <a:pt x="57" y="57"/>
                    </a:lnTo>
                    <a:cubicBezTo>
                      <a:pt x="85" y="98"/>
                      <a:pt x="140" y="154"/>
                      <a:pt x="196" y="210"/>
                    </a:cubicBezTo>
                    <a:cubicBezTo>
                      <a:pt x="308" y="336"/>
                      <a:pt x="475" y="489"/>
                      <a:pt x="643" y="629"/>
                    </a:cubicBezTo>
                    <a:cubicBezTo>
                      <a:pt x="810" y="782"/>
                      <a:pt x="977" y="921"/>
                      <a:pt x="1117" y="1033"/>
                    </a:cubicBezTo>
                    <a:lnTo>
                      <a:pt x="1270" y="1145"/>
                    </a:lnTo>
                    <a:lnTo>
                      <a:pt x="1340" y="1186"/>
                    </a:lnTo>
                    <a:lnTo>
                      <a:pt x="1284" y="1131"/>
                    </a:lnTo>
                    <a:cubicBezTo>
                      <a:pt x="1256" y="1103"/>
                      <a:pt x="1201" y="1047"/>
                      <a:pt x="1145" y="991"/>
                    </a:cubicBezTo>
                    <a:cubicBezTo>
                      <a:pt x="1033" y="866"/>
                      <a:pt x="866" y="712"/>
                      <a:pt x="698" y="559"/>
                    </a:cubicBezTo>
                    <a:cubicBezTo>
                      <a:pt x="531" y="419"/>
                      <a:pt x="364" y="266"/>
                      <a:pt x="238" y="168"/>
                    </a:cubicBezTo>
                    <a:cubicBezTo>
                      <a:pt x="168" y="112"/>
                      <a:pt x="113" y="71"/>
                      <a:pt x="71" y="43"/>
                    </a:cubicBezTo>
                    <a:lnTo>
                      <a:pt x="1" y="1"/>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2"/>
              <p:cNvSpPr/>
              <p:nvPr/>
            </p:nvSpPr>
            <p:spPr>
              <a:xfrm>
                <a:off x="8041994" y="710753"/>
                <a:ext cx="11800" cy="196625"/>
              </a:xfrm>
              <a:custGeom>
                <a:avLst/>
                <a:gdLst/>
                <a:ahLst/>
                <a:cxnLst/>
                <a:rect l="l" t="t" r="r" b="b"/>
                <a:pathLst>
                  <a:path w="98" h="1633" extrusionOk="0">
                    <a:moveTo>
                      <a:pt x="28" y="1"/>
                    </a:moveTo>
                    <a:cubicBezTo>
                      <a:pt x="14" y="43"/>
                      <a:pt x="14" y="113"/>
                      <a:pt x="14" y="196"/>
                    </a:cubicBezTo>
                    <a:cubicBezTo>
                      <a:pt x="14" y="364"/>
                      <a:pt x="0" y="587"/>
                      <a:pt x="14" y="810"/>
                    </a:cubicBezTo>
                    <a:cubicBezTo>
                      <a:pt x="14" y="1033"/>
                      <a:pt x="28" y="1256"/>
                      <a:pt x="42" y="1424"/>
                    </a:cubicBezTo>
                    <a:cubicBezTo>
                      <a:pt x="56" y="1507"/>
                      <a:pt x="56" y="1577"/>
                      <a:pt x="70" y="1633"/>
                    </a:cubicBezTo>
                    <a:cubicBezTo>
                      <a:pt x="84" y="1577"/>
                      <a:pt x="84" y="1507"/>
                      <a:pt x="84" y="1424"/>
                    </a:cubicBezTo>
                    <a:cubicBezTo>
                      <a:pt x="84" y="1256"/>
                      <a:pt x="98" y="1033"/>
                      <a:pt x="84" y="810"/>
                    </a:cubicBezTo>
                    <a:cubicBezTo>
                      <a:pt x="84" y="587"/>
                      <a:pt x="70" y="378"/>
                      <a:pt x="56" y="196"/>
                    </a:cubicBezTo>
                    <a:cubicBezTo>
                      <a:pt x="56" y="113"/>
                      <a:pt x="42" y="43"/>
                      <a:pt x="28"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2"/>
              <p:cNvSpPr/>
              <p:nvPr/>
            </p:nvSpPr>
            <p:spPr>
              <a:xfrm>
                <a:off x="7712800" y="690644"/>
                <a:ext cx="10114" cy="215048"/>
              </a:xfrm>
              <a:custGeom>
                <a:avLst/>
                <a:gdLst/>
                <a:ahLst/>
                <a:cxnLst/>
                <a:rect l="l" t="t" r="r" b="b"/>
                <a:pathLst>
                  <a:path w="84" h="1786" extrusionOk="0">
                    <a:moveTo>
                      <a:pt x="14" y="1"/>
                    </a:moveTo>
                    <a:cubicBezTo>
                      <a:pt x="14" y="1"/>
                      <a:pt x="14" y="28"/>
                      <a:pt x="14" y="70"/>
                    </a:cubicBezTo>
                    <a:cubicBezTo>
                      <a:pt x="14" y="126"/>
                      <a:pt x="0" y="196"/>
                      <a:pt x="0" y="280"/>
                    </a:cubicBezTo>
                    <a:cubicBezTo>
                      <a:pt x="0" y="447"/>
                      <a:pt x="0" y="670"/>
                      <a:pt x="0" y="893"/>
                    </a:cubicBezTo>
                    <a:cubicBezTo>
                      <a:pt x="0" y="1116"/>
                      <a:pt x="14" y="1326"/>
                      <a:pt x="28" y="1507"/>
                    </a:cubicBezTo>
                    <a:cubicBezTo>
                      <a:pt x="42" y="1591"/>
                      <a:pt x="42" y="1660"/>
                      <a:pt x="56" y="1702"/>
                    </a:cubicBezTo>
                    <a:cubicBezTo>
                      <a:pt x="60" y="1716"/>
                      <a:pt x="62" y="1728"/>
                      <a:pt x="64" y="1739"/>
                    </a:cubicBezTo>
                    <a:lnTo>
                      <a:pt x="64" y="1739"/>
                    </a:lnTo>
                    <a:cubicBezTo>
                      <a:pt x="65" y="1728"/>
                      <a:pt x="66" y="1716"/>
                      <a:pt x="70" y="1702"/>
                    </a:cubicBezTo>
                    <a:cubicBezTo>
                      <a:pt x="70" y="1660"/>
                      <a:pt x="84" y="1591"/>
                      <a:pt x="84" y="1507"/>
                    </a:cubicBezTo>
                    <a:cubicBezTo>
                      <a:pt x="84" y="1340"/>
                      <a:pt x="84" y="1116"/>
                      <a:pt x="84" y="893"/>
                    </a:cubicBezTo>
                    <a:cubicBezTo>
                      <a:pt x="70" y="670"/>
                      <a:pt x="56" y="447"/>
                      <a:pt x="42" y="280"/>
                    </a:cubicBezTo>
                    <a:cubicBezTo>
                      <a:pt x="42" y="196"/>
                      <a:pt x="28" y="126"/>
                      <a:pt x="28" y="70"/>
                    </a:cubicBezTo>
                    <a:cubicBezTo>
                      <a:pt x="14" y="28"/>
                      <a:pt x="14" y="1"/>
                      <a:pt x="14" y="1"/>
                    </a:cubicBezTo>
                    <a:close/>
                    <a:moveTo>
                      <a:pt x="64" y="1739"/>
                    </a:moveTo>
                    <a:cubicBezTo>
                      <a:pt x="62" y="1770"/>
                      <a:pt x="70" y="1786"/>
                      <a:pt x="70" y="1786"/>
                    </a:cubicBezTo>
                    <a:cubicBezTo>
                      <a:pt x="70" y="1786"/>
                      <a:pt x="70" y="1770"/>
                      <a:pt x="64" y="1739"/>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2"/>
              <p:cNvSpPr/>
              <p:nvPr/>
            </p:nvSpPr>
            <p:spPr>
              <a:xfrm>
                <a:off x="7761445" y="683902"/>
                <a:ext cx="245390" cy="238648"/>
              </a:xfrm>
              <a:custGeom>
                <a:avLst/>
                <a:gdLst/>
                <a:ahLst/>
                <a:cxnLst/>
                <a:rect l="l" t="t" r="r" b="b"/>
                <a:pathLst>
                  <a:path w="2038" h="1982" extrusionOk="0">
                    <a:moveTo>
                      <a:pt x="1371" y="1914"/>
                    </a:moveTo>
                    <a:cubicBezTo>
                      <a:pt x="1329" y="1929"/>
                      <a:pt x="1286" y="1941"/>
                      <a:pt x="1242" y="1954"/>
                    </a:cubicBezTo>
                    <a:cubicBezTo>
                      <a:pt x="1241" y="1954"/>
                      <a:pt x="1241" y="1954"/>
                      <a:pt x="1240" y="1955"/>
                    </a:cubicBezTo>
                    <a:lnTo>
                      <a:pt x="1240" y="1955"/>
                    </a:lnTo>
                    <a:cubicBezTo>
                      <a:pt x="1246" y="1954"/>
                      <a:pt x="1251" y="1954"/>
                      <a:pt x="1256" y="1954"/>
                    </a:cubicBezTo>
                    <a:cubicBezTo>
                      <a:pt x="1295" y="1943"/>
                      <a:pt x="1333" y="1929"/>
                      <a:pt x="1371" y="1914"/>
                    </a:cubicBezTo>
                    <a:close/>
                    <a:moveTo>
                      <a:pt x="991" y="1"/>
                    </a:moveTo>
                    <a:cubicBezTo>
                      <a:pt x="893" y="1"/>
                      <a:pt x="782" y="15"/>
                      <a:pt x="684" y="43"/>
                    </a:cubicBezTo>
                    <a:cubicBezTo>
                      <a:pt x="601" y="70"/>
                      <a:pt x="503" y="112"/>
                      <a:pt x="419" y="168"/>
                    </a:cubicBezTo>
                    <a:cubicBezTo>
                      <a:pt x="266" y="280"/>
                      <a:pt x="140" y="433"/>
                      <a:pt x="70" y="614"/>
                    </a:cubicBezTo>
                    <a:cubicBezTo>
                      <a:pt x="43" y="698"/>
                      <a:pt x="15" y="782"/>
                      <a:pt x="1" y="880"/>
                    </a:cubicBezTo>
                    <a:cubicBezTo>
                      <a:pt x="1" y="921"/>
                      <a:pt x="1" y="963"/>
                      <a:pt x="1" y="1005"/>
                    </a:cubicBezTo>
                    <a:cubicBezTo>
                      <a:pt x="1" y="1047"/>
                      <a:pt x="1" y="1089"/>
                      <a:pt x="1" y="1131"/>
                    </a:cubicBezTo>
                    <a:cubicBezTo>
                      <a:pt x="29" y="1284"/>
                      <a:pt x="84" y="1437"/>
                      <a:pt x="182" y="1563"/>
                    </a:cubicBezTo>
                    <a:cubicBezTo>
                      <a:pt x="252" y="1675"/>
                      <a:pt x="349" y="1772"/>
                      <a:pt x="461" y="1842"/>
                    </a:cubicBezTo>
                    <a:cubicBezTo>
                      <a:pt x="545" y="1898"/>
                      <a:pt x="642" y="1926"/>
                      <a:pt x="740" y="1954"/>
                    </a:cubicBezTo>
                    <a:cubicBezTo>
                      <a:pt x="782" y="1968"/>
                      <a:pt x="810" y="1981"/>
                      <a:pt x="852" y="1981"/>
                    </a:cubicBezTo>
                    <a:lnTo>
                      <a:pt x="921" y="1981"/>
                    </a:lnTo>
                    <a:cubicBezTo>
                      <a:pt x="893" y="1981"/>
                      <a:pt x="866" y="1968"/>
                      <a:pt x="838" y="1968"/>
                    </a:cubicBezTo>
                    <a:cubicBezTo>
                      <a:pt x="810" y="1968"/>
                      <a:pt x="768" y="1954"/>
                      <a:pt x="726" y="1940"/>
                    </a:cubicBezTo>
                    <a:cubicBezTo>
                      <a:pt x="628" y="1912"/>
                      <a:pt x="545" y="1870"/>
                      <a:pt x="461" y="1814"/>
                    </a:cubicBezTo>
                    <a:cubicBezTo>
                      <a:pt x="224" y="1661"/>
                      <a:pt x="70" y="1410"/>
                      <a:pt x="43" y="1117"/>
                    </a:cubicBezTo>
                    <a:lnTo>
                      <a:pt x="43" y="1005"/>
                    </a:lnTo>
                    <a:cubicBezTo>
                      <a:pt x="43" y="963"/>
                      <a:pt x="57" y="921"/>
                      <a:pt x="57" y="880"/>
                    </a:cubicBezTo>
                    <a:cubicBezTo>
                      <a:pt x="70" y="796"/>
                      <a:pt x="98" y="712"/>
                      <a:pt x="140" y="628"/>
                    </a:cubicBezTo>
                    <a:cubicBezTo>
                      <a:pt x="210" y="475"/>
                      <a:pt x="336" y="336"/>
                      <a:pt x="489" y="238"/>
                    </a:cubicBezTo>
                    <a:cubicBezTo>
                      <a:pt x="559" y="196"/>
                      <a:pt x="642" y="154"/>
                      <a:pt x="726" y="126"/>
                    </a:cubicBezTo>
                    <a:cubicBezTo>
                      <a:pt x="810" y="98"/>
                      <a:pt x="907" y="84"/>
                      <a:pt x="991" y="84"/>
                    </a:cubicBezTo>
                    <a:cubicBezTo>
                      <a:pt x="1089" y="84"/>
                      <a:pt x="1172" y="98"/>
                      <a:pt x="1256" y="126"/>
                    </a:cubicBezTo>
                    <a:cubicBezTo>
                      <a:pt x="1354" y="154"/>
                      <a:pt x="1437" y="196"/>
                      <a:pt x="1507" y="238"/>
                    </a:cubicBezTo>
                    <a:cubicBezTo>
                      <a:pt x="1661" y="336"/>
                      <a:pt x="1772" y="475"/>
                      <a:pt x="1856" y="628"/>
                    </a:cubicBezTo>
                    <a:cubicBezTo>
                      <a:pt x="1926" y="782"/>
                      <a:pt x="1954" y="949"/>
                      <a:pt x="1940" y="1117"/>
                    </a:cubicBezTo>
                    <a:cubicBezTo>
                      <a:pt x="1926" y="1270"/>
                      <a:pt x="1884" y="1424"/>
                      <a:pt x="1800" y="1549"/>
                    </a:cubicBezTo>
                    <a:cubicBezTo>
                      <a:pt x="1730" y="1661"/>
                      <a:pt x="1633" y="1744"/>
                      <a:pt x="1535" y="1828"/>
                    </a:cubicBezTo>
                    <a:cubicBezTo>
                      <a:pt x="1484" y="1862"/>
                      <a:pt x="1429" y="1890"/>
                      <a:pt x="1371" y="1914"/>
                    </a:cubicBezTo>
                    <a:lnTo>
                      <a:pt x="1371" y="1914"/>
                    </a:lnTo>
                    <a:cubicBezTo>
                      <a:pt x="1424" y="1895"/>
                      <a:pt x="1475" y="1873"/>
                      <a:pt x="1521" y="1842"/>
                    </a:cubicBezTo>
                    <a:cubicBezTo>
                      <a:pt x="1633" y="1772"/>
                      <a:pt x="1730" y="1675"/>
                      <a:pt x="1800" y="1563"/>
                    </a:cubicBezTo>
                    <a:cubicBezTo>
                      <a:pt x="1995" y="1284"/>
                      <a:pt x="2037" y="921"/>
                      <a:pt x="1912" y="614"/>
                    </a:cubicBezTo>
                    <a:cubicBezTo>
                      <a:pt x="1870" y="531"/>
                      <a:pt x="1828" y="447"/>
                      <a:pt x="1758" y="377"/>
                    </a:cubicBezTo>
                    <a:cubicBezTo>
                      <a:pt x="1702" y="294"/>
                      <a:pt x="1633" y="224"/>
                      <a:pt x="1549" y="168"/>
                    </a:cubicBezTo>
                    <a:cubicBezTo>
                      <a:pt x="1465" y="112"/>
                      <a:pt x="1382" y="70"/>
                      <a:pt x="1284" y="43"/>
                    </a:cubicBezTo>
                    <a:cubicBezTo>
                      <a:pt x="1186" y="15"/>
                      <a:pt x="1089" y="1"/>
                      <a:pt x="991" y="1"/>
                    </a:cubicBezTo>
                    <a:close/>
                    <a:moveTo>
                      <a:pt x="1240" y="1955"/>
                    </a:moveTo>
                    <a:cubicBezTo>
                      <a:pt x="1213" y="1958"/>
                      <a:pt x="1179" y="1968"/>
                      <a:pt x="1145" y="1968"/>
                    </a:cubicBezTo>
                    <a:cubicBezTo>
                      <a:pt x="1117" y="1981"/>
                      <a:pt x="1089" y="1981"/>
                      <a:pt x="1061" y="1981"/>
                    </a:cubicBezTo>
                    <a:lnTo>
                      <a:pt x="1131" y="1981"/>
                    </a:lnTo>
                    <a:cubicBezTo>
                      <a:pt x="1171" y="1981"/>
                      <a:pt x="1212" y="1968"/>
                      <a:pt x="1240" y="1955"/>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2"/>
              <p:cNvSpPr/>
              <p:nvPr/>
            </p:nvSpPr>
            <p:spPr>
              <a:xfrm>
                <a:off x="8186363" y="1033324"/>
                <a:ext cx="85851" cy="84646"/>
              </a:xfrm>
              <a:custGeom>
                <a:avLst/>
                <a:gdLst/>
                <a:ahLst/>
                <a:cxnLst/>
                <a:rect l="l" t="t" r="r" b="b"/>
                <a:pathLst>
                  <a:path w="713" h="703" extrusionOk="0">
                    <a:moveTo>
                      <a:pt x="503" y="28"/>
                    </a:moveTo>
                    <a:lnTo>
                      <a:pt x="524" y="35"/>
                    </a:lnTo>
                    <a:cubicBezTo>
                      <a:pt x="517" y="31"/>
                      <a:pt x="510" y="28"/>
                      <a:pt x="503" y="28"/>
                    </a:cubicBezTo>
                    <a:close/>
                    <a:moveTo>
                      <a:pt x="524" y="35"/>
                    </a:moveTo>
                    <a:cubicBezTo>
                      <a:pt x="531" y="38"/>
                      <a:pt x="538" y="42"/>
                      <a:pt x="545" y="42"/>
                    </a:cubicBezTo>
                    <a:lnTo>
                      <a:pt x="524" y="35"/>
                    </a:lnTo>
                    <a:close/>
                    <a:moveTo>
                      <a:pt x="545" y="42"/>
                    </a:moveTo>
                    <a:lnTo>
                      <a:pt x="545" y="42"/>
                    </a:lnTo>
                    <a:cubicBezTo>
                      <a:pt x="559" y="56"/>
                      <a:pt x="573" y="70"/>
                      <a:pt x="587" y="84"/>
                    </a:cubicBezTo>
                    <a:lnTo>
                      <a:pt x="614" y="98"/>
                    </a:lnTo>
                    <a:lnTo>
                      <a:pt x="601" y="84"/>
                    </a:lnTo>
                    <a:cubicBezTo>
                      <a:pt x="573" y="70"/>
                      <a:pt x="559" y="56"/>
                      <a:pt x="545" y="42"/>
                    </a:cubicBezTo>
                    <a:close/>
                    <a:moveTo>
                      <a:pt x="308" y="0"/>
                    </a:moveTo>
                    <a:cubicBezTo>
                      <a:pt x="196" y="14"/>
                      <a:pt x="98" y="98"/>
                      <a:pt x="43" y="195"/>
                    </a:cubicBezTo>
                    <a:cubicBezTo>
                      <a:pt x="15" y="265"/>
                      <a:pt x="1" y="335"/>
                      <a:pt x="15" y="405"/>
                    </a:cubicBezTo>
                    <a:cubicBezTo>
                      <a:pt x="15" y="446"/>
                      <a:pt x="29" y="474"/>
                      <a:pt x="57" y="502"/>
                    </a:cubicBezTo>
                    <a:cubicBezTo>
                      <a:pt x="70" y="544"/>
                      <a:pt x="84" y="572"/>
                      <a:pt x="112" y="600"/>
                    </a:cubicBezTo>
                    <a:cubicBezTo>
                      <a:pt x="168" y="642"/>
                      <a:pt x="238" y="684"/>
                      <a:pt x="308" y="697"/>
                    </a:cubicBezTo>
                    <a:cubicBezTo>
                      <a:pt x="326" y="701"/>
                      <a:pt x="345" y="703"/>
                      <a:pt x="364" y="703"/>
                    </a:cubicBezTo>
                    <a:cubicBezTo>
                      <a:pt x="415" y="703"/>
                      <a:pt x="466" y="690"/>
                      <a:pt x="517" y="670"/>
                    </a:cubicBezTo>
                    <a:cubicBezTo>
                      <a:pt x="545" y="656"/>
                      <a:pt x="573" y="642"/>
                      <a:pt x="601" y="614"/>
                    </a:cubicBezTo>
                    <a:lnTo>
                      <a:pt x="628" y="586"/>
                    </a:lnTo>
                    <a:cubicBezTo>
                      <a:pt x="642" y="572"/>
                      <a:pt x="642" y="558"/>
                      <a:pt x="656" y="544"/>
                    </a:cubicBezTo>
                    <a:cubicBezTo>
                      <a:pt x="684" y="502"/>
                      <a:pt x="698" y="446"/>
                      <a:pt x="712" y="391"/>
                    </a:cubicBezTo>
                    <a:cubicBezTo>
                      <a:pt x="712" y="377"/>
                      <a:pt x="712" y="349"/>
                      <a:pt x="712" y="321"/>
                    </a:cubicBezTo>
                    <a:cubicBezTo>
                      <a:pt x="712" y="307"/>
                      <a:pt x="712" y="279"/>
                      <a:pt x="698" y="265"/>
                    </a:cubicBezTo>
                    <a:lnTo>
                      <a:pt x="684" y="209"/>
                    </a:lnTo>
                    <a:cubicBezTo>
                      <a:pt x="684" y="195"/>
                      <a:pt x="670" y="181"/>
                      <a:pt x="670" y="167"/>
                    </a:cubicBezTo>
                    <a:cubicBezTo>
                      <a:pt x="656" y="153"/>
                      <a:pt x="642" y="126"/>
                      <a:pt x="628" y="112"/>
                    </a:cubicBezTo>
                    <a:lnTo>
                      <a:pt x="614" y="98"/>
                    </a:lnTo>
                    <a:lnTo>
                      <a:pt x="628" y="126"/>
                    </a:lnTo>
                    <a:cubicBezTo>
                      <a:pt x="642" y="140"/>
                      <a:pt x="656" y="153"/>
                      <a:pt x="670" y="181"/>
                    </a:cubicBezTo>
                    <a:lnTo>
                      <a:pt x="684" y="223"/>
                    </a:lnTo>
                    <a:lnTo>
                      <a:pt x="698" y="279"/>
                    </a:lnTo>
                    <a:cubicBezTo>
                      <a:pt x="698" y="293"/>
                      <a:pt x="712" y="307"/>
                      <a:pt x="698" y="335"/>
                    </a:cubicBezTo>
                    <a:cubicBezTo>
                      <a:pt x="698" y="349"/>
                      <a:pt x="698" y="377"/>
                      <a:pt x="698" y="405"/>
                    </a:cubicBezTo>
                    <a:cubicBezTo>
                      <a:pt x="684" y="446"/>
                      <a:pt x="656" y="488"/>
                      <a:pt x="614" y="530"/>
                    </a:cubicBezTo>
                    <a:lnTo>
                      <a:pt x="601" y="558"/>
                    </a:lnTo>
                    <a:lnTo>
                      <a:pt x="559" y="586"/>
                    </a:lnTo>
                    <a:cubicBezTo>
                      <a:pt x="531" y="600"/>
                      <a:pt x="517" y="600"/>
                      <a:pt x="489" y="614"/>
                    </a:cubicBezTo>
                    <a:cubicBezTo>
                      <a:pt x="461" y="621"/>
                      <a:pt x="433" y="624"/>
                      <a:pt x="405" y="624"/>
                    </a:cubicBezTo>
                    <a:cubicBezTo>
                      <a:pt x="377" y="624"/>
                      <a:pt x="349" y="621"/>
                      <a:pt x="322" y="614"/>
                    </a:cubicBezTo>
                    <a:cubicBezTo>
                      <a:pt x="280" y="600"/>
                      <a:pt x="224" y="572"/>
                      <a:pt x="182" y="530"/>
                    </a:cubicBezTo>
                    <a:cubicBezTo>
                      <a:pt x="168" y="516"/>
                      <a:pt x="154" y="488"/>
                      <a:pt x="140" y="460"/>
                    </a:cubicBezTo>
                    <a:cubicBezTo>
                      <a:pt x="126" y="446"/>
                      <a:pt x="112" y="419"/>
                      <a:pt x="98" y="391"/>
                    </a:cubicBezTo>
                    <a:cubicBezTo>
                      <a:pt x="98" y="335"/>
                      <a:pt x="98" y="279"/>
                      <a:pt x="98" y="223"/>
                    </a:cubicBezTo>
                    <a:cubicBezTo>
                      <a:pt x="126" y="181"/>
                      <a:pt x="154" y="126"/>
                      <a:pt x="196" y="98"/>
                    </a:cubicBezTo>
                    <a:cubicBezTo>
                      <a:pt x="224" y="56"/>
                      <a:pt x="266" y="42"/>
                      <a:pt x="322" y="28"/>
                    </a:cubicBezTo>
                    <a:cubicBezTo>
                      <a:pt x="336" y="14"/>
                      <a:pt x="363" y="14"/>
                      <a:pt x="391" y="14"/>
                    </a:cubicBezTo>
                    <a:lnTo>
                      <a:pt x="447" y="14"/>
                    </a:lnTo>
                    <a:cubicBezTo>
                      <a:pt x="433" y="0"/>
                      <a:pt x="405" y="0"/>
                      <a:pt x="391"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2"/>
              <p:cNvSpPr/>
              <p:nvPr/>
            </p:nvSpPr>
            <p:spPr>
              <a:xfrm>
                <a:off x="7521352" y="1061861"/>
                <a:ext cx="84044" cy="84767"/>
              </a:xfrm>
              <a:custGeom>
                <a:avLst/>
                <a:gdLst/>
                <a:ahLst/>
                <a:cxnLst/>
                <a:rect l="l" t="t" r="r" b="b"/>
                <a:pathLst>
                  <a:path w="698" h="704" extrusionOk="0">
                    <a:moveTo>
                      <a:pt x="0" y="363"/>
                    </a:moveTo>
                    <a:lnTo>
                      <a:pt x="0" y="377"/>
                    </a:lnTo>
                    <a:cubicBezTo>
                      <a:pt x="0" y="391"/>
                      <a:pt x="0" y="419"/>
                      <a:pt x="14" y="433"/>
                    </a:cubicBezTo>
                    <a:cubicBezTo>
                      <a:pt x="0" y="405"/>
                      <a:pt x="0" y="391"/>
                      <a:pt x="0" y="363"/>
                    </a:cubicBezTo>
                    <a:close/>
                    <a:moveTo>
                      <a:pt x="279" y="0"/>
                    </a:moveTo>
                    <a:cubicBezTo>
                      <a:pt x="237" y="0"/>
                      <a:pt x="181" y="28"/>
                      <a:pt x="140" y="56"/>
                    </a:cubicBezTo>
                    <a:cubicBezTo>
                      <a:pt x="112" y="70"/>
                      <a:pt x="98" y="98"/>
                      <a:pt x="84" y="112"/>
                    </a:cubicBezTo>
                    <a:cubicBezTo>
                      <a:pt x="70" y="126"/>
                      <a:pt x="56" y="140"/>
                      <a:pt x="42" y="154"/>
                    </a:cubicBezTo>
                    <a:lnTo>
                      <a:pt x="28" y="209"/>
                    </a:lnTo>
                    <a:cubicBezTo>
                      <a:pt x="14" y="223"/>
                      <a:pt x="14" y="237"/>
                      <a:pt x="14" y="251"/>
                    </a:cubicBezTo>
                    <a:cubicBezTo>
                      <a:pt x="0" y="279"/>
                      <a:pt x="0" y="293"/>
                      <a:pt x="0" y="321"/>
                    </a:cubicBezTo>
                    <a:cubicBezTo>
                      <a:pt x="0" y="307"/>
                      <a:pt x="0" y="279"/>
                      <a:pt x="14" y="265"/>
                    </a:cubicBezTo>
                    <a:cubicBezTo>
                      <a:pt x="14" y="251"/>
                      <a:pt x="28" y="237"/>
                      <a:pt x="28" y="223"/>
                    </a:cubicBezTo>
                    <a:lnTo>
                      <a:pt x="56" y="168"/>
                    </a:lnTo>
                    <a:cubicBezTo>
                      <a:pt x="70" y="154"/>
                      <a:pt x="84" y="140"/>
                      <a:pt x="98" y="126"/>
                    </a:cubicBezTo>
                    <a:cubicBezTo>
                      <a:pt x="112" y="112"/>
                      <a:pt x="126" y="98"/>
                      <a:pt x="154" y="84"/>
                    </a:cubicBezTo>
                    <a:cubicBezTo>
                      <a:pt x="195" y="56"/>
                      <a:pt x="237" y="42"/>
                      <a:pt x="293" y="42"/>
                    </a:cubicBezTo>
                    <a:lnTo>
                      <a:pt x="363" y="42"/>
                    </a:lnTo>
                    <a:cubicBezTo>
                      <a:pt x="391" y="56"/>
                      <a:pt x="419" y="56"/>
                      <a:pt x="446" y="70"/>
                    </a:cubicBezTo>
                    <a:cubicBezTo>
                      <a:pt x="488" y="98"/>
                      <a:pt x="530" y="140"/>
                      <a:pt x="558" y="182"/>
                    </a:cubicBezTo>
                    <a:cubicBezTo>
                      <a:pt x="614" y="279"/>
                      <a:pt x="614" y="405"/>
                      <a:pt x="558" y="502"/>
                    </a:cubicBezTo>
                    <a:cubicBezTo>
                      <a:pt x="530" y="544"/>
                      <a:pt x="488" y="586"/>
                      <a:pt x="446" y="614"/>
                    </a:cubicBezTo>
                    <a:cubicBezTo>
                      <a:pt x="391" y="642"/>
                      <a:pt x="349" y="642"/>
                      <a:pt x="293" y="642"/>
                    </a:cubicBezTo>
                    <a:cubicBezTo>
                      <a:pt x="237" y="642"/>
                      <a:pt x="195" y="628"/>
                      <a:pt x="154" y="600"/>
                    </a:cubicBezTo>
                    <a:cubicBezTo>
                      <a:pt x="126" y="586"/>
                      <a:pt x="112" y="572"/>
                      <a:pt x="98" y="558"/>
                    </a:cubicBezTo>
                    <a:cubicBezTo>
                      <a:pt x="84" y="544"/>
                      <a:pt x="70" y="530"/>
                      <a:pt x="56" y="516"/>
                    </a:cubicBezTo>
                    <a:lnTo>
                      <a:pt x="28" y="474"/>
                    </a:lnTo>
                    <a:lnTo>
                      <a:pt x="28" y="474"/>
                    </a:lnTo>
                    <a:cubicBezTo>
                      <a:pt x="28" y="502"/>
                      <a:pt x="42" y="516"/>
                      <a:pt x="42" y="530"/>
                    </a:cubicBezTo>
                    <a:cubicBezTo>
                      <a:pt x="56" y="544"/>
                      <a:pt x="70" y="558"/>
                      <a:pt x="84" y="586"/>
                    </a:cubicBezTo>
                    <a:lnTo>
                      <a:pt x="140" y="628"/>
                    </a:lnTo>
                    <a:cubicBezTo>
                      <a:pt x="206" y="675"/>
                      <a:pt x="285" y="703"/>
                      <a:pt x="364" y="703"/>
                    </a:cubicBezTo>
                    <a:cubicBezTo>
                      <a:pt x="401" y="703"/>
                      <a:pt x="439" y="697"/>
                      <a:pt x="474" y="684"/>
                    </a:cubicBezTo>
                    <a:cubicBezTo>
                      <a:pt x="530" y="656"/>
                      <a:pt x="600" y="614"/>
                      <a:pt x="642" y="558"/>
                    </a:cubicBezTo>
                    <a:cubicBezTo>
                      <a:pt x="670" y="488"/>
                      <a:pt x="698" y="419"/>
                      <a:pt x="698" y="349"/>
                    </a:cubicBezTo>
                    <a:cubicBezTo>
                      <a:pt x="698" y="307"/>
                      <a:pt x="698" y="279"/>
                      <a:pt x="684" y="237"/>
                    </a:cubicBezTo>
                    <a:cubicBezTo>
                      <a:pt x="670" y="209"/>
                      <a:pt x="656" y="168"/>
                      <a:pt x="642" y="140"/>
                    </a:cubicBezTo>
                    <a:cubicBezTo>
                      <a:pt x="586" y="84"/>
                      <a:pt x="530" y="42"/>
                      <a:pt x="474" y="14"/>
                    </a:cubicBezTo>
                    <a:cubicBezTo>
                      <a:pt x="446" y="0"/>
                      <a:pt x="405" y="0"/>
                      <a:pt x="377"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2"/>
              <p:cNvSpPr/>
              <p:nvPr/>
            </p:nvSpPr>
            <p:spPr>
              <a:xfrm>
                <a:off x="7121599" y="489082"/>
                <a:ext cx="119324" cy="174832"/>
              </a:xfrm>
              <a:custGeom>
                <a:avLst/>
                <a:gdLst/>
                <a:ahLst/>
                <a:cxnLst/>
                <a:rect l="l" t="t" r="r" b="b"/>
                <a:pathLst>
                  <a:path w="991" h="1452" extrusionOk="0">
                    <a:moveTo>
                      <a:pt x="754" y="1"/>
                    </a:moveTo>
                    <a:cubicBezTo>
                      <a:pt x="670" y="15"/>
                      <a:pt x="600" y="15"/>
                      <a:pt x="516" y="15"/>
                    </a:cubicBezTo>
                    <a:lnTo>
                      <a:pt x="42" y="43"/>
                    </a:lnTo>
                    <a:lnTo>
                      <a:pt x="0" y="43"/>
                    </a:lnTo>
                    <a:lnTo>
                      <a:pt x="0" y="84"/>
                    </a:lnTo>
                    <a:cubicBezTo>
                      <a:pt x="14" y="531"/>
                      <a:pt x="28" y="977"/>
                      <a:pt x="70" y="1410"/>
                    </a:cubicBezTo>
                    <a:lnTo>
                      <a:pt x="70" y="1451"/>
                    </a:lnTo>
                    <a:lnTo>
                      <a:pt x="98" y="1451"/>
                    </a:lnTo>
                    <a:lnTo>
                      <a:pt x="544" y="1437"/>
                    </a:lnTo>
                    <a:lnTo>
                      <a:pt x="768" y="1423"/>
                    </a:lnTo>
                    <a:lnTo>
                      <a:pt x="991" y="1396"/>
                    </a:lnTo>
                    <a:lnTo>
                      <a:pt x="139" y="1396"/>
                    </a:lnTo>
                    <a:cubicBezTo>
                      <a:pt x="126" y="984"/>
                      <a:pt x="112" y="560"/>
                      <a:pt x="86" y="135"/>
                    </a:cubicBezTo>
                    <a:lnTo>
                      <a:pt x="86" y="135"/>
                    </a:lnTo>
                    <a:lnTo>
                      <a:pt x="516" y="84"/>
                    </a:lnTo>
                    <a:lnTo>
                      <a:pt x="754" y="43"/>
                    </a:lnTo>
                    <a:lnTo>
                      <a:pt x="991" y="1"/>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2"/>
              <p:cNvSpPr/>
              <p:nvPr/>
            </p:nvSpPr>
            <p:spPr>
              <a:xfrm>
                <a:off x="7351698" y="480654"/>
                <a:ext cx="119324" cy="176517"/>
              </a:xfrm>
              <a:custGeom>
                <a:avLst/>
                <a:gdLst/>
                <a:ahLst/>
                <a:cxnLst/>
                <a:rect l="l" t="t" r="r" b="b"/>
                <a:pathLst>
                  <a:path w="991" h="1466" extrusionOk="0">
                    <a:moveTo>
                      <a:pt x="879" y="1"/>
                    </a:moveTo>
                    <a:lnTo>
                      <a:pt x="433" y="29"/>
                    </a:lnTo>
                    <a:lnTo>
                      <a:pt x="223" y="43"/>
                    </a:lnTo>
                    <a:lnTo>
                      <a:pt x="0" y="57"/>
                    </a:lnTo>
                    <a:lnTo>
                      <a:pt x="223" y="71"/>
                    </a:lnTo>
                    <a:lnTo>
                      <a:pt x="839" y="71"/>
                    </a:lnTo>
                    <a:cubicBezTo>
                      <a:pt x="852" y="491"/>
                      <a:pt x="878" y="911"/>
                      <a:pt x="905" y="1331"/>
                    </a:cubicBezTo>
                    <a:lnTo>
                      <a:pt x="905" y="1331"/>
                    </a:lnTo>
                    <a:lnTo>
                      <a:pt x="475" y="1382"/>
                    </a:lnTo>
                    <a:cubicBezTo>
                      <a:pt x="391" y="1382"/>
                      <a:pt x="307" y="1410"/>
                      <a:pt x="237" y="1410"/>
                    </a:cubicBezTo>
                    <a:cubicBezTo>
                      <a:pt x="154" y="1424"/>
                      <a:pt x="70" y="1438"/>
                      <a:pt x="0" y="1452"/>
                    </a:cubicBezTo>
                    <a:cubicBezTo>
                      <a:pt x="70" y="1452"/>
                      <a:pt x="154" y="1452"/>
                      <a:pt x="237" y="1466"/>
                    </a:cubicBezTo>
                    <a:lnTo>
                      <a:pt x="475" y="1452"/>
                    </a:lnTo>
                    <a:lnTo>
                      <a:pt x="949" y="1424"/>
                    </a:lnTo>
                    <a:lnTo>
                      <a:pt x="991" y="1424"/>
                    </a:lnTo>
                    <a:lnTo>
                      <a:pt x="991" y="1382"/>
                    </a:lnTo>
                    <a:cubicBezTo>
                      <a:pt x="977" y="936"/>
                      <a:pt x="949" y="489"/>
                      <a:pt x="921" y="43"/>
                    </a:cubicBezTo>
                    <a:lnTo>
                      <a:pt x="921" y="1"/>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2"/>
              <p:cNvSpPr/>
              <p:nvPr/>
            </p:nvSpPr>
            <p:spPr>
              <a:xfrm>
                <a:off x="7182044" y="502568"/>
                <a:ext cx="77422" cy="117638"/>
              </a:xfrm>
              <a:custGeom>
                <a:avLst/>
                <a:gdLst/>
                <a:ahLst/>
                <a:cxnLst/>
                <a:rect l="l" t="t" r="r" b="b"/>
                <a:pathLst>
                  <a:path w="643" h="977" extrusionOk="0">
                    <a:moveTo>
                      <a:pt x="642" y="0"/>
                    </a:moveTo>
                    <a:lnTo>
                      <a:pt x="642" y="0"/>
                    </a:lnTo>
                    <a:cubicBezTo>
                      <a:pt x="572" y="42"/>
                      <a:pt x="503" y="84"/>
                      <a:pt x="405" y="126"/>
                    </a:cubicBezTo>
                    <a:cubicBezTo>
                      <a:pt x="405" y="237"/>
                      <a:pt x="405" y="335"/>
                      <a:pt x="405" y="405"/>
                    </a:cubicBezTo>
                    <a:lnTo>
                      <a:pt x="349" y="321"/>
                    </a:lnTo>
                    <a:cubicBezTo>
                      <a:pt x="293" y="237"/>
                      <a:pt x="238" y="154"/>
                      <a:pt x="196" y="70"/>
                    </a:cubicBezTo>
                    <a:lnTo>
                      <a:pt x="0" y="168"/>
                    </a:lnTo>
                    <a:lnTo>
                      <a:pt x="0" y="558"/>
                    </a:lnTo>
                    <a:lnTo>
                      <a:pt x="0" y="865"/>
                    </a:lnTo>
                    <a:lnTo>
                      <a:pt x="210" y="754"/>
                    </a:lnTo>
                    <a:lnTo>
                      <a:pt x="210" y="628"/>
                    </a:lnTo>
                    <a:lnTo>
                      <a:pt x="210" y="489"/>
                    </a:lnTo>
                    <a:cubicBezTo>
                      <a:pt x="307" y="642"/>
                      <a:pt x="391" y="809"/>
                      <a:pt x="475" y="977"/>
                    </a:cubicBezTo>
                    <a:cubicBezTo>
                      <a:pt x="517" y="935"/>
                      <a:pt x="558" y="907"/>
                      <a:pt x="614" y="879"/>
                    </a:cubicBezTo>
                    <a:lnTo>
                      <a:pt x="628" y="154"/>
                    </a:lnTo>
                    <a:cubicBezTo>
                      <a:pt x="642" y="98"/>
                      <a:pt x="642" y="42"/>
                      <a:pt x="642"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2"/>
              <p:cNvSpPr/>
              <p:nvPr/>
            </p:nvSpPr>
            <p:spPr>
              <a:xfrm>
                <a:off x="7267654" y="527733"/>
                <a:ext cx="70679" cy="80793"/>
              </a:xfrm>
              <a:custGeom>
                <a:avLst/>
                <a:gdLst/>
                <a:ahLst/>
                <a:cxnLst/>
                <a:rect l="l" t="t" r="r" b="b"/>
                <a:pathLst>
                  <a:path w="587" h="671" extrusionOk="0">
                    <a:moveTo>
                      <a:pt x="364" y="210"/>
                    </a:moveTo>
                    <a:cubicBezTo>
                      <a:pt x="391" y="224"/>
                      <a:pt x="405" y="238"/>
                      <a:pt x="419" y="280"/>
                    </a:cubicBezTo>
                    <a:cubicBezTo>
                      <a:pt x="419" y="377"/>
                      <a:pt x="350" y="461"/>
                      <a:pt x="252" y="489"/>
                    </a:cubicBezTo>
                    <a:cubicBezTo>
                      <a:pt x="210" y="489"/>
                      <a:pt x="182" y="475"/>
                      <a:pt x="182" y="419"/>
                    </a:cubicBezTo>
                    <a:cubicBezTo>
                      <a:pt x="182" y="391"/>
                      <a:pt x="196" y="363"/>
                      <a:pt x="210" y="335"/>
                    </a:cubicBezTo>
                    <a:cubicBezTo>
                      <a:pt x="238" y="280"/>
                      <a:pt x="294" y="224"/>
                      <a:pt x="364" y="210"/>
                    </a:cubicBezTo>
                    <a:close/>
                    <a:moveTo>
                      <a:pt x="391" y="1"/>
                    </a:moveTo>
                    <a:cubicBezTo>
                      <a:pt x="336" y="1"/>
                      <a:pt x="294" y="14"/>
                      <a:pt x="252" y="28"/>
                    </a:cubicBezTo>
                    <a:cubicBezTo>
                      <a:pt x="210" y="56"/>
                      <a:pt x="154" y="98"/>
                      <a:pt x="126" y="140"/>
                    </a:cubicBezTo>
                    <a:cubicBezTo>
                      <a:pt x="112" y="154"/>
                      <a:pt x="99" y="168"/>
                      <a:pt x="85" y="196"/>
                    </a:cubicBezTo>
                    <a:cubicBezTo>
                      <a:pt x="57" y="238"/>
                      <a:pt x="43" y="266"/>
                      <a:pt x="29" y="307"/>
                    </a:cubicBezTo>
                    <a:cubicBezTo>
                      <a:pt x="15" y="363"/>
                      <a:pt x="1" y="419"/>
                      <a:pt x="15" y="475"/>
                    </a:cubicBezTo>
                    <a:cubicBezTo>
                      <a:pt x="15" y="517"/>
                      <a:pt x="29" y="558"/>
                      <a:pt x="57" y="600"/>
                    </a:cubicBezTo>
                    <a:cubicBezTo>
                      <a:pt x="85" y="642"/>
                      <a:pt x="140" y="670"/>
                      <a:pt x="196" y="670"/>
                    </a:cubicBezTo>
                    <a:cubicBezTo>
                      <a:pt x="224" y="670"/>
                      <a:pt x="266" y="656"/>
                      <a:pt x="308" y="642"/>
                    </a:cubicBezTo>
                    <a:cubicBezTo>
                      <a:pt x="350" y="614"/>
                      <a:pt x="405" y="586"/>
                      <a:pt x="447" y="545"/>
                    </a:cubicBezTo>
                    <a:cubicBezTo>
                      <a:pt x="489" y="503"/>
                      <a:pt x="531" y="447"/>
                      <a:pt x="573" y="391"/>
                    </a:cubicBezTo>
                    <a:cubicBezTo>
                      <a:pt x="573" y="363"/>
                      <a:pt x="587" y="321"/>
                      <a:pt x="587" y="293"/>
                    </a:cubicBezTo>
                    <a:cubicBezTo>
                      <a:pt x="587" y="252"/>
                      <a:pt x="587" y="224"/>
                      <a:pt x="573" y="182"/>
                    </a:cubicBezTo>
                    <a:cubicBezTo>
                      <a:pt x="559" y="126"/>
                      <a:pt x="531" y="84"/>
                      <a:pt x="489" y="42"/>
                    </a:cubicBezTo>
                    <a:cubicBezTo>
                      <a:pt x="461" y="14"/>
                      <a:pt x="419" y="1"/>
                      <a:pt x="391"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2"/>
              <p:cNvSpPr/>
              <p:nvPr/>
            </p:nvSpPr>
            <p:spPr>
              <a:xfrm>
                <a:off x="7346641" y="569755"/>
                <a:ext cx="48765" cy="59481"/>
              </a:xfrm>
              <a:custGeom>
                <a:avLst/>
                <a:gdLst/>
                <a:ahLst/>
                <a:cxnLst/>
                <a:rect l="l" t="t" r="r" b="b"/>
                <a:pathLst>
                  <a:path w="405" h="494" extrusionOk="0">
                    <a:moveTo>
                      <a:pt x="279" y="0"/>
                    </a:moveTo>
                    <a:cubicBezTo>
                      <a:pt x="196" y="0"/>
                      <a:pt x="112" y="14"/>
                      <a:pt x="56" y="56"/>
                    </a:cubicBezTo>
                    <a:cubicBezTo>
                      <a:pt x="56" y="98"/>
                      <a:pt x="70" y="140"/>
                      <a:pt x="98" y="168"/>
                    </a:cubicBezTo>
                    <a:cubicBezTo>
                      <a:pt x="126" y="140"/>
                      <a:pt x="168" y="126"/>
                      <a:pt x="210" y="126"/>
                    </a:cubicBezTo>
                    <a:cubicBezTo>
                      <a:pt x="224" y="140"/>
                      <a:pt x="224" y="168"/>
                      <a:pt x="210" y="182"/>
                    </a:cubicBezTo>
                    <a:cubicBezTo>
                      <a:pt x="200" y="191"/>
                      <a:pt x="183" y="201"/>
                      <a:pt x="164" y="201"/>
                    </a:cubicBezTo>
                    <a:cubicBezTo>
                      <a:pt x="156" y="201"/>
                      <a:pt x="148" y="200"/>
                      <a:pt x="140" y="196"/>
                    </a:cubicBezTo>
                    <a:cubicBezTo>
                      <a:pt x="126" y="223"/>
                      <a:pt x="126" y="251"/>
                      <a:pt x="140" y="279"/>
                    </a:cubicBezTo>
                    <a:cubicBezTo>
                      <a:pt x="210" y="279"/>
                      <a:pt x="252" y="279"/>
                      <a:pt x="252" y="321"/>
                    </a:cubicBezTo>
                    <a:cubicBezTo>
                      <a:pt x="252" y="358"/>
                      <a:pt x="233" y="377"/>
                      <a:pt x="204" y="377"/>
                    </a:cubicBezTo>
                    <a:cubicBezTo>
                      <a:pt x="190" y="377"/>
                      <a:pt x="172" y="372"/>
                      <a:pt x="154" y="363"/>
                    </a:cubicBezTo>
                    <a:cubicBezTo>
                      <a:pt x="126" y="349"/>
                      <a:pt x="98" y="321"/>
                      <a:pt x="70" y="293"/>
                    </a:cubicBezTo>
                    <a:cubicBezTo>
                      <a:pt x="42" y="321"/>
                      <a:pt x="14" y="349"/>
                      <a:pt x="0" y="377"/>
                    </a:cubicBezTo>
                    <a:cubicBezTo>
                      <a:pt x="42" y="433"/>
                      <a:pt x="112" y="475"/>
                      <a:pt x="182" y="488"/>
                    </a:cubicBezTo>
                    <a:cubicBezTo>
                      <a:pt x="197" y="492"/>
                      <a:pt x="212" y="494"/>
                      <a:pt x="226" y="494"/>
                    </a:cubicBezTo>
                    <a:cubicBezTo>
                      <a:pt x="266" y="494"/>
                      <a:pt x="305" y="481"/>
                      <a:pt x="335" y="461"/>
                    </a:cubicBezTo>
                    <a:cubicBezTo>
                      <a:pt x="391" y="419"/>
                      <a:pt x="405" y="335"/>
                      <a:pt x="377" y="279"/>
                    </a:cubicBezTo>
                    <a:cubicBezTo>
                      <a:pt x="363" y="251"/>
                      <a:pt x="335" y="237"/>
                      <a:pt x="307" y="223"/>
                    </a:cubicBezTo>
                    <a:cubicBezTo>
                      <a:pt x="349" y="209"/>
                      <a:pt x="377" y="168"/>
                      <a:pt x="377" y="140"/>
                    </a:cubicBezTo>
                    <a:cubicBezTo>
                      <a:pt x="391" y="56"/>
                      <a:pt x="363" y="14"/>
                      <a:pt x="279"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8"/>
        <p:cNvGrpSpPr/>
        <p:nvPr/>
      </p:nvGrpSpPr>
      <p:grpSpPr>
        <a:xfrm>
          <a:off x="0" y="0"/>
          <a:ext cx="0" cy="0"/>
          <a:chOff x="0" y="0"/>
          <a:chExt cx="0" cy="0"/>
        </a:xfrm>
      </p:grpSpPr>
      <p:sp>
        <p:nvSpPr>
          <p:cNvPr id="309" name="Google Shape;309;p4"/>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310" name="Google Shape;310;p4"/>
          <p:cNvSpPr txBox="1">
            <a:spLocks noGrp="1"/>
          </p:cNvSpPr>
          <p:nvPr>
            <p:ph type="body" idx="1"/>
          </p:nvPr>
        </p:nvSpPr>
        <p:spPr>
          <a:xfrm>
            <a:off x="720000" y="1017725"/>
            <a:ext cx="7704000" cy="35511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Clr>
                <a:schemeClr val="accent6"/>
              </a:buClr>
              <a:buSzPts val="1200"/>
              <a:buAutoNum type="arabicPeriod"/>
              <a:defRPr sz="1250">
                <a:solidFill>
                  <a:srgbClr val="434343"/>
                </a:solidFill>
              </a:defRPr>
            </a:lvl1pPr>
            <a:lvl2pPr marL="914400" lvl="1" indent="-304800" rtl="0">
              <a:lnSpc>
                <a:spcPct val="115000"/>
              </a:lnSpc>
              <a:spcBef>
                <a:spcPts val="0"/>
              </a:spcBef>
              <a:spcAft>
                <a:spcPts val="0"/>
              </a:spcAft>
              <a:buClr>
                <a:srgbClr val="434343"/>
              </a:buClr>
              <a:buSzPts val="1200"/>
              <a:buFont typeface="Roboto Condensed Light"/>
              <a:buAutoNum type="alphaLcPeriod"/>
              <a:defRPr>
                <a:solidFill>
                  <a:srgbClr val="434343"/>
                </a:solidFill>
              </a:defRPr>
            </a:lvl2pPr>
            <a:lvl3pPr marL="1371600" lvl="2" indent="-304800" rtl="0">
              <a:lnSpc>
                <a:spcPct val="115000"/>
              </a:lnSpc>
              <a:spcBef>
                <a:spcPts val="0"/>
              </a:spcBef>
              <a:spcAft>
                <a:spcPts val="0"/>
              </a:spcAft>
              <a:buClr>
                <a:srgbClr val="434343"/>
              </a:buClr>
              <a:buSzPts val="1200"/>
              <a:buFont typeface="Roboto Condensed Light"/>
              <a:buAutoNum type="romanLcPeriod"/>
              <a:defRPr>
                <a:solidFill>
                  <a:srgbClr val="434343"/>
                </a:solidFill>
              </a:defRPr>
            </a:lvl3pPr>
            <a:lvl4pPr marL="1828800" lvl="3" indent="-304800" rtl="0">
              <a:lnSpc>
                <a:spcPct val="115000"/>
              </a:lnSpc>
              <a:spcBef>
                <a:spcPts val="0"/>
              </a:spcBef>
              <a:spcAft>
                <a:spcPts val="0"/>
              </a:spcAft>
              <a:buClr>
                <a:srgbClr val="434343"/>
              </a:buClr>
              <a:buSzPts val="1200"/>
              <a:buFont typeface="Roboto Condensed Light"/>
              <a:buAutoNum type="arabicPeriod"/>
              <a:defRPr>
                <a:solidFill>
                  <a:srgbClr val="434343"/>
                </a:solidFill>
              </a:defRPr>
            </a:lvl4pPr>
            <a:lvl5pPr marL="2286000" lvl="4" indent="-304800" rtl="0">
              <a:lnSpc>
                <a:spcPct val="115000"/>
              </a:lnSpc>
              <a:spcBef>
                <a:spcPts val="0"/>
              </a:spcBef>
              <a:spcAft>
                <a:spcPts val="0"/>
              </a:spcAft>
              <a:buClr>
                <a:srgbClr val="434343"/>
              </a:buClr>
              <a:buSzPts val="1200"/>
              <a:buFont typeface="Roboto Condensed Light"/>
              <a:buAutoNum type="alphaLcPeriod"/>
              <a:defRPr>
                <a:solidFill>
                  <a:srgbClr val="434343"/>
                </a:solidFill>
              </a:defRPr>
            </a:lvl5pPr>
            <a:lvl6pPr marL="2743200" lvl="5" indent="-304800" rtl="0">
              <a:lnSpc>
                <a:spcPct val="115000"/>
              </a:lnSpc>
              <a:spcBef>
                <a:spcPts val="0"/>
              </a:spcBef>
              <a:spcAft>
                <a:spcPts val="0"/>
              </a:spcAft>
              <a:buClr>
                <a:srgbClr val="434343"/>
              </a:buClr>
              <a:buSzPts val="1200"/>
              <a:buFont typeface="Roboto Condensed Light"/>
              <a:buAutoNum type="romanLcPeriod"/>
              <a:defRPr>
                <a:solidFill>
                  <a:srgbClr val="434343"/>
                </a:solidFill>
              </a:defRPr>
            </a:lvl6pPr>
            <a:lvl7pPr marL="3200400" lvl="6" indent="-304800" rtl="0">
              <a:lnSpc>
                <a:spcPct val="115000"/>
              </a:lnSpc>
              <a:spcBef>
                <a:spcPts val="0"/>
              </a:spcBef>
              <a:spcAft>
                <a:spcPts val="0"/>
              </a:spcAft>
              <a:buClr>
                <a:srgbClr val="434343"/>
              </a:buClr>
              <a:buSzPts val="1200"/>
              <a:buFont typeface="Roboto Condensed Light"/>
              <a:buAutoNum type="arabicPeriod"/>
              <a:defRPr>
                <a:solidFill>
                  <a:srgbClr val="434343"/>
                </a:solidFill>
              </a:defRPr>
            </a:lvl7pPr>
            <a:lvl8pPr marL="3657600" lvl="7" indent="-304800" rtl="0">
              <a:lnSpc>
                <a:spcPct val="115000"/>
              </a:lnSpc>
              <a:spcBef>
                <a:spcPts val="0"/>
              </a:spcBef>
              <a:spcAft>
                <a:spcPts val="0"/>
              </a:spcAft>
              <a:buClr>
                <a:srgbClr val="434343"/>
              </a:buClr>
              <a:buSzPts val="1200"/>
              <a:buFont typeface="Roboto Condensed Light"/>
              <a:buAutoNum type="alphaLcPeriod"/>
              <a:defRPr>
                <a:solidFill>
                  <a:srgbClr val="434343"/>
                </a:solidFill>
              </a:defRPr>
            </a:lvl8pPr>
            <a:lvl9pPr marL="4114800" lvl="8" indent="-304800" rtl="0">
              <a:lnSpc>
                <a:spcPct val="115000"/>
              </a:lnSpc>
              <a:spcBef>
                <a:spcPts val="0"/>
              </a:spcBef>
              <a:spcAft>
                <a:spcPts val="0"/>
              </a:spcAft>
              <a:buClr>
                <a:srgbClr val="434343"/>
              </a:buClr>
              <a:buSzPts val="1200"/>
              <a:buFont typeface="Roboto Condensed Light"/>
              <a:buAutoNum type="romanLcPeriod"/>
              <a:defRPr>
                <a:solidFill>
                  <a:srgbClr val="434343"/>
                </a:solidFill>
              </a:defRPr>
            </a:lvl9pPr>
          </a:lstStyle>
          <a:p>
            <a:endParaRPr/>
          </a:p>
        </p:txBody>
      </p:sp>
      <p:sp>
        <p:nvSpPr>
          <p:cNvPr id="311" name="Google Shape;311;p4"/>
          <p:cNvSpPr txBox="1">
            <a:spLocks noGrp="1"/>
          </p:cNvSpPr>
          <p:nvPr>
            <p:ph type="sldNum" idx="12"/>
          </p:nvPr>
        </p:nvSpPr>
        <p:spPr>
          <a:xfrm>
            <a:off x="8404384" y="4673651"/>
            <a:ext cx="548700" cy="393600"/>
          </a:xfrm>
          <a:prstGeom prst="rect">
            <a:avLst/>
          </a:prstGeom>
          <a:noFill/>
          <a:ln>
            <a:noFill/>
          </a:ln>
        </p:spPr>
        <p:txBody>
          <a:bodyPr spcFirstLastPara="1" wrap="square" lIns="91425" tIns="91425" rIns="91425" bIns="91425" anchor="t" anchorCtr="0">
            <a:noAutofit/>
          </a:bodyPr>
          <a:lstStyle>
            <a:lvl1pPr lvl="0" rtl="0">
              <a:spcAft>
                <a:spcPts val="0"/>
              </a:spcAft>
              <a:buNone/>
              <a:defRPr>
                <a:solidFill>
                  <a:srgbClr val="434343"/>
                </a:solidFill>
                <a:latin typeface="Josefin Slab SemiBold"/>
                <a:ea typeface="Josefin Slab SemiBold"/>
                <a:cs typeface="Josefin Slab SemiBold"/>
                <a:sym typeface="Josefin Slab SemiBold"/>
              </a:defRPr>
            </a:lvl1pPr>
            <a:lvl2pPr lvl="1" rtl="0">
              <a:spcAft>
                <a:spcPts val="0"/>
              </a:spcAft>
              <a:buNone/>
              <a:defRPr>
                <a:solidFill>
                  <a:srgbClr val="434343"/>
                </a:solidFill>
                <a:latin typeface="Josefin Slab SemiBold"/>
                <a:ea typeface="Josefin Slab SemiBold"/>
                <a:cs typeface="Josefin Slab SemiBold"/>
                <a:sym typeface="Josefin Slab SemiBold"/>
              </a:defRPr>
            </a:lvl2pPr>
            <a:lvl3pPr lvl="2" rtl="0">
              <a:spcAft>
                <a:spcPts val="0"/>
              </a:spcAft>
              <a:buNone/>
              <a:defRPr>
                <a:solidFill>
                  <a:srgbClr val="434343"/>
                </a:solidFill>
                <a:latin typeface="Josefin Slab SemiBold"/>
                <a:ea typeface="Josefin Slab SemiBold"/>
                <a:cs typeface="Josefin Slab SemiBold"/>
                <a:sym typeface="Josefin Slab SemiBold"/>
              </a:defRPr>
            </a:lvl3pPr>
            <a:lvl4pPr lvl="3" rtl="0">
              <a:spcAft>
                <a:spcPts val="0"/>
              </a:spcAft>
              <a:buNone/>
              <a:defRPr>
                <a:solidFill>
                  <a:srgbClr val="434343"/>
                </a:solidFill>
                <a:latin typeface="Josefin Slab SemiBold"/>
                <a:ea typeface="Josefin Slab SemiBold"/>
                <a:cs typeface="Josefin Slab SemiBold"/>
                <a:sym typeface="Josefin Slab SemiBold"/>
              </a:defRPr>
            </a:lvl4pPr>
            <a:lvl5pPr lvl="4" rtl="0">
              <a:spcAft>
                <a:spcPts val="0"/>
              </a:spcAft>
              <a:buNone/>
              <a:defRPr>
                <a:solidFill>
                  <a:srgbClr val="434343"/>
                </a:solidFill>
                <a:latin typeface="Josefin Slab SemiBold"/>
                <a:ea typeface="Josefin Slab SemiBold"/>
                <a:cs typeface="Josefin Slab SemiBold"/>
                <a:sym typeface="Josefin Slab SemiBold"/>
              </a:defRPr>
            </a:lvl5pPr>
            <a:lvl6pPr lvl="5" rtl="0">
              <a:spcAft>
                <a:spcPts val="0"/>
              </a:spcAft>
              <a:buNone/>
              <a:defRPr>
                <a:solidFill>
                  <a:srgbClr val="434343"/>
                </a:solidFill>
                <a:latin typeface="Josefin Slab SemiBold"/>
                <a:ea typeface="Josefin Slab SemiBold"/>
                <a:cs typeface="Josefin Slab SemiBold"/>
                <a:sym typeface="Josefin Slab SemiBold"/>
              </a:defRPr>
            </a:lvl6pPr>
            <a:lvl7pPr lvl="6" rtl="0">
              <a:spcAft>
                <a:spcPts val="0"/>
              </a:spcAft>
              <a:buNone/>
              <a:defRPr>
                <a:solidFill>
                  <a:srgbClr val="434343"/>
                </a:solidFill>
                <a:latin typeface="Josefin Slab SemiBold"/>
                <a:ea typeface="Josefin Slab SemiBold"/>
                <a:cs typeface="Josefin Slab SemiBold"/>
                <a:sym typeface="Josefin Slab SemiBold"/>
              </a:defRPr>
            </a:lvl7pPr>
            <a:lvl8pPr lvl="7" rtl="0">
              <a:spcAft>
                <a:spcPts val="0"/>
              </a:spcAft>
              <a:buNone/>
              <a:defRPr>
                <a:solidFill>
                  <a:srgbClr val="434343"/>
                </a:solidFill>
                <a:latin typeface="Josefin Slab SemiBold"/>
                <a:ea typeface="Josefin Slab SemiBold"/>
                <a:cs typeface="Josefin Slab SemiBold"/>
                <a:sym typeface="Josefin Slab SemiBold"/>
              </a:defRPr>
            </a:lvl8pPr>
            <a:lvl9pPr lvl="8" rtl="0">
              <a:spcAft>
                <a:spcPts val="0"/>
              </a:spcAft>
              <a:buNone/>
              <a:defRPr>
                <a:solidFill>
                  <a:srgbClr val="434343"/>
                </a:solidFill>
                <a:latin typeface="Josefin Slab SemiBold"/>
                <a:ea typeface="Josefin Slab SemiBold"/>
                <a:cs typeface="Josefin Slab SemiBold"/>
                <a:sym typeface="Josefin Slab SemiBold"/>
              </a:defRPr>
            </a:lvl9pPr>
          </a:lstStyle>
          <a:p>
            <a:pPr marL="0" lvl="0" indent="0" algn="l" rtl="0">
              <a:spcBef>
                <a:spcPts val="0"/>
              </a:spcBef>
              <a:spcAft>
                <a:spcPts val="0"/>
              </a:spcAft>
              <a:buNone/>
            </a:pPr>
            <a:fld id="{00000000-1234-1234-1234-123412341234}" type="slidenum">
              <a:rPr lang="en"/>
              <a:t>‹Nº›</a:t>
            </a:fld>
            <a:endParaRPr/>
          </a:p>
        </p:txBody>
      </p:sp>
      <p:grpSp>
        <p:nvGrpSpPr>
          <p:cNvPr id="312" name="Google Shape;312;p4"/>
          <p:cNvGrpSpPr/>
          <p:nvPr/>
        </p:nvGrpSpPr>
        <p:grpSpPr>
          <a:xfrm>
            <a:off x="-121789" y="-354985"/>
            <a:ext cx="9510388" cy="5543913"/>
            <a:chOff x="-121789" y="-354985"/>
            <a:chExt cx="9510388" cy="5543913"/>
          </a:xfrm>
        </p:grpSpPr>
        <p:sp>
          <p:nvSpPr>
            <p:cNvPr id="313" name="Google Shape;313;p4"/>
            <p:cNvSpPr/>
            <p:nvPr/>
          </p:nvSpPr>
          <p:spPr>
            <a:xfrm>
              <a:off x="6633305" y="4989608"/>
              <a:ext cx="130412" cy="174823"/>
            </a:xfrm>
            <a:custGeom>
              <a:avLst/>
              <a:gdLst/>
              <a:ahLst/>
              <a:cxnLst/>
              <a:rect l="l" t="t" r="r" b="b"/>
              <a:pathLst>
                <a:path w="740" h="992" extrusionOk="0">
                  <a:moveTo>
                    <a:pt x="559" y="1"/>
                  </a:moveTo>
                  <a:cubicBezTo>
                    <a:pt x="377" y="57"/>
                    <a:pt x="182" y="98"/>
                    <a:pt x="1" y="140"/>
                  </a:cubicBezTo>
                  <a:cubicBezTo>
                    <a:pt x="15" y="252"/>
                    <a:pt x="57" y="433"/>
                    <a:pt x="84" y="656"/>
                  </a:cubicBezTo>
                  <a:cubicBezTo>
                    <a:pt x="126" y="615"/>
                    <a:pt x="182" y="573"/>
                    <a:pt x="238" y="559"/>
                  </a:cubicBezTo>
                  <a:cubicBezTo>
                    <a:pt x="268" y="553"/>
                    <a:pt x="296" y="550"/>
                    <a:pt x="321" y="550"/>
                  </a:cubicBezTo>
                  <a:cubicBezTo>
                    <a:pt x="415" y="550"/>
                    <a:pt x="475" y="588"/>
                    <a:pt x="475" y="642"/>
                  </a:cubicBezTo>
                  <a:cubicBezTo>
                    <a:pt x="475" y="701"/>
                    <a:pt x="446" y="730"/>
                    <a:pt x="380" y="730"/>
                  </a:cubicBezTo>
                  <a:cubicBezTo>
                    <a:pt x="367" y="730"/>
                    <a:pt x="352" y="728"/>
                    <a:pt x="336" y="726"/>
                  </a:cubicBezTo>
                  <a:cubicBezTo>
                    <a:pt x="294" y="712"/>
                    <a:pt x="252" y="684"/>
                    <a:pt x="210" y="656"/>
                  </a:cubicBezTo>
                  <a:cubicBezTo>
                    <a:pt x="168" y="712"/>
                    <a:pt x="112" y="782"/>
                    <a:pt x="57" y="824"/>
                  </a:cubicBezTo>
                  <a:cubicBezTo>
                    <a:pt x="154" y="921"/>
                    <a:pt x="280" y="977"/>
                    <a:pt x="419" y="991"/>
                  </a:cubicBezTo>
                  <a:cubicBezTo>
                    <a:pt x="503" y="977"/>
                    <a:pt x="573" y="949"/>
                    <a:pt x="628" y="894"/>
                  </a:cubicBezTo>
                  <a:cubicBezTo>
                    <a:pt x="698" y="810"/>
                    <a:pt x="740" y="698"/>
                    <a:pt x="726" y="587"/>
                  </a:cubicBezTo>
                  <a:cubicBezTo>
                    <a:pt x="726" y="517"/>
                    <a:pt x="684" y="447"/>
                    <a:pt x="628" y="405"/>
                  </a:cubicBezTo>
                  <a:cubicBezTo>
                    <a:pt x="559" y="336"/>
                    <a:pt x="461" y="308"/>
                    <a:pt x="363" y="308"/>
                  </a:cubicBezTo>
                  <a:cubicBezTo>
                    <a:pt x="322" y="308"/>
                    <a:pt x="294" y="322"/>
                    <a:pt x="266" y="336"/>
                  </a:cubicBezTo>
                  <a:lnTo>
                    <a:pt x="266" y="294"/>
                  </a:lnTo>
                  <a:cubicBezTo>
                    <a:pt x="377" y="266"/>
                    <a:pt x="489" y="252"/>
                    <a:pt x="614" y="252"/>
                  </a:cubicBezTo>
                  <a:cubicBezTo>
                    <a:pt x="587" y="168"/>
                    <a:pt x="573" y="85"/>
                    <a:pt x="559"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4"/>
            <p:cNvSpPr/>
            <p:nvPr/>
          </p:nvSpPr>
          <p:spPr>
            <a:xfrm>
              <a:off x="6099849" y="4834876"/>
              <a:ext cx="182224" cy="271398"/>
            </a:xfrm>
            <a:custGeom>
              <a:avLst/>
              <a:gdLst/>
              <a:ahLst/>
              <a:cxnLst/>
              <a:rect l="l" t="t" r="r" b="b"/>
              <a:pathLst>
                <a:path w="1034" h="1540" extrusionOk="0">
                  <a:moveTo>
                    <a:pt x="810" y="0"/>
                  </a:moveTo>
                  <a:cubicBezTo>
                    <a:pt x="754" y="28"/>
                    <a:pt x="698" y="42"/>
                    <a:pt x="656" y="70"/>
                  </a:cubicBezTo>
                  <a:cubicBezTo>
                    <a:pt x="573" y="126"/>
                    <a:pt x="489" y="181"/>
                    <a:pt x="433" y="251"/>
                  </a:cubicBezTo>
                  <a:cubicBezTo>
                    <a:pt x="322" y="349"/>
                    <a:pt x="238" y="446"/>
                    <a:pt x="154" y="572"/>
                  </a:cubicBezTo>
                  <a:cubicBezTo>
                    <a:pt x="112" y="642"/>
                    <a:pt x="71" y="725"/>
                    <a:pt x="43" y="823"/>
                  </a:cubicBezTo>
                  <a:cubicBezTo>
                    <a:pt x="1" y="963"/>
                    <a:pt x="1" y="1116"/>
                    <a:pt x="43" y="1269"/>
                  </a:cubicBezTo>
                  <a:cubicBezTo>
                    <a:pt x="71" y="1311"/>
                    <a:pt x="99" y="1367"/>
                    <a:pt x="126" y="1409"/>
                  </a:cubicBezTo>
                  <a:cubicBezTo>
                    <a:pt x="154" y="1437"/>
                    <a:pt x="182" y="1451"/>
                    <a:pt x="210" y="1479"/>
                  </a:cubicBezTo>
                  <a:cubicBezTo>
                    <a:pt x="285" y="1521"/>
                    <a:pt x="367" y="1539"/>
                    <a:pt x="452" y="1539"/>
                  </a:cubicBezTo>
                  <a:cubicBezTo>
                    <a:pt x="478" y="1539"/>
                    <a:pt x="505" y="1538"/>
                    <a:pt x="531" y="1534"/>
                  </a:cubicBezTo>
                  <a:cubicBezTo>
                    <a:pt x="643" y="1520"/>
                    <a:pt x="726" y="1493"/>
                    <a:pt x="824" y="1437"/>
                  </a:cubicBezTo>
                  <a:cubicBezTo>
                    <a:pt x="894" y="1381"/>
                    <a:pt x="963" y="1339"/>
                    <a:pt x="1033" y="1269"/>
                  </a:cubicBezTo>
                  <a:lnTo>
                    <a:pt x="852" y="949"/>
                  </a:lnTo>
                  <a:cubicBezTo>
                    <a:pt x="852" y="949"/>
                    <a:pt x="838" y="976"/>
                    <a:pt x="824" y="1018"/>
                  </a:cubicBezTo>
                  <a:cubicBezTo>
                    <a:pt x="768" y="1088"/>
                    <a:pt x="684" y="1144"/>
                    <a:pt x="587" y="1158"/>
                  </a:cubicBezTo>
                  <a:lnTo>
                    <a:pt x="531" y="1158"/>
                  </a:lnTo>
                  <a:cubicBezTo>
                    <a:pt x="447" y="1116"/>
                    <a:pt x="419" y="1032"/>
                    <a:pt x="447" y="893"/>
                  </a:cubicBezTo>
                  <a:cubicBezTo>
                    <a:pt x="475" y="809"/>
                    <a:pt x="531" y="725"/>
                    <a:pt x="601" y="670"/>
                  </a:cubicBezTo>
                  <a:cubicBezTo>
                    <a:pt x="656" y="614"/>
                    <a:pt x="740" y="572"/>
                    <a:pt x="824" y="558"/>
                  </a:cubicBezTo>
                  <a:lnTo>
                    <a:pt x="810" y="0"/>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4"/>
            <p:cNvSpPr/>
            <p:nvPr/>
          </p:nvSpPr>
          <p:spPr>
            <a:xfrm>
              <a:off x="6412133" y="4746231"/>
              <a:ext cx="164777" cy="332022"/>
            </a:xfrm>
            <a:custGeom>
              <a:avLst/>
              <a:gdLst/>
              <a:ahLst/>
              <a:cxnLst/>
              <a:rect l="l" t="t" r="r" b="b"/>
              <a:pathLst>
                <a:path w="935" h="1884" extrusionOk="0">
                  <a:moveTo>
                    <a:pt x="865" y="1"/>
                  </a:moveTo>
                  <a:cubicBezTo>
                    <a:pt x="754" y="71"/>
                    <a:pt x="642" y="140"/>
                    <a:pt x="516" y="182"/>
                  </a:cubicBezTo>
                  <a:cubicBezTo>
                    <a:pt x="544" y="461"/>
                    <a:pt x="572" y="656"/>
                    <a:pt x="572" y="810"/>
                  </a:cubicBezTo>
                  <a:cubicBezTo>
                    <a:pt x="544" y="824"/>
                    <a:pt x="516" y="852"/>
                    <a:pt x="489" y="866"/>
                  </a:cubicBezTo>
                  <a:cubicBezTo>
                    <a:pt x="461" y="880"/>
                    <a:pt x="433" y="894"/>
                    <a:pt x="405" y="908"/>
                  </a:cubicBezTo>
                  <a:cubicBezTo>
                    <a:pt x="377" y="615"/>
                    <a:pt x="349" y="308"/>
                    <a:pt x="349" y="15"/>
                  </a:cubicBezTo>
                  <a:cubicBezTo>
                    <a:pt x="237" y="71"/>
                    <a:pt x="126" y="126"/>
                    <a:pt x="0" y="168"/>
                  </a:cubicBezTo>
                  <a:cubicBezTo>
                    <a:pt x="56" y="712"/>
                    <a:pt x="98" y="1270"/>
                    <a:pt x="126" y="1870"/>
                  </a:cubicBezTo>
                  <a:lnTo>
                    <a:pt x="279" y="1786"/>
                  </a:lnTo>
                  <a:lnTo>
                    <a:pt x="447" y="1689"/>
                  </a:lnTo>
                  <a:cubicBezTo>
                    <a:pt x="433" y="1466"/>
                    <a:pt x="419" y="1326"/>
                    <a:pt x="419" y="1284"/>
                  </a:cubicBezTo>
                  <a:lnTo>
                    <a:pt x="600" y="1187"/>
                  </a:lnTo>
                  <a:cubicBezTo>
                    <a:pt x="614" y="1521"/>
                    <a:pt x="628" y="1758"/>
                    <a:pt x="656" y="1884"/>
                  </a:cubicBezTo>
                  <a:cubicBezTo>
                    <a:pt x="698" y="1856"/>
                    <a:pt x="754" y="1800"/>
                    <a:pt x="781" y="1772"/>
                  </a:cubicBezTo>
                  <a:cubicBezTo>
                    <a:pt x="809" y="1758"/>
                    <a:pt x="851" y="1717"/>
                    <a:pt x="921" y="1689"/>
                  </a:cubicBezTo>
                  <a:lnTo>
                    <a:pt x="935" y="1661"/>
                  </a:lnTo>
                  <a:cubicBezTo>
                    <a:pt x="907" y="1340"/>
                    <a:pt x="879" y="782"/>
                    <a:pt x="865"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4"/>
            <p:cNvSpPr/>
            <p:nvPr/>
          </p:nvSpPr>
          <p:spPr>
            <a:xfrm>
              <a:off x="6286656" y="5032080"/>
              <a:ext cx="130588" cy="156847"/>
            </a:xfrm>
            <a:custGeom>
              <a:avLst/>
              <a:gdLst/>
              <a:ahLst/>
              <a:cxnLst/>
              <a:rect l="l" t="t" r="r" b="b"/>
              <a:pathLst>
                <a:path w="741" h="890" extrusionOk="0">
                  <a:moveTo>
                    <a:pt x="365" y="0"/>
                  </a:moveTo>
                  <a:cubicBezTo>
                    <a:pt x="339" y="0"/>
                    <a:pt x="315" y="4"/>
                    <a:pt x="294" y="11"/>
                  </a:cubicBezTo>
                  <a:cubicBezTo>
                    <a:pt x="154" y="39"/>
                    <a:pt x="43" y="136"/>
                    <a:pt x="1" y="276"/>
                  </a:cubicBezTo>
                  <a:cubicBezTo>
                    <a:pt x="1" y="346"/>
                    <a:pt x="15" y="415"/>
                    <a:pt x="57" y="485"/>
                  </a:cubicBezTo>
                  <a:cubicBezTo>
                    <a:pt x="127" y="443"/>
                    <a:pt x="196" y="415"/>
                    <a:pt x="280" y="401"/>
                  </a:cubicBezTo>
                  <a:cubicBezTo>
                    <a:pt x="280" y="374"/>
                    <a:pt x="266" y="360"/>
                    <a:pt x="252" y="346"/>
                  </a:cubicBezTo>
                  <a:cubicBezTo>
                    <a:pt x="238" y="318"/>
                    <a:pt x="252" y="276"/>
                    <a:pt x="280" y="262"/>
                  </a:cubicBezTo>
                  <a:cubicBezTo>
                    <a:pt x="290" y="258"/>
                    <a:pt x="300" y="257"/>
                    <a:pt x="309" y="257"/>
                  </a:cubicBezTo>
                  <a:cubicBezTo>
                    <a:pt x="334" y="257"/>
                    <a:pt x="350" y="272"/>
                    <a:pt x="350" y="304"/>
                  </a:cubicBezTo>
                  <a:cubicBezTo>
                    <a:pt x="350" y="318"/>
                    <a:pt x="350" y="332"/>
                    <a:pt x="350" y="346"/>
                  </a:cubicBezTo>
                  <a:cubicBezTo>
                    <a:pt x="322" y="457"/>
                    <a:pt x="266" y="555"/>
                    <a:pt x="196" y="639"/>
                  </a:cubicBezTo>
                  <a:cubicBezTo>
                    <a:pt x="140" y="708"/>
                    <a:pt x="127" y="806"/>
                    <a:pt x="182" y="890"/>
                  </a:cubicBezTo>
                  <a:cubicBezTo>
                    <a:pt x="238" y="820"/>
                    <a:pt x="405" y="778"/>
                    <a:pt x="684" y="778"/>
                  </a:cubicBezTo>
                  <a:cubicBezTo>
                    <a:pt x="684" y="708"/>
                    <a:pt x="698" y="625"/>
                    <a:pt x="740" y="555"/>
                  </a:cubicBezTo>
                  <a:cubicBezTo>
                    <a:pt x="712" y="551"/>
                    <a:pt x="684" y="549"/>
                    <a:pt x="658" y="549"/>
                  </a:cubicBezTo>
                  <a:cubicBezTo>
                    <a:pt x="594" y="549"/>
                    <a:pt x="534" y="559"/>
                    <a:pt x="475" y="569"/>
                  </a:cubicBezTo>
                  <a:cubicBezTo>
                    <a:pt x="573" y="471"/>
                    <a:pt x="629" y="346"/>
                    <a:pt x="615" y="206"/>
                  </a:cubicBezTo>
                  <a:cubicBezTo>
                    <a:pt x="601" y="109"/>
                    <a:pt x="531" y="39"/>
                    <a:pt x="447" y="11"/>
                  </a:cubicBezTo>
                  <a:cubicBezTo>
                    <a:pt x="419" y="4"/>
                    <a:pt x="392" y="0"/>
                    <a:pt x="365"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4"/>
            <p:cNvSpPr/>
            <p:nvPr/>
          </p:nvSpPr>
          <p:spPr>
            <a:xfrm>
              <a:off x="111930" y="-40088"/>
              <a:ext cx="317219" cy="477061"/>
            </a:xfrm>
            <a:custGeom>
              <a:avLst/>
              <a:gdLst/>
              <a:ahLst/>
              <a:cxnLst/>
              <a:rect l="l" t="t" r="r" b="b"/>
              <a:pathLst>
                <a:path w="1800" h="2707" extrusionOk="0">
                  <a:moveTo>
                    <a:pt x="1758" y="1"/>
                  </a:moveTo>
                  <a:cubicBezTo>
                    <a:pt x="1646" y="15"/>
                    <a:pt x="1548" y="43"/>
                    <a:pt x="1451" y="85"/>
                  </a:cubicBezTo>
                  <a:cubicBezTo>
                    <a:pt x="1283" y="154"/>
                    <a:pt x="1130" y="224"/>
                    <a:pt x="990" y="336"/>
                  </a:cubicBezTo>
                  <a:cubicBezTo>
                    <a:pt x="795" y="475"/>
                    <a:pt x="600" y="643"/>
                    <a:pt x="446" y="838"/>
                  </a:cubicBezTo>
                  <a:cubicBezTo>
                    <a:pt x="335" y="963"/>
                    <a:pt x="251" y="1103"/>
                    <a:pt x="167" y="1256"/>
                  </a:cubicBezTo>
                  <a:cubicBezTo>
                    <a:pt x="42" y="1507"/>
                    <a:pt x="0" y="1786"/>
                    <a:pt x="28" y="2065"/>
                  </a:cubicBezTo>
                  <a:cubicBezTo>
                    <a:pt x="42" y="2163"/>
                    <a:pt x="84" y="2247"/>
                    <a:pt x="126" y="2344"/>
                  </a:cubicBezTo>
                  <a:cubicBezTo>
                    <a:pt x="167" y="2400"/>
                    <a:pt x="209" y="2442"/>
                    <a:pt x="265" y="2498"/>
                  </a:cubicBezTo>
                  <a:cubicBezTo>
                    <a:pt x="419" y="2609"/>
                    <a:pt x="628" y="2693"/>
                    <a:pt x="823" y="2707"/>
                  </a:cubicBezTo>
                  <a:cubicBezTo>
                    <a:pt x="1018" y="2707"/>
                    <a:pt x="1200" y="2665"/>
                    <a:pt x="1381" y="2581"/>
                  </a:cubicBezTo>
                  <a:cubicBezTo>
                    <a:pt x="1534" y="2526"/>
                    <a:pt x="1674" y="2442"/>
                    <a:pt x="1799" y="2344"/>
                  </a:cubicBezTo>
                  <a:lnTo>
                    <a:pt x="1576" y="1717"/>
                  </a:lnTo>
                  <a:cubicBezTo>
                    <a:pt x="1576" y="1731"/>
                    <a:pt x="1534" y="1758"/>
                    <a:pt x="1479" y="1828"/>
                  </a:cubicBezTo>
                  <a:cubicBezTo>
                    <a:pt x="1353" y="1940"/>
                    <a:pt x="1200" y="2009"/>
                    <a:pt x="1032" y="2037"/>
                  </a:cubicBezTo>
                  <a:cubicBezTo>
                    <a:pt x="990" y="2023"/>
                    <a:pt x="963" y="2023"/>
                    <a:pt x="921" y="2009"/>
                  </a:cubicBezTo>
                  <a:cubicBezTo>
                    <a:pt x="781" y="1926"/>
                    <a:pt x="753" y="1744"/>
                    <a:pt x="851" y="1507"/>
                  </a:cubicBezTo>
                  <a:cubicBezTo>
                    <a:pt x="921" y="1354"/>
                    <a:pt x="1032" y="1228"/>
                    <a:pt x="1172" y="1145"/>
                  </a:cubicBezTo>
                  <a:cubicBezTo>
                    <a:pt x="1311" y="1047"/>
                    <a:pt x="1465" y="1005"/>
                    <a:pt x="1632" y="1005"/>
                  </a:cubicBezTo>
                  <a:lnTo>
                    <a:pt x="1758" y="1"/>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4"/>
            <p:cNvSpPr/>
            <p:nvPr/>
          </p:nvSpPr>
          <p:spPr>
            <a:xfrm>
              <a:off x="451001" y="-131024"/>
              <a:ext cx="329731" cy="614699"/>
            </a:xfrm>
            <a:custGeom>
              <a:avLst/>
              <a:gdLst/>
              <a:ahLst/>
              <a:cxnLst/>
              <a:rect l="l" t="t" r="r" b="b"/>
              <a:pathLst>
                <a:path w="1871" h="3488" extrusionOk="0">
                  <a:moveTo>
                    <a:pt x="963" y="1"/>
                  </a:moveTo>
                  <a:cubicBezTo>
                    <a:pt x="726" y="71"/>
                    <a:pt x="489" y="140"/>
                    <a:pt x="266" y="196"/>
                  </a:cubicBezTo>
                  <a:cubicBezTo>
                    <a:pt x="210" y="1172"/>
                    <a:pt x="127" y="2219"/>
                    <a:pt x="1" y="3307"/>
                  </a:cubicBezTo>
                  <a:lnTo>
                    <a:pt x="308" y="3195"/>
                  </a:lnTo>
                  <a:lnTo>
                    <a:pt x="629" y="3056"/>
                  </a:lnTo>
                  <a:cubicBezTo>
                    <a:pt x="671" y="2651"/>
                    <a:pt x="698" y="2400"/>
                    <a:pt x="698" y="2330"/>
                  </a:cubicBezTo>
                  <a:lnTo>
                    <a:pt x="1033" y="2205"/>
                  </a:lnTo>
                  <a:lnTo>
                    <a:pt x="1033" y="2205"/>
                  </a:lnTo>
                  <a:cubicBezTo>
                    <a:pt x="977" y="2804"/>
                    <a:pt x="936" y="3237"/>
                    <a:pt x="936" y="3488"/>
                  </a:cubicBezTo>
                  <a:cubicBezTo>
                    <a:pt x="1019" y="3418"/>
                    <a:pt x="1117" y="3376"/>
                    <a:pt x="1201" y="3321"/>
                  </a:cubicBezTo>
                  <a:cubicBezTo>
                    <a:pt x="1298" y="3279"/>
                    <a:pt x="1382" y="3223"/>
                    <a:pt x="1480" y="3181"/>
                  </a:cubicBezTo>
                  <a:lnTo>
                    <a:pt x="1521" y="3167"/>
                  </a:lnTo>
                  <a:cubicBezTo>
                    <a:pt x="1549" y="2553"/>
                    <a:pt x="1661" y="1549"/>
                    <a:pt x="1870" y="126"/>
                  </a:cubicBezTo>
                  <a:lnTo>
                    <a:pt x="1870" y="126"/>
                  </a:lnTo>
                  <a:cubicBezTo>
                    <a:pt x="1661" y="238"/>
                    <a:pt x="1424" y="308"/>
                    <a:pt x="1187" y="363"/>
                  </a:cubicBezTo>
                  <a:cubicBezTo>
                    <a:pt x="1159" y="852"/>
                    <a:pt x="1131" y="1228"/>
                    <a:pt x="1117" y="1493"/>
                  </a:cubicBezTo>
                  <a:cubicBezTo>
                    <a:pt x="1047" y="1535"/>
                    <a:pt x="991" y="1549"/>
                    <a:pt x="936" y="1577"/>
                  </a:cubicBezTo>
                  <a:cubicBezTo>
                    <a:pt x="936" y="1577"/>
                    <a:pt x="880" y="1605"/>
                    <a:pt x="782" y="1647"/>
                  </a:cubicBezTo>
                  <a:cubicBezTo>
                    <a:pt x="824" y="1089"/>
                    <a:pt x="880" y="545"/>
                    <a:pt x="963"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4"/>
            <p:cNvSpPr/>
            <p:nvPr/>
          </p:nvSpPr>
          <p:spPr>
            <a:xfrm>
              <a:off x="-84855" y="1514144"/>
              <a:ext cx="236152" cy="435118"/>
            </a:xfrm>
            <a:custGeom>
              <a:avLst/>
              <a:gdLst/>
              <a:ahLst/>
              <a:cxnLst/>
              <a:rect l="l" t="t" r="r" b="b"/>
              <a:pathLst>
                <a:path w="1340" h="2469" extrusionOk="0">
                  <a:moveTo>
                    <a:pt x="670" y="0"/>
                  </a:moveTo>
                  <a:cubicBezTo>
                    <a:pt x="516" y="56"/>
                    <a:pt x="349" y="98"/>
                    <a:pt x="182" y="140"/>
                  </a:cubicBezTo>
                  <a:cubicBezTo>
                    <a:pt x="140" y="837"/>
                    <a:pt x="84" y="1576"/>
                    <a:pt x="0" y="2343"/>
                  </a:cubicBezTo>
                  <a:lnTo>
                    <a:pt x="210" y="2274"/>
                  </a:lnTo>
                  <a:lnTo>
                    <a:pt x="447" y="2176"/>
                  </a:lnTo>
                  <a:cubicBezTo>
                    <a:pt x="475" y="1883"/>
                    <a:pt x="489" y="1702"/>
                    <a:pt x="489" y="1660"/>
                  </a:cubicBezTo>
                  <a:lnTo>
                    <a:pt x="740" y="1562"/>
                  </a:lnTo>
                  <a:lnTo>
                    <a:pt x="740" y="1562"/>
                  </a:lnTo>
                  <a:cubicBezTo>
                    <a:pt x="684" y="1995"/>
                    <a:pt x="670" y="2302"/>
                    <a:pt x="670" y="2469"/>
                  </a:cubicBezTo>
                  <a:cubicBezTo>
                    <a:pt x="726" y="2427"/>
                    <a:pt x="795" y="2399"/>
                    <a:pt x="851" y="2357"/>
                  </a:cubicBezTo>
                  <a:cubicBezTo>
                    <a:pt x="921" y="2316"/>
                    <a:pt x="977" y="2288"/>
                    <a:pt x="1047" y="2260"/>
                  </a:cubicBezTo>
                  <a:lnTo>
                    <a:pt x="1074" y="2246"/>
                  </a:lnTo>
                  <a:cubicBezTo>
                    <a:pt x="1102" y="1813"/>
                    <a:pt x="1186" y="1088"/>
                    <a:pt x="1339" y="84"/>
                  </a:cubicBezTo>
                  <a:lnTo>
                    <a:pt x="1339" y="84"/>
                  </a:lnTo>
                  <a:cubicBezTo>
                    <a:pt x="1172" y="167"/>
                    <a:pt x="1019" y="223"/>
                    <a:pt x="851" y="265"/>
                  </a:cubicBezTo>
                  <a:cubicBezTo>
                    <a:pt x="837" y="614"/>
                    <a:pt x="809" y="879"/>
                    <a:pt x="795" y="1060"/>
                  </a:cubicBezTo>
                  <a:cubicBezTo>
                    <a:pt x="740" y="1088"/>
                    <a:pt x="698" y="1102"/>
                    <a:pt x="670" y="1130"/>
                  </a:cubicBezTo>
                  <a:cubicBezTo>
                    <a:pt x="628" y="1144"/>
                    <a:pt x="586" y="1158"/>
                    <a:pt x="558" y="1172"/>
                  </a:cubicBezTo>
                  <a:cubicBezTo>
                    <a:pt x="586" y="781"/>
                    <a:pt x="614" y="391"/>
                    <a:pt x="670"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4"/>
            <p:cNvSpPr/>
            <p:nvPr/>
          </p:nvSpPr>
          <p:spPr>
            <a:xfrm>
              <a:off x="146186" y="1763866"/>
              <a:ext cx="125478" cy="151031"/>
            </a:xfrm>
            <a:custGeom>
              <a:avLst/>
              <a:gdLst/>
              <a:ahLst/>
              <a:cxnLst/>
              <a:rect l="l" t="t" r="r" b="b"/>
              <a:pathLst>
                <a:path w="712" h="857" extrusionOk="0">
                  <a:moveTo>
                    <a:pt x="392" y="0"/>
                  </a:moveTo>
                  <a:cubicBezTo>
                    <a:pt x="376" y="0"/>
                    <a:pt x="362" y="2"/>
                    <a:pt x="349" y="6"/>
                  </a:cubicBezTo>
                  <a:cubicBezTo>
                    <a:pt x="210" y="6"/>
                    <a:pt x="84" y="76"/>
                    <a:pt x="28" y="201"/>
                  </a:cubicBezTo>
                  <a:cubicBezTo>
                    <a:pt x="1" y="271"/>
                    <a:pt x="14" y="355"/>
                    <a:pt x="42" y="424"/>
                  </a:cubicBezTo>
                  <a:cubicBezTo>
                    <a:pt x="126" y="396"/>
                    <a:pt x="196" y="382"/>
                    <a:pt x="280" y="382"/>
                  </a:cubicBezTo>
                  <a:cubicBezTo>
                    <a:pt x="280" y="355"/>
                    <a:pt x="280" y="341"/>
                    <a:pt x="266" y="327"/>
                  </a:cubicBezTo>
                  <a:cubicBezTo>
                    <a:pt x="266" y="285"/>
                    <a:pt x="280" y="257"/>
                    <a:pt x="307" y="243"/>
                  </a:cubicBezTo>
                  <a:cubicBezTo>
                    <a:pt x="349" y="243"/>
                    <a:pt x="377" y="257"/>
                    <a:pt x="377" y="285"/>
                  </a:cubicBezTo>
                  <a:cubicBezTo>
                    <a:pt x="377" y="313"/>
                    <a:pt x="363" y="327"/>
                    <a:pt x="363" y="341"/>
                  </a:cubicBezTo>
                  <a:cubicBezTo>
                    <a:pt x="307" y="438"/>
                    <a:pt x="238" y="536"/>
                    <a:pt x="154" y="606"/>
                  </a:cubicBezTo>
                  <a:cubicBezTo>
                    <a:pt x="84" y="675"/>
                    <a:pt x="70" y="773"/>
                    <a:pt x="98" y="857"/>
                  </a:cubicBezTo>
                  <a:cubicBezTo>
                    <a:pt x="140" y="823"/>
                    <a:pt x="224" y="804"/>
                    <a:pt x="341" y="804"/>
                  </a:cubicBezTo>
                  <a:cubicBezTo>
                    <a:pt x="418" y="804"/>
                    <a:pt x="510" y="812"/>
                    <a:pt x="614" y="829"/>
                  </a:cubicBezTo>
                  <a:cubicBezTo>
                    <a:pt x="628" y="745"/>
                    <a:pt x="656" y="675"/>
                    <a:pt x="712" y="606"/>
                  </a:cubicBezTo>
                  <a:cubicBezTo>
                    <a:pt x="663" y="589"/>
                    <a:pt x="609" y="583"/>
                    <a:pt x="556" y="583"/>
                  </a:cubicBezTo>
                  <a:cubicBezTo>
                    <a:pt x="519" y="583"/>
                    <a:pt x="482" y="586"/>
                    <a:pt x="447" y="592"/>
                  </a:cubicBezTo>
                  <a:cubicBezTo>
                    <a:pt x="558" y="508"/>
                    <a:pt x="628" y="382"/>
                    <a:pt x="642" y="243"/>
                  </a:cubicBezTo>
                  <a:cubicBezTo>
                    <a:pt x="642" y="145"/>
                    <a:pt x="586" y="62"/>
                    <a:pt x="503" y="20"/>
                  </a:cubicBezTo>
                  <a:cubicBezTo>
                    <a:pt x="473" y="10"/>
                    <a:pt x="430" y="0"/>
                    <a:pt x="392"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4"/>
            <p:cNvSpPr/>
            <p:nvPr/>
          </p:nvSpPr>
          <p:spPr>
            <a:xfrm>
              <a:off x="283823" y="1617240"/>
              <a:ext cx="270517" cy="301005"/>
            </a:xfrm>
            <a:custGeom>
              <a:avLst/>
              <a:gdLst/>
              <a:ahLst/>
              <a:cxnLst/>
              <a:rect l="l" t="t" r="r" b="b"/>
              <a:pathLst>
                <a:path w="1535" h="1708" extrusionOk="0">
                  <a:moveTo>
                    <a:pt x="907" y="684"/>
                  </a:moveTo>
                  <a:cubicBezTo>
                    <a:pt x="1028" y="684"/>
                    <a:pt x="1084" y="749"/>
                    <a:pt x="1088" y="853"/>
                  </a:cubicBezTo>
                  <a:lnTo>
                    <a:pt x="1088" y="853"/>
                  </a:lnTo>
                  <a:cubicBezTo>
                    <a:pt x="1032" y="1117"/>
                    <a:pt x="837" y="1312"/>
                    <a:pt x="573" y="1368"/>
                  </a:cubicBezTo>
                  <a:cubicBezTo>
                    <a:pt x="503" y="1354"/>
                    <a:pt x="461" y="1298"/>
                    <a:pt x="447" y="1200"/>
                  </a:cubicBezTo>
                  <a:cubicBezTo>
                    <a:pt x="461" y="1075"/>
                    <a:pt x="517" y="949"/>
                    <a:pt x="614" y="852"/>
                  </a:cubicBezTo>
                  <a:cubicBezTo>
                    <a:pt x="684" y="768"/>
                    <a:pt x="796" y="712"/>
                    <a:pt x="907" y="684"/>
                  </a:cubicBezTo>
                  <a:close/>
                  <a:moveTo>
                    <a:pt x="1103" y="1"/>
                  </a:moveTo>
                  <a:cubicBezTo>
                    <a:pt x="1005" y="15"/>
                    <a:pt x="893" y="29"/>
                    <a:pt x="810" y="71"/>
                  </a:cubicBezTo>
                  <a:cubicBezTo>
                    <a:pt x="670" y="126"/>
                    <a:pt x="545" y="196"/>
                    <a:pt x="433" y="280"/>
                  </a:cubicBezTo>
                  <a:cubicBezTo>
                    <a:pt x="308" y="405"/>
                    <a:pt x="210" y="545"/>
                    <a:pt x="126" y="698"/>
                  </a:cubicBezTo>
                  <a:cubicBezTo>
                    <a:pt x="43" y="866"/>
                    <a:pt x="1" y="1047"/>
                    <a:pt x="15" y="1228"/>
                  </a:cubicBezTo>
                  <a:cubicBezTo>
                    <a:pt x="43" y="1368"/>
                    <a:pt x="98" y="1479"/>
                    <a:pt x="196" y="1577"/>
                  </a:cubicBezTo>
                  <a:cubicBezTo>
                    <a:pt x="266" y="1647"/>
                    <a:pt x="363" y="1689"/>
                    <a:pt x="461" y="1703"/>
                  </a:cubicBezTo>
                  <a:cubicBezTo>
                    <a:pt x="489" y="1706"/>
                    <a:pt x="518" y="1708"/>
                    <a:pt x="549" y="1708"/>
                  </a:cubicBezTo>
                  <a:cubicBezTo>
                    <a:pt x="641" y="1708"/>
                    <a:pt x="740" y="1692"/>
                    <a:pt x="824" y="1661"/>
                  </a:cubicBezTo>
                  <a:cubicBezTo>
                    <a:pt x="949" y="1591"/>
                    <a:pt x="1075" y="1507"/>
                    <a:pt x="1172" y="1410"/>
                  </a:cubicBezTo>
                  <a:cubicBezTo>
                    <a:pt x="1214" y="1368"/>
                    <a:pt x="1256" y="1312"/>
                    <a:pt x="1298" y="1270"/>
                  </a:cubicBezTo>
                  <a:cubicBezTo>
                    <a:pt x="1354" y="1173"/>
                    <a:pt x="1409" y="1089"/>
                    <a:pt x="1451" y="991"/>
                  </a:cubicBezTo>
                  <a:cubicBezTo>
                    <a:pt x="1507" y="852"/>
                    <a:pt x="1535" y="712"/>
                    <a:pt x="1535" y="573"/>
                  </a:cubicBezTo>
                  <a:cubicBezTo>
                    <a:pt x="1535" y="447"/>
                    <a:pt x="1507" y="336"/>
                    <a:pt x="1451" y="224"/>
                  </a:cubicBezTo>
                  <a:cubicBezTo>
                    <a:pt x="1382" y="99"/>
                    <a:pt x="1256" y="15"/>
                    <a:pt x="1103"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4"/>
            <p:cNvSpPr/>
            <p:nvPr/>
          </p:nvSpPr>
          <p:spPr>
            <a:xfrm>
              <a:off x="35586" y="3378776"/>
              <a:ext cx="248488" cy="218881"/>
            </a:xfrm>
            <a:custGeom>
              <a:avLst/>
              <a:gdLst/>
              <a:ahLst/>
              <a:cxnLst/>
              <a:rect l="l" t="t" r="r" b="b"/>
              <a:pathLst>
                <a:path w="1410" h="1242" extrusionOk="0">
                  <a:moveTo>
                    <a:pt x="1409" y="1"/>
                  </a:moveTo>
                  <a:lnTo>
                    <a:pt x="1340" y="42"/>
                  </a:lnTo>
                  <a:cubicBezTo>
                    <a:pt x="1298" y="70"/>
                    <a:pt x="1228" y="112"/>
                    <a:pt x="1158" y="168"/>
                  </a:cubicBezTo>
                  <a:cubicBezTo>
                    <a:pt x="1019" y="279"/>
                    <a:pt x="838" y="433"/>
                    <a:pt x="670" y="586"/>
                  </a:cubicBezTo>
                  <a:cubicBezTo>
                    <a:pt x="489" y="740"/>
                    <a:pt x="321" y="907"/>
                    <a:pt x="196" y="1033"/>
                  </a:cubicBezTo>
                  <a:cubicBezTo>
                    <a:pt x="140" y="1089"/>
                    <a:pt x="84" y="1144"/>
                    <a:pt x="56" y="1186"/>
                  </a:cubicBezTo>
                  <a:lnTo>
                    <a:pt x="1" y="1242"/>
                  </a:lnTo>
                  <a:lnTo>
                    <a:pt x="70" y="1200"/>
                  </a:lnTo>
                  <a:cubicBezTo>
                    <a:pt x="112" y="1172"/>
                    <a:pt x="168" y="1130"/>
                    <a:pt x="238" y="1075"/>
                  </a:cubicBezTo>
                  <a:cubicBezTo>
                    <a:pt x="391" y="963"/>
                    <a:pt x="572" y="823"/>
                    <a:pt x="740" y="656"/>
                  </a:cubicBezTo>
                  <a:cubicBezTo>
                    <a:pt x="921" y="503"/>
                    <a:pt x="1089" y="349"/>
                    <a:pt x="1200" y="210"/>
                  </a:cubicBezTo>
                  <a:cubicBezTo>
                    <a:pt x="1270" y="154"/>
                    <a:pt x="1312" y="98"/>
                    <a:pt x="1354" y="56"/>
                  </a:cubicBezTo>
                  <a:cubicBezTo>
                    <a:pt x="1381" y="28"/>
                    <a:pt x="1409" y="1"/>
                    <a:pt x="1409"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4"/>
            <p:cNvSpPr/>
            <p:nvPr/>
          </p:nvSpPr>
          <p:spPr>
            <a:xfrm>
              <a:off x="77354" y="3440281"/>
              <a:ext cx="186983" cy="167245"/>
            </a:xfrm>
            <a:custGeom>
              <a:avLst/>
              <a:gdLst/>
              <a:ahLst/>
              <a:cxnLst/>
              <a:rect l="l" t="t" r="r" b="b"/>
              <a:pathLst>
                <a:path w="1061" h="949" extrusionOk="0">
                  <a:moveTo>
                    <a:pt x="1061" y="0"/>
                  </a:moveTo>
                  <a:cubicBezTo>
                    <a:pt x="991" y="28"/>
                    <a:pt x="935" y="70"/>
                    <a:pt x="866" y="126"/>
                  </a:cubicBezTo>
                  <a:cubicBezTo>
                    <a:pt x="768" y="196"/>
                    <a:pt x="628" y="307"/>
                    <a:pt x="489" y="433"/>
                  </a:cubicBezTo>
                  <a:cubicBezTo>
                    <a:pt x="363" y="544"/>
                    <a:pt x="238" y="670"/>
                    <a:pt x="140" y="767"/>
                  </a:cubicBezTo>
                  <a:cubicBezTo>
                    <a:pt x="57" y="865"/>
                    <a:pt x="1" y="949"/>
                    <a:pt x="1" y="949"/>
                  </a:cubicBezTo>
                  <a:cubicBezTo>
                    <a:pt x="1" y="949"/>
                    <a:pt x="84" y="893"/>
                    <a:pt x="182" y="823"/>
                  </a:cubicBezTo>
                  <a:cubicBezTo>
                    <a:pt x="294" y="740"/>
                    <a:pt x="433" y="628"/>
                    <a:pt x="559" y="516"/>
                  </a:cubicBezTo>
                  <a:cubicBezTo>
                    <a:pt x="698" y="391"/>
                    <a:pt x="824" y="279"/>
                    <a:pt x="907" y="168"/>
                  </a:cubicBezTo>
                  <a:cubicBezTo>
                    <a:pt x="1005" y="70"/>
                    <a:pt x="1061" y="0"/>
                    <a:pt x="1061"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4"/>
            <p:cNvSpPr/>
            <p:nvPr/>
          </p:nvSpPr>
          <p:spPr>
            <a:xfrm>
              <a:off x="281431" y="3378776"/>
              <a:ext cx="248488" cy="218881"/>
            </a:xfrm>
            <a:custGeom>
              <a:avLst/>
              <a:gdLst/>
              <a:ahLst/>
              <a:cxnLst/>
              <a:rect l="l" t="t" r="r" b="b"/>
              <a:pathLst>
                <a:path w="1410" h="1242" extrusionOk="0">
                  <a:moveTo>
                    <a:pt x="0" y="1"/>
                  </a:moveTo>
                  <a:lnTo>
                    <a:pt x="11" y="7"/>
                  </a:lnTo>
                  <a:lnTo>
                    <a:pt x="11" y="7"/>
                  </a:lnTo>
                  <a:cubicBezTo>
                    <a:pt x="8" y="5"/>
                    <a:pt x="4" y="2"/>
                    <a:pt x="0" y="1"/>
                  </a:cubicBezTo>
                  <a:close/>
                  <a:moveTo>
                    <a:pt x="11" y="7"/>
                  </a:moveTo>
                  <a:cubicBezTo>
                    <a:pt x="32" y="22"/>
                    <a:pt x="44" y="44"/>
                    <a:pt x="56" y="56"/>
                  </a:cubicBezTo>
                  <a:cubicBezTo>
                    <a:pt x="98" y="98"/>
                    <a:pt x="140" y="154"/>
                    <a:pt x="210" y="210"/>
                  </a:cubicBezTo>
                  <a:cubicBezTo>
                    <a:pt x="321" y="349"/>
                    <a:pt x="503" y="503"/>
                    <a:pt x="670" y="656"/>
                  </a:cubicBezTo>
                  <a:cubicBezTo>
                    <a:pt x="851" y="823"/>
                    <a:pt x="1033" y="963"/>
                    <a:pt x="1172" y="1075"/>
                  </a:cubicBezTo>
                  <a:cubicBezTo>
                    <a:pt x="1242" y="1130"/>
                    <a:pt x="1298" y="1172"/>
                    <a:pt x="1340" y="1200"/>
                  </a:cubicBezTo>
                  <a:lnTo>
                    <a:pt x="1409" y="1242"/>
                  </a:lnTo>
                  <a:lnTo>
                    <a:pt x="1353" y="1186"/>
                  </a:lnTo>
                  <a:cubicBezTo>
                    <a:pt x="1326" y="1144"/>
                    <a:pt x="1270" y="1089"/>
                    <a:pt x="1214" y="1033"/>
                  </a:cubicBezTo>
                  <a:cubicBezTo>
                    <a:pt x="1088" y="907"/>
                    <a:pt x="921" y="740"/>
                    <a:pt x="740" y="586"/>
                  </a:cubicBezTo>
                  <a:cubicBezTo>
                    <a:pt x="572" y="433"/>
                    <a:pt x="391" y="279"/>
                    <a:pt x="252" y="168"/>
                  </a:cubicBezTo>
                  <a:cubicBezTo>
                    <a:pt x="182" y="112"/>
                    <a:pt x="112" y="70"/>
                    <a:pt x="70" y="42"/>
                  </a:cubicBezTo>
                  <a:lnTo>
                    <a:pt x="11" y="7"/>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4"/>
            <p:cNvSpPr/>
            <p:nvPr/>
          </p:nvSpPr>
          <p:spPr>
            <a:xfrm>
              <a:off x="281431" y="3929504"/>
              <a:ext cx="248488" cy="221348"/>
            </a:xfrm>
            <a:custGeom>
              <a:avLst/>
              <a:gdLst/>
              <a:ahLst/>
              <a:cxnLst/>
              <a:rect l="l" t="t" r="r" b="b"/>
              <a:pathLst>
                <a:path w="1410" h="1256" extrusionOk="0">
                  <a:moveTo>
                    <a:pt x="1409" y="0"/>
                  </a:moveTo>
                  <a:lnTo>
                    <a:pt x="1340" y="42"/>
                  </a:lnTo>
                  <a:cubicBezTo>
                    <a:pt x="1298" y="84"/>
                    <a:pt x="1242" y="126"/>
                    <a:pt x="1172" y="167"/>
                  </a:cubicBezTo>
                  <a:cubicBezTo>
                    <a:pt x="1019" y="279"/>
                    <a:pt x="851" y="432"/>
                    <a:pt x="670" y="586"/>
                  </a:cubicBezTo>
                  <a:cubicBezTo>
                    <a:pt x="503" y="739"/>
                    <a:pt x="321" y="907"/>
                    <a:pt x="210" y="1032"/>
                  </a:cubicBezTo>
                  <a:cubicBezTo>
                    <a:pt x="140" y="1102"/>
                    <a:pt x="98" y="1144"/>
                    <a:pt x="56" y="1186"/>
                  </a:cubicBezTo>
                  <a:cubicBezTo>
                    <a:pt x="28" y="1227"/>
                    <a:pt x="0" y="1255"/>
                    <a:pt x="0" y="1255"/>
                  </a:cubicBezTo>
                  <a:lnTo>
                    <a:pt x="70" y="1200"/>
                  </a:lnTo>
                  <a:cubicBezTo>
                    <a:pt x="112" y="1172"/>
                    <a:pt x="182" y="1130"/>
                    <a:pt x="252" y="1074"/>
                  </a:cubicBezTo>
                  <a:cubicBezTo>
                    <a:pt x="391" y="976"/>
                    <a:pt x="572" y="823"/>
                    <a:pt x="740" y="670"/>
                  </a:cubicBezTo>
                  <a:cubicBezTo>
                    <a:pt x="921" y="502"/>
                    <a:pt x="1088" y="349"/>
                    <a:pt x="1214" y="223"/>
                  </a:cubicBezTo>
                  <a:cubicBezTo>
                    <a:pt x="1270" y="153"/>
                    <a:pt x="1326" y="98"/>
                    <a:pt x="1353" y="56"/>
                  </a:cubicBezTo>
                  <a:lnTo>
                    <a:pt x="1409" y="0"/>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4"/>
            <p:cNvSpPr/>
            <p:nvPr/>
          </p:nvSpPr>
          <p:spPr>
            <a:xfrm>
              <a:off x="35586" y="3929504"/>
              <a:ext cx="248488" cy="221348"/>
            </a:xfrm>
            <a:custGeom>
              <a:avLst/>
              <a:gdLst/>
              <a:ahLst/>
              <a:cxnLst/>
              <a:rect l="l" t="t" r="r" b="b"/>
              <a:pathLst>
                <a:path w="1410" h="1256" extrusionOk="0">
                  <a:moveTo>
                    <a:pt x="1" y="0"/>
                  </a:moveTo>
                  <a:lnTo>
                    <a:pt x="56" y="56"/>
                  </a:lnTo>
                  <a:cubicBezTo>
                    <a:pt x="84" y="98"/>
                    <a:pt x="140" y="153"/>
                    <a:pt x="196" y="223"/>
                  </a:cubicBezTo>
                  <a:cubicBezTo>
                    <a:pt x="321" y="349"/>
                    <a:pt x="489" y="502"/>
                    <a:pt x="670" y="670"/>
                  </a:cubicBezTo>
                  <a:cubicBezTo>
                    <a:pt x="838" y="823"/>
                    <a:pt x="1019" y="976"/>
                    <a:pt x="1158" y="1074"/>
                  </a:cubicBezTo>
                  <a:cubicBezTo>
                    <a:pt x="1242" y="1130"/>
                    <a:pt x="1298" y="1172"/>
                    <a:pt x="1340" y="1200"/>
                  </a:cubicBezTo>
                  <a:lnTo>
                    <a:pt x="1409" y="1255"/>
                  </a:lnTo>
                  <a:lnTo>
                    <a:pt x="1354" y="1186"/>
                  </a:lnTo>
                  <a:cubicBezTo>
                    <a:pt x="1312" y="1158"/>
                    <a:pt x="1270" y="1102"/>
                    <a:pt x="1200" y="1032"/>
                  </a:cubicBezTo>
                  <a:cubicBezTo>
                    <a:pt x="1089" y="907"/>
                    <a:pt x="921" y="739"/>
                    <a:pt x="740" y="586"/>
                  </a:cubicBezTo>
                  <a:cubicBezTo>
                    <a:pt x="559" y="432"/>
                    <a:pt x="377" y="279"/>
                    <a:pt x="238" y="167"/>
                  </a:cubicBezTo>
                  <a:cubicBezTo>
                    <a:pt x="168" y="126"/>
                    <a:pt x="112" y="84"/>
                    <a:pt x="70" y="42"/>
                  </a:cubicBezTo>
                  <a:lnTo>
                    <a:pt x="1" y="0"/>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4"/>
            <p:cNvSpPr/>
            <p:nvPr/>
          </p:nvSpPr>
          <p:spPr>
            <a:xfrm>
              <a:off x="87223" y="3929504"/>
              <a:ext cx="177114" cy="157376"/>
            </a:xfrm>
            <a:custGeom>
              <a:avLst/>
              <a:gdLst/>
              <a:ahLst/>
              <a:cxnLst/>
              <a:rect l="l" t="t" r="r" b="b"/>
              <a:pathLst>
                <a:path w="1005" h="893" extrusionOk="0">
                  <a:moveTo>
                    <a:pt x="1" y="0"/>
                  </a:moveTo>
                  <a:lnTo>
                    <a:pt x="1" y="0"/>
                  </a:lnTo>
                  <a:cubicBezTo>
                    <a:pt x="42" y="56"/>
                    <a:pt x="84" y="112"/>
                    <a:pt x="140" y="167"/>
                  </a:cubicBezTo>
                  <a:cubicBezTo>
                    <a:pt x="224" y="265"/>
                    <a:pt x="349" y="377"/>
                    <a:pt x="461" y="488"/>
                  </a:cubicBezTo>
                  <a:cubicBezTo>
                    <a:pt x="586" y="586"/>
                    <a:pt x="698" y="683"/>
                    <a:pt x="823" y="781"/>
                  </a:cubicBezTo>
                  <a:cubicBezTo>
                    <a:pt x="879" y="823"/>
                    <a:pt x="935" y="865"/>
                    <a:pt x="1005" y="893"/>
                  </a:cubicBezTo>
                  <a:cubicBezTo>
                    <a:pt x="1005" y="893"/>
                    <a:pt x="949" y="823"/>
                    <a:pt x="865" y="739"/>
                  </a:cubicBezTo>
                  <a:cubicBezTo>
                    <a:pt x="782" y="642"/>
                    <a:pt x="656" y="530"/>
                    <a:pt x="531" y="418"/>
                  </a:cubicBezTo>
                  <a:cubicBezTo>
                    <a:pt x="405" y="293"/>
                    <a:pt x="279" y="195"/>
                    <a:pt x="182" y="126"/>
                  </a:cubicBezTo>
                  <a:cubicBezTo>
                    <a:pt x="84" y="56"/>
                    <a:pt x="1" y="0"/>
                    <a:pt x="1"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4"/>
            <p:cNvSpPr/>
            <p:nvPr/>
          </p:nvSpPr>
          <p:spPr>
            <a:xfrm>
              <a:off x="519874" y="3597481"/>
              <a:ext cx="19914" cy="332022"/>
            </a:xfrm>
            <a:custGeom>
              <a:avLst/>
              <a:gdLst/>
              <a:ahLst/>
              <a:cxnLst/>
              <a:rect l="l" t="t" r="r" b="b"/>
              <a:pathLst>
                <a:path w="113" h="1884" extrusionOk="0">
                  <a:moveTo>
                    <a:pt x="28" y="1"/>
                  </a:moveTo>
                  <a:cubicBezTo>
                    <a:pt x="28" y="1"/>
                    <a:pt x="28" y="29"/>
                    <a:pt x="28" y="85"/>
                  </a:cubicBezTo>
                  <a:cubicBezTo>
                    <a:pt x="28" y="140"/>
                    <a:pt x="14" y="210"/>
                    <a:pt x="14" y="294"/>
                  </a:cubicBezTo>
                  <a:cubicBezTo>
                    <a:pt x="0" y="475"/>
                    <a:pt x="0" y="712"/>
                    <a:pt x="0" y="949"/>
                  </a:cubicBezTo>
                  <a:cubicBezTo>
                    <a:pt x="14" y="1173"/>
                    <a:pt x="28" y="1410"/>
                    <a:pt x="42" y="1591"/>
                  </a:cubicBezTo>
                  <a:cubicBezTo>
                    <a:pt x="42" y="1675"/>
                    <a:pt x="56" y="1745"/>
                    <a:pt x="56" y="1800"/>
                  </a:cubicBezTo>
                  <a:cubicBezTo>
                    <a:pt x="70" y="1856"/>
                    <a:pt x="70" y="1884"/>
                    <a:pt x="70" y="1884"/>
                  </a:cubicBezTo>
                  <a:cubicBezTo>
                    <a:pt x="70" y="1884"/>
                    <a:pt x="70" y="1856"/>
                    <a:pt x="70" y="1800"/>
                  </a:cubicBezTo>
                  <a:cubicBezTo>
                    <a:pt x="84" y="1745"/>
                    <a:pt x="98" y="1675"/>
                    <a:pt x="98" y="1591"/>
                  </a:cubicBezTo>
                  <a:cubicBezTo>
                    <a:pt x="98" y="1410"/>
                    <a:pt x="112" y="1173"/>
                    <a:pt x="98" y="936"/>
                  </a:cubicBezTo>
                  <a:cubicBezTo>
                    <a:pt x="98" y="712"/>
                    <a:pt x="84" y="475"/>
                    <a:pt x="70" y="294"/>
                  </a:cubicBezTo>
                  <a:cubicBezTo>
                    <a:pt x="56" y="210"/>
                    <a:pt x="56" y="140"/>
                    <a:pt x="42" y="85"/>
                  </a:cubicBezTo>
                  <a:cubicBezTo>
                    <a:pt x="28" y="29"/>
                    <a:pt x="28" y="1"/>
                    <a:pt x="28"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4"/>
            <p:cNvSpPr/>
            <p:nvPr/>
          </p:nvSpPr>
          <p:spPr>
            <a:xfrm>
              <a:off x="492910" y="3656519"/>
              <a:ext cx="19738" cy="214122"/>
            </a:xfrm>
            <a:custGeom>
              <a:avLst/>
              <a:gdLst/>
              <a:ahLst/>
              <a:cxnLst/>
              <a:rect l="l" t="t" r="r" b="b"/>
              <a:pathLst>
                <a:path w="112" h="1215" extrusionOk="0">
                  <a:moveTo>
                    <a:pt x="42" y="1"/>
                  </a:moveTo>
                  <a:cubicBezTo>
                    <a:pt x="28" y="57"/>
                    <a:pt x="28" y="126"/>
                    <a:pt x="14" y="196"/>
                  </a:cubicBezTo>
                  <a:cubicBezTo>
                    <a:pt x="0" y="335"/>
                    <a:pt x="0" y="475"/>
                    <a:pt x="0" y="614"/>
                  </a:cubicBezTo>
                  <a:cubicBezTo>
                    <a:pt x="14" y="768"/>
                    <a:pt x="14" y="921"/>
                    <a:pt x="28" y="1033"/>
                  </a:cubicBezTo>
                  <a:cubicBezTo>
                    <a:pt x="42" y="1089"/>
                    <a:pt x="56" y="1158"/>
                    <a:pt x="70" y="1214"/>
                  </a:cubicBezTo>
                  <a:cubicBezTo>
                    <a:pt x="84" y="1158"/>
                    <a:pt x="84" y="1089"/>
                    <a:pt x="98" y="1033"/>
                  </a:cubicBezTo>
                  <a:cubicBezTo>
                    <a:pt x="112" y="921"/>
                    <a:pt x="112" y="768"/>
                    <a:pt x="112" y="614"/>
                  </a:cubicBezTo>
                  <a:cubicBezTo>
                    <a:pt x="112" y="461"/>
                    <a:pt x="98" y="322"/>
                    <a:pt x="70" y="196"/>
                  </a:cubicBezTo>
                  <a:cubicBezTo>
                    <a:pt x="70" y="126"/>
                    <a:pt x="56" y="57"/>
                    <a:pt x="42"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4"/>
            <p:cNvSpPr/>
            <p:nvPr/>
          </p:nvSpPr>
          <p:spPr>
            <a:xfrm>
              <a:off x="271562" y="3145268"/>
              <a:ext cx="19914" cy="213946"/>
            </a:xfrm>
            <a:custGeom>
              <a:avLst/>
              <a:gdLst/>
              <a:ahLst/>
              <a:cxnLst/>
              <a:rect l="l" t="t" r="r" b="b"/>
              <a:pathLst>
                <a:path w="113" h="1214" extrusionOk="0">
                  <a:moveTo>
                    <a:pt x="56" y="0"/>
                  </a:moveTo>
                  <a:cubicBezTo>
                    <a:pt x="43" y="56"/>
                    <a:pt x="29" y="126"/>
                    <a:pt x="29" y="182"/>
                  </a:cubicBezTo>
                  <a:cubicBezTo>
                    <a:pt x="15" y="321"/>
                    <a:pt x="1" y="461"/>
                    <a:pt x="15" y="614"/>
                  </a:cubicBezTo>
                  <a:cubicBezTo>
                    <a:pt x="15" y="754"/>
                    <a:pt x="29" y="893"/>
                    <a:pt x="43" y="1033"/>
                  </a:cubicBezTo>
                  <a:cubicBezTo>
                    <a:pt x="56" y="1144"/>
                    <a:pt x="70" y="1214"/>
                    <a:pt x="70" y="1214"/>
                  </a:cubicBezTo>
                  <a:cubicBezTo>
                    <a:pt x="84" y="1158"/>
                    <a:pt x="98" y="1088"/>
                    <a:pt x="98" y="1033"/>
                  </a:cubicBezTo>
                  <a:cubicBezTo>
                    <a:pt x="112" y="879"/>
                    <a:pt x="112" y="740"/>
                    <a:pt x="112" y="600"/>
                  </a:cubicBezTo>
                  <a:cubicBezTo>
                    <a:pt x="112" y="461"/>
                    <a:pt x="98" y="321"/>
                    <a:pt x="84" y="182"/>
                  </a:cubicBezTo>
                  <a:cubicBezTo>
                    <a:pt x="70" y="126"/>
                    <a:pt x="70" y="56"/>
                    <a:pt x="56"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4"/>
            <p:cNvSpPr/>
            <p:nvPr/>
          </p:nvSpPr>
          <p:spPr>
            <a:xfrm>
              <a:off x="269095" y="4150676"/>
              <a:ext cx="17447" cy="213946"/>
            </a:xfrm>
            <a:custGeom>
              <a:avLst/>
              <a:gdLst/>
              <a:ahLst/>
              <a:cxnLst/>
              <a:rect l="l" t="t" r="r" b="b"/>
              <a:pathLst>
                <a:path w="99" h="1214" extrusionOk="0">
                  <a:moveTo>
                    <a:pt x="43" y="0"/>
                  </a:moveTo>
                  <a:cubicBezTo>
                    <a:pt x="29" y="56"/>
                    <a:pt x="15" y="126"/>
                    <a:pt x="15" y="182"/>
                  </a:cubicBezTo>
                  <a:cubicBezTo>
                    <a:pt x="1" y="321"/>
                    <a:pt x="1" y="461"/>
                    <a:pt x="1" y="600"/>
                  </a:cubicBezTo>
                  <a:cubicBezTo>
                    <a:pt x="1" y="754"/>
                    <a:pt x="15" y="907"/>
                    <a:pt x="29" y="1033"/>
                  </a:cubicBezTo>
                  <a:cubicBezTo>
                    <a:pt x="43" y="1144"/>
                    <a:pt x="70" y="1214"/>
                    <a:pt x="70" y="1214"/>
                  </a:cubicBezTo>
                  <a:cubicBezTo>
                    <a:pt x="70" y="1158"/>
                    <a:pt x="84" y="1088"/>
                    <a:pt x="98" y="1019"/>
                  </a:cubicBezTo>
                  <a:cubicBezTo>
                    <a:pt x="98" y="907"/>
                    <a:pt x="98" y="754"/>
                    <a:pt x="98" y="600"/>
                  </a:cubicBezTo>
                  <a:cubicBezTo>
                    <a:pt x="98" y="461"/>
                    <a:pt x="98" y="321"/>
                    <a:pt x="70" y="182"/>
                  </a:cubicBezTo>
                  <a:cubicBezTo>
                    <a:pt x="70" y="126"/>
                    <a:pt x="57" y="56"/>
                    <a:pt x="43"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4"/>
            <p:cNvSpPr/>
            <p:nvPr/>
          </p:nvSpPr>
          <p:spPr>
            <a:xfrm>
              <a:off x="534677" y="3440281"/>
              <a:ext cx="150150" cy="154908"/>
            </a:xfrm>
            <a:custGeom>
              <a:avLst/>
              <a:gdLst/>
              <a:ahLst/>
              <a:cxnLst/>
              <a:rect l="l" t="t" r="r" b="b"/>
              <a:pathLst>
                <a:path w="852" h="879" extrusionOk="0">
                  <a:moveTo>
                    <a:pt x="851" y="0"/>
                  </a:moveTo>
                  <a:lnTo>
                    <a:pt x="851" y="0"/>
                  </a:lnTo>
                  <a:cubicBezTo>
                    <a:pt x="795" y="42"/>
                    <a:pt x="739" y="84"/>
                    <a:pt x="698" y="126"/>
                  </a:cubicBezTo>
                  <a:cubicBezTo>
                    <a:pt x="586" y="209"/>
                    <a:pt x="488" y="307"/>
                    <a:pt x="391" y="405"/>
                  </a:cubicBezTo>
                  <a:cubicBezTo>
                    <a:pt x="293" y="502"/>
                    <a:pt x="195" y="614"/>
                    <a:pt x="112" y="726"/>
                  </a:cubicBezTo>
                  <a:cubicBezTo>
                    <a:pt x="70" y="781"/>
                    <a:pt x="42" y="823"/>
                    <a:pt x="0" y="879"/>
                  </a:cubicBezTo>
                  <a:cubicBezTo>
                    <a:pt x="0" y="879"/>
                    <a:pt x="70" y="837"/>
                    <a:pt x="154" y="767"/>
                  </a:cubicBezTo>
                  <a:cubicBezTo>
                    <a:pt x="265" y="684"/>
                    <a:pt x="363" y="586"/>
                    <a:pt x="460" y="474"/>
                  </a:cubicBezTo>
                  <a:cubicBezTo>
                    <a:pt x="558" y="377"/>
                    <a:pt x="656" y="265"/>
                    <a:pt x="739" y="154"/>
                  </a:cubicBezTo>
                  <a:cubicBezTo>
                    <a:pt x="781" y="112"/>
                    <a:pt x="809" y="56"/>
                    <a:pt x="851"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4"/>
            <p:cNvSpPr/>
            <p:nvPr/>
          </p:nvSpPr>
          <p:spPr>
            <a:xfrm>
              <a:off x="532210" y="3927037"/>
              <a:ext cx="154908" cy="149974"/>
            </a:xfrm>
            <a:custGeom>
              <a:avLst/>
              <a:gdLst/>
              <a:ahLst/>
              <a:cxnLst/>
              <a:rect l="l" t="t" r="r" b="b"/>
              <a:pathLst>
                <a:path w="879" h="851" extrusionOk="0">
                  <a:moveTo>
                    <a:pt x="0" y="0"/>
                  </a:moveTo>
                  <a:cubicBezTo>
                    <a:pt x="0" y="0"/>
                    <a:pt x="42" y="70"/>
                    <a:pt x="112" y="153"/>
                  </a:cubicBezTo>
                  <a:cubicBezTo>
                    <a:pt x="195" y="251"/>
                    <a:pt x="293" y="363"/>
                    <a:pt x="405" y="460"/>
                  </a:cubicBezTo>
                  <a:cubicBezTo>
                    <a:pt x="516" y="558"/>
                    <a:pt x="628" y="670"/>
                    <a:pt x="726" y="739"/>
                  </a:cubicBezTo>
                  <a:cubicBezTo>
                    <a:pt x="767" y="781"/>
                    <a:pt x="823" y="809"/>
                    <a:pt x="879" y="851"/>
                  </a:cubicBezTo>
                  <a:cubicBezTo>
                    <a:pt x="837" y="795"/>
                    <a:pt x="809" y="739"/>
                    <a:pt x="767" y="697"/>
                  </a:cubicBezTo>
                  <a:cubicBezTo>
                    <a:pt x="670" y="586"/>
                    <a:pt x="572" y="488"/>
                    <a:pt x="474" y="391"/>
                  </a:cubicBezTo>
                  <a:cubicBezTo>
                    <a:pt x="377" y="293"/>
                    <a:pt x="265" y="195"/>
                    <a:pt x="154" y="112"/>
                  </a:cubicBezTo>
                  <a:cubicBezTo>
                    <a:pt x="70" y="42"/>
                    <a:pt x="0" y="0"/>
                    <a:pt x="0"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4"/>
            <p:cNvSpPr/>
            <p:nvPr/>
          </p:nvSpPr>
          <p:spPr>
            <a:xfrm>
              <a:off x="-119322" y="3927037"/>
              <a:ext cx="150150" cy="154908"/>
            </a:xfrm>
            <a:custGeom>
              <a:avLst/>
              <a:gdLst/>
              <a:ahLst/>
              <a:cxnLst/>
              <a:rect l="l" t="t" r="r" b="b"/>
              <a:pathLst>
                <a:path w="852" h="879" extrusionOk="0">
                  <a:moveTo>
                    <a:pt x="852" y="0"/>
                  </a:moveTo>
                  <a:cubicBezTo>
                    <a:pt x="852" y="0"/>
                    <a:pt x="782" y="42"/>
                    <a:pt x="698" y="112"/>
                  </a:cubicBezTo>
                  <a:cubicBezTo>
                    <a:pt x="587" y="209"/>
                    <a:pt x="475" y="307"/>
                    <a:pt x="391" y="405"/>
                  </a:cubicBezTo>
                  <a:cubicBezTo>
                    <a:pt x="294" y="502"/>
                    <a:pt x="196" y="614"/>
                    <a:pt x="112" y="725"/>
                  </a:cubicBezTo>
                  <a:cubicBezTo>
                    <a:pt x="43" y="809"/>
                    <a:pt x="1" y="879"/>
                    <a:pt x="1" y="879"/>
                  </a:cubicBezTo>
                  <a:cubicBezTo>
                    <a:pt x="57" y="837"/>
                    <a:pt x="98" y="809"/>
                    <a:pt x="154" y="767"/>
                  </a:cubicBezTo>
                  <a:cubicBezTo>
                    <a:pt x="266" y="670"/>
                    <a:pt x="363" y="572"/>
                    <a:pt x="461" y="474"/>
                  </a:cubicBezTo>
                  <a:cubicBezTo>
                    <a:pt x="559" y="363"/>
                    <a:pt x="670" y="251"/>
                    <a:pt x="740" y="153"/>
                  </a:cubicBezTo>
                  <a:cubicBezTo>
                    <a:pt x="768" y="112"/>
                    <a:pt x="810" y="56"/>
                    <a:pt x="852"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4"/>
            <p:cNvSpPr/>
            <p:nvPr/>
          </p:nvSpPr>
          <p:spPr>
            <a:xfrm>
              <a:off x="-121789" y="3445216"/>
              <a:ext cx="155085" cy="149974"/>
            </a:xfrm>
            <a:custGeom>
              <a:avLst/>
              <a:gdLst/>
              <a:ahLst/>
              <a:cxnLst/>
              <a:rect l="l" t="t" r="r" b="b"/>
              <a:pathLst>
                <a:path w="880" h="851" extrusionOk="0">
                  <a:moveTo>
                    <a:pt x="1" y="0"/>
                  </a:moveTo>
                  <a:lnTo>
                    <a:pt x="1" y="0"/>
                  </a:lnTo>
                  <a:cubicBezTo>
                    <a:pt x="29" y="56"/>
                    <a:pt x="71" y="112"/>
                    <a:pt x="112" y="154"/>
                  </a:cubicBezTo>
                  <a:cubicBezTo>
                    <a:pt x="196" y="265"/>
                    <a:pt x="294" y="363"/>
                    <a:pt x="405" y="460"/>
                  </a:cubicBezTo>
                  <a:cubicBezTo>
                    <a:pt x="503" y="558"/>
                    <a:pt x="601" y="656"/>
                    <a:pt x="712" y="739"/>
                  </a:cubicBezTo>
                  <a:cubicBezTo>
                    <a:pt x="768" y="781"/>
                    <a:pt x="824" y="809"/>
                    <a:pt x="880" y="851"/>
                  </a:cubicBezTo>
                  <a:cubicBezTo>
                    <a:pt x="880" y="851"/>
                    <a:pt x="838" y="781"/>
                    <a:pt x="754" y="698"/>
                  </a:cubicBezTo>
                  <a:cubicBezTo>
                    <a:pt x="670" y="586"/>
                    <a:pt x="573" y="488"/>
                    <a:pt x="475" y="391"/>
                  </a:cubicBezTo>
                  <a:cubicBezTo>
                    <a:pt x="364" y="293"/>
                    <a:pt x="252" y="181"/>
                    <a:pt x="154" y="112"/>
                  </a:cubicBezTo>
                  <a:cubicBezTo>
                    <a:pt x="57" y="42"/>
                    <a:pt x="1" y="0"/>
                    <a:pt x="1"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4"/>
            <p:cNvSpPr/>
            <p:nvPr/>
          </p:nvSpPr>
          <p:spPr>
            <a:xfrm>
              <a:off x="28185" y="3597481"/>
              <a:ext cx="19914" cy="332022"/>
            </a:xfrm>
            <a:custGeom>
              <a:avLst/>
              <a:gdLst/>
              <a:ahLst/>
              <a:cxnLst/>
              <a:rect l="l" t="t" r="r" b="b"/>
              <a:pathLst>
                <a:path w="113" h="1884" extrusionOk="0">
                  <a:moveTo>
                    <a:pt x="43" y="1"/>
                  </a:moveTo>
                  <a:cubicBezTo>
                    <a:pt x="43" y="1"/>
                    <a:pt x="43" y="29"/>
                    <a:pt x="29" y="85"/>
                  </a:cubicBezTo>
                  <a:cubicBezTo>
                    <a:pt x="29" y="140"/>
                    <a:pt x="15" y="210"/>
                    <a:pt x="15" y="294"/>
                  </a:cubicBezTo>
                  <a:cubicBezTo>
                    <a:pt x="15" y="475"/>
                    <a:pt x="1" y="712"/>
                    <a:pt x="15" y="949"/>
                  </a:cubicBezTo>
                  <a:cubicBezTo>
                    <a:pt x="15" y="1173"/>
                    <a:pt x="29" y="1410"/>
                    <a:pt x="43" y="1591"/>
                  </a:cubicBezTo>
                  <a:cubicBezTo>
                    <a:pt x="57" y="1675"/>
                    <a:pt x="57" y="1745"/>
                    <a:pt x="70" y="1800"/>
                  </a:cubicBezTo>
                  <a:cubicBezTo>
                    <a:pt x="84" y="1856"/>
                    <a:pt x="84" y="1884"/>
                    <a:pt x="84" y="1884"/>
                  </a:cubicBezTo>
                  <a:cubicBezTo>
                    <a:pt x="84" y="1884"/>
                    <a:pt x="84" y="1856"/>
                    <a:pt x="84" y="1800"/>
                  </a:cubicBezTo>
                  <a:cubicBezTo>
                    <a:pt x="98" y="1745"/>
                    <a:pt x="98" y="1675"/>
                    <a:pt x="98" y="1591"/>
                  </a:cubicBezTo>
                  <a:cubicBezTo>
                    <a:pt x="112" y="1410"/>
                    <a:pt x="112" y="1173"/>
                    <a:pt x="112" y="936"/>
                  </a:cubicBezTo>
                  <a:cubicBezTo>
                    <a:pt x="112" y="712"/>
                    <a:pt x="98" y="475"/>
                    <a:pt x="84" y="294"/>
                  </a:cubicBezTo>
                  <a:cubicBezTo>
                    <a:pt x="70" y="210"/>
                    <a:pt x="70" y="140"/>
                    <a:pt x="57" y="85"/>
                  </a:cubicBezTo>
                  <a:cubicBezTo>
                    <a:pt x="43" y="29"/>
                    <a:pt x="43" y="1"/>
                    <a:pt x="43"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4"/>
            <p:cNvSpPr/>
            <p:nvPr/>
          </p:nvSpPr>
          <p:spPr>
            <a:xfrm>
              <a:off x="146261" y="2930440"/>
              <a:ext cx="142748" cy="158433"/>
            </a:xfrm>
            <a:custGeom>
              <a:avLst/>
              <a:gdLst/>
              <a:ahLst/>
              <a:cxnLst/>
              <a:rect l="l" t="t" r="r" b="b"/>
              <a:pathLst>
                <a:path w="810" h="899" extrusionOk="0">
                  <a:moveTo>
                    <a:pt x="516" y="285"/>
                  </a:moveTo>
                  <a:cubicBezTo>
                    <a:pt x="544" y="299"/>
                    <a:pt x="572" y="327"/>
                    <a:pt x="586" y="369"/>
                  </a:cubicBezTo>
                  <a:cubicBezTo>
                    <a:pt x="572" y="438"/>
                    <a:pt x="544" y="508"/>
                    <a:pt x="488" y="564"/>
                  </a:cubicBezTo>
                  <a:cubicBezTo>
                    <a:pt x="447" y="606"/>
                    <a:pt x="391" y="634"/>
                    <a:pt x="335" y="648"/>
                  </a:cubicBezTo>
                  <a:cubicBezTo>
                    <a:pt x="265" y="648"/>
                    <a:pt x="237" y="620"/>
                    <a:pt x="237" y="550"/>
                  </a:cubicBezTo>
                  <a:cubicBezTo>
                    <a:pt x="265" y="424"/>
                    <a:pt x="377" y="313"/>
                    <a:pt x="516" y="285"/>
                  </a:cubicBezTo>
                  <a:close/>
                  <a:moveTo>
                    <a:pt x="514" y="0"/>
                  </a:moveTo>
                  <a:cubicBezTo>
                    <a:pt x="469" y="0"/>
                    <a:pt x="426" y="10"/>
                    <a:pt x="377" y="20"/>
                  </a:cubicBezTo>
                  <a:cubicBezTo>
                    <a:pt x="307" y="62"/>
                    <a:pt x="251" y="104"/>
                    <a:pt x="196" y="159"/>
                  </a:cubicBezTo>
                  <a:cubicBezTo>
                    <a:pt x="168" y="187"/>
                    <a:pt x="154" y="201"/>
                    <a:pt x="126" y="229"/>
                  </a:cubicBezTo>
                  <a:cubicBezTo>
                    <a:pt x="98" y="285"/>
                    <a:pt x="70" y="327"/>
                    <a:pt x="56" y="382"/>
                  </a:cubicBezTo>
                  <a:cubicBezTo>
                    <a:pt x="14" y="452"/>
                    <a:pt x="0" y="522"/>
                    <a:pt x="0" y="606"/>
                  </a:cubicBezTo>
                  <a:cubicBezTo>
                    <a:pt x="0" y="661"/>
                    <a:pt x="14" y="731"/>
                    <a:pt x="42" y="773"/>
                  </a:cubicBezTo>
                  <a:cubicBezTo>
                    <a:pt x="84" y="843"/>
                    <a:pt x="140" y="885"/>
                    <a:pt x="223" y="899"/>
                  </a:cubicBezTo>
                  <a:cubicBezTo>
                    <a:pt x="279" y="899"/>
                    <a:pt x="335" y="885"/>
                    <a:pt x="377" y="857"/>
                  </a:cubicBezTo>
                  <a:cubicBezTo>
                    <a:pt x="447" y="829"/>
                    <a:pt x="516" y="801"/>
                    <a:pt x="572" y="759"/>
                  </a:cubicBezTo>
                  <a:cubicBezTo>
                    <a:pt x="656" y="703"/>
                    <a:pt x="712" y="634"/>
                    <a:pt x="767" y="550"/>
                  </a:cubicBezTo>
                  <a:cubicBezTo>
                    <a:pt x="795" y="508"/>
                    <a:pt x="809" y="466"/>
                    <a:pt x="809" y="410"/>
                  </a:cubicBezTo>
                  <a:cubicBezTo>
                    <a:pt x="809" y="369"/>
                    <a:pt x="809" y="313"/>
                    <a:pt x="809" y="271"/>
                  </a:cubicBezTo>
                  <a:cubicBezTo>
                    <a:pt x="795" y="201"/>
                    <a:pt x="754" y="131"/>
                    <a:pt x="712" y="62"/>
                  </a:cubicBezTo>
                  <a:cubicBezTo>
                    <a:pt x="670" y="34"/>
                    <a:pt x="614" y="6"/>
                    <a:pt x="572" y="6"/>
                  </a:cubicBezTo>
                  <a:cubicBezTo>
                    <a:pt x="552" y="2"/>
                    <a:pt x="533" y="0"/>
                    <a:pt x="514"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4"/>
            <p:cNvSpPr/>
            <p:nvPr/>
          </p:nvSpPr>
          <p:spPr>
            <a:xfrm>
              <a:off x="298702" y="2840385"/>
              <a:ext cx="154908" cy="287788"/>
            </a:xfrm>
            <a:custGeom>
              <a:avLst/>
              <a:gdLst/>
              <a:ahLst/>
              <a:cxnLst/>
              <a:rect l="l" t="t" r="r" b="b"/>
              <a:pathLst>
                <a:path w="879" h="1633" extrusionOk="0">
                  <a:moveTo>
                    <a:pt x="446" y="1"/>
                  </a:moveTo>
                  <a:lnTo>
                    <a:pt x="446" y="1"/>
                  </a:lnTo>
                  <a:cubicBezTo>
                    <a:pt x="335" y="43"/>
                    <a:pt x="223" y="71"/>
                    <a:pt x="112" y="98"/>
                  </a:cubicBezTo>
                  <a:cubicBezTo>
                    <a:pt x="98" y="559"/>
                    <a:pt x="56" y="1047"/>
                    <a:pt x="0" y="1563"/>
                  </a:cubicBezTo>
                  <a:lnTo>
                    <a:pt x="140" y="1507"/>
                  </a:lnTo>
                  <a:lnTo>
                    <a:pt x="293" y="1451"/>
                  </a:lnTo>
                  <a:cubicBezTo>
                    <a:pt x="307" y="1242"/>
                    <a:pt x="321" y="1131"/>
                    <a:pt x="321" y="1103"/>
                  </a:cubicBezTo>
                  <a:lnTo>
                    <a:pt x="488" y="1033"/>
                  </a:lnTo>
                  <a:lnTo>
                    <a:pt x="488" y="1033"/>
                  </a:lnTo>
                  <a:cubicBezTo>
                    <a:pt x="446" y="1326"/>
                    <a:pt x="433" y="1521"/>
                    <a:pt x="433" y="1633"/>
                  </a:cubicBezTo>
                  <a:cubicBezTo>
                    <a:pt x="474" y="1605"/>
                    <a:pt x="516" y="1591"/>
                    <a:pt x="558" y="1563"/>
                  </a:cubicBezTo>
                  <a:cubicBezTo>
                    <a:pt x="600" y="1535"/>
                    <a:pt x="642" y="1521"/>
                    <a:pt x="684" y="1493"/>
                  </a:cubicBezTo>
                  <a:lnTo>
                    <a:pt x="711" y="1493"/>
                  </a:lnTo>
                  <a:cubicBezTo>
                    <a:pt x="739" y="1200"/>
                    <a:pt x="781" y="726"/>
                    <a:pt x="879" y="71"/>
                  </a:cubicBezTo>
                  <a:lnTo>
                    <a:pt x="879" y="71"/>
                  </a:lnTo>
                  <a:cubicBezTo>
                    <a:pt x="781" y="112"/>
                    <a:pt x="670" y="154"/>
                    <a:pt x="572" y="182"/>
                  </a:cubicBezTo>
                  <a:cubicBezTo>
                    <a:pt x="558" y="405"/>
                    <a:pt x="544" y="573"/>
                    <a:pt x="530" y="698"/>
                  </a:cubicBezTo>
                  <a:lnTo>
                    <a:pt x="446" y="740"/>
                  </a:lnTo>
                  <a:lnTo>
                    <a:pt x="377" y="768"/>
                  </a:lnTo>
                  <a:cubicBezTo>
                    <a:pt x="391" y="517"/>
                    <a:pt x="419" y="252"/>
                    <a:pt x="446"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4"/>
            <p:cNvSpPr/>
            <p:nvPr/>
          </p:nvSpPr>
          <p:spPr>
            <a:xfrm>
              <a:off x="726418" y="3251007"/>
              <a:ext cx="194384" cy="186983"/>
            </a:xfrm>
            <a:custGeom>
              <a:avLst/>
              <a:gdLst/>
              <a:ahLst/>
              <a:cxnLst/>
              <a:rect l="l" t="t" r="r" b="b"/>
              <a:pathLst>
                <a:path w="1103" h="1061" extrusionOk="0">
                  <a:moveTo>
                    <a:pt x="488" y="0"/>
                  </a:moveTo>
                  <a:lnTo>
                    <a:pt x="209" y="56"/>
                  </a:lnTo>
                  <a:cubicBezTo>
                    <a:pt x="154" y="293"/>
                    <a:pt x="126" y="460"/>
                    <a:pt x="98" y="586"/>
                  </a:cubicBezTo>
                  <a:cubicBezTo>
                    <a:pt x="84" y="698"/>
                    <a:pt x="42" y="837"/>
                    <a:pt x="0" y="1032"/>
                  </a:cubicBezTo>
                  <a:cubicBezTo>
                    <a:pt x="140" y="1004"/>
                    <a:pt x="237" y="991"/>
                    <a:pt x="307" y="977"/>
                  </a:cubicBezTo>
                  <a:lnTo>
                    <a:pt x="349" y="753"/>
                  </a:lnTo>
                  <a:lnTo>
                    <a:pt x="391" y="558"/>
                  </a:lnTo>
                  <a:cubicBezTo>
                    <a:pt x="447" y="726"/>
                    <a:pt x="502" y="893"/>
                    <a:pt x="586" y="1060"/>
                  </a:cubicBezTo>
                  <a:cubicBezTo>
                    <a:pt x="656" y="1032"/>
                    <a:pt x="725" y="1004"/>
                    <a:pt x="795" y="1004"/>
                  </a:cubicBezTo>
                  <a:cubicBezTo>
                    <a:pt x="879" y="712"/>
                    <a:pt x="977" y="405"/>
                    <a:pt x="1102" y="98"/>
                  </a:cubicBezTo>
                  <a:lnTo>
                    <a:pt x="1102" y="98"/>
                  </a:lnTo>
                  <a:cubicBezTo>
                    <a:pt x="991" y="126"/>
                    <a:pt x="879" y="154"/>
                    <a:pt x="767" y="168"/>
                  </a:cubicBezTo>
                  <a:cubicBezTo>
                    <a:pt x="739" y="321"/>
                    <a:pt x="698" y="447"/>
                    <a:pt x="670" y="544"/>
                  </a:cubicBezTo>
                  <a:cubicBezTo>
                    <a:pt x="656" y="502"/>
                    <a:pt x="642" y="460"/>
                    <a:pt x="614" y="419"/>
                  </a:cubicBezTo>
                  <a:cubicBezTo>
                    <a:pt x="572" y="265"/>
                    <a:pt x="530" y="126"/>
                    <a:pt x="488"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4"/>
            <p:cNvSpPr/>
            <p:nvPr/>
          </p:nvSpPr>
          <p:spPr>
            <a:xfrm>
              <a:off x="731353" y="3938844"/>
              <a:ext cx="137814" cy="219762"/>
            </a:xfrm>
            <a:custGeom>
              <a:avLst/>
              <a:gdLst/>
              <a:ahLst/>
              <a:cxnLst/>
              <a:rect l="l" t="t" r="r" b="b"/>
              <a:pathLst>
                <a:path w="782" h="1247" extrusionOk="0">
                  <a:moveTo>
                    <a:pt x="635" y="0"/>
                  </a:moveTo>
                  <a:cubicBezTo>
                    <a:pt x="489" y="0"/>
                    <a:pt x="345" y="43"/>
                    <a:pt x="223" y="128"/>
                  </a:cubicBezTo>
                  <a:cubicBezTo>
                    <a:pt x="167" y="156"/>
                    <a:pt x="126" y="212"/>
                    <a:pt x="98" y="268"/>
                  </a:cubicBezTo>
                  <a:cubicBezTo>
                    <a:pt x="70" y="324"/>
                    <a:pt x="42" y="365"/>
                    <a:pt x="28" y="421"/>
                  </a:cubicBezTo>
                  <a:cubicBezTo>
                    <a:pt x="0" y="505"/>
                    <a:pt x="0" y="589"/>
                    <a:pt x="14" y="672"/>
                  </a:cubicBezTo>
                  <a:cubicBezTo>
                    <a:pt x="14" y="700"/>
                    <a:pt x="28" y="728"/>
                    <a:pt x="56" y="756"/>
                  </a:cubicBezTo>
                  <a:cubicBezTo>
                    <a:pt x="70" y="784"/>
                    <a:pt x="98" y="798"/>
                    <a:pt x="140" y="812"/>
                  </a:cubicBezTo>
                  <a:cubicBezTo>
                    <a:pt x="167" y="826"/>
                    <a:pt x="209" y="826"/>
                    <a:pt x="251" y="826"/>
                  </a:cubicBezTo>
                  <a:lnTo>
                    <a:pt x="307" y="826"/>
                  </a:lnTo>
                  <a:cubicBezTo>
                    <a:pt x="349" y="812"/>
                    <a:pt x="391" y="798"/>
                    <a:pt x="419" y="784"/>
                  </a:cubicBezTo>
                  <a:cubicBezTo>
                    <a:pt x="460" y="770"/>
                    <a:pt x="488" y="756"/>
                    <a:pt x="530" y="742"/>
                  </a:cubicBezTo>
                  <a:cubicBezTo>
                    <a:pt x="544" y="742"/>
                    <a:pt x="558" y="756"/>
                    <a:pt x="558" y="770"/>
                  </a:cubicBezTo>
                  <a:cubicBezTo>
                    <a:pt x="558" y="784"/>
                    <a:pt x="558" y="798"/>
                    <a:pt x="544" y="812"/>
                  </a:cubicBezTo>
                  <a:cubicBezTo>
                    <a:pt x="530" y="854"/>
                    <a:pt x="502" y="882"/>
                    <a:pt x="474" y="909"/>
                  </a:cubicBezTo>
                  <a:cubicBezTo>
                    <a:pt x="419" y="951"/>
                    <a:pt x="349" y="979"/>
                    <a:pt x="279" y="979"/>
                  </a:cubicBezTo>
                  <a:cubicBezTo>
                    <a:pt x="251" y="986"/>
                    <a:pt x="223" y="990"/>
                    <a:pt x="195" y="990"/>
                  </a:cubicBezTo>
                  <a:cubicBezTo>
                    <a:pt x="167" y="990"/>
                    <a:pt x="140" y="986"/>
                    <a:pt x="112" y="979"/>
                  </a:cubicBezTo>
                  <a:cubicBezTo>
                    <a:pt x="98" y="1063"/>
                    <a:pt x="70" y="1147"/>
                    <a:pt x="42" y="1230"/>
                  </a:cubicBezTo>
                  <a:cubicBezTo>
                    <a:pt x="70" y="1244"/>
                    <a:pt x="112" y="1244"/>
                    <a:pt x="140" y="1244"/>
                  </a:cubicBezTo>
                  <a:cubicBezTo>
                    <a:pt x="158" y="1246"/>
                    <a:pt x="176" y="1247"/>
                    <a:pt x="194" y="1247"/>
                  </a:cubicBezTo>
                  <a:cubicBezTo>
                    <a:pt x="315" y="1247"/>
                    <a:pt x="433" y="1209"/>
                    <a:pt x="530" y="1161"/>
                  </a:cubicBezTo>
                  <a:cubicBezTo>
                    <a:pt x="600" y="1119"/>
                    <a:pt x="656" y="1077"/>
                    <a:pt x="684" y="1007"/>
                  </a:cubicBezTo>
                  <a:cubicBezTo>
                    <a:pt x="711" y="965"/>
                    <a:pt x="739" y="937"/>
                    <a:pt x="753" y="896"/>
                  </a:cubicBezTo>
                  <a:cubicBezTo>
                    <a:pt x="781" y="812"/>
                    <a:pt x="781" y="742"/>
                    <a:pt x="767" y="658"/>
                  </a:cubicBezTo>
                  <a:cubicBezTo>
                    <a:pt x="767" y="630"/>
                    <a:pt x="753" y="603"/>
                    <a:pt x="725" y="575"/>
                  </a:cubicBezTo>
                  <a:cubicBezTo>
                    <a:pt x="725" y="561"/>
                    <a:pt x="711" y="561"/>
                    <a:pt x="697" y="547"/>
                  </a:cubicBezTo>
                  <a:cubicBezTo>
                    <a:pt x="670" y="519"/>
                    <a:pt x="642" y="505"/>
                    <a:pt x="614" y="505"/>
                  </a:cubicBezTo>
                  <a:cubicBezTo>
                    <a:pt x="593" y="498"/>
                    <a:pt x="575" y="494"/>
                    <a:pt x="558" y="494"/>
                  </a:cubicBezTo>
                  <a:cubicBezTo>
                    <a:pt x="541" y="494"/>
                    <a:pt x="523" y="498"/>
                    <a:pt x="502" y="505"/>
                  </a:cubicBezTo>
                  <a:cubicBezTo>
                    <a:pt x="460" y="519"/>
                    <a:pt x="419" y="533"/>
                    <a:pt x="391" y="547"/>
                  </a:cubicBezTo>
                  <a:cubicBezTo>
                    <a:pt x="362" y="558"/>
                    <a:pt x="340" y="565"/>
                    <a:pt x="324" y="565"/>
                  </a:cubicBezTo>
                  <a:cubicBezTo>
                    <a:pt x="300" y="565"/>
                    <a:pt x="287" y="552"/>
                    <a:pt x="279" y="519"/>
                  </a:cubicBezTo>
                  <a:cubicBezTo>
                    <a:pt x="279" y="435"/>
                    <a:pt x="321" y="365"/>
                    <a:pt x="405" y="338"/>
                  </a:cubicBezTo>
                  <a:cubicBezTo>
                    <a:pt x="446" y="324"/>
                    <a:pt x="492" y="317"/>
                    <a:pt x="539" y="317"/>
                  </a:cubicBezTo>
                  <a:cubicBezTo>
                    <a:pt x="586" y="317"/>
                    <a:pt x="635" y="324"/>
                    <a:pt x="684" y="338"/>
                  </a:cubicBezTo>
                  <a:lnTo>
                    <a:pt x="697" y="3"/>
                  </a:lnTo>
                  <a:cubicBezTo>
                    <a:pt x="677" y="1"/>
                    <a:pt x="656" y="0"/>
                    <a:pt x="635"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4"/>
            <p:cNvSpPr/>
            <p:nvPr/>
          </p:nvSpPr>
          <p:spPr>
            <a:xfrm>
              <a:off x="8027007" y="363530"/>
              <a:ext cx="46878" cy="250779"/>
            </a:xfrm>
            <a:custGeom>
              <a:avLst/>
              <a:gdLst/>
              <a:ahLst/>
              <a:cxnLst/>
              <a:rect l="l" t="t" r="r" b="b"/>
              <a:pathLst>
                <a:path w="266" h="1423" extrusionOk="0">
                  <a:moveTo>
                    <a:pt x="265" y="0"/>
                  </a:moveTo>
                  <a:cubicBezTo>
                    <a:pt x="265" y="0"/>
                    <a:pt x="265" y="14"/>
                    <a:pt x="251" y="56"/>
                  </a:cubicBezTo>
                  <a:cubicBezTo>
                    <a:pt x="238" y="98"/>
                    <a:pt x="224" y="153"/>
                    <a:pt x="210" y="223"/>
                  </a:cubicBezTo>
                  <a:cubicBezTo>
                    <a:pt x="168" y="349"/>
                    <a:pt x="126" y="530"/>
                    <a:pt x="98" y="697"/>
                  </a:cubicBezTo>
                  <a:cubicBezTo>
                    <a:pt x="56" y="879"/>
                    <a:pt x="28" y="1060"/>
                    <a:pt x="14" y="1200"/>
                  </a:cubicBezTo>
                  <a:cubicBezTo>
                    <a:pt x="0" y="1269"/>
                    <a:pt x="0" y="1325"/>
                    <a:pt x="0" y="1367"/>
                  </a:cubicBezTo>
                  <a:lnTo>
                    <a:pt x="0" y="1423"/>
                  </a:lnTo>
                  <a:lnTo>
                    <a:pt x="28" y="1367"/>
                  </a:lnTo>
                  <a:cubicBezTo>
                    <a:pt x="28" y="1325"/>
                    <a:pt x="56" y="1269"/>
                    <a:pt x="70" y="1214"/>
                  </a:cubicBezTo>
                  <a:cubicBezTo>
                    <a:pt x="98" y="1074"/>
                    <a:pt x="140" y="893"/>
                    <a:pt x="182" y="725"/>
                  </a:cubicBezTo>
                  <a:cubicBezTo>
                    <a:pt x="210" y="544"/>
                    <a:pt x="238" y="363"/>
                    <a:pt x="251" y="223"/>
                  </a:cubicBezTo>
                  <a:cubicBezTo>
                    <a:pt x="265" y="153"/>
                    <a:pt x="265" y="98"/>
                    <a:pt x="265" y="56"/>
                  </a:cubicBezTo>
                  <a:lnTo>
                    <a:pt x="265" y="0"/>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4"/>
            <p:cNvSpPr/>
            <p:nvPr/>
          </p:nvSpPr>
          <p:spPr>
            <a:xfrm>
              <a:off x="8329422" y="129845"/>
              <a:ext cx="46878" cy="253422"/>
            </a:xfrm>
            <a:custGeom>
              <a:avLst/>
              <a:gdLst/>
              <a:ahLst/>
              <a:cxnLst/>
              <a:rect l="l" t="t" r="r" b="b"/>
              <a:pathLst>
                <a:path w="266" h="1438" extrusionOk="0">
                  <a:moveTo>
                    <a:pt x="265" y="1"/>
                  </a:moveTo>
                  <a:cubicBezTo>
                    <a:pt x="265" y="1"/>
                    <a:pt x="251" y="15"/>
                    <a:pt x="237" y="57"/>
                  </a:cubicBezTo>
                  <a:cubicBezTo>
                    <a:pt x="223" y="99"/>
                    <a:pt x="209" y="154"/>
                    <a:pt x="195" y="224"/>
                  </a:cubicBezTo>
                  <a:cubicBezTo>
                    <a:pt x="154" y="350"/>
                    <a:pt x="112" y="531"/>
                    <a:pt x="84" y="712"/>
                  </a:cubicBezTo>
                  <a:cubicBezTo>
                    <a:pt x="56" y="880"/>
                    <a:pt x="28" y="1061"/>
                    <a:pt x="14" y="1201"/>
                  </a:cubicBezTo>
                  <a:cubicBezTo>
                    <a:pt x="0" y="1284"/>
                    <a:pt x="0" y="1340"/>
                    <a:pt x="0" y="1382"/>
                  </a:cubicBezTo>
                  <a:lnTo>
                    <a:pt x="0" y="1438"/>
                  </a:lnTo>
                  <a:lnTo>
                    <a:pt x="14" y="1382"/>
                  </a:lnTo>
                  <a:cubicBezTo>
                    <a:pt x="28" y="1340"/>
                    <a:pt x="42" y="1284"/>
                    <a:pt x="56" y="1214"/>
                  </a:cubicBezTo>
                  <a:cubicBezTo>
                    <a:pt x="98" y="1075"/>
                    <a:pt x="140" y="908"/>
                    <a:pt x="167" y="726"/>
                  </a:cubicBezTo>
                  <a:cubicBezTo>
                    <a:pt x="195" y="559"/>
                    <a:pt x="223" y="378"/>
                    <a:pt x="237" y="238"/>
                  </a:cubicBezTo>
                  <a:cubicBezTo>
                    <a:pt x="265" y="154"/>
                    <a:pt x="265" y="99"/>
                    <a:pt x="265" y="57"/>
                  </a:cubicBezTo>
                  <a:lnTo>
                    <a:pt x="265" y="1"/>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4"/>
            <p:cNvSpPr/>
            <p:nvPr/>
          </p:nvSpPr>
          <p:spPr>
            <a:xfrm>
              <a:off x="8056438" y="410232"/>
              <a:ext cx="34718" cy="189450"/>
            </a:xfrm>
            <a:custGeom>
              <a:avLst/>
              <a:gdLst/>
              <a:ahLst/>
              <a:cxnLst/>
              <a:rect l="l" t="t" r="r" b="b"/>
              <a:pathLst>
                <a:path w="197" h="1075" extrusionOk="0">
                  <a:moveTo>
                    <a:pt x="196" y="0"/>
                  </a:moveTo>
                  <a:cubicBezTo>
                    <a:pt x="182" y="56"/>
                    <a:pt x="168" y="112"/>
                    <a:pt x="154" y="167"/>
                  </a:cubicBezTo>
                  <a:cubicBezTo>
                    <a:pt x="112" y="265"/>
                    <a:pt x="84" y="391"/>
                    <a:pt x="57" y="530"/>
                  </a:cubicBezTo>
                  <a:cubicBezTo>
                    <a:pt x="43" y="670"/>
                    <a:pt x="15" y="795"/>
                    <a:pt x="15" y="907"/>
                  </a:cubicBezTo>
                  <a:cubicBezTo>
                    <a:pt x="1" y="1004"/>
                    <a:pt x="1" y="1074"/>
                    <a:pt x="1" y="1074"/>
                  </a:cubicBezTo>
                  <a:cubicBezTo>
                    <a:pt x="15" y="1018"/>
                    <a:pt x="43" y="963"/>
                    <a:pt x="57" y="907"/>
                  </a:cubicBezTo>
                  <a:cubicBezTo>
                    <a:pt x="84" y="809"/>
                    <a:pt x="112" y="684"/>
                    <a:pt x="140" y="544"/>
                  </a:cubicBezTo>
                  <a:cubicBezTo>
                    <a:pt x="168" y="419"/>
                    <a:pt x="182" y="279"/>
                    <a:pt x="196" y="167"/>
                  </a:cubicBezTo>
                  <a:cubicBezTo>
                    <a:pt x="196" y="70"/>
                    <a:pt x="196" y="0"/>
                    <a:pt x="196"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4"/>
            <p:cNvSpPr/>
            <p:nvPr/>
          </p:nvSpPr>
          <p:spPr>
            <a:xfrm>
              <a:off x="8073709" y="361063"/>
              <a:ext cx="255890" cy="19738"/>
            </a:xfrm>
            <a:custGeom>
              <a:avLst/>
              <a:gdLst/>
              <a:ahLst/>
              <a:cxnLst/>
              <a:rect l="l" t="t" r="r" b="b"/>
              <a:pathLst>
                <a:path w="1452" h="112" extrusionOk="0">
                  <a:moveTo>
                    <a:pt x="0" y="0"/>
                  </a:moveTo>
                  <a:lnTo>
                    <a:pt x="70" y="14"/>
                  </a:lnTo>
                  <a:cubicBezTo>
                    <a:pt x="112" y="28"/>
                    <a:pt x="168" y="42"/>
                    <a:pt x="238" y="42"/>
                  </a:cubicBezTo>
                  <a:cubicBezTo>
                    <a:pt x="363" y="70"/>
                    <a:pt x="544" y="84"/>
                    <a:pt x="726" y="98"/>
                  </a:cubicBezTo>
                  <a:cubicBezTo>
                    <a:pt x="907" y="112"/>
                    <a:pt x="1088" y="112"/>
                    <a:pt x="1228" y="112"/>
                  </a:cubicBezTo>
                  <a:lnTo>
                    <a:pt x="1451" y="112"/>
                  </a:lnTo>
                  <a:lnTo>
                    <a:pt x="1409" y="98"/>
                  </a:lnTo>
                  <a:cubicBezTo>
                    <a:pt x="1367" y="98"/>
                    <a:pt x="1312" y="84"/>
                    <a:pt x="1242" y="84"/>
                  </a:cubicBezTo>
                  <a:cubicBezTo>
                    <a:pt x="1102" y="56"/>
                    <a:pt x="921" y="42"/>
                    <a:pt x="740" y="28"/>
                  </a:cubicBezTo>
                  <a:cubicBezTo>
                    <a:pt x="558" y="0"/>
                    <a:pt x="377" y="0"/>
                    <a:pt x="238"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4"/>
            <p:cNvSpPr/>
            <p:nvPr/>
          </p:nvSpPr>
          <p:spPr>
            <a:xfrm>
              <a:off x="8376124" y="129845"/>
              <a:ext cx="255713" cy="19914"/>
            </a:xfrm>
            <a:custGeom>
              <a:avLst/>
              <a:gdLst/>
              <a:ahLst/>
              <a:cxnLst/>
              <a:rect l="l" t="t" r="r" b="b"/>
              <a:pathLst>
                <a:path w="1451" h="113" extrusionOk="0">
                  <a:moveTo>
                    <a:pt x="0" y="1"/>
                  </a:moveTo>
                  <a:lnTo>
                    <a:pt x="56" y="15"/>
                  </a:lnTo>
                  <a:lnTo>
                    <a:pt x="223" y="43"/>
                  </a:lnTo>
                  <a:cubicBezTo>
                    <a:pt x="363" y="57"/>
                    <a:pt x="544" y="71"/>
                    <a:pt x="725" y="99"/>
                  </a:cubicBezTo>
                  <a:cubicBezTo>
                    <a:pt x="907" y="113"/>
                    <a:pt x="1088" y="113"/>
                    <a:pt x="1214" y="113"/>
                  </a:cubicBezTo>
                  <a:lnTo>
                    <a:pt x="1451" y="113"/>
                  </a:lnTo>
                  <a:lnTo>
                    <a:pt x="1381" y="99"/>
                  </a:lnTo>
                  <a:cubicBezTo>
                    <a:pt x="1339" y="99"/>
                    <a:pt x="1283" y="85"/>
                    <a:pt x="1228" y="71"/>
                  </a:cubicBezTo>
                  <a:cubicBezTo>
                    <a:pt x="1088" y="57"/>
                    <a:pt x="907" y="43"/>
                    <a:pt x="725" y="15"/>
                  </a:cubicBezTo>
                  <a:cubicBezTo>
                    <a:pt x="544" y="1"/>
                    <a:pt x="363" y="1"/>
                    <a:pt x="223"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4"/>
            <p:cNvSpPr/>
            <p:nvPr/>
          </p:nvSpPr>
          <p:spPr>
            <a:xfrm>
              <a:off x="8439920" y="584703"/>
              <a:ext cx="46878" cy="253422"/>
            </a:xfrm>
            <a:custGeom>
              <a:avLst/>
              <a:gdLst/>
              <a:ahLst/>
              <a:cxnLst/>
              <a:rect l="l" t="t" r="r" b="b"/>
              <a:pathLst>
                <a:path w="266" h="1438" extrusionOk="0">
                  <a:moveTo>
                    <a:pt x="266" y="0"/>
                  </a:moveTo>
                  <a:cubicBezTo>
                    <a:pt x="266" y="0"/>
                    <a:pt x="252" y="14"/>
                    <a:pt x="252" y="56"/>
                  </a:cubicBezTo>
                  <a:cubicBezTo>
                    <a:pt x="238" y="98"/>
                    <a:pt x="210" y="154"/>
                    <a:pt x="196" y="224"/>
                  </a:cubicBezTo>
                  <a:cubicBezTo>
                    <a:pt x="168" y="363"/>
                    <a:pt x="126" y="530"/>
                    <a:pt x="84" y="712"/>
                  </a:cubicBezTo>
                  <a:cubicBezTo>
                    <a:pt x="57" y="879"/>
                    <a:pt x="29" y="1061"/>
                    <a:pt x="15" y="1200"/>
                  </a:cubicBezTo>
                  <a:cubicBezTo>
                    <a:pt x="1" y="1270"/>
                    <a:pt x="1" y="1339"/>
                    <a:pt x="1" y="1367"/>
                  </a:cubicBezTo>
                  <a:lnTo>
                    <a:pt x="1" y="1437"/>
                  </a:lnTo>
                  <a:lnTo>
                    <a:pt x="15" y="1381"/>
                  </a:lnTo>
                  <a:cubicBezTo>
                    <a:pt x="29" y="1339"/>
                    <a:pt x="43" y="1284"/>
                    <a:pt x="71" y="1214"/>
                  </a:cubicBezTo>
                  <a:cubicBezTo>
                    <a:pt x="98" y="1088"/>
                    <a:pt x="140" y="907"/>
                    <a:pt x="168" y="726"/>
                  </a:cubicBezTo>
                  <a:cubicBezTo>
                    <a:pt x="210" y="544"/>
                    <a:pt x="238" y="377"/>
                    <a:pt x="252" y="238"/>
                  </a:cubicBezTo>
                  <a:cubicBezTo>
                    <a:pt x="252" y="154"/>
                    <a:pt x="266" y="98"/>
                    <a:pt x="266" y="56"/>
                  </a:cubicBezTo>
                  <a:lnTo>
                    <a:pt x="266" y="0"/>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4"/>
            <p:cNvSpPr/>
            <p:nvPr/>
          </p:nvSpPr>
          <p:spPr>
            <a:xfrm>
              <a:off x="8757139" y="348727"/>
              <a:ext cx="46878" cy="255713"/>
            </a:xfrm>
            <a:custGeom>
              <a:avLst/>
              <a:gdLst/>
              <a:ahLst/>
              <a:cxnLst/>
              <a:rect l="l" t="t" r="r" b="b"/>
              <a:pathLst>
                <a:path w="266" h="1451" extrusionOk="0">
                  <a:moveTo>
                    <a:pt x="265" y="0"/>
                  </a:moveTo>
                  <a:cubicBezTo>
                    <a:pt x="265" y="0"/>
                    <a:pt x="251" y="28"/>
                    <a:pt x="251" y="70"/>
                  </a:cubicBezTo>
                  <a:cubicBezTo>
                    <a:pt x="237" y="112"/>
                    <a:pt x="223" y="154"/>
                    <a:pt x="195" y="224"/>
                  </a:cubicBezTo>
                  <a:cubicBezTo>
                    <a:pt x="168" y="363"/>
                    <a:pt x="126" y="530"/>
                    <a:pt x="84" y="712"/>
                  </a:cubicBezTo>
                  <a:cubicBezTo>
                    <a:pt x="56" y="893"/>
                    <a:pt x="28" y="1074"/>
                    <a:pt x="14" y="1214"/>
                  </a:cubicBezTo>
                  <a:cubicBezTo>
                    <a:pt x="0" y="1284"/>
                    <a:pt x="0" y="1339"/>
                    <a:pt x="0" y="1381"/>
                  </a:cubicBezTo>
                  <a:lnTo>
                    <a:pt x="0" y="1451"/>
                  </a:lnTo>
                  <a:lnTo>
                    <a:pt x="14" y="1381"/>
                  </a:lnTo>
                  <a:cubicBezTo>
                    <a:pt x="28" y="1339"/>
                    <a:pt x="42" y="1298"/>
                    <a:pt x="70" y="1228"/>
                  </a:cubicBezTo>
                  <a:cubicBezTo>
                    <a:pt x="98" y="1088"/>
                    <a:pt x="140" y="921"/>
                    <a:pt x="168" y="740"/>
                  </a:cubicBezTo>
                  <a:cubicBezTo>
                    <a:pt x="209" y="558"/>
                    <a:pt x="237" y="377"/>
                    <a:pt x="251" y="237"/>
                  </a:cubicBezTo>
                  <a:cubicBezTo>
                    <a:pt x="251" y="168"/>
                    <a:pt x="265" y="112"/>
                    <a:pt x="265" y="70"/>
                  </a:cubicBezTo>
                  <a:lnTo>
                    <a:pt x="265" y="0"/>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4"/>
            <p:cNvSpPr/>
            <p:nvPr/>
          </p:nvSpPr>
          <p:spPr>
            <a:xfrm>
              <a:off x="8184383" y="818211"/>
              <a:ext cx="255713" cy="19914"/>
            </a:xfrm>
            <a:custGeom>
              <a:avLst/>
              <a:gdLst/>
              <a:ahLst/>
              <a:cxnLst/>
              <a:rect l="l" t="t" r="r" b="b"/>
              <a:pathLst>
                <a:path w="1451" h="113" extrusionOk="0">
                  <a:moveTo>
                    <a:pt x="0" y="1"/>
                  </a:moveTo>
                  <a:lnTo>
                    <a:pt x="42" y="14"/>
                  </a:lnTo>
                  <a:cubicBezTo>
                    <a:pt x="84" y="14"/>
                    <a:pt x="140" y="28"/>
                    <a:pt x="209" y="42"/>
                  </a:cubicBezTo>
                  <a:cubicBezTo>
                    <a:pt x="349" y="56"/>
                    <a:pt x="530" y="70"/>
                    <a:pt x="712" y="84"/>
                  </a:cubicBezTo>
                  <a:cubicBezTo>
                    <a:pt x="893" y="112"/>
                    <a:pt x="1074" y="112"/>
                    <a:pt x="1214" y="112"/>
                  </a:cubicBezTo>
                  <a:lnTo>
                    <a:pt x="1451" y="112"/>
                  </a:lnTo>
                  <a:lnTo>
                    <a:pt x="1381" y="98"/>
                  </a:lnTo>
                  <a:lnTo>
                    <a:pt x="1228" y="70"/>
                  </a:lnTo>
                  <a:cubicBezTo>
                    <a:pt x="1088" y="56"/>
                    <a:pt x="907" y="42"/>
                    <a:pt x="725" y="14"/>
                  </a:cubicBezTo>
                  <a:cubicBezTo>
                    <a:pt x="544" y="1"/>
                    <a:pt x="363" y="1"/>
                    <a:pt x="223"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4"/>
            <p:cNvSpPr/>
            <p:nvPr/>
          </p:nvSpPr>
          <p:spPr>
            <a:xfrm>
              <a:off x="8506360" y="589637"/>
              <a:ext cx="246021" cy="19738"/>
            </a:xfrm>
            <a:custGeom>
              <a:avLst/>
              <a:gdLst/>
              <a:ahLst/>
              <a:cxnLst/>
              <a:rect l="l" t="t" r="r" b="b"/>
              <a:pathLst>
                <a:path w="1396" h="112" extrusionOk="0">
                  <a:moveTo>
                    <a:pt x="0" y="0"/>
                  </a:moveTo>
                  <a:cubicBezTo>
                    <a:pt x="42" y="14"/>
                    <a:pt x="98" y="28"/>
                    <a:pt x="168" y="28"/>
                  </a:cubicBezTo>
                  <a:cubicBezTo>
                    <a:pt x="307" y="56"/>
                    <a:pt x="489" y="70"/>
                    <a:pt x="670" y="84"/>
                  </a:cubicBezTo>
                  <a:cubicBezTo>
                    <a:pt x="851" y="112"/>
                    <a:pt x="1033" y="112"/>
                    <a:pt x="1158" y="112"/>
                  </a:cubicBezTo>
                  <a:lnTo>
                    <a:pt x="1395" y="112"/>
                  </a:lnTo>
                  <a:lnTo>
                    <a:pt x="1326" y="98"/>
                  </a:lnTo>
                  <a:cubicBezTo>
                    <a:pt x="1284" y="84"/>
                    <a:pt x="1228" y="70"/>
                    <a:pt x="1172" y="70"/>
                  </a:cubicBezTo>
                  <a:cubicBezTo>
                    <a:pt x="1033" y="42"/>
                    <a:pt x="851" y="28"/>
                    <a:pt x="670" y="14"/>
                  </a:cubicBezTo>
                  <a:cubicBezTo>
                    <a:pt x="489" y="0"/>
                    <a:pt x="307" y="0"/>
                    <a:pt x="168"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4"/>
            <p:cNvSpPr/>
            <p:nvPr/>
          </p:nvSpPr>
          <p:spPr>
            <a:xfrm>
              <a:off x="8216281" y="791247"/>
              <a:ext cx="179581" cy="17271"/>
            </a:xfrm>
            <a:custGeom>
              <a:avLst/>
              <a:gdLst/>
              <a:ahLst/>
              <a:cxnLst/>
              <a:rect l="l" t="t" r="r" b="b"/>
              <a:pathLst>
                <a:path w="1019" h="98" extrusionOk="0">
                  <a:moveTo>
                    <a:pt x="154" y="0"/>
                  </a:moveTo>
                  <a:cubicBezTo>
                    <a:pt x="70" y="14"/>
                    <a:pt x="0" y="14"/>
                    <a:pt x="0" y="14"/>
                  </a:cubicBezTo>
                  <a:cubicBezTo>
                    <a:pt x="0" y="14"/>
                    <a:pt x="70" y="42"/>
                    <a:pt x="154" y="56"/>
                  </a:cubicBezTo>
                  <a:cubicBezTo>
                    <a:pt x="252" y="70"/>
                    <a:pt x="377" y="84"/>
                    <a:pt x="503" y="98"/>
                  </a:cubicBezTo>
                  <a:lnTo>
                    <a:pt x="851" y="98"/>
                  </a:lnTo>
                  <a:cubicBezTo>
                    <a:pt x="907" y="98"/>
                    <a:pt x="963" y="98"/>
                    <a:pt x="1019" y="84"/>
                  </a:cubicBezTo>
                  <a:cubicBezTo>
                    <a:pt x="1019" y="84"/>
                    <a:pt x="949" y="70"/>
                    <a:pt x="851" y="56"/>
                  </a:cubicBezTo>
                  <a:cubicBezTo>
                    <a:pt x="768" y="42"/>
                    <a:pt x="628" y="14"/>
                    <a:pt x="503" y="14"/>
                  </a:cubicBezTo>
                  <a:cubicBezTo>
                    <a:pt x="391" y="0"/>
                    <a:pt x="252" y="0"/>
                    <a:pt x="154"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4"/>
            <p:cNvSpPr/>
            <p:nvPr/>
          </p:nvSpPr>
          <p:spPr>
            <a:xfrm>
              <a:off x="8961040" y="1181956"/>
              <a:ext cx="214122" cy="19914"/>
            </a:xfrm>
            <a:custGeom>
              <a:avLst/>
              <a:gdLst/>
              <a:ahLst/>
              <a:cxnLst/>
              <a:rect l="l" t="t" r="r" b="b"/>
              <a:pathLst>
                <a:path w="1215" h="113" extrusionOk="0">
                  <a:moveTo>
                    <a:pt x="1" y="1"/>
                  </a:moveTo>
                  <a:lnTo>
                    <a:pt x="57" y="15"/>
                  </a:lnTo>
                  <a:lnTo>
                    <a:pt x="182" y="43"/>
                  </a:lnTo>
                  <a:cubicBezTo>
                    <a:pt x="294" y="71"/>
                    <a:pt x="447" y="85"/>
                    <a:pt x="601" y="99"/>
                  </a:cubicBezTo>
                  <a:cubicBezTo>
                    <a:pt x="754" y="113"/>
                    <a:pt x="908" y="113"/>
                    <a:pt x="1019" y="113"/>
                  </a:cubicBezTo>
                  <a:lnTo>
                    <a:pt x="1214" y="113"/>
                  </a:lnTo>
                  <a:lnTo>
                    <a:pt x="1159" y="99"/>
                  </a:lnTo>
                  <a:cubicBezTo>
                    <a:pt x="1131" y="99"/>
                    <a:pt x="1075" y="85"/>
                    <a:pt x="1019" y="85"/>
                  </a:cubicBezTo>
                  <a:cubicBezTo>
                    <a:pt x="908" y="57"/>
                    <a:pt x="754" y="43"/>
                    <a:pt x="601" y="29"/>
                  </a:cubicBezTo>
                  <a:cubicBezTo>
                    <a:pt x="461" y="1"/>
                    <a:pt x="308" y="1"/>
                    <a:pt x="196"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4"/>
            <p:cNvSpPr/>
            <p:nvPr/>
          </p:nvSpPr>
          <p:spPr>
            <a:xfrm>
              <a:off x="8326955" y="383092"/>
              <a:ext cx="162310" cy="199319"/>
            </a:xfrm>
            <a:custGeom>
              <a:avLst/>
              <a:gdLst/>
              <a:ahLst/>
              <a:cxnLst/>
              <a:rect l="l" t="t" r="r" b="b"/>
              <a:pathLst>
                <a:path w="921" h="1131" extrusionOk="0">
                  <a:moveTo>
                    <a:pt x="0" y="1"/>
                  </a:moveTo>
                  <a:lnTo>
                    <a:pt x="42" y="56"/>
                  </a:lnTo>
                  <a:cubicBezTo>
                    <a:pt x="56" y="84"/>
                    <a:pt x="98" y="140"/>
                    <a:pt x="126" y="196"/>
                  </a:cubicBezTo>
                  <a:cubicBezTo>
                    <a:pt x="209" y="308"/>
                    <a:pt x="321" y="447"/>
                    <a:pt x="433" y="586"/>
                  </a:cubicBezTo>
                  <a:cubicBezTo>
                    <a:pt x="544" y="740"/>
                    <a:pt x="670" y="865"/>
                    <a:pt x="753" y="977"/>
                  </a:cubicBezTo>
                  <a:cubicBezTo>
                    <a:pt x="809" y="1019"/>
                    <a:pt x="851" y="1061"/>
                    <a:pt x="865" y="1089"/>
                  </a:cubicBezTo>
                  <a:lnTo>
                    <a:pt x="921" y="1130"/>
                  </a:lnTo>
                  <a:cubicBezTo>
                    <a:pt x="921" y="1130"/>
                    <a:pt x="907" y="1117"/>
                    <a:pt x="879" y="1075"/>
                  </a:cubicBezTo>
                  <a:cubicBezTo>
                    <a:pt x="865" y="1047"/>
                    <a:pt x="837" y="1005"/>
                    <a:pt x="795" y="949"/>
                  </a:cubicBezTo>
                  <a:cubicBezTo>
                    <a:pt x="712" y="824"/>
                    <a:pt x="600" y="684"/>
                    <a:pt x="488" y="545"/>
                  </a:cubicBezTo>
                  <a:cubicBezTo>
                    <a:pt x="377" y="405"/>
                    <a:pt x="265" y="266"/>
                    <a:pt x="168" y="168"/>
                  </a:cubicBezTo>
                  <a:cubicBezTo>
                    <a:pt x="126" y="112"/>
                    <a:pt x="84" y="70"/>
                    <a:pt x="56" y="42"/>
                  </a:cubicBezTo>
                  <a:lnTo>
                    <a:pt x="0" y="1"/>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4"/>
            <p:cNvSpPr/>
            <p:nvPr/>
          </p:nvSpPr>
          <p:spPr>
            <a:xfrm>
              <a:off x="8648932" y="152051"/>
              <a:ext cx="160019" cy="201786"/>
            </a:xfrm>
            <a:custGeom>
              <a:avLst/>
              <a:gdLst/>
              <a:ahLst/>
              <a:cxnLst/>
              <a:rect l="l" t="t" r="r" b="b"/>
              <a:pathLst>
                <a:path w="908" h="1145" extrusionOk="0">
                  <a:moveTo>
                    <a:pt x="0" y="0"/>
                  </a:moveTo>
                  <a:lnTo>
                    <a:pt x="28" y="56"/>
                  </a:lnTo>
                  <a:cubicBezTo>
                    <a:pt x="56" y="84"/>
                    <a:pt x="84" y="140"/>
                    <a:pt x="126" y="196"/>
                  </a:cubicBezTo>
                  <a:cubicBezTo>
                    <a:pt x="196" y="307"/>
                    <a:pt x="307" y="461"/>
                    <a:pt x="419" y="600"/>
                  </a:cubicBezTo>
                  <a:cubicBezTo>
                    <a:pt x="530" y="740"/>
                    <a:pt x="656" y="879"/>
                    <a:pt x="754" y="977"/>
                  </a:cubicBezTo>
                  <a:lnTo>
                    <a:pt x="865" y="1088"/>
                  </a:lnTo>
                  <a:lnTo>
                    <a:pt x="907" y="1144"/>
                  </a:lnTo>
                  <a:lnTo>
                    <a:pt x="879" y="1088"/>
                  </a:lnTo>
                  <a:cubicBezTo>
                    <a:pt x="851" y="1047"/>
                    <a:pt x="823" y="1005"/>
                    <a:pt x="782" y="949"/>
                  </a:cubicBezTo>
                  <a:cubicBezTo>
                    <a:pt x="712" y="837"/>
                    <a:pt x="600" y="684"/>
                    <a:pt x="489" y="544"/>
                  </a:cubicBezTo>
                  <a:cubicBezTo>
                    <a:pt x="377" y="405"/>
                    <a:pt x="251" y="265"/>
                    <a:pt x="154" y="168"/>
                  </a:cubicBezTo>
                  <a:cubicBezTo>
                    <a:pt x="112" y="112"/>
                    <a:pt x="70" y="70"/>
                    <a:pt x="42" y="42"/>
                  </a:cubicBezTo>
                  <a:cubicBezTo>
                    <a:pt x="28" y="28"/>
                    <a:pt x="14" y="14"/>
                    <a:pt x="0"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4"/>
            <p:cNvSpPr/>
            <p:nvPr/>
          </p:nvSpPr>
          <p:spPr>
            <a:xfrm>
              <a:off x="8489089" y="970653"/>
              <a:ext cx="46878" cy="253422"/>
            </a:xfrm>
            <a:custGeom>
              <a:avLst/>
              <a:gdLst/>
              <a:ahLst/>
              <a:cxnLst/>
              <a:rect l="l" t="t" r="r" b="b"/>
              <a:pathLst>
                <a:path w="266" h="1438" extrusionOk="0">
                  <a:moveTo>
                    <a:pt x="266" y="0"/>
                  </a:moveTo>
                  <a:lnTo>
                    <a:pt x="238" y="56"/>
                  </a:lnTo>
                  <a:cubicBezTo>
                    <a:pt x="224" y="98"/>
                    <a:pt x="210" y="154"/>
                    <a:pt x="196" y="224"/>
                  </a:cubicBezTo>
                  <a:cubicBezTo>
                    <a:pt x="154" y="363"/>
                    <a:pt x="112" y="530"/>
                    <a:pt x="84" y="712"/>
                  </a:cubicBezTo>
                  <a:cubicBezTo>
                    <a:pt x="57" y="893"/>
                    <a:pt x="29" y="1060"/>
                    <a:pt x="15" y="1200"/>
                  </a:cubicBezTo>
                  <a:cubicBezTo>
                    <a:pt x="1" y="1284"/>
                    <a:pt x="1" y="1339"/>
                    <a:pt x="1" y="1381"/>
                  </a:cubicBezTo>
                  <a:lnTo>
                    <a:pt x="1" y="1437"/>
                  </a:lnTo>
                  <a:lnTo>
                    <a:pt x="15" y="1381"/>
                  </a:lnTo>
                  <a:cubicBezTo>
                    <a:pt x="29" y="1339"/>
                    <a:pt x="43" y="1284"/>
                    <a:pt x="57" y="1214"/>
                  </a:cubicBezTo>
                  <a:cubicBezTo>
                    <a:pt x="98" y="1074"/>
                    <a:pt x="140" y="907"/>
                    <a:pt x="168" y="726"/>
                  </a:cubicBezTo>
                  <a:cubicBezTo>
                    <a:pt x="196" y="558"/>
                    <a:pt x="224" y="377"/>
                    <a:pt x="238" y="237"/>
                  </a:cubicBezTo>
                  <a:cubicBezTo>
                    <a:pt x="266" y="168"/>
                    <a:pt x="266" y="98"/>
                    <a:pt x="266" y="70"/>
                  </a:cubicBezTo>
                  <a:lnTo>
                    <a:pt x="266" y="0"/>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4"/>
            <p:cNvSpPr/>
            <p:nvPr/>
          </p:nvSpPr>
          <p:spPr>
            <a:xfrm>
              <a:off x="8535791" y="970653"/>
              <a:ext cx="255890" cy="19738"/>
            </a:xfrm>
            <a:custGeom>
              <a:avLst/>
              <a:gdLst/>
              <a:ahLst/>
              <a:cxnLst/>
              <a:rect l="l" t="t" r="r" b="b"/>
              <a:pathLst>
                <a:path w="1452" h="112" extrusionOk="0">
                  <a:moveTo>
                    <a:pt x="1" y="0"/>
                  </a:moveTo>
                  <a:lnTo>
                    <a:pt x="57" y="14"/>
                  </a:lnTo>
                  <a:lnTo>
                    <a:pt x="224" y="42"/>
                  </a:lnTo>
                  <a:cubicBezTo>
                    <a:pt x="363" y="56"/>
                    <a:pt x="545" y="70"/>
                    <a:pt x="726" y="98"/>
                  </a:cubicBezTo>
                  <a:cubicBezTo>
                    <a:pt x="907" y="112"/>
                    <a:pt x="1089" y="112"/>
                    <a:pt x="1214" y="112"/>
                  </a:cubicBezTo>
                  <a:lnTo>
                    <a:pt x="1451" y="112"/>
                  </a:lnTo>
                  <a:lnTo>
                    <a:pt x="1382" y="98"/>
                  </a:lnTo>
                  <a:cubicBezTo>
                    <a:pt x="1354" y="98"/>
                    <a:pt x="1284" y="84"/>
                    <a:pt x="1228" y="70"/>
                  </a:cubicBezTo>
                  <a:cubicBezTo>
                    <a:pt x="1089" y="56"/>
                    <a:pt x="907" y="42"/>
                    <a:pt x="726" y="28"/>
                  </a:cubicBezTo>
                  <a:cubicBezTo>
                    <a:pt x="545" y="0"/>
                    <a:pt x="363" y="0"/>
                    <a:pt x="224"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4"/>
            <p:cNvSpPr/>
            <p:nvPr/>
          </p:nvSpPr>
          <p:spPr>
            <a:xfrm>
              <a:off x="8916806" y="1189358"/>
              <a:ext cx="46878" cy="255890"/>
            </a:xfrm>
            <a:custGeom>
              <a:avLst/>
              <a:gdLst/>
              <a:ahLst/>
              <a:cxnLst/>
              <a:rect l="l" t="t" r="r" b="b"/>
              <a:pathLst>
                <a:path w="266" h="1452" extrusionOk="0">
                  <a:moveTo>
                    <a:pt x="266" y="1"/>
                  </a:moveTo>
                  <a:cubicBezTo>
                    <a:pt x="266" y="1"/>
                    <a:pt x="252" y="29"/>
                    <a:pt x="252" y="71"/>
                  </a:cubicBezTo>
                  <a:cubicBezTo>
                    <a:pt x="238" y="112"/>
                    <a:pt x="224" y="154"/>
                    <a:pt x="196" y="224"/>
                  </a:cubicBezTo>
                  <a:cubicBezTo>
                    <a:pt x="168" y="363"/>
                    <a:pt x="126" y="531"/>
                    <a:pt x="85" y="712"/>
                  </a:cubicBezTo>
                  <a:cubicBezTo>
                    <a:pt x="57" y="893"/>
                    <a:pt x="29" y="1075"/>
                    <a:pt x="15" y="1214"/>
                  </a:cubicBezTo>
                  <a:cubicBezTo>
                    <a:pt x="1" y="1284"/>
                    <a:pt x="1" y="1340"/>
                    <a:pt x="1" y="1382"/>
                  </a:cubicBezTo>
                  <a:lnTo>
                    <a:pt x="1" y="1451"/>
                  </a:lnTo>
                  <a:lnTo>
                    <a:pt x="15" y="1382"/>
                  </a:lnTo>
                  <a:cubicBezTo>
                    <a:pt x="29" y="1340"/>
                    <a:pt x="43" y="1298"/>
                    <a:pt x="71" y="1228"/>
                  </a:cubicBezTo>
                  <a:cubicBezTo>
                    <a:pt x="98" y="1089"/>
                    <a:pt x="140" y="921"/>
                    <a:pt x="168" y="740"/>
                  </a:cubicBezTo>
                  <a:cubicBezTo>
                    <a:pt x="210" y="559"/>
                    <a:pt x="238" y="377"/>
                    <a:pt x="252" y="238"/>
                  </a:cubicBezTo>
                  <a:cubicBezTo>
                    <a:pt x="252" y="168"/>
                    <a:pt x="266" y="112"/>
                    <a:pt x="266" y="71"/>
                  </a:cubicBezTo>
                  <a:lnTo>
                    <a:pt x="266" y="1"/>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4"/>
            <p:cNvSpPr/>
            <p:nvPr/>
          </p:nvSpPr>
          <p:spPr>
            <a:xfrm>
              <a:off x="8489089" y="1223899"/>
              <a:ext cx="160019" cy="199143"/>
            </a:xfrm>
            <a:custGeom>
              <a:avLst/>
              <a:gdLst/>
              <a:ahLst/>
              <a:cxnLst/>
              <a:rect l="l" t="t" r="r" b="b"/>
              <a:pathLst>
                <a:path w="908" h="1130" extrusionOk="0">
                  <a:moveTo>
                    <a:pt x="1" y="0"/>
                  </a:moveTo>
                  <a:cubicBezTo>
                    <a:pt x="1" y="0"/>
                    <a:pt x="1" y="28"/>
                    <a:pt x="29" y="56"/>
                  </a:cubicBezTo>
                  <a:cubicBezTo>
                    <a:pt x="43" y="84"/>
                    <a:pt x="84" y="140"/>
                    <a:pt x="112" y="195"/>
                  </a:cubicBezTo>
                  <a:cubicBezTo>
                    <a:pt x="196" y="307"/>
                    <a:pt x="308" y="446"/>
                    <a:pt x="419" y="600"/>
                  </a:cubicBezTo>
                  <a:cubicBezTo>
                    <a:pt x="531" y="739"/>
                    <a:pt x="656" y="879"/>
                    <a:pt x="740" y="976"/>
                  </a:cubicBezTo>
                  <a:cubicBezTo>
                    <a:pt x="796" y="1018"/>
                    <a:pt x="838" y="1060"/>
                    <a:pt x="852" y="1088"/>
                  </a:cubicBezTo>
                  <a:lnTo>
                    <a:pt x="907" y="1130"/>
                  </a:lnTo>
                  <a:cubicBezTo>
                    <a:pt x="893" y="1116"/>
                    <a:pt x="880" y="1102"/>
                    <a:pt x="866" y="1088"/>
                  </a:cubicBezTo>
                  <a:cubicBezTo>
                    <a:pt x="852" y="1046"/>
                    <a:pt x="824" y="1004"/>
                    <a:pt x="782" y="949"/>
                  </a:cubicBezTo>
                  <a:cubicBezTo>
                    <a:pt x="698" y="837"/>
                    <a:pt x="587" y="684"/>
                    <a:pt x="475" y="544"/>
                  </a:cubicBezTo>
                  <a:cubicBezTo>
                    <a:pt x="363" y="405"/>
                    <a:pt x="252" y="265"/>
                    <a:pt x="154" y="167"/>
                  </a:cubicBezTo>
                  <a:cubicBezTo>
                    <a:pt x="112" y="112"/>
                    <a:pt x="71" y="70"/>
                    <a:pt x="43" y="42"/>
                  </a:cubicBezTo>
                  <a:lnTo>
                    <a:pt x="1" y="0"/>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4"/>
            <p:cNvSpPr/>
            <p:nvPr/>
          </p:nvSpPr>
          <p:spPr>
            <a:xfrm>
              <a:off x="8808775" y="992682"/>
              <a:ext cx="159843" cy="201786"/>
            </a:xfrm>
            <a:custGeom>
              <a:avLst/>
              <a:gdLst/>
              <a:ahLst/>
              <a:cxnLst/>
              <a:rect l="l" t="t" r="r" b="b"/>
              <a:pathLst>
                <a:path w="907" h="1145" extrusionOk="0">
                  <a:moveTo>
                    <a:pt x="0" y="1"/>
                  </a:moveTo>
                  <a:lnTo>
                    <a:pt x="28" y="57"/>
                  </a:lnTo>
                  <a:cubicBezTo>
                    <a:pt x="56" y="99"/>
                    <a:pt x="84" y="140"/>
                    <a:pt x="126" y="196"/>
                  </a:cubicBezTo>
                  <a:cubicBezTo>
                    <a:pt x="195" y="308"/>
                    <a:pt x="307" y="461"/>
                    <a:pt x="419" y="601"/>
                  </a:cubicBezTo>
                  <a:cubicBezTo>
                    <a:pt x="530" y="740"/>
                    <a:pt x="656" y="880"/>
                    <a:pt x="753" y="977"/>
                  </a:cubicBezTo>
                  <a:cubicBezTo>
                    <a:pt x="795" y="1033"/>
                    <a:pt x="837" y="1061"/>
                    <a:pt x="865" y="1103"/>
                  </a:cubicBezTo>
                  <a:lnTo>
                    <a:pt x="907" y="1145"/>
                  </a:lnTo>
                  <a:lnTo>
                    <a:pt x="879" y="1089"/>
                  </a:lnTo>
                  <a:cubicBezTo>
                    <a:pt x="851" y="1047"/>
                    <a:pt x="823" y="1005"/>
                    <a:pt x="781" y="949"/>
                  </a:cubicBezTo>
                  <a:cubicBezTo>
                    <a:pt x="711" y="838"/>
                    <a:pt x="600" y="684"/>
                    <a:pt x="488" y="545"/>
                  </a:cubicBezTo>
                  <a:cubicBezTo>
                    <a:pt x="377" y="405"/>
                    <a:pt x="251" y="266"/>
                    <a:pt x="154" y="168"/>
                  </a:cubicBezTo>
                  <a:cubicBezTo>
                    <a:pt x="112" y="112"/>
                    <a:pt x="70" y="85"/>
                    <a:pt x="42" y="57"/>
                  </a:cubicBezTo>
                  <a:lnTo>
                    <a:pt x="0" y="1"/>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4"/>
            <p:cNvSpPr/>
            <p:nvPr/>
          </p:nvSpPr>
          <p:spPr>
            <a:xfrm>
              <a:off x="8339115" y="429794"/>
              <a:ext cx="105916" cy="130412"/>
            </a:xfrm>
            <a:custGeom>
              <a:avLst/>
              <a:gdLst/>
              <a:ahLst/>
              <a:cxnLst/>
              <a:rect l="l" t="t" r="r" b="b"/>
              <a:pathLst>
                <a:path w="601" h="740" extrusionOk="0">
                  <a:moveTo>
                    <a:pt x="1" y="1"/>
                  </a:moveTo>
                  <a:cubicBezTo>
                    <a:pt x="15" y="43"/>
                    <a:pt x="43" y="84"/>
                    <a:pt x="71" y="126"/>
                  </a:cubicBezTo>
                  <a:cubicBezTo>
                    <a:pt x="126" y="224"/>
                    <a:pt x="196" y="308"/>
                    <a:pt x="266" y="405"/>
                  </a:cubicBezTo>
                  <a:cubicBezTo>
                    <a:pt x="336" y="489"/>
                    <a:pt x="405" y="559"/>
                    <a:pt x="489" y="642"/>
                  </a:cubicBezTo>
                  <a:cubicBezTo>
                    <a:pt x="517" y="670"/>
                    <a:pt x="559" y="712"/>
                    <a:pt x="601" y="740"/>
                  </a:cubicBezTo>
                  <a:cubicBezTo>
                    <a:pt x="601" y="740"/>
                    <a:pt x="573" y="684"/>
                    <a:pt x="517" y="614"/>
                  </a:cubicBezTo>
                  <a:cubicBezTo>
                    <a:pt x="391" y="433"/>
                    <a:pt x="266" y="252"/>
                    <a:pt x="112" y="98"/>
                  </a:cubicBezTo>
                  <a:cubicBezTo>
                    <a:pt x="43" y="43"/>
                    <a:pt x="1" y="1"/>
                    <a:pt x="1"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4"/>
            <p:cNvSpPr/>
            <p:nvPr/>
          </p:nvSpPr>
          <p:spPr>
            <a:xfrm>
              <a:off x="7963034" y="220958"/>
              <a:ext cx="103448" cy="130412"/>
            </a:xfrm>
            <a:custGeom>
              <a:avLst/>
              <a:gdLst/>
              <a:ahLst/>
              <a:cxnLst/>
              <a:rect l="l" t="t" r="r" b="b"/>
              <a:pathLst>
                <a:path w="587" h="740" extrusionOk="0">
                  <a:moveTo>
                    <a:pt x="1" y="0"/>
                  </a:moveTo>
                  <a:cubicBezTo>
                    <a:pt x="15" y="42"/>
                    <a:pt x="43" y="84"/>
                    <a:pt x="71" y="126"/>
                  </a:cubicBezTo>
                  <a:cubicBezTo>
                    <a:pt x="126" y="223"/>
                    <a:pt x="196" y="307"/>
                    <a:pt x="266" y="391"/>
                  </a:cubicBezTo>
                  <a:cubicBezTo>
                    <a:pt x="336" y="474"/>
                    <a:pt x="405" y="558"/>
                    <a:pt x="475" y="642"/>
                  </a:cubicBezTo>
                  <a:cubicBezTo>
                    <a:pt x="545" y="697"/>
                    <a:pt x="587" y="739"/>
                    <a:pt x="587" y="739"/>
                  </a:cubicBezTo>
                  <a:cubicBezTo>
                    <a:pt x="587" y="739"/>
                    <a:pt x="573" y="684"/>
                    <a:pt x="517" y="614"/>
                  </a:cubicBezTo>
                  <a:cubicBezTo>
                    <a:pt x="475" y="530"/>
                    <a:pt x="405" y="432"/>
                    <a:pt x="322" y="349"/>
                  </a:cubicBezTo>
                  <a:cubicBezTo>
                    <a:pt x="252" y="251"/>
                    <a:pt x="182" y="181"/>
                    <a:pt x="112" y="98"/>
                  </a:cubicBezTo>
                  <a:cubicBezTo>
                    <a:pt x="43" y="42"/>
                    <a:pt x="1" y="0"/>
                    <a:pt x="1"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4"/>
            <p:cNvSpPr/>
            <p:nvPr/>
          </p:nvSpPr>
          <p:spPr>
            <a:xfrm>
              <a:off x="8747270" y="609199"/>
              <a:ext cx="427893" cy="592670"/>
            </a:xfrm>
            <a:custGeom>
              <a:avLst/>
              <a:gdLst/>
              <a:ahLst/>
              <a:cxnLst/>
              <a:rect l="l" t="t" r="r" b="b"/>
              <a:pathLst>
                <a:path w="2428" h="3363" extrusionOk="0">
                  <a:moveTo>
                    <a:pt x="0" y="1"/>
                  </a:moveTo>
                  <a:lnTo>
                    <a:pt x="98" y="154"/>
                  </a:lnTo>
                  <a:cubicBezTo>
                    <a:pt x="168" y="252"/>
                    <a:pt x="251" y="391"/>
                    <a:pt x="363" y="545"/>
                  </a:cubicBezTo>
                  <a:cubicBezTo>
                    <a:pt x="475" y="698"/>
                    <a:pt x="600" y="894"/>
                    <a:pt x="740" y="1089"/>
                  </a:cubicBezTo>
                  <a:lnTo>
                    <a:pt x="1186" y="1717"/>
                  </a:lnTo>
                  <a:lnTo>
                    <a:pt x="1632" y="2330"/>
                  </a:lnTo>
                  <a:cubicBezTo>
                    <a:pt x="1772" y="2512"/>
                    <a:pt x="1911" y="2693"/>
                    <a:pt x="2023" y="2846"/>
                  </a:cubicBezTo>
                  <a:cubicBezTo>
                    <a:pt x="2135" y="3000"/>
                    <a:pt x="2246" y="3125"/>
                    <a:pt x="2316" y="3223"/>
                  </a:cubicBezTo>
                  <a:lnTo>
                    <a:pt x="2427" y="3363"/>
                  </a:lnTo>
                  <a:lnTo>
                    <a:pt x="2330" y="3209"/>
                  </a:lnTo>
                  <a:cubicBezTo>
                    <a:pt x="2260" y="3111"/>
                    <a:pt x="2176" y="2986"/>
                    <a:pt x="2065" y="2819"/>
                  </a:cubicBezTo>
                  <a:cubicBezTo>
                    <a:pt x="1953" y="2665"/>
                    <a:pt x="1828" y="2470"/>
                    <a:pt x="1688" y="2275"/>
                  </a:cubicBezTo>
                  <a:lnTo>
                    <a:pt x="1242" y="1661"/>
                  </a:lnTo>
                  <a:lnTo>
                    <a:pt x="795" y="1047"/>
                  </a:lnTo>
                  <a:cubicBezTo>
                    <a:pt x="656" y="852"/>
                    <a:pt x="516" y="670"/>
                    <a:pt x="405" y="517"/>
                  </a:cubicBezTo>
                  <a:cubicBezTo>
                    <a:pt x="279" y="364"/>
                    <a:pt x="182" y="238"/>
                    <a:pt x="112" y="140"/>
                  </a:cubicBezTo>
                  <a:lnTo>
                    <a:pt x="0" y="1"/>
                  </a:lnTo>
                  <a:close/>
                  <a:moveTo>
                    <a:pt x="2427" y="3363"/>
                  </a:moveTo>
                  <a:lnTo>
                    <a:pt x="2427" y="3363"/>
                  </a:lnTo>
                  <a:lnTo>
                    <a:pt x="2427" y="3363"/>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4"/>
            <p:cNvSpPr/>
            <p:nvPr/>
          </p:nvSpPr>
          <p:spPr>
            <a:xfrm>
              <a:off x="8434985" y="840416"/>
              <a:ext cx="103448" cy="127945"/>
            </a:xfrm>
            <a:custGeom>
              <a:avLst/>
              <a:gdLst/>
              <a:ahLst/>
              <a:cxnLst/>
              <a:rect l="l" t="t" r="r" b="b"/>
              <a:pathLst>
                <a:path w="587" h="726" extrusionOk="0">
                  <a:moveTo>
                    <a:pt x="1" y="0"/>
                  </a:moveTo>
                  <a:lnTo>
                    <a:pt x="1" y="0"/>
                  </a:lnTo>
                  <a:cubicBezTo>
                    <a:pt x="29" y="42"/>
                    <a:pt x="43" y="84"/>
                    <a:pt x="71" y="126"/>
                  </a:cubicBezTo>
                  <a:cubicBezTo>
                    <a:pt x="140" y="209"/>
                    <a:pt x="196" y="307"/>
                    <a:pt x="266" y="391"/>
                  </a:cubicBezTo>
                  <a:cubicBezTo>
                    <a:pt x="336" y="474"/>
                    <a:pt x="405" y="558"/>
                    <a:pt x="489" y="628"/>
                  </a:cubicBezTo>
                  <a:cubicBezTo>
                    <a:pt x="545" y="698"/>
                    <a:pt x="587" y="725"/>
                    <a:pt x="587" y="725"/>
                  </a:cubicBezTo>
                  <a:cubicBezTo>
                    <a:pt x="587" y="725"/>
                    <a:pt x="573" y="670"/>
                    <a:pt x="517" y="600"/>
                  </a:cubicBezTo>
                  <a:cubicBezTo>
                    <a:pt x="475" y="530"/>
                    <a:pt x="405" y="432"/>
                    <a:pt x="336" y="335"/>
                  </a:cubicBezTo>
                  <a:cubicBezTo>
                    <a:pt x="266" y="251"/>
                    <a:pt x="182" y="167"/>
                    <a:pt x="112" y="98"/>
                  </a:cubicBezTo>
                  <a:cubicBezTo>
                    <a:pt x="71" y="56"/>
                    <a:pt x="43" y="28"/>
                    <a:pt x="1"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4"/>
            <p:cNvSpPr/>
            <p:nvPr/>
          </p:nvSpPr>
          <p:spPr>
            <a:xfrm>
              <a:off x="8159710" y="818211"/>
              <a:ext cx="19914" cy="167421"/>
            </a:xfrm>
            <a:custGeom>
              <a:avLst/>
              <a:gdLst/>
              <a:ahLst/>
              <a:cxnLst/>
              <a:rect l="l" t="t" r="r" b="b"/>
              <a:pathLst>
                <a:path w="113" h="950" extrusionOk="0">
                  <a:moveTo>
                    <a:pt x="112" y="1"/>
                  </a:moveTo>
                  <a:cubicBezTo>
                    <a:pt x="84" y="56"/>
                    <a:pt x="84" y="98"/>
                    <a:pt x="70" y="154"/>
                  </a:cubicBezTo>
                  <a:cubicBezTo>
                    <a:pt x="42" y="238"/>
                    <a:pt x="29" y="349"/>
                    <a:pt x="15" y="475"/>
                  </a:cubicBezTo>
                  <a:cubicBezTo>
                    <a:pt x="1" y="572"/>
                    <a:pt x="1" y="684"/>
                    <a:pt x="1" y="796"/>
                  </a:cubicBezTo>
                  <a:cubicBezTo>
                    <a:pt x="1" y="851"/>
                    <a:pt x="1" y="893"/>
                    <a:pt x="1" y="949"/>
                  </a:cubicBezTo>
                  <a:cubicBezTo>
                    <a:pt x="15" y="893"/>
                    <a:pt x="29" y="851"/>
                    <a:pt x="42" y="796"/>
                  </a:cubicBezTo>
                  <a:cubicBezTo>
                    <a:pt x="56" y="698"/>
                    <a:pt x="70" y="586"/>
                    <a:pt x="84" y="475"/>
                  </a:cubicBezTo>
                  <a:cubicBezTo>
                    <a:pt x="112" y="363"/>
                    <a:pt x="112" y="238"/>
                    <a:pt x="112" y="154"/>
                  </a:cubicBezTo>
                  <a:cubicBezTo>
                    <a:pt x="112" y="98"/>
                    <a:pt x="112" y="56"/>
                    <a:pt x="112"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4"/>
            <p:cNvSpPr/>
            <p:nvPr/>
          </p:nvSpPr>
          <p:spPr>
            <a:xfrm>
              <a:off x="8027007" y="614133"/>
              <a:ext cx="160019" cy="201786"/>
            </a:xfrm>
            <a:custGeom>
              <a:avLst/>
              <a:gdLst/>
              <a:ahLst/>
              <a:cxnLst/>
              <a:rect l="l" t="t" r="r" b="b"/>
              <a:pathLst>
                <a:path w="908" h="1145" extrusionOk="0">
                  <a:moveTo>
                    <a:pt x="0" y="1"/>
                  </a:moveTo>
                  <a:lnTo>
                    <a:pt x="28" y="57"/>
                  </a:lnTo>
                  <a:cubicBezTo>
                    <a:pt x="56" y="84"/>
                    <a:pt x="84" y="140"/>
                    <a:pt x="126" y="196"/>
                  </a:cubicBezTo>
                  <a:cubicBezTo>
                    <a:pt x="210" y="308"/>
                    <a:pt x="307" y="461"/>
                    <a:pt x="419" y="601"/>
                  </a:cubicBezTo>
                  <a:cubicBezTo>
                    <a:pt x="544" y="740"/>
                    <a:pt x="656" y="880"/>
                    <a:pt x="754" y="977"/>
                  </a:cubicBezTo>
                  <a:lnTo>
                    <a:pt x="865" y="1089"/>
                  </a:lnTo>
                  <a:lnTo>
                    <a:pt x="907" y="1145"/>
                  </a:lnTo>
                  <a:cubicBezTo>
                    <a:pt x="907" y="1117"/>
                    <a:pt x="893" y="1103"/>
                    <a:pt x="879" y="1089"/>
                  </a:cubicBezTo>
                  <a:cubicBezTo>
                    <a:pt x="851" y="1047"/>
                    <a:pt x="823" y="1005"/>
                    <a:pt x="782" y="949"/>
                  </a:cubicBezTo>
                  <a:cubicBezTo>
                    <a:pt x="712" y="838"/>
                    <a:pt x="600" y="684"/>
                    <a:pt x="489" y="545"/>
                  </a:cubicBezTo>
                  <a:cubicBezTo>
                    <a:pt x="377" y="405"/>
                    <a:pt x="251" y="266"/>
                    <a:pt x="168" y="168"/>
                  </a:cubicBezTo>
                  <a:cubicBezTo>
                    <a:pt x="112" y="112"/>
                    <a:pt x="70" y="71"/>
                    <a:pt x="42" y="43"/>
                  </a:cubicBezTo>
                  <a:lnTo>
                    <a:pt x="0" y="1"/>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4"/>
            <p:cNvSpPr/>
            <p:nvPr/>
          </p:nvSpPr>
          <p:spPr>
            <a:xfrm>
              <a:off x="9130752" y="1166800"/>
              <a:ext cx="87588" cy="67497"/>
            </a:xfrm>
            <a:custGeom>
              <a:avLst/>
              <a:gdLst/>
              <a:ahLst/>
              <a:cxnLst/>
              <a:rect l="l" t="t" r="r" b="b"/>
              <a:pathLst>
                <a:path w="497" h="383" extrusionOk="0">
                  <a:moveTo>
                    <a:pt x="250" y="0"/>
                  </a:moveTo>
                  <a:cubicBezTo>
                    <a:pt x="206" y="0"/>
                    <a:pt x="162" y="15"/>
                    <a:pt x="126" y="45"/>
                  </a:cubicBezTo>
                  <a:cubicBezTo>
                    <a:pt x="0" y="143"/>
                    <a:pt x="56" y="366"/>
                    <a:pt x="224" y="380"/>
                  </a:cubicBezTo>
                  <a:cubicBezTo>
                    <a:pt x="234" y="382"/>
                    <a:pt x="245" y="383"/>
                    <a:pt x="255" y="383"/>
                  </a:cubicBezTo>
                  <a:cubicBezTo>
                    <a:pt x="405" y="383"/>
                    <a:pt x="496" y="203"/>
                    <a:pt x="405" y="73"/>
                  </a:cubicBezTo>
                  <a:cubicBezTo>
                    <a:pt x="365" y="25"/>
                    <a:pt x="308" y="0"/>
                    <a:pt x="250"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4"/>
            <p:cNvSpPr/>
            <p:nvPr/>
          </p:nvSpPr>
          <p:spPr>
            <a:xfrm>
              <a:off x="7918800" y="186945"/>
              <a:ext cx="88116" cy="68731"/>
            </a:xfrm>
            <a:custGeom>
              <a:avLst/>
              <a:gdLst/>
              <a:ahLst/>
              <a:cxnLst/>
              <a:rect l="l" t="t" r="r" b="b"/>
              <a:pathLst>
                <a:path w="500" h="390" extrusionOk="0">
                  <a:moveTo>
                    <a:pt x="247" y="0"/>
                  </a:moveTo>
                  <a:cubicBezTo>
                    <a:pt x="210" y="0"/>
                    <a:pt x="173" y="12"/>
                    <a:pt x="140" y="40"/>
                  </a:cubicBezTo>
                  <a:cubicBezTo>
                    <a:pt x="1" y="137"/>
                    <a:pt x="56" y="360"/>
                    <a:pt x="224" y="388"/>
                  </a:cubicBezTo>
                  <a:cubicBezTo>
                    <a:pt x="230" y="389"/>
                    <a:pt x="235" y="389"/>
                    <a:pt x="241" y="389"/>
                  </a:cubicBezTo>
                  <a:cubicBezTo>
                    <a:pt x="399" y="389"/>
                    <a:pt x="500" y="203"/>
                    <a:pt x="405" y="81"/>
                  </a:cubicBezTo>
                  <a:cubicBezTo>
                    <a:pt x="363" y="30"/>
                    <a:pt x="304" y="0"/>
                    <a:pt x="247"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4"/>
            <p:cNvSpPr/>
            <p:nvPr/>
          </p:nvSpPr>
          <p:spPr>
            <a:xfrm>
              <a:off x="8116533" y="953558"/>
              <a:ext cx="91817" cy="65911"/>
            </a:xfrm>
            <a:custGeom>
              <a:avLst/>
              <a:gdLst/>
              <a:ahLst/>
              <a:cxnLst/>
              <a:rect l="l" t="t" r="r" b="b"/>
              <a:pathLst>
                <a:path w="521" h="374" extrusionOk="0">
                  <a:moveTo>
                    <a:pt x="258" y="0"/>
                  </a:moveTo>
                  <a:cubicBezTo>
                    <a:pt x="125" y="0"/>
                    <a:pt x="1" y="150"/>
                    <a:pt x="92" y="293"/>
                  </a:cubicBezTo>
                  <a:cubicBezTo>
                    <a:pt x="138" y="350"/>
                    <a:pt x="195" y="374"/>
                    <a:pt x="249" y="374"/>
                  </a:cubicBezTo>
                  <a:cubicBezTo>
                    <a:pt x="392" y="374"/>
                    <a:pt x="521" y="207"/>
                    <a:pt x="399" y="56"/>
                  </a:cubicBezTo>
                  <a:lnTo>
                    <a:pt x="399" y="56"/>
                  </a:lnTo>
                  <a:lnTo>
                    <a:pt x="399" y="69"/>
                  </a:lnTo>
                  <a:cubicBezTo>
                    <a:pt x="358" y="21"/>
                    <a:pt x="307" y="0"/>
                    <a:pt x="258"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4"/>
            <p:cNvSpPr/>
            <p:nvPr/>
          </p:nvSpPr>
          <p:spPr>
            <a:xfrm>
              <a:off x="5167857" y="-318153"/>
              <a:ext cx="469660" cy="297657"/>
            </a:xfrm>
            <a:custGeom>
              <a:avLst/>
              <a:gdLst/>
              <a:ahLst/>
              <a:cxnLst/>
              <a:rect l="l" t="t" r="r" b="b"/>
              <a:pathLst>
                <a:path w="2665" h="1689" extrusionOk="0">
                  <a:moveTo>
                    <a:pt x="1" y="1"/>
                  </a:moveTo>
                  <a:lnTo>
                    <a:pt x="112" y="98"/>
                  </a:lnTo>
                  <a:cubicBezTo>
                    <a:pt x="182" y="140"/>
                    <a:pt x="280" y="224"/>
                    <a:pt x="391" y="308"/>
                  </a:cubicBezTo>
                  <a:cubicBezTo>
                    <a:pt x="628" y="489"/>
                    <a:pt x="963" y="712"/>
                    <a:pt x="1284" y="921"/>
                  </a:cubicBezTo>
                  <a:cubicBezTo>
                    <a:pt x="1619" y="1131"/>
                    <a:pt x="1954" y="1326"/>
                    <a:pt x="2219" y="1465"/>
                  </a:cubicBezTo>
                  <a:cubicBezTo>
                    <a:pt x="2344" y="1549"/>
                    <a:pt x="2456" y="1591"/>
                    <a:pt x="2539" y="1633"/>
                  </a:cubicBezTo>
                  <a:lnTo>
                    <a:pt x="2665" y="1689"/>
                  </a:lnTo>
                  <a:lnTo>
                    <a:pt x="2665" y="1689"/>
                  </a:lnTo>
                  <a:lnTo>
                    <a:pt x="2553" y="1605"/>
                  </a:lnTo>
                  <a:cubicBezTo>
                    <a:pt x="2484" y="1563"/>
                    <a:pt x="2400" y="1479"/>
                    <a:pt x="2274" y="1382"/>
                  </a:cubicBezTo>
                  <a:cubicBezTo>
                    <a:pt x="2037" y="1214"/>
                    <a:pt x="1716" y="991"/>
                    <a:pt x="1382" y="782"/>
                  </a:cubicBezTo>
                  <a:cubicBezTo>
                    <a:pt x="1047" y="559"/>
                    <a:pt x="712" y="364"/>
                    <a:pt x="447" y="224"/>
                  </a:cubicBezTo>
                  <a:cubicBezTo>
                    <a:pt x="322" y="154"/>
                    <a:pt x="210" y="98"/>
                    <a:pt x="126" y="57"/>
                  </a:cubicBezTo>
                  <a:cubicBezTo>
                    <a:pt x="57" y="29"/>
                    <a:pt x="1" y="1"/>
                    <a:pt x="1"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4"/>
            <p:cNvSpPr/>
            <p:nvPr/>
          </p:nvSpPr>
          <p:spPr>
            <a:xfrm>
              <a:off x="6600981" y="611123"/>
              <a:ext cx="324620" cy="260648"/>
            </a:xfrm>
            <a:custGeom>
              <a:avLst/>
              <a:gdLst/>
              <a:ahLst/>
              <a:cxnLst/>
              <a:rect l="l" t="t" r="r" b="b"/>
              <a:pathLst>
                <a:path w="1842" h="1479" extrusionOk="0">
                  <a:moveTo>
                    <a:pt x="1" y="0"/>
                  </a:moveTo>
                  <a:lnTo>
                    <a:pt x="1" y="0"/>
                  </a:lnTo>
                  <a:cubicBezTo>
                    <a:pt x="1" y="0"/>
                    <a:pt x="98" y="112"/>
                    <a:pt x="266" y="265"/>
                  </a:cubicBezTo>
                  <a:cubicBezTo>
                    <a:pt x="419" y="419"/>
                    <a:pt x="642" y="628"/>
                    <a:pt x="866" y="809"/>
                  </a:cubicBezTo>
                  <a:cubicBezTo>
                    <a:pt x="1103" y="991"/>
                    <a:pt x="1340" y="1172"/>
                    <a:pt x="1521" y="1284"/>
                  </a:cubicBezTo>
                  <a:cubicBezTo>
                    <a:pt x="1716" y="1409"/>
                    <a:pt x="1842" y="1479"/>
                    <a:pt x="1842" y="1479"/>
                  </a:cubicBezTo>
                  <a:cubicBezTo>
                    <a:pt x="1842" y="1479"/>
                    <a:pt x="1744" y="1367"/>
                    <a:pt x="1591" y="1214"/>
                  </a:cubicBezTo>
                  <a:cubicBezTo>
                    <a:pt x="1437" y="1061"/>
                    <a:pt x="1214" y="851"/>
                    <a:pt x="977" y="670"/>
                  </a:cubicBezTo>
                  <a:cubicBezTo>
                    <a:pt x="754" y="489"/>
                    <a:pt x="517" y="307"/>
                    <a:pt x="322" y="182"/>
                  </a:cubicBezTo>
                  <a:cubicBezTo>
                    <a:pt x="140" y="70"/>
                    <a:pt x="1" y="0"/>
                    <a:pt x="1"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4"/>
            <p:cNvSpPr/>
            <p:nvPr/>
          </p:nvSpPr>
          <p:spPr>
            <a:xfrm>
              <a:off x="6549344" y="704527"/>
              <a:ext cx="324796" cy="260824"/>
            </a:xfrm>
            <a:custGeom>
              <a:avLst/>
              <a:gdLst/>
              <a:ahLst/>
              <a:cxnLst/>
              <a:rect l="l" t="t" r="r" b="b"/>
              <a:pathLst>
                <a:path w="1843" h="1480" extrusionOk="0">
                  <a:moveTo>
                    <a:pt x="1" y="0"/>
                  </a:moveTo>
                  <a:cubicBezTo>
                    <a:pt x="1" y="1"/>
                    <a:pt x="98" y="112"/>
                    <a:pt x="266" y="265"/>
                  </a:cubicBezTo>
                  <a:cubicBezTo>
                    <a:pt x="419" y="419"/>
                    <a:pt x="642" y="628"/>
                    <a:pt x="866" y="809"/>
                  </a:cubicBezTo>
                  <a:cubicBezTo>
                    <a:pt x="1103" y="991"/>
                    <a:pt x="1340" y="1172"/>
                    <a:pt x="1521" y="1298"/>
                  </a:cubicBezTo>
                  <a:cubicBezTo>
                    <a:pt x="1633" y="1367"/>
                    <a:pt x="1730" y="1423"/>
                    <a:pt x="1842" y="1479"/>
                  </a:cubicBezTo>
                  <a:cubicBezTo>
                    <a:pt x="1842" y="1479"/>
                    <a:pt x="1744" y="1367"/>
                    <a:pt x="1591" y="1214"/>
                  </a:cubicBezTo>
                  <a:cubicBezTo>
                    <a:pt x="1424" y="1061"/>
                    <a:pt x="1200" y="865"/>
                    <a:pt x="977" y="670"/>
                  </a:cubicBezTo>
                  <a:cubicBezTo>
                    <a:pt x="754" y="489"/>
                    <a:pt x="503" y="307"/>
                    <a:pt x="322" y="196"/>
                  </a:cubicBezTo>
                  <a:cubicBezTo>
                    <a:pt x="140" y="70"/>
                    <a:pt x="1" y="1"/>
                    <a:pt x="1"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4"/>
            <p:cNvSpPr/>
            <p:nvPr/>
          </p:nvSpPr>
          <p:spPr>
            <a:xfrm>
              <a:off x="5403832" y="667694"/>
              <a:ext cx="260824" cy="324620"/>
            </a:xfrm>
            <a:custGeom>
              <a:avLst/>
              <a:gdLst/>
              <a:ahLst/>
              <a:cxnLst/>
              <a:rect l="l" t="t" r="r" b="b"/>
              <a:pathLst>
                <a:path w="1480" h="1842" extrusionOk="0">
                  <a:moveTo>
                    <a:pt x="1479" y="0"/>
                  </a:moveTo>
                  <a:cubicBezTo>
                    <a:pt x="1396" y="84"/>
                    <a:pt x="1298" y="168"/>
                    <a:pt x="1214" y="251"/>
                  </a:cubicBezTo>
                  <a:cubicBezTo>
                    <a:pt x="1061" y="419"/>
                    <a:pt x="866" y="642"/>
                    <a:pt x="670" y="865"/>
                  </a:cubicBezTo>
                  <a:cubicBezTo>
                    <a:pt x="489" y="1102"/>
                    <a:pt x="308" y="1339"/>
                    <a:pt x="196" y="1521"/>
                  </a:cubicBezTo>
                  <a:cubicBezTo>
                    <a:pt x="71" y="1702"/>
                    <a:pt x="1" y="1841"/>
                    <a:pt x="1" y="1841"/>
                  </a:cubicBezTo>
                  <a:cubicBezTo>
                    <a:pt x="84" y="1758"/>
                    <a:pt x="182" y="1674"/>
                    <a:pt x="266" y="1590"/>
                  </a:cubicBezTo>
                  <a:cubicBezTo>
                    <a:pt x="419" y="1423"/>
                    <a:pt x="615" y="1200"/>
                    <a:pt x="810" y="977"/>
                  </a:cubicBezTo>
                  <a:cubicBezTo>
                    <a:pt x="991" y="740"/>
                    <a:pt x="1172" y="502"/>
                    <a:pt x="1298" y="321"/>
                  </a:cubicBezTo>
                  <a:cubicBezTo>
                    <a:pt x="1410" y="140"/>
                    <a:pt x="1479" y="0"/>
                    <a:pt x="1479"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4"/>
            <p:cNvSpPr/>
            <p:nvPr/>
          </p:nvSpPr>
          <p:spPr>
            <a:xfrm>
              <a:off x="5310429" y="616058"/>
              <a:ext cx="260824" cy="324620"/>
            </a:xfrm>
            <a:custGeom>
              <a:avLst/>
              <a:gdLst/>
              <a:ahLst/>
              <a:cxnLst/>
              <a:rect l="l" t="t" r="r" b="b"/>
              <a:pathLst>
                <a:path w="1480" h="1842" extrusionOk="0">
                  <a:moveTo>
                    <a:pt x="1479" y="0"/>
                  </a:moveTo>
                  <a:cubicBezTo>
                    <a:pt x="1479" y="0"/>
                    <a:pt x="1368" y="98"/>
                    <a:pt x="1214" y="251"/>
                  </a:cubicBezTo>
                  <a:cubicBezTo>
                    <a:pt x="1061" y="419"/>
                    <a:pt x="852" y="628"/>
                    <a:pt x="670" y="865"/>
                  </a:cubicBezTo>
                  <a:cubicBezTo>
                    <a:pt x="489" y="1088"/>
                    <a:pt x="308" y="1339"/>
                    <a:pt x="182" y="1521"/>
                  </a:cubicBezTo>
                  <a:cubicBezTo>
                    <a:pt x="112" y="1618"/>
                    <a:pt x="57" y="1730"/>
                    <a:pt x="1" y="1842"/>
                  </a:cubicBezTo>
                  <a:cubicBezTo>
                    <a:pt x="1" y="1842"/>
                    <a:pt x="112" y="1744"/>
                    <a:pt x="266" y="1590"/>
                  </a:cubicBezTo>
                  <a:cubicBezTo>
                    <a:pt x="419" y="1423"/>
                    <a:pt x="628" y="1200"/>
                    <a:pt x="810" y="977"/>
                  </a:cubicBezTo>
                  <a:cubicBezTo>
                    <a:pt x="991" y="740"/>
                    <a:pt x="1158" y="502"/>
                    <a:pt x="1284" y="321"/>
                  </a:cubicBezTo>
                  <a:cubicBezTo>
                    <a:pt x="1409" y="126"/>
                    <a:pt x="1479" y="0"/>
                    <a:pt x="1479"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4"/>
            <p:cNvSpPr/>
            <p:nvPr/>
          </p:nvSpPr>
          <p:spPr>
            <a:xfrm>
              <a:off x="6124095" y="586451"/>
              <a:ext cx="415732" cy="371498"/>
            </a:xfrm>
            <a:custGeom>
              <a:avLst/>
              <a:gdLst/>
              <a:ahLst/>
              <a:cxnLst/>
              <a:rect l="l" t="t" r="r" b="b"/>
              <a:pathLst>
                <a:path w="2359" h="2108" extrusionOk="0">
                  <a:moveTo>
                    <a:pt x="2358" y="1"/>
                  </a:moveTo>
                  <a:lnTo>
                    <a:pt x="2246" y="85"/>
                  </a:lnTo>
                  <a:cubicBezTo>
                    <a:pt x="2177" y="126"/>
                    <a:pt x="2065" y="196"/>
                    <a:pt x="1954" y="294"/>
                  </a:cubicBezTo>
                  <a:cubicBezTo>
                    <a:pt x="1716" y="475"/>
                    <a:pt x="1410" y="726"/>
                    <a:pt x="1117" y="991"/>
                  </a:cubicBezTo>
                  <a:cubicBezTo>
                    <a:pt x="824" y="1256"/>
                    <a:pt x="545" y="1521"/>
                    <a:pt x="335" y="1731"/>
                  </a:cubicBezTo>
                  <a:cubicBezTo>
                    <a:pt x="238" y="1842"/>
                    <a:pt x="154" y="1940"/>
                    <a:pt x="98" y="1996"/>
                  </a:cubicBezTo>
                  <a:lnTo>
                    <a:pt x="1" y="2107"/>
                  </a:lnTo>
                  <a:lnTo>
                    <a:pt x="1" y="2107"/>
                  </a:lnTo>
                  <a:lnTo>
                    <a:pt x="126" y="2023"/>
                  </a:lnTo>
                  <a:cubicBezTo>
                    <a:pt x="182" y="1968"/>
                    <a:pt x="294" y="1898"/>
                    <a:pt x="405" y="1814"/>
                  </a:cubicBezTo>
                  <a:cubicBezTo>
                    <a:pt x="642" y="1633"/>
                    <a:pt x="949" y="1382"/>
                    <a:pt x="1242" y="1117"/>
                  </a:cubicBezTo>
                  <a:cubicBezTo>
                    <a:pt x="1535" y="852"/>
                    <a:pt x="1814" y="587"/>
                    <a:pt x="2023" y="364"/>
                  </a:cubicBezTo>
                  <a:cubicBezTo>
                    <a:pt x="2121" y="266"/>
                    <a:pt x="2205" y="168"/>
                    <a:pt x="2260" y="99"/>
                  </a:cubicBezTo>
                  <a:cubicBezTo>
                    <a:pt x="2330" y="43"/>
                    <a:pt x="2358" y="1"/>
                    <a:pt x="2358"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4"/>
            <p:cNvSpPr/>
            <p:nvPr/>
          </p:nvSpPr>
          <p:spPr>
            <a:xfrm>
              <a:off x="5711182" y="586451"/>
              <a:ext cx="413089" cy="371498"/>
            </a:xfrm>
            <a:custGeom>
              <a:avLst/>
              <a:gdLst/>
              <a:ahLst/>
              <a:cxnLst/>
              <a:rect l="l" t="t" r="r" b="b"/>
              <a:pathLst>
                <a:path w="2344" h="2108" extrusionOk="0">
                  <a:moveTo>
                    <a:pt x="0" y="1"/>
                  </a:moveTo>
                  <a:cubicBezTo>
                    <a:pt x="0" y="1"/>
                    <a:pt x="28" y="43"/>
                    <a:pt x="98" y="113"/>
                  </a:cubicBezTo>
                  <a:cubicBezTo>
                    <a:pt x="154" y="168"/>
                    <a:pt x="237" y="266"/>
                    <a:pt x="335" y="364"/>
                  </a:cubicBezTo>
                  <a:cubicBezTo>
                    <a:pt x="544" y="587"/>
                    <a:pt x="823" y="852"/>
                    <a:pt x="1116" y="1117"/>
                  </a:cubicBezTo>
                  <a:cubicBezTo>
                    <a:pt x="1409" y="1382"/>
                    <a:pt x="1716" y="1633"/>
                    <a:pt x="1953" y="1814"/>
                  </a:cubicBezTo>
                  <a:cubicBezTo>
                    <a:pt x="2065" y="1898"/>
                    <a:pt x="2162" y="1968"/>
                    <a:pt x="2232" y="2023"/>
                  </a:cubicBezTo>
                  <a:lnTo>
                    <a:pt x="2344" y="2107"/>
                  </a:lnTo>
                  <a:cubicBezTo>
                    <a:pt x="2344" y="2107"/>
                    <a:pt x="2316" y="2065"/>
                    <a:pt x="2260" y="1996"/>
                  </a:cubicBezTo>
                  <a:cubicBezTo>
                    <a:pt x="2204" y="1940"/>
                    <a:pt x="2121" y="1842"/>
                    <a:pt x="2023" y="1745"/>
                  </a:cubicBezTo>
                  <a:cubicBezTo>
                    <a:pt x="1814" y="1521"/>
                    <a:pt x="1521" y="1256"/>
                    <a:pt x="1228" y="991"/>
                  </a:cubicBezTo>
                  <a:cubicBezTo>
                    <a:pt x="935" y="726"/>
                    <a:pt x="642" y="461"/>
                    <a:pt x="405" y="294"/>
                  </a:cubicBezTo>
                  <a:cubicBezTo>
                    <a:pt x="293" y="196"/>
                    <a:pt x="182" y="126"/>
                    <a:pt x="112" y="85"/>
                  </a:cubicBezTo>
                  <a:lnTo>
                    <a:pt x="0" y="1"/>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4"/>
            <p:cNvSpPr/>
            <p:nvPr/>
          </p:nvSpPr>
          <p:spPr>
            <a:xfrm>
              <a:off x="5679284" y="-354985"/>
              <a:ext cx="415556" cy="368855"/>
            </a:xfrm>
            <a:custGeom>
              <a:avLst/>
              <a:gdLst/>
              <a:ahLst/>
              <a:cxnLst/>
              <a:rect l="l" t="t" r="r" b="b"/>
              <a:pathLst>
                <a:path w="2358" h="2093" extrusionOk="0">
                  <a:moveTo>
                    <a:pt x="2357" y="1"/>
                  </a:moveTo>
                  <a:lnTo>
                    <a:pt x="2246" y="70"/>
                  </a:lnTo>
                  <a:cubicBezTo>
                    <a:pt x="2176" y="126"/>
                    <a:pt x="2064" y="196"/>
                    <a:pt x="1953" y="294"/>
                  </a:cubicBezTo>
                  <a:cubicBezTo>
                    <a:pt x="1716" y="475"/>
                    <a:pt x="1409" y="726"/>
                    <a:pt x="1116" y="991"/>
                  </a:cubicBezTo>
                  <a:cubicBezTo>
                    <a:pt x="823" y="1242"/>
                    <a:pt x="544" y="1521"/>
                    <a:pt x="335" y="1730"/>
                  </a:cubicBezTo>
                  <a:cubicBezTo>
                    <a:pt x="237" y="1842"/>
                    <a:pt x="153" y="1926"/>
                    <a:pt x="98" y="1995"/>
                  </a:cubicBezTo>
                  <a:cubicBezTo>
                    <a:pt x="42" y="2065"/>
                    <a:pt x="0" y="2093"/>
                    <a:pt x="0" y="2093"/>
                  </a:cubicBezTo>
                  <a:lnTo>
                    <a:pt x="112" y="2023"/>
                  </a:lnTo>
                  <a:cubicBezTo>
                    <a:pt x="181" y="1967"/>
                    <a:pt x="293" y="1898"/>
                    <a:pt x="405" y="1814"/>
                  </a:cubicBezTo>
                  <a:cubicBezTo>
                    <a:pt x="642" y="1619"/>
                    <a:pt x="949" y="1368"/>
                    <a:pt x="1241" y="1117"/>
                  </a:cubicBezTo>
                  <a:cubicBezTo>
                    <a:pt x="1534" y="851"/>
                    <a:pt x="1813" y="573"/>
                    <a:pt x="2023" y="363"/>
                  </a:cubicBezTo>
                  <a:cubicBezTo>
                    <a:pt x="2120" y="252"/>
                    <a:pt x="2204" y="168"/>
                    <a:pt x="2260" y="98"/>
                  </a:cubicBezTo>
                  <a:cubicBezTo>
                    <a:pt x="2315" y="42"/>
                    <a:pt x="2357" y="1"/>
                    <a:pt x="2357"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4"/>
            <p:cNvSpPr/>
            <p:nvPr/>
          </p:nvSpPr>
          <p:spPr>
            <a:xfrm>
              <a:off x="6114226" y="-354985"/>
              <a:ext cx="413265" cy="368855"/>
            </a:xfrm>
            <a:custGeom>
              <a:avLst/>
              <a:gdLst/>
              <a:ahLst/>
              <a:cxnLst/>
              <a:rect l="l" t="t" r="r" b="b"/>
              <a:pathLst>
                <a:path w="2345" h="2093" extrusionOk="0">
                  <a:moveTo>
                    <a:pt x="1" y="1"/>
                  </a:moveTo>
                  <a:cubicBezTo>
                    <a:pt x="1" y="1"/>
                    <a:pt x="29" y="42"/>
                    <a:pt x="85" y="98"/>
                  </a:cubicBezTo>
                  <a:cubicBezTo>
                    <a:pt x="154" y="168"/>
                    <a:pt x="224" y="252"/>
                    <a:pt x="336" y="363"/>
                  </a:cubicBezTo>
                  <a:cubicBezTo>
                    <a:pt x="545" y="573"/>
                    <a:pt x="824" y="838"/>
                    <a:pt x="1117" y="1117"/>
                  </a:cubicBezTo>
                  <a:cubicBezTo>
                    <a:pt x="1410" y="1382"/>
                    <a:pt x="1717" y="1633"/>
                    <a:pt x="1954" y="1814"/>
                  </a:cubicBezTo>
                  <a:cubicBezTo>
                    <a:pt x="2065" y="1898"/>
                    <a:pt x="2163" y="1967"/>
                    <a:pt x="2233" y="2023"/>
                  </a:cubicBezTo>
                  <a:lnTo>
                    <a:pt x="2344" y="2093"/>
                  </a:lnTo>
                  <a:cubicBezTo>
                    <a:pt x="2344" y="2093"/>
                    <a:pt x="2316" y="2065"/>
                    <a:pt x="2261" y="1995"/>
                  </a:cubicBezTo>
                  <a:cubicBezTo>
                    <a:pt x="2191" y="1939"/>
                    <a:pt x="2121" y="1842"/>
                    <a:pt x="2010" y="1730"/>
                  </a:cubicBezTo>
                  <a:cubicBezTo>
                    <a:pt x="1800" y="1521"/>
                    <a:pt x="1521" y="1256"/>
                    <a:pt x="1228" y="991"/>
                  </a:cubicBezTo>
                  <a:cubicBezTo>
                    <a:pt x="935" y="726"/>
                    <a:pt x="629" y="461"/>
                    <a:pt x="405" y="294"/>
                  </a:cubicBezTo>
                  <a:cubicBezTo>
                    <a:pt x="280" y="196"/>
                    <a:pt x="182" y="126"/>
                    <a:pt x="112" y="70"/>
                  </a:cubicBezTo>
                  <a:lnTo>
                    <a:pt x="1" y="1"/>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4"/>
            <p:cNvSpPr/>
            <p:nvPr/>
          </p:nvSpPr>
          <p:spPr>
            <a:xfrm>
              <a:off x="6514979" y="33432"/>
              <a:ext cx="34542" cy="553194"/>
            </a:xfrm>
            <a:custGeom>
              <a:avLst/>
              <a:gdLst/>
              <a:ahLst/>
              <a:cxnLst/>
              <a:rect l="l" t="t" r="r" b="b"/>
              <a:pathLst>
                <a:path w="196" h="3139" extrusionOk="0">
                  <a:moveTo>
                    <a:pt x="70" y="0"/>
                  </a:moveTo>
                  <a:cubicBezTo>
                    <a:pt x="70" y="0"/>
                    <a:pt x="56" y="56"/>
                    <a:pt x="56" y="140"/>
                  </a:cubicBezTo>
                  <a:cubicBezTo>
                    <a:pt x="56" y="224"/>
                    <a:pt x="28" y="335"/>
                    <a:pt x="28" y="489"/>
                  </a:cubicBezTo>
                  <a:cubicBezTo>
                    <a:pt x="14" y="782"/>
                    <a:pt x="1" y="1186"/>
                    <a:pt x="14" y="1577"/>
                  </a:cubicBezTo>
                  <a:cubicBezTo>
                    <a:pt x="28" y="1967"/>
                    <a:pt x="42" y="2358"/>
                    <a:pt x="70" y="2651"/>
                  </a:cubicBezTo>
                  <a:cubicBezTo>
                    <a:pt x="84" y="2790"/>
                    <a:pt x="98" y="2916"/>
                    <a:pt x="112" y="2999"/>
                  </a:cubicBezTo>
                  <a:cubicBezTo>
                    <a:pt x="140" y="3083"/>
                    <a:pt x="140" y="3139"/>
                    <a:pt x="140" y="3139"/>
                  </a:cubicBezTo>
                  <a:cubicBezTo>
                    <a:pt x="140" y="3139"/>
                    <a:pt x="140" y="3083"/>
                    <a:pt x="154" y="2999"/>
                  </a:cubicBezTo>
                  <a:cubicBezTo>
                    <a:pt x="154" y="2916"/>
                    <a:pt x="182" y="2790"/>
                    <a:pt x="182" y="2637"/>
                  </a:cubicBezTo>
                  <a:cubicBezTo>
                    <a:pt x="196" y="2344"/>
                    <a:pt x="196" y="1953"/>
                    <a:pt x="196" y="1563"/>
                  </a:cubicBezTo>
                  <a:cubicBezTo>
                    <a:pt x="182" y="1172"/>
                    <a:pt x="154" y="782"/>
                    <a:pt x="126" y="475"/>
                  </a:cubicBezTo>
                  <a:cubicBezTo>
                    <a:pt x="112" y="335"/>
                    <a:pt x="112" y="224"/>
                    <a:pt x="98" y="126"/>
                  </a:cubicBezTo>
                  <a:cubicBezTo>
                    <a:pt x="70" y="42"/>
                    <a:pt x="70" y="0"/>
                    <a:pt x="70"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4"/>
            <p:cNvSpPr/>
            <p:nvPr/>
          </p:nvSpPr>
          <p:spPr>
            <a:xfrm>
              <a:off x="5662013" y="4001"/>
              <a:ext cx="34542" cy="553194"/>
            </a:xfrm>
            <a:custGeom>
              <a:avLst/>
              <a:gdLst/>
              <a:ahLst/>
              <a:cxnLst/>
              <a:rect l="l" t="t" r="r" b="b"/>
              <a:pathLst>
                <a:path w="196" h="3139" extrusionOk="0">
                  <a:moveTo>
                    <a:pt x="70" y="0"/>
                  </a:moveTo>
                  <a:cubicBezTo>
                    <a:pt x="70" y="0"/>
                    <a:pt x="70" y="56"/>
                    <a:pt x="56" y="140"/>
                  </a:cubicBezTo>
                  <a:cubicBezTo>
                    <a:pt x="56" y="223"/>
                    <a:pt x="28" y="335"/>
                    <a:pt x="28" y="488"/>
                  </a:cubicBezTo>
                  <a:cubicBezTo>
                    <a:pt x="14" y="781"/>
                    <a:pt x="0" y="1172"/>
                    <a:pt x="14" y="1576"/>
                  </a:cubicBezTo>
                  <a:cubicBezTo>
                    <a:pt x="28" y="1967"/>
                    <a:pt x="42" y="2357"/>
                    <a:pt x="70" y="2650"/>
                  </a:cubicBezTo>
                  <a:cubicBezTo>
                    <a:pt x="84" y="2790"/>
                    <a:pt x="98" y="2915"/>
                    <a:pt x="112" y="2999"/>
                  </a:cubicBezTo>
                  <a:cubicBezTo>
                    <a:pt x="126" y="3083"/>
                    <a:pt x="140" y="3139"/>
                    <a:pt x="140" y="3139"/>
                  </a:cubicBezTo>
                  <a:lnTo>
                    <a:pt x="154" y="2999"/>
                  </a:lnTo>
                  <a:cubicBezTo>
                    <a:pt x="154" y="2915"/>
                    <a:pt x="182" y="2804"/>
                    <a:pt x="182" y="2650"/>
                  </a:cubicBezTo>
                  <a:cubicBezTo>
                    <a:pt x="196" y="2357"/>
                    <a:pt x="196" y="1967"/>
                    <a:pt x="196" y="1562"/>
                  </a:cubicBezTo>
                  <a:cubicBezTo>
                    <a:pt x="182" y="1172"/>
                    <a:pt x="154" y="781"/>
                    <a:pt x="126" y="488"/>
                  </a:cubicBezTo>
                  <a:cubicBezTo>
                    <a:pt x="112" y="349"/>
                    <a:pt x="112" y="223"/>
                    <a:pt x="98" y="140"/>
                  </a:cubicBezTo>
                  <a:cubicBezTo>
                    <a:pt x="70" y="56"/>
                    <a:pt x="70" y="0"/>
                    <a:pt x="70"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4"/>
            <p:cNvSpPr/>
            <p:nvPr/>
          </p:nvSpPr>
          <p:spPr>
            <a:xfrm>
              <a:off x="5797183" y="-15737"/>
              <a:ext cx="636904" cy="619633"/>
            </a:xfrm>
            <a:custGeom>
              <a:avLst/>
              <a:gdLst/>
              <a:ahLst/>
              <a:cxnLst/>
              <a:rect l="l" t="t" r="r" b="b"/>
              <a:pathLst>
                <a:path w="3614" h="3516" extrusionOk="0">
                  <a:moveTo>
                    <a:pt x="1298" y="3460"/>
                  </a:moveTo>
                  <a:cubicBezTo>
                    <a:pt x="1354" y="3474"/>
                    <a:pt x="1423" y="3488"/>
                    <a:pt x="1493" y="3502"/>
                  </a:cubicBezTo>
                  <a:cubicBezTo>
                    <a:pt x="1423" y="3488"/>
                    <a:pt x="1368" y="3474"/>
                    <a:pt x="1298" y="3460"/>
                  </a:cubicBezTo>
                  <a:close/>
                  <a:moveTo>
                    <a:pt x="1493" y="3502"/>
                  </a:moveTo>
                  <a:lnTo>
                    <a:pt x="1493" y="3502"/>
                  </a:lnTo>
                  <a:cubicBezTo>
                    <a:pt x="1535" y="3502"/>
                    <a:pt x="1577" y="3516"/>
                    <a:pt x="1633" y="3516"/>
                  </a:cubicBezTo>
                  <a:cubicBezTo>
                    <a:pt x="1591" y="3516"/>
                    <a:pt x="1535" y="3502"/>
                    <a:pt x="1493" y="3502"/>
                  </a:cubicBezTo>
                  <a:close/>
                  <a:moveTo>
                    <a:pt x="1758" y="1"/>
                  </a:moveTo>
                  <a:cubicBezTo>
                    <a:pt x="1577" y="1"/>
                    <a:pt x="1409" y="28"/>
                    <a:pt x="1228" y="84"/>
                  </a:cubicBezTo>
                  <a:cubicBezTo>
                    <a:pt x="1075" y="140"/>
                    <a:pt x="907" y="210"/>
                    <a:pt x="768" y="307"/>
                  </a:cubicBezTo>
                  <a:cubicBezTo>
                    <a:pt x="628" y="405"/>
                    <a:pt x="503" y="531"/>
                    <a:pt x="391" y="656"/>
                  </a:cubicBezTo>
                  <a:cubicBezTo>
                    <a:pt x="280" y="782"/>
                    <a:pt x="196" y="935"/>
                    <a:pt x="140" y="1089"/>
                  </a:cubicBezTo>
                  <a:cubicBezTo>
                    <a:pt x="70" y="1228"/>
                    <a:pt x="28" y="1395"/>
                    <a:pt x="14" y="1549"/>
                  </a:cubicBezTo>
                  <a:cubicBezTo>
                    <a:pt x="1" y="1619"/>
                    <a:pt x="1" y="1702"/>
                    <a:pt x="1" y="1772"/>
                  </a:cubicBezTo>
                  <a:cubicBezTo>
                    <a:pt x="1" y="1856"/>
                    <a:pt x="1" y="1925"/>
                    <a:pt x="14" y="2009"/>
                  </a:cubicBezTo>
                  <a:cubicBezTo>
                    <a:pt x="56" y="2274"/>
                    <a:pt x="154" y="2539"/>
                    <a:pt x="321" y="2762"/>
                  </a:cubicBezTo>
                  <a:cubicBezTo>
                    <a:pt x="447" y="2958"/>
                    <a:pt x="614" y="3125"/>
                    <a:pt x="810" y="3251"/>
                  </a:cubicBezTo>
                  <a:cubicBezTo>
                    <a:pt x="963" y="3334"/>
                    <a:pt x="1130" y="3418"/>
                    <a:pt x="1298" y="3460"/>
                  </a:cubicBezTo>
                  <a:cubicBezTo>
                    <a:pt x="1130" y="3404"/>
                    <a:pt x="963" y="3334"/>
                    <a:pt x="824" y="3237"/>
                  </a:cubicBezTo>
                  <a:cubicBezTo>
                    <a:pt x="628" y="3111"/>
                    <a:pt x="461" y="2944"/>
                    <a:pt x="349" y="2748"/>
                  </a:cubicBezTo>
                  <a:cubicBezTo>
                    <a:pt x="196" y="2525"/>
                    <a:pt x="112" y="2260"/>
                    <a:pt x="84" y="1995"/>
                  </a:cubicBezTo>
                  <a:lnTo>
                    <a:pt x="84" y="1786"/>
                  </a:lnTo>
                  <a:cubicBezTo>
                    <a:pt x="98" y="1716"/>
                    <a:pt x="98" y="1633"/>
                    <a:pt x="112" y="1563"/>
                  </a:cubicBezTo>
                  <a:cubicBezTo>
                    <a:pt x="140" y="1409"/>
                    <a:pt x="182" y="1270"/>
                    <a:pt x="252" y="1144"/>
                  </a:cubicBezTo>
                  <a:cubicBezTo>
                    <a:pt x="377" y="851"/>
                    <a:pt x="586" y="614"/>
                    <a:pt x="851" y="447"/>
                  </a:cubicBezTo>
                  <a:cubicBezTo>
                    <a:pt x="1100" y="277"/>
                    <a:pt x="1397" y="181"/>
                    <a:pt x="1697" y="181"/>
                  </a:cubicBezTo>
                  <a:cubicBezTo>
                    <a:pt x="1718" y="181"/>
                    <a:pt x="1738" y="181"/>
                    <a:pt x="1758" y="182"/>
                  </a:cubicBezTo>
                  <a:cubicBezTo>
                    <a:pt x="1911" y="182"/>
                    <a:pt x="2079" y="196"/>
                    <a:pt x="2232" y="238"/>
                  </a:cubicBezTo>
                  <a:cubicBezTo>
                    <a:pt x="2386" y="293"/>
                    <a:pt x="2525" y="349"/>
                    <a:pt x="2665" y="447"/>
                  </a:cubicBezTo>
                  <a:cubicBezTo>
                    <a:pt x="2916" y="614"/>
                    <a:pt x="3139" y="851"/>
                    <a:pt x="3265" y="1144"/>
                  </a:cubicBezTo>
                  <a:cubicBezTo>
                    <a:pt x="3390" y="1409"/>
                    <a:pt x="3446" y="1702"/>
                    <a:pt x="3418" y="1995"/>
                  </a:cubicBezTo>
                  <a:cubicBezTo>
                    <a:pt x="3390" y="2260"/>
                    <a:pt x="3306" y="2525"/>
                    <a:pt x="3167" y="2748"/>
                  </a:cubicBezTo>
                  <a:cubicBezTo>
                    <a:pt x="3041" y="2944"/>
                    <a:pt x="2888" y="3111"/>
                    <a:pt x="2693" y="3237"/>
                  </a:cubicBezTo>
                  <a:cubicBezTo>
                    <a:pt x="2553" y="3334"/>
                    <a:pt x="2386" y="3404"/>
                    <a:pt x="2218" y="3460"/>
                  </a:cubicBezTo>
                  <a:cubicBezTo>
                    <a:pt x="2149" y="3474"/>
                    <a:pt x="2093" y="3488"/>
                    <a:pt x="2023" y="3502"/>
                  </a:cubicBezTo>
                  <a:cubicBezTo>
                    <a:pt x="1967" y="3502"/>
                    <a:pt x="1925" y="3516"/>
                    <a:pt x="1884" y="3516"/>
                  </a:cubicBezTo>
                  <a:cubicBezTo>
                    <a:pt x="1939" y="3516"/>
                    <a:pt x="1981" y="3502"/>
                    <a:pt x="2037" y="3502"/>
                  </a:cubicBezTo>
                  <a:cubicBezTo>
                    <a:pt x="2093" y="3488"/>
                    <a:pt x="2163" y="3474"/>
                    <a:pt x="2232" y="3460"/>
                  </a:cubicBezTo>
                  <a:cubicBezTo>
                    <a:pt x="2400" y="3404"/>
                    <a:pt x="2567" y="3334"/>
                    <a:pt x="2707" y="3237"/>
                  </a:cubicBezTo>
                  <a:cubicBezTo>
                    <a:pt x="2902" y="3111"/>
                    <a:pt x="3069" y="2958"/>
                    <a:pt x="3209" y="2762"/>
                  </a:cubicBezTo>
                  <a:cubicBezTo>
                    <a:pt x="3543" y="2274"/>
                    <a:pt x="3613" y="1633"/>
                    <a:pt x="3376" y="1089"/>
                  </a:cubicBezTo>
                  <a:cubicBezTo>
                    <a:pt x="3251" y="768"/>
                    <a:pt x="3027" y="503"/>
                    <a:pt x="2748" y="307"/>
                  </a:cubicBezTo>
                  <a:cubicBezTo>
                    <a:pt x="2609" y="210"/>
                    <a:pt x="2442" y="140"/>
                    <a:pt x="2274" y="84"/>
                  </a:cubicBezTo>
                  <a:cubicBezTo>
                    <a:pt x="2107" y="28"/>
                    <a:pt x="1939" y="1"/>
                    <a:pt x="1758"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4"/>
            <p:cNvSpPr/>
            <p:nvPr/>
          </p:nvSpPr>
          <p:spPr>
            <a:xfrm>
              <a:off x="6893527" y="888866"/>
              <a:ext cx="221348" cy="217471"/>
            </a:xfrm>
            <a:custGeom>
              <a:avLst/>
              <a:gdLst/>
              <a:ahLst/>
              <a:cxnLst/>
              <a:rect l="l" t="t" r="r" b="b"/>
              <a:pathLst>
                <a:path w="1256" h="1234" extrusionOk="0">
                  <a:moveTo>
                    <a:pt x="949" y="84"/>
                  </a:moveTo>
                  <a:lnTo>
                    <a:pt x="949" y="84"/>
                  </a:lnTo>
                  <a:cubicBezTo>
                    <a:pt x="977" y="98"/>
                    <a:pt x="1005" y="126"/>
                    <a:pt x="1033" y="154"/>
                  </a:cubicBezTo>
                  <a:lnTo>
                    <a:pt x="1075" y="182"/>
                  </a:lnTo>
                  <a:lnTo>
                    <a:pt x="1047" y="154"/>
                  </a:lnTo>
                  <a:cubicBezTo>
                    <a:pt x="1019" y="126"/>
                    <a:pt x="977" y="98"/>
                    <a:pt x="949" y="84"/>
                  </a:cubicBezTo>
                  <a:close/>
                  <a:moveTo>
                    <a:pt x="1075" y="182"/>
                  </a:moveTo>
                  <a:lnTo>
                    <a:pt x="1103" y="210"/>
                  </a:lnTo>
                  <a:lnTo>
                    <a:pt x="1103" y="210"/>
                  </a:lnTo>
                  <a:lnTo>
                    <a:pt x="1075" y="182"/>
                  </a:lnTo>
                  <a:close/>
                  <a:moveTo>
                    <a:pt x="1103" y="210"/>
                  </a:moveTo>
                  <a:lnTo>
                    <a:pt x="1103" y="210"/>
                  </a:lnTo>
                  <a:cubicBezTo>
                    <a:pt x="1108" y="216"/>
                    <a:pt x="1114" y="221"/>
                    <a:pt x="1118" y="227"/>
                  </a:cubicBezTo>
                  <a:lnTo>
                    <a:pt x="1118" y="227"/>
                  </a:lnTo>
                  <a:cubicBezTo>
                    <a:pt x="1118" y="226"/>
                    <a:pt x="1117" y="225"/>
                    <a:pt x="1117" y="224"/>
                  </a:cubicBezTo>
                  <a:lnTo>
                    <a:pt x="1103" y="210"/>
                  </a:lnTo>
                  <a:close/>
                  <a:moveTo>
                    <a:pt x="1118" y="227"/>
                  </a:moveTo>
                  <a:lnTo>
                    <a:pt x="1118" y="227"/>
                  </a:lnTo>
                  <a:cubicBezTo>
                    <a:pt x="1133" y="254"/>
                    <a:pt x="1159" y="281"/>
                    <a:pt x="1172" y="321"/>
                  </a:cubicBezTo>
                  <a:cubicBezTo>
                    <a:pt x="1180" y="329"/>
                    <a:pt x="1187" y="340"/>
                    <a:pt x="1195" y="354"/>
                  </a:cubicBezTo>
                  <a:lnTo>
                    <a:pt x="1195" y="354"/>
                  </a:lnTo>
                  <a:cubicBezTo>
                    <a:pt x="1186" y="334"/>
                    <a:pt x="1172" y="317"/>
                    <a:pt x="1172" y="307"/>
                  </a:cubicBezTo>
                  <a:cubicBezTo>
                    <a:pt x="1150" y="274"/>
                    <a:pt x="1137" y="250"/>
                    <a:pt x="1118" y="227"/>
                  </a:cubicBezTo>
                  <a:close/>
                  <a:moveTo>
                    <a:pt x="1195" y="354"/>
                  </a:moveTo>
                  <a:cubicBezTo>
                    <a:pt x="1198" y="361"/>
                    <a:pt x="1200" y="369"/>
                    <a:pt x="1200" y="377"/>
                  </a:cubicBezTo>
                  <a:cubicBezTo>
                    <a:pt x="1207" y="391"/>
                    <a:pt x="1214" y="405"/>
                    <a:pt x="1221" y="420"/>
                  </a:cubicBezTo>
                  <a:lnTo>
                    <a:pt x="1221" y="420"/>
                  </a:lnTo>
                  <a:cubicBezTo>
                    <a:pt x="1217" y="410"/>
                    <a:pt x="1214" y="400"/>
                    <a:pt x="1214" y="391"/>
                  </a:cubicBezTo>
                  <a:cubicBezTo>
                    <a:pt x="1208" y="378"/>
                    <a:pt x="1201" y="365"/>
                    <a:pt x="1195" y="354"/>
                  </a:cubicBezTo>
                  <a:close/>
                  <a:moveTo>
                    <a:pt x="545" y="1"/>
                  </a:moveTo>
                  <a:cubicBezTo>
                    <a:pt x="447" y="15"/>
                    <a:pt x="363" y="56"/>
                    <a:pt x="280" y="98"/>
                  </a:cubicBezTo>
                  <a:cubicBezTo>
                    <a:pt x="182" y="168"/>
                    <a:pt x="112" y="252"/>
                    <a:pt x="70" y="363"/>
                  </a:cubicBezTo>
                  <a:cubicBezTo>
                    <a:pt x="15" y="475"/>
                    <a:pt x="1" y="600"/>
                    <a:pt x="15" y="712"/>
                  </a:cubicBezTo>
                  <a:cubicBezTo>
                    <a:pt x="29" y="782"/>
                    <a:pt x="42" y="838"/>
                    <a:pt x="84" y="893"/>
                  </a:cubicBezTo>
                  <a:cubicBezTo>
                    <a:pt x="112" y="963"/>
                    <a:pt x="154" y="1005"/>
                    <a:pt x="196" y="1061"/>
                  </a:cubicBezTo>
                  <a:cubicBezTo>
                    <a:pt x="294" y="1144"/>
                    <a:pt x="405" y="1200"/>
                    <a:pt x="545" y="1228"/>
                  </a:cubicBezTo>
                  <a:cubicBezTo>
                    <a:pt x="571" y="1231"/>
                    <a:pt x="598" y="1233"/>
                    <a:pt x="626" y="1233"/>
                  </a:cubicBezTo>
                  <a:cubicBezTo>
                    <a:pt x="715" y="1233"/>
                    <a:pt x="808" y="1215"/>
                    <a:pt x="893" y="1172"/>
                  </a:cubicBezTo>
                  <a:cubicBezTo>
                    <a:pt x="949" y="1158"/>
                    <a:pt x="1005" y="1117"/>
                    <a:pt x="1047" y="1089"/>
                  </a:cubicBezTo>
                  <a:lnTo>
                    <a:pt x="1103" y="1033"/>
                  </a:lnTo>
                  <a:cubicBezTo>
                    <a:pt x="1117" y="1019"/>
                    <a:pt x="1130" y="991"/>
                    <a:pt x="1144" y="963"/>
                  </a:cubicBezTo>
                  <a:cubicBezTo>
                    <a:pt x="1200" y="893"/>
                    <a:pt x="1242" y="796"/>
                    <a:pt x="1256" y="698"/>
                  </a:cubicBezTo>
                  <a:cubicBezTo>
                    <a:pt x="1256" y="656"/>
                    <a:pt x="1256" y="614"/>
                    <a:pt x="1256" y="573"/>
                  </a:cubicBezTo>
                  <a:cubicBezTo>
                    <a:pt x="1242" y="531"/>
                    <a:pt x="1242" y="503"/>
                    <a:pt x="1242" y="461"/>
                  </a:cubicBezTo>
                  <a:cubicBezTo>
                    <a:pt x="1235" y="447"/>
                    <a:pt x="1228" y="433"/>
                    <a:pt x="1221" y="420"/>
                  </a:cubicBezTo>
                  <a:lnTo>
                    <a:pt x="1221" y="420"/>
                  </a:lnTo>
                  <a:cubicBezTo>
                    <a:pt x="1230" y="439"/>
                    <a:pt x="1242" y="461"/>
                    <a:pt x="1242" y="489"/>
                  </a:cubicBezTo>
                  <a:cubicBezTo>
                    <a:pt x="1242" y="517"/>
                    <a:pt x="1242" y="559"/>
                    <a:pt x="1242" y="586"/>
                  </a:cubicBezTo>
                  <a:cubicBezTo>
                    <a:pt x="1228" y="628"/>
                    <a:pt x="1228" y="670"/>
                    <a:pt x="1214" y="712"/>
                  </a:cubicBezTo>
                  <a:cubicBezTo>
                    <a:pt x="1200" y="796"/>
                    <a:pt x="1144" y="865"/>
                    <a:pt x="1089" y="935"/>
                  </a:cubicBezTo>
                  <a:cubicBezTo>
                    <a:pt x="1075" y="949"/>
                    <a:pt x="1061" y="963"/>
                    <a:pt x="1047" y="977"/>
                  </a:cubicBezTo>
                  <a:lnTo>
                    <a:pt x="977" y="1019"/>
                  </a:lnTo>
                  <a:cubicBezTo>
                    <a:pt x="949" y="1047"/>
                    <a:pt x="907" y="1061"/>
                    <a:pt x="851" y="1075"/>
                  </a:cubicBezTo>
                  <a:cubicBezTo>
                    <a:pt x="810" y="1089"/>
                    <a:pt x="764" y="1096"/>
                    <a:pt x="717" y="1096"/>
                  </a:cubicBezTo>
                  <a:cubicBezTo>
                    <a:pt x="670" y="1096"/>
                    <a:pt x="621" y="1089"/>
                    <a:pt x="573" y="1075"/>
                  </a:cubicBezTo>
                  <a:cubicBezTo>
                    <a:pt x="475" y="1047"/>
                    <a:pt x="391" y="1005"/>
                    <a:pt x="321" y="935"/>
                  </a:cubicBezTo>
                  <a:cubicBezTo>
                    <a:pt x="294" y="907"/>
                    <a:pt x="266" y="865"/>
                    <a:pt x="238" y="824"/>
                  </a:cubicBezTo>
                  <a:cubicBezTo>
                    <a:pt x="210" y="782"/>
                    <a:pt x="196" y="740"/>
                    <a:pt x="182" y="698"/>
                  </a:cubicBezTo>
                  <a:cubicBezTo>
                    <a:pt x="168" y="600"/>
                    <a:pt x="168" y="503"/>
                    <a:pt x="182" y="405"/>
                  </a:cubicBezTo>
                  <a:cubicBezTo>
                    <a:pt x="210" y="321"/>
                    <a:pt x="266" y="238"/>
                    <a:pt x="335" y="168"/>
                  </a:cubicBezTo>
                  <a:cubicBezTo>
                    <a:pt x="391" y="112"/>
                    <a:pt x="475" y="70"/>
                    <a:pt x="559" y="42"/>
                  </a:cubicBezTo>
                  <a:cubicBezTo>
                    <a:pt x="600" y="42"/>
                    <a:pt x="628" y="29"/>
                    <a:pt x="670" y="29"/>
                  </a:cubicBezTo>
                  <a:lnTo>
                    <a:pt x="782" y="29"/>
                  </a:lnTo>
                  <a:lnTo>
                    <a:pt x="879" y="56"/>
                  </a:lnTo>
                  <a:cubicBezTo>
                    <a:pt x="893" y="56"/>
                    <a:pt x="921" y="70"/>
                    <a:pt x="949" y="84"/>
                  </a:cubicBezTo>
                  <a:lnTo>
                    <a:pt x="949" y="84"/>
                  </a:lnTo>
                  <a:cubicBezTo>
                    <a:pt x="921" y="70"/>
                    <a:pt x="893" y="56"/>
                    <a:pt x="865" y="42"/>
                  </a:cubicBezTo>
                  <a:lnTo>
                    <a:pt x="782" y="15"/>
                  </a:lnTo>
                  <a:cubicBezTo>
                    <a:pt x="740" y="15"/>
                    <a:pt x="712" y="1"/>
                    <a:pt x="670"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4"/>
            <p:cNvSpPr/>
            <p:nvPr/>
          </p:nvSpPr>
          <p:spPr>
            <a:xfrm>
              <a:off x="5175258" y="960241"/>
              <a:ext cx="218881" cy="217471"/>
            </a:xfrm>
            <a:custGeom>
              <a:avLst/>
              <a:gdLst/>
              <a:ahLst/>
              <a:cxnLst/>
              <a:rect l="l" t="t" r="r" b="b"/>
              <a:pathLst>
                <a:path w="1242" h="1234" extrusionOk="0">
                  <a:moveTo>
                    <a:pt x="42" y="391"/>
                  </a:moveTo>
                  <a:lnTo>
                    <a:pt x="42" y="391"/>
                  </a:lnTo>
                  <a:cubicBezTo>
                    <a:pt x="28" y="419"/>
                    <a:pt x="14" y="446"/>
                    <a:pt x="14" y="460"/>
                  </a:cubicBezTo>
                  <a:cubicBezTo>
                    <a:pt x="14" y="482"/>
                    <a:pt x="11" y="504"/>
                    <a:pt x="7" y="524"/>
                  </a:cubicBezTo>
                  <a:lnTo>
                    <a:pt x="7" y="524"/>
                  </a:lnTo>
                  <a:cubicBezTo>
                    <a:pt x="12" y="504"/>
                    <a:pt x="20" y="484"/>
                    <a:pt x="28" y="460"/>
                  </a:cubicBezTo>
                  <a:cubicBezTo>
                    <a:pt x="28" y="433"/>
                    <a:pt x="42" y="405"/>
                    <a:pt x="42" y="391"/>
                  </a:cubicBezTo>
                  <a:close/>
                  <a:moveTo>
                    <a:pt x="7" y="524"/>
                  </a:moveTo>
                  <a:lnTo>
                    <a:pt x="7" y="524"/>
                  </a:lnTo>
                  <a:cubicBezTo>
                    <a:pt x="3" y="539"/>
                    <a:pt x="1" y="554"/>
                    <a:pt x="1" y="572"/>
                  </a:cubicBezTo>
                  <a:cubicBezTo>
                    <a:pt x="1" y="559"/>
                    <a:pt x="4" y="542"/>
                    <a:pt x="7" y="524"/>
                  </a:cubicBezTo>
                  <a:close/>
                  <a:moveTo>
                    <a:pt x="1" y="614"/>
                  </a:moveTo>
                  <a:lnTo>
                    <a:pt x="1" y="656"/>
                  </a:lnTo>
                  <a:cubicBezTo>
                    <a:pt x="1" y="698"/>
                    <a:pt x="14" y="739"/>
                    <a:pt x="28" y="767"/>
                  </a:cubicBezTo>
                  <a:cubicBezTo>
                    <a:pt x="14" y="725"/>
                    <a:pt x="14" y="684"/>
                    <a:pt x="14" y="656"/>
                  </a:cubicBezTo>
                  <a:lnTo>
                    <a:pt x="1" y="614"/>
                  </a:lnTo>
                  <a:close/>
                  <a:moveTo>
                    <a:pt x="28" y="768"/>
                  </a:moveTo>
                  <a:cubicBezTo>
                    <a:pt x="29" y="796"/>
                    <a:pt x="42" y="823"/>
                    <a:pt x="42" y="851"/>
                  </a:cubicBezTo>
                  <a:lnTo>
                    <a:pt x="98" y="935"/>
                  </a:lnTo>
                  <a:lnTo>
                    <a:pt x="56" y="851"/>
                  </a:lnTo>
                  <a:cubicBezTo>
                    <a:pt x="43" y="823"/>
                    <a:pt x="29" y="796"/>
                    <a:pt x="28" y="768"/>
                  </a:cubicBezTo>
                  <a:close/>
                  <a:moveTo>
                    <a:pt x="586" y="0"/>
                  </a:moveTo>
                  <a:cubicBezTo>
                    <a:pt x="558" y="0"/>
                    <a:pt x="531" y="0"/>
                    <a:pt x="503" y="14"/>
                  </a:cubicBezTo>
                  <a:cubicBezTo>
                    <a:pt x="405" y="28"/>
                    <a:pt x="321" y="70"/>
                    <a:pt x="238" y="126"/>
                  </a:cubicBezTo>
                  <a:lnTo>
                    <a:pt x="154" y="209"/>
                  </a:lnTo>
                  <a:cubicBezTo>
                    <a:pt x="126" y="237"/>
                    <a:pt x="112" y="265"/>
                    <a:pt x="84" y="293"/>
                  </a:cubicBezTo>
                  <a:lnTo>
                    <a:pt x="42" y="391"/>
                  </a:lnTo>
                  <a:lnTo>
                    <a:pt x="98" y="307"/>
                  </a:lnTo>
                  <a:cubicBezTo>
                    <a:pt x="112" y="279"/>
                    <a:pt x="140" y="251"/>
                    <a:pt x="168" y="223"/>
                  </a:cubicBezTo>
                  <a:cubicBezTo>
                    <a:pt x="196" y="195"/>
                    <a:pt x="238" y="168"/>
                    <a:pt x="266" y="154"/>
                  </a:cubicBezTo>
                  <a:cubicBezTo>
                    <a:pt x="335" y="112"/>
                    <a:pt x="419" y="84"/>
                    <a:pt x="517" y="84"/>
                  </a:cubicBezTo>
                  <a:lnTo>
                    <a:pt x="572" y="84"/>
                  </a:lnTo>
                  <a:lnTo>
                    <a:pt x="656" y="98"/>
                  </a:lnTo>
                  <a:cubicBezTo>
                    <a:pt x="698" y="112"/>
                    <a:pt x="740" y="126"/>
                    <a:pt x="782" y="140"/>
                  </a:cubicBezTo>
                  <a:cubicBezTo>
                    <a:pt x="865" y="195"/>
                    <a:pt x="935" y="265"/>
                    <a:pt x="991" y="349"/>
                  </a:cubicBezTo>
                  <a:cubicBezTo>
                    <a:pt x="1033" y="419"/>
                    <a:pt x="1061" y="516"/>
                    <a:pt x="1061" y="614"/>
                  </a:cubicBezTo>
                  <a:cubicBezTo>
                    <a:pt x="1061" y="712"/>
                    <a:pt x="1033" y="809"/>
                    <a:pt x="991" y="893"/>
                  </a:cubicBezTo>
                  <a:cubicBezTo>
                    <a:pt x="935" y="977"/>
                    <a:pt x="865" y="1046"/>
                    <a:pt x="782" y="1088"/>
                  </a:cubicBezTo>
                  <a:cubicBezTo>
                    <a:pt x="713" y="1123"/>
                    <a:pt x="634" y="1148"/>
                    <a:pt x="562" y="1148"/>
                  </a:cubicBezTo>
                  <a:cubicBezTo>
                    <a:pt x="547" y="1148"/>
                    <a:pt x="531" y="1146"/>
                    <a:pt x="517" y="1144"/>
                  </a:cubicBezTo>
                  <a:cubicBezTo>
                    <a:pt x="419" y="1144"/>
                    <a:pt x="335" y="1130"/>
                    <a:pt x="266" y="1088"/>
                  </a:cubicBezTo>
                  <a:cubicBezTo>
                    <a:pt x="238" y="1060"/>
                    <a:pt x="196" y="1032"/>
                    <a:pt x="168" y="1018"/>
                  </a:cubicBezTo>
                  <a:cubicBezTo>
                    <a:pt x="140" y="977"/>
                    <a:pt x="112" y="963"/>
                    <a:pt x="98" y="935"/>
                  </a:cubicBezTo>
                  <a:lnTo>
                    <a:pt x="98" y="935"/>
                  </a:lnTo>
                  <a:cubicBezTo>
                    <a:pt x="112" y="963"/>
                    <a:pt x="140" y="990"/>
                    <a:pt x="154" y="1018"/>
                  </a:cubicBezTo>
                  <a:lnTo>
                    <a:pt x="252" y="1116"/>
                  </a:lnTo>
                  <a:cubicBezTo>
                    <a:pt x="321" y="1172"/>
                    <a:pt x="419" y="1200"/>
                    <a:pt x="517" y="1228"/>
                  </a:cubicBezTo>
                  <a:cubicBezTo>
                    <a:pt x="547" y="1231"/>
                    <a:pt x="576" y="1233"/>
                    <a:pt x="606" y="1233"/>
                  </a:cubicBezTo>
                  <a:cubicBezTo>
                    <a:pt x="687" y="1233"/>
                    <a:pt x="766" y="1220"/>
                    <a:pt x="837" y="1200"/>
                  </a:cubicBezTo>
                  <a:cubicBezTo>
                    <a:pt x="949" y="1158"/>
                    <a:pt x="1061" y="1074"/>
                    <a:pt x="1130" y="977"/>
                  </a:cubicBezTo>
                  <a:cubicBezTo>
                    <a:pt x="1200" y="879"/>
                    <a:pt x="1242" y="753"/>
                    <a:pt x="1242" y="628"/>
                  </a:cubicBezTo>
                  <a:cubicBezTo>
                    <a:pt x="1242" y="558"/>
                    <a:pt x="1228" y="488"/>
                    <a:pt x="1214" y="433"/>
                  </a:cubicBezTo>
                  <a:cubicBezTo>
                    <a:pt x="1200" y="363"/>
                    <a:pt x="1172" y="307"/>
                    <a:pt x="1130" y="251"/>
                  </a:cubicBezTo>
                  <a:cubicBezTo>
                    <a:pt x="1061" y="154"/>
                    <a:pt x="949" y="70"/>
                    <a:pt x="837" y="28"/>
                  </a:cubicBezTo>
                  <a:cubicBezTo>
                    <a:pt x="782" y="14"/>
                    <a:pt x="726" y="0"/>
                    <a:pt x="670"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4"/>
            <p:cNvSpPr/>
            <p:nvPr/>
          </p:nvSpPr>
          <p:spPr>
            <a:xfrm>
              <a:off x="8488755" y="4026239"/>
              <a:ext cx="309817" cy="455032"/>
            </a:xfrm>
            <a:custGeom>
              <a:avLst/>
              <a:gdLst/>
              <a:ahLst/>
              <a:cxnLst/>
              <a:rect l="l" t="t" r="r" b="b"/>
              <a:pathLst>
                <a:path w="1758" h="2582" extrusionOk="0">
                  <a:moveTo>
                    <a:pt x="1758" y="1"/>
                  </a:moveTo>
                  <a:cubicBezTo>
                    <a:pt x="1604" y="1"/>
                    <a:pt x="1479" y="15"/>
                    <a:pt x="1339" y="15"/>
                  </a:cubicBezTo>
                  <a:cubicBezTo>
                    <a:pt x="1200" y="15"/>
                    <a:pt x="1060" y="29"/>
                    <a:pt x="921" y="29"/>
                  </a:cubicBezTo>
                  <a:lnTo>
                    <a:pt x="70" y="85"/>
                  </a:lnTo>
                  <a:lnTo>
                    <a:pt x="0" y="85"/>
                  </a:lnTo>
                  <a:lnTo>
                    <a:pt x="0" y="154"/>
                  </a:lnTo>
                  <a:cubicBezTo>
                    <a:pt x="28" y="949"/>
                    <a:pt x="56" y="1731"/>
                    <a:pt x="112" y="2512"/>
                  </a:cubicBezTo>
                  <a:lnTo>
                    <a:pt x="112" y="2581"/>
                  </a:lnTo>
                  <a:lnTo>
                    <a:pt x="181" y="2581"/>
                  </a:lnTo>
                  <a:lnTo>
                    <a:pt x="963" y="2540"/>
                  </a:lnTo>
                  <a:lnTo>
                    <a:pt x="1353" y="2512"/>
                  </a:lnTo>
                  <a:cubicBezTo>
                    <a:pt x="1493" y="2512"/>
                    <a:pt x="1618" y="2498"/>
                    <a:pt x="1758" y="2484"/>
                  </a:cubicBezTo>
                  <a:cubicBezTo>
                    <a:pt x="1618" y="2470"/>
                    <a:pt x="1493" y="2470"/>
                    <a:pt x="1353" y="2470"/>
                  </a:cubicBezTo>
                  <a:lnTo>
                    <a:pt x="963" y="2456"/>
                  </a:lnTo>
                  <a:lnTo>
                    <a:pt x="250" y="2443"/>
                  </a:lnTo>
                  <a:lnTo>
                    <a:pt x="250" y="2443"/>
                  </a:lnTo>
                  <a:cubicBezTo>
                    <a:pt x="235" y="1709"/>
                    <a:pt x="197" y="963"/>
                    <a:pt x="157" y="228"/>
                  </a:cubicBezTo>
                  <a:lnTo>
                    <a:pt x="157" y="228"/>
                  </a:lnTo>
                  <a:lnTo>
                    <a:pt x="921" y="126"/>
                  </a:lnTo>
                  <a:cubicBezTo>
                    <a:pt x="1060" y="112"/>
                    <a:pt x="1200" y="85"/>
                    <a:pt x="1339" y="71"/>
                  </a:cubicBezTo>
                  <a:cubicBezTo>
                    <a:pt x="1479" y="43"/>
                    <a:pt x="1618" y="29"/>
                    <a:pt x="1758"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4"/>
            <p:cNvSpPr/>
            <p:nvPr/>
          </p:nvSpPr>
          <p:spPr>
            <a:xfrm>
              <a:off x="9081073" y="3999275"/>
              <a:ext cx="307526" cy="454856"/>
            </a:xfrm>
            <a:custGeom>
              <a:avLst/>
              <a:gdLst/>
              <a:ahLst/>
              <a:cxnLst/>
              <a:rect l="l" t="t" r="r" b="b"/>
              <a:pathLst>
                <a:path w="1745" h="2581" extrusionOk="0">
                  <a:moveTo>
                    <a:pt x="1563" y="0"/>
                  </a:moveTo>
                  <a:lnTo>
                    <a:pt x="782" y="28"/>
                  </a:lnTo>
                  <a:cubicBezTo>
                    <a:pt x="656" y="42"/>
                    <a:pt x="517" y="56"/>
                    <a:pt x="391" y="56"/>
                  </a:cubicBezTo>
                  <a:lnTo>
                    <a:pt x="1" y="98"/>
                  </a:lnTo>
                  <a:cubicBezTo>
                    <a:pt x="126" y="98"/>
                    <a:pt x="266" y="112"/>
                    <a:pt x="391" y="112"/>
                  </a:cubicBezTo>
                  <a:lnTo>
                    <a:pt x="782" y="126"/>
                  </a:lnTo>
                  <a:lnTo>
                    <a:pt x="1494" y="139"/>
                  </a:lnTo>
                  <a:lnTo>
                    <a:pt x="1494" y="139"/>
                  </a:lnTo>
                  <a:cubicBezTo>
                    <a:pt x="1509" y="872"/>
                    <a:pt x="1548" y="1606"/>
                    <a:pt x="1600" y="2352"/>
                  </a:cubicBezTo>
                  <a:lnTo>
                    <a:pt x="1600" y="2352"/>
                  </a:lnTo>
                  <a:lnTo>
                    <a:pt x="824" y="2455"/>
                  </a:lnTo>
                  <a:cubicBezTo>
                    <a:pt x="698" y="2469"/>
                    <a:pt x="559" y="2497"/>
                    <a:pt x="419" y="2511"/>
                  </a:cubicBezTo>
                  <a:cubicBezTo>
                    <a:pt x="280" y="2525"/>
                    <a:pt x="140" y="2553"/>
                    <a:pt x="1" y="2581"/>
                  </a:cubicBezTo>
                  <a:cubicBezTo>
                    <a:pt x="140" y="2581"/>
                    <a:pt x="280" y="2567"/>
                    <a:pt x="419" y="2567"/>
                  </a:cubicBezTo>
                  <a:cubicBezTo>
                    <a:pt x="559" y="2553"/>
                    <a:pt x="698" y="2553"/>
                    <a:pt x="838" y="2539"/>
                  </a:cubicBezTo>
                  <a:lnTo>
                    <a:pt x="1675" y="2497"/>
                  </a:lnTo>
                  <a:lnTo>
                    <a:pt x="1744" y="2497"/>
                  </a:lnTo>
                  <a:lnTo>
                    <a:pt x="1744" y="2414"/>
                  </a:lnTo>
                  <a:cubicBezTo>
                    <a:pt x="1730" y="1632"/>
                    <a:pt x="1688" y="851"/>
                    <a:pt x="1633" y="70"/>
                  </a:cubicBezTo>
                  <a:lnTo>
                    <a:pt x="1633" y="0"/>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4"/>
            <p:cNvSpPr/>
            <p:nvPr/>
          </p:nvSpPr>
          <p:spPr>
            <a:xfrm>
              <a:off x="8648421" y="4058313"/>
              <a:ext cx="196852" cy="302415"/>
            </a:xfrm>
            <a:custGeom>
              <a:avLst/>
              <a:gdLst/>
              <a:ahLst/>
              <a:cxnLst/>
              <a:rect l="l" t="t" r="r" b="b"/>
              <a:pathLst>
                <a:path w="1117" h="1716" extrusionOk="0">
                  <a:moveTo>
                    <a:pt x="1117" y="0"/>
                  </a:moveTo>
                  <a:cubicBezTo>
                    <a:pt x="991" y="70"/>
                    <a:pt x="852" y="140"/>
                    <a:pt x="712" y="196"/>
                  </a:cubicBezTo>
                  <a:cubicBezTo>
                    <a:pt x="712" y="405"/>
                    <a:pt x="698" y="572"/>
                    <a:pt x="698" y="712"/>
                  </a:cubicBezTo>
                  <a:lnTo>
                    <a:pt x="601" y="558"/>
                  </a:lnTo>
                  <a:cubicBezTo>
                    <a:pt x="503" y="405"/>
                    <a:pt x="405" y="251"/>
                    <a:pt x="336" y="98"/>
                  </a:cubicBezTo>
                  <a:lnTo>
                    <a:pt x="1" y="293"/>
                  </a:lnTo>
                  <a:lnTo>
                    <a:pt x="1" y="991"/>
                  </a:lnTo>
                  <a:cubicBezTo>
                    <a:pt x="1" y="1144"/>
                    <a:pt x="1" y="1311"/>
                    <a:pt x="1" y="1507"/>
                  </a:cubicBezTo>
                  <a:cubicBezTo>
                    <a:pt x="154" y="1437"/>
                    <a:pt x="280" y="1381"/>
                    <a:pt x="363" y="1339"/>
                  </a:cubicBezTo>
                  <a:lnTo>
                    <a:pt x="349" y="1102"/>
                  </a:lnTo>
                  <a:lnTo>
                    <a:pt x="349" y="851"/>
                  </a:lnTo>
                  <a:cubicBezTo>
                    <a:pt x="517" y="1130"/>
                    <a:pt x="670" y="1423"/>
                    <a:pt x="810" y="1716"/>
                  </a:cubicBezTo>
                  <a:cubicBezTo>
                    <a:pt x="879" y="1646"/>
                    <a:pt x="963" y="1604"/>
                    <a:pt x="1061" y="1562"/>
                  </a:cubicBezTo>
                  <a:lnTo>
                    <a:pt x="1089" y="265"/>
                  </a:lnTo>
                  <a:cubicBezTo>
                    <a:pt x="1103" y="168"/>
                    <a:pt x="1117" y="70"/>
                    <a:pt x="1117"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4"/>
            <p:cNvSpPr/>
            <p:nvPr/>
          </p:nvSpPr>
          <p:spPr>
            <a:xfrm>
              <a:off x="8867302" y="4124577"/>
              <a:ext cx="182048" cy="209188"/>
            </a:xfrm>
            <a:custGeom>
              <a:avLst/>
              <a:gdLst/>
              <a:ahLst/>
              <a:cxnLst/>
              <a:rect l="l" t="t" r="r" b="b"/>
              <a:pathLst>
                <a:path w="1033" h="1187" extrusionOk="0">
                  <a:moveTo>
                    <a:pt x="628" y="377"/>
                  </a:moveTo>
                  <a:cubicBezTo>
                    <a:pt x="684" y="377"/>
                    <a:pt x="712" y="419"/>
                    <a:pt x="725" y="475"/>
                  </a:cubicBezTo>
                  <a:cubicBezTo>
                    <a:pt x="725" y="573"/>
                    <a:pt x="698" y="656"/>
                    <a:pt x="642" y="726"/>
                  </a:cubicBezTo>
                  <a:cubicBezTo>
                    <a:pt x="586" y="782"/>
                    <a:pt x="516" y="824"/>
                    <a:pt x="447" y="852"/>
                  </a:cubicBezTo>
                  <a:cubicBezTo>
                    <a:pt x="434" y="853"/>
                    <a:pt x="423" y="854"/>
                    <a:pt x="412" y="854"/>
                  </a:cubicBezTo>
                  <a:cubicBezTo>
                    <a:pt x="339" y="854"/>
                    <a:pt x="307" y="813"/>
                    <a:pt x="307" y="740"/>
                  </a:cubicBezTo>
                  <a:cubicBezTo>
                    <a:pt x="321" y="684"/>
                    <a:pt x="335" y="629"/>
                    <a:pt x="363" y="587"/>
                  </a:cubicBezTo>
                  <a:cubicBezTo>
                    <a:pt x="419" y="475"/>
                    <a:pt x="516" y="405"/>
                    <a:pt x="628" y="377"/>
                  </a:cubicBezTo>
                  <a:close/>
                  <a:moveTo>
                    <a:pt x="670" y="1"/>
                  </a:moveTo>
                  <a:cubicBezTo>
                    <a:pt x="586" y="1"/>
                    <a:pt x="502" y="15"/>
                    <a:pt x="433" y="43"/>
                  </a:cubicBezTo>
                  <a:cubicBezTo>
                    <a:pt x="349" y="98"/>
                    <a:pt x="265" y="154"/>
                    <a:pt x="209" y="238"/>
                  </a:cubicBezTo>
                  <a:cubicBezTo>
                    <a:pt x="181" y="266"/>
                    <a:pt x="154" y="308"/>
                    <a:pt x="126" y="336"/>
                  </a:cubicBezTo>
                  <a:cubicBezTo>
                    <a:pt x="98" y="405"/>
                    <a:pt x="70" y="461"/>
                    <a:pt x="42" y="531"/>
                  </a:cubicBezTo>
                  <a:cubicBezTo>
                    <a:pt x="14" y="629"/>
                    <a:pt x="0" y="726"/>
                    <a:pt x="0" y="824"/>
                  </a:cubicBezTo>
                  <a:cubicBezTo>
                    <a:pt x="14" y="908"/>
                    <a:pt x="42" y="977"/>
                    <a:pt x="84" y="1047"/>
                  </a:cubicBezTo>
                  <a:cubicBezTo>
                    <a:pt x="140" y="1131"/>
                    <a:pt x="223" y="1173"/>
                    <a:pt x="321" y="1186"/>
                  </a:cubicBezTo>
                  <a:cubicBezTo>
                    <a:pt x="391" y="1173"/>
                    <a:pt x="460" y="1145"/>
                    <a:pt x="530" y="1117"/>
                  </a:cubicBezTo>
                  <a:cubicBezTo>
                    <a:pt x="614" y="1075"/>
                    <a:pt x="698" y="1019"/>
                    <a:pt x="767" y="963"/>
                  </a:cubicBezTo>
                  <a:cubicBezTo>
                    <a:pt x="865" y="880"/>
                    <a:pt x="935" y="796"/>
                    <a:pt x="991" y="684"/>
                  </a:cubicBezTo>
                  <a:cubicBezTo>
                    <a:pt x="1004" y="629"/>
                    <a:pt x="1018" y="573"/>
                    <a:pt x="1032" y="503"/>
                  </a:cubicBezTo>
                  <a:cubicBezTo>
                    <a:pt x="1032" y="447"/>
                    <a:pt x="1018" y="377"/>
                    <a:pt x="1004" y="322"/>
                  </a:cubicBezTo>
                  <a:cubicBezTo>
                    <a:pt x="977" y="224"/>
                    <a:pt x="935" y="140"/>
                    <a:pt x="851" y="71"/>
                  </a:cubicBezTo>
                  <a:cubicBezTo>
                    <a:pt x="809" y="29"/>
                    <a:pt x="739" y="1"/>
                    <a:pt x="670"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4"/>
            <p:cNvSpPr/>
            <p:nvPr/>
          </p:nvSpPr>
          <p:spPr>
            <a:xfrm>
              <a:off x="9068736" y="4232255"/>
              <a:ext cx="125654" cy="153675"/>
            </a:xfrm>
            <a:custGeom>
              <a:avLst/>
              <a:gdLst/>
              <a:ahLst/>
              <a:cxnLst/>
              <a:rect l="l" t="t" r="r" b="b"/>
              <a:pathLst>
                <a:path w="713" h="872" extrusionOk="0">
                  <a:moveTo>
                    <a:pt x="420" y="0"/>
                  </a:moveTo>
                  <a:cubicBezTo>
                    <a:pt x="301" y="0"/>
                    <a:pt x="176" y="31"/>
                    <a:pt x="71" y="101"/>
                  </a:cubicBezTo>
                  <a:cubicBezTo>
                    <a:pt x="85" y="171"/>
                    <a:pt x="113" y="241"/>
                    <a:pt x="154" y="310"/>
                  </a:cubicBezTo>
                  <a:cubicBezTo>
                    <a:pt x="210" y="255"/>
                    <a:pt x="294" y="227"/>
                    <a:pt x="364" y="227"/>
                  </a:cubicBezTo>
                  <a:cubicBezTo>
                    <a:pt x="405" y="241"/>
                    <a:pt x="405" y="283"/>
                    <a:pt x="378" y="310"/>
                  </a:cubicBezTo>
                  <a:cubicBezTo>
                    <a:pt x="336" y="338"/>
                    <a:pt x="294" y="352"/>
                    <a:pt x="238" y="352"/>
                  </a:cubicBezTo>
                  <a:cubicBezTo>
                    <a:pt x="238" y="394"/>
                    <a:pt x="238" y="450"/>
                    <a:pt x="238" y="492"/>
                  </a:cubicBezTo>
                  <a:cubicBezTo>
                    <a:pt x="364" y="492"/>
                    <a:pt x="433" y="520"/>
                    <a:pt x="447" y="575"/>
                  </a:cubicBezTo>
                  <a:cubicBezTo>
                    <a:pt x="447" y="633"/>
                    <a:pt x="414" y="664"/>
                    <a:pt x="357" y="664"/>
                  </a:cubicBezTo>
                  <a:cubicBezTo>
                    <a:pt x="331" y="664"/>
                    <a:pt x="301" y="658"/>
                    <a:pt x="266" y="645"/>
                  </a:cubicBezTo>
                  <a:cubicBezTo>
                    <a:pt x="210" y="617"/>
                    <a:pt x="168" y="575"/>
                    <a:pt x="140" y="520"/>
                  </a:cubicBezTo>
                  <a:cubicBezTo>
                    <a:pt x="85" y="548"/>
                    <a:pt x="43" y="603"/>
                    <a:pt x="1" y="659"/>
                  </a:cubicBezTo>
                  <a:cubicBezTo>
                    <a:pt x="85" y="771"/>
                    <a:pt x="196" y="841"/>
                    <a:pt x="336" y="868"/>
                  </a:cubicBezTo>
                  <a:cubicBezTo>
                    <a:pt x="350" y="871"/>
                    <a:pt x="365" y="872"/>
                    <a:pt x="380" y="872"/>
                  </a:cubicBezTo>
                  <a:cubicBezTo>
                    <a:pt x="452" y="872"/>
                    <a:pt x="529" y="845"/>
                    <a:pt x="587" y="799"/>
                  </a:cubicBezTo>
                  <a:cubicBezTo>
                    <a:pt x="684" y="729"/>
                    <a:pt x="712" y="603"/>
                    <a:pt x="670" y="492"/>
                  </a:cubicBezTo>
                  <a:cubicBezTo>
                    <a:pt x="643" y="450"/>
                    <a:pt x="601" y="422"/>
                    <a:pt x="559" y="394"/>
                  </a:cubicBezTo>
                  <a:cubicBezTo>
                    <a:pt x="615" y="352"/>
                    <a:pt x="657" y="310"/>
                    <a:pt x="684" y="241"/>
                  </a:cubicBezTo>
                  <a:cubicBezTo>
                    <a:pt x="698" y="115"/>
                    <a:pt x="629" y="31"/>
                    <a:pt x="489" y="4"/>
                  </a:cubicBezTo>
                  <a:cubicBezTo>
                    <a:pt x="467" y="1"/>
                    <a:pt x="444" y="0"/>
                    <a:pt x="420"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4"/>
            <p:cNvSpPr/>
            <p:nvPr/>
          </p:nvSpPr>
          <p:spPr>
            <a:xfrm>
              <a:off x="7240991" y="4539267"/>
              <a:ext cx="275628" cy="412560"/>
            </a:xfrm>
            <a:custGeom>
              <a:avLst/>
              <a:gdLst/>
              <a:ahLst/>
              <a:cxnLst/>
              <a:rect l="l" t="t" r="r" b="b"/>
              <a:pathLst>
                <a:path w="1564" h="2341" extrusionOk="0">
                  <a:moveTo>
                    <a:pt x="1089" y="0"/>
                  </a:moveTo>
                  <a:cubicBezTo>
                    <a:pt x="1005" y="28"/>
                    <a:pt x="935" y="84"/>
                    <a:pt x="866" y="126"/>
                  </a:cubicBezTo>
                  <a:cubicBezTo>
                    <a:pt x="740" y="209"/>
                    <a:pt x="642" y="293"/>
                    <a:pt x="545" y="405"/>
                  </a:cubicBezTo>
                  <a:cubicBezTo>
                    <a:pt x="405" y="558"/>
                    <a:pt x="294" y="725"/>
                    <a:pt x="196" y="907"/>
                  </a:cubicBezTo>
                  <a:cubicBezTo>
                    <a:pt x="140" y="1032"/>
                    <a:pt x="84" y="1158"/>
                    <a:pt x="57" y="1297"/>
                  </a:cubicBezTo>
                  <a:cubicBezTo>
                    <a:pt x="1" y="1520"/>
                    <a:pt x="15" y="1744"/>
                    <a:pt x="98" y="1967"/>
                  </a:cubicBezTo>
                  <a:cubicBezTo>
                    <a:pt x="126" y="2037"/>
                    <a:pt x="168" y="2106"/>
                    <a:pt x="224" y="2162"/>
                  </a:cubicBezTo>
                  <a:cubicBezTo>
                    <a:pt x="266" y="2204"/>
                    <a:pt x="308" y="2232"/>
                    <a:pt x="363" y="2260"/>
                  </a:cubicBezTo>
                  <a:cubicBezTo>
                    <a:pt x="477" y="2311"/>
                    <a:pt x="599" y="2340"/>
                    <a:pt x="722" y="2340"/>
                  </a:cubicBezTo>
                  <a:cubicBezTo>
                    <a:pt x="765" y="2340"/>
                    <a:pt x="808" y="2337"/>
                    <a:pt x="852" y="2329"/>
                  </a:cubicBezTo>
                  <a:cubicBezTo>
                    <a:pt x="1005" y="2288"/>
                    <a:pt x="1145" y="2218"/>
                    <a:pt x="1256" y="2134"/>
                  </a:cubicBezTo>
                  <a:cubicBezTo>
                    <a:pt x="1382" y="2050"/>
                    <a:pt x="1479" y="1967"/>
                    <a:pt x="1563" y="1869"/>
                  </a:cubicBezTo>
                  <a:lnTo>
                    <a:pt x="1256" y="1395"/>
                  </a:lnTo>
                  <a:cubicBezTo>
                    <a:pt x="1242" y="1437"/>
                    <a:pt x="1228" y="1479"/>
                    <a:pt x="1200" y="1506"/>
                  </a:cubicBezTo>
                  <a:cubicBezTo>
                    <a:pt x="1131" y="1618"/>
                    <a:pt x="1019" y="1716"/>
                    <a:pt x="880" y="1758"/>
                  </a:cubicBezTo>
                  <a:lnTo>
                    <a:pt x="796" y="1758"/>
                  </a:lnTo>
                  <a:cubicBezTo>
                    <a:pt x="670" y="1716"/>
                    <a:pt x="615" y="1576"/>
                    <a:pt x="642" y="1367"/>
                  </a:cubicBezTo>
                  <a:cubicBezTo>
                    <a:pt x="684" y="1227"/>
                    <a:pt x="740" y="1116"/>
                    <a:pt x="838" y="1018"/>
                  </a:cubicBezTo>
                  <a:cubicBezTo>
                    <a:pt x="921" y="921"/>
                    <a:pt x="1047" y="851"/>
                    <a:pt x="1172" y="823"/>
                  </a:cubicBezTo>
                  <a:lnTo>
                    <a:pt x="1089" y="0"/>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4"/>
            <p:cNvSpPr/>
            <p:nvPr/>
          </p:nvSpPr>
          <p:spPr>
            <a:xfrm>
              <a:off x="7481901" y="4418724"/>
              <a:ext cx="273160" cy="506492"/>
            </a:xfrm>
            <a:custGeom>
              <a:avLst/>
              <a:gdLst/>
              <a:ahLst/>
              <a:cxnLst/>
              <a:rect l="l" t="t" r="r" b="b"/>
              <a:pathLst>
                <a:path w="1550" h="2874" extrusionOk="0">
                  <a:moveTo>
                    <a:pt x="1270" y="1"/>
                  </a:moveTo>
                  <a:cubicBezTo>
                    <a:pt x="1117" y="112"/>
                    <a:pt x="949" y="224"/>
                    <a:pt x="782" y="307"/>
                  </a:cubicBezTo>
                  <a:cubicBezTo>
                    <a:pt x="852" y="698"/>
                    <a:pt x="893" y="1005"/>
                    <a:pt x="921" y="1228"/>
                  </a:cubicBezTo>
                  <a:lnTo>
                    <a:pt x="796" y="1326"/>
                  </a:lnTo>
                  <a:lnTo>
                    <a:pt x="684" y="1409"/>
                  </a:lnTo>
                  <a:cubicBezTo>
                    <a:pt x="614" y="963"/>
                    <a:pt x="559" y="517"/>
                    <a:pt x="517" y="56"/>
                  </a:cubicBezTo>
                  <a:cubicBezTo>
                    <a:pt x="349" y="168"/>
                    <a:pt x="182" y="266"/>
                    <a:pt x="1" y="349"/>
                  </a:cubicBezTo>
                  <a:cubicBezTo>
                    <a:pt x="140" y="1144"/>
                    <a:pt x="266" y="1981"/>
                    <a:pt x="377" y="2874"/>
                  </a:cubicBezTo>
                  <a:lnTo>
                    <a:pt x="601" y="2734"/>
                  </a:lnTo>
                  <a:lnTo>
                    <a:pt x="838" y="2553"/>
                  </a:lnTo>
                  <a:cubicBezTo>
                    <a:pt x="782" y="2218"/>
                    <a:pt x="754" y="2023"/>
                    <a:pt x="754" y="1967"/>
                  </a:cubicBezTo>
                  <a:lnTo>
                    <a:pt x="991" y="1800"/>
                  </a:lnTo>
                  <a:cubicBezTo>
                    <a:pt x="1061" y="2302"/>
                    <a:pt x="1117" y="2637"/>
                    <a:pt x="1158" y="2832"/>
                  </a:cubicBezTo>
                  <a:cubicBezTo>
                    <a:pt x="1214" y="2776"/>
                    <a:pt x="1270" y="2721"/>
                    <a:pt x="1326" y="2665"/>
                  </a:cubicBezTo>
                  <a:cubicBezTo>
                    <a:pt x="1368" y="2623"/>
                    <a:pt x="1437" y="2567"/>
                    <a:pt x="1521" y="2497"/>
                  </a:cubicBezTo>
                  <a:lnTo>
                    <a:pt x="1549" y="2469"/>
                  </a:lnTo>
                  <a:cubicBezTo>
                    <a:pt x="1465" y="1981"/>
                    <a:pt x="1368" y="1158"/>
                    <a:pt x="1270"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4"/>
            <p:cNvSpPr/>
            <p:nvPr/>
          </p:nvSpPr>
          <p:spPr>
            <a:xfrm>
              <a:off x="7816214" y="4733300"/>
              <a:ext cx="162486" cy="192446"/>
            </a:xfrm>
            <a:custGeom>
              <a:avLst/>
              <a:gdLst/>
              <a:ahLst/>
              <a:cxnLst/>
              <a:rect l="l" t="t" r="r" b="b"/>
              <a:pathLst>
                <a:path w="922" h="1092" extrusionOk="0">
                  <a:moveTo>
                    <a:pt x="461" y="1"/>
                  </a:moveTo>
                  <a:cubicBezTo>
                    <a:pt x="280" y="29"/>
                    <a:pt x="126" y="113"/>
                    <a:pt x="1" y="238"/>
                  </a:cubicBezTo>
                  <a:cubicBezTo>
                    <a:pt x="29" y="322"/>
                    <a:pt x="84" y="405"/>
                    <a:pt x="154" y="461"/>
                  </a:cubicBezTo>
                  <a:cubicBezTo>
                    <a:pt x="252" y="364"/>
                    <a:pt x="322" y="308"/>
                    <a:pt x="377" y="308"/>
                  </a:cubicBezTo>
                  <a:cubicBezTo>
                    <a:pt x="433" y="308"/>
                    <a:pt x="447" y="364"/>
                    <a:pt x="419" y="405"/>
                  </a:cubicBezTo>
                  <a:cubicBezTo>
                    <a:pt x="377" y="447"/>
                    <a:pt x="336" y="489"/>
                    <a:pt x="280" y="503"/>
                  </a:cubicBezTo>
                  <a:cubicBezTo>
                    <a:pt x="280" y="559"/>
                    <a:pt x="294" y="615"/>
                    <a:pt x="322" y="657"/>
                  </a:cubicBezTo>
                  <a:cubicBezTo>
                    <a:pt x="366" y="648"/>
                    <a:pt x="406" y="643"/>
                    <a:pt x="441" y="643"/>
                  </a:cubicBezTo>
                  <a:cubicBezTo>
                    <a:pt x="516" y="643"/>
                    <a:pt x="568" y="665"/>
                    <a:pt x="587" y="712"/>
                  </a:cubicBezTo>
                  <a:cubicBezTo>
                    <a:pt x="598" y="802"/>
                    <a:pt x="555" y="846"/>
                    <a:pt x="467" y="846"/>
                  </a:cubicBezTo>
                  <a:cubicBezTo>
                    <a:pt x="444" y="846"/>
                    <a:pt x="419" y="843"/>
                    <a:pt x="391" y="838"/>
                  </a:cubicBezTo>
                  <a:cubicBezTo>
                    <a:pt x="308" y="824"/>
                    <a:pt x="238" y="782"/>
                    <a:pt x="196" y="726"/>
                  </a:cubicBezTo>
                  <a:cubicBezTo>
                    <a:pt x="140" y="782"/>
                    <a:pt x="98" y="866"/>
                    <a:pt x="70" y="936"/>
                  </a:cubicBezTo>
                  <a:cubicBezTo>
                    <a:pt x="183" y="1036"/>
                    <a:pt x="330" y="1091"/>
                    <a:pt x="480" y="1091"/>
                  </a:cubicBezTo>
                  <a:cubicBezTo>
                    <a:pt x="497" y="1091"/>
                    <a:pt x="514" y="1090"/>
                    <a:pt x="531" y="1089"/>
                  </a:cubicBezTo>
                  <a:cubicBezTo>
                    <a:pt x="642" y="1075"/>
                    <a:pt x="754" y="1019"/>
                    <a:pt x="824" y="936"/>
                  </a:cubicBezTo>
                  <a:cubicBezTo>
                    <a:pt x="921" y="824"/>
                    <a:pt x="921" y="657"/>
                    <a:pt x="824" y="545"/>
                  </a:cubicBezTo>
                  <a:cubicBezTo>
                    <a:pt x="768" y="503"/>
                    <a:pt x="712" y="475"/>
                    <a:pt x="642" y="447"/>
                  </a:cubicBezTo>
                  <a:cubicBezTo>
                    <a:pt x="712" y="392"/>
                    <a:pt x="754" y="322"/>
                    <a:pt x="754" y="238"/>
                  </a:cubicBezTo>
                  <a:cubicBezTo>
                    <a:pt x="740" y="71"/>
                    <a:pt x="642" y="1"/>
                    <a:pt x="461"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4"/>
            <p:cNvSpPr/>
            <p:nvPr/>
          </p:nvSpPr>
          <p:spPr>
            <a:xfrm rot="4499866">
              <a:off x="8682776" y="2213099"/>
              <a:ext cx="293389" cy="185942"/>
            </a:xfrm>
            <a:custGeom>
              <a:avLst/>
              <a:gdLst/>
              <a:ahLst/>
              <a:cxnLst/>
              <a:rect l="l" t="t" r="r" b="b"/>
              <a:pathLst>
                <a:path w="2665" h="1689" extrusionOk="0">
                  <a:moveTo>
                    <a:pt x="1" y="1"/>
                  </a:moveTo>
                  <a:lnTo>
                    <a:pt x="112" y="98"/>
                  </a:lnTo>
                  <a:cubicBezTo>
                    <a:pt x="182" y="140"/>
                    <a:pt x="280" y="224"/>
                    <a:pt x="391" y="308"/>
                  </a:cubicBezTo>
                  <a:cubicBezTo>
                    <a:pt x="628" y="489"/>
                    <a:pt x="963" y="712"/>
                    <a:pt x="1284" y="921"/>
                  </a:cubicBezTo>
                  <a:cubicBezTo>
                    <a:pt x="1619" y="1131"/>
                    <a:pt x="1954" y="1326"/>
                    <a:pt x="2219" y="1465"/>
                  </a:cubicBezTo>
                  <a:cubicBezTo>
                    <a:pt x="2344" y="1549"/>
                    <a:pt x="2456" y="1591"/>
                    <a:pt x="2539" y="1633"/>
                  </a:cubicBezTo>
                  <a:lnTo>
                    <a:pt x="2665" y="1689"/>
                  </a:lnTo>
                  <a:lnTo>
                    <a:pt x="2665" y="1689"/>
                  </a:lnTo>
                  <a:lnTo>
                    <a:pt x="2553" y="1605"/>
                  </a:lnTo>
                  <a:cubicBezTo>
                    <a:pt x="2484" y="1563"/>
                    <a:pt x="2400" y="1479"/>
                    <a:pt x="2274" y="1382"/>
                  </a:cubicBezTo>
                  <a:cubicBezTo>
                    <a:pt x="2037" y="1214"/>
                    <a:pt x="1716" y="991"/>
                    <a:pt x="1382" y="782"/>
                  </a:cubicBezTo>
                  <a:cubicBezTo>
                    <a:pt x="1047" y="559"/>
                    <a:pt x="712" y="364"/>
                    <a:pt x="447" y="224"/>
                  </a:cubicBezTo>
                  <a:cubicBezTo>
                    <a:pt x="322" y="154"/>
                    <a:pt x="210" y="98"/>
                    <a:pt x="126" y="57"/>
                  </a:cubicBezTo>
                  <a:cubicBezTo>
                    <a:pt x="57" y="29"/>
                    <a:pt x="1" y="1"/>
                    <a:pt x="1"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4"/>
            <p:cNvSpPr/>
            <p:nvPr/>
          </p:nvSpPr>
          <p:spPr>
            <a:xfrm rot="4499866">
              <a:off x="8398527" y="3192920"/>
              <a:ext cx="202785" cy="162823"/>
            </a:xfrm>
            <a:custGeom>
              <a:avLst/>
              <a:gdLst/>
              <a:ahLst/>
              <a:cxnLst/>
              <a:rect l="l" t="t" r="r" b="b"/>
              <a:pathLst>
                <a:path w="1842" h="1479" extrusionOk="0">
                  <a:moveTo>
                    <a:pt x="1" y="0"/>
                  </a:moveTo>
                  <a:lnTo>
                    <a:pt x="1" y="0"/>
                  </a:lnTo>
                  <a:cubicBezTo>
                    <a:pt x="1" y="0"/>
                    <a:pt x="98" y="112"/>
                    <a:pt x="266" y="265"/>
                  </a:cubicBezTo>
                  <a:cubicBezTo>
                    <a:pt x="419" y="419"/>
                    <a:pt x="642" y="628"/>
                    <a:pt x="866" y="809"/>
                  </a:cubicBezTo>
                  <a:cubicBezTo>
                    <a:pt x="1103" y="991"/>
                    <a:pt x="1340" y="1172"/>
                    <a:pt x="1521" y="1284"/>
                  </a:cubicBezTo>
                  <a:cubicBezTo>
                    <a:pt x="1716" y="1409"/>
                    <a:pt x="1842" y="1479"/>
                    <a:pt x="1842" y="1479"/>
                  </a:cubicBezTo>
                  <a:cubicBezTo>
                    <a:pt x="1842" y="1479"/>
                    <a:pt x="1744" y="1367"/>
                    <a:pt x="1591" y="1214"/>
                  </a:cubicBezTo>
                  <a:cubicBezTo>
                    <a:pt x="1437" y="1061"/>
                    <a:pt x="1214" y="851"/>
                    <a:pt x="977" y="670"/>
                  </a:cubicBezTo>
                  <a:cubicBezTo>
                    <a:pt x="754" y="489"/>
                    <a:pt x="517" y="307"/>
                    <a:pt x="322" y="182"/>
                  </a:cubicBezTo>
                  <a:cubicBezTo>
                    <a:pt x="140" y="70"/>
                    <a:pt x="1" y="0"/>
                    <a:pt x="1"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4"/>
            <p:cNvSpPr/>
            <p:nvPr/>
          </p:nvSpPr>
          <p:spPr>
            <a:xfrm rot="4499866">
              <a:off x="8333724" y="3176878"/>
              <a:ext cx="202896" cy="162933"/>
            </a:xfrm>
            <a:custGeom>
              <a:avLst/>
              <a:gdLst/>
              <a:ahLst/>
              <a:cxnLst/>
              <a:rect l="l" t="t" r="r" b="b"/>
              <a:pathLst>
                <a:path w="1843" h="1480" extrusionOk="0">
                  <a:moveTo>
                    <a:pt x="1" y="0"/>
                  </a:moveTo>
                  <a:cubicBezTo>
                    <a:pt x="1" y="1"/>
                    <a:pt x="98" y="112"/>
                    <a:pt x="266" y="265"/>
                  </a:cubicBezTo>
                  <a:cubicBezTo>
                    <a:pt x="419" y="419"/>
                    <a:pt x="642" y="628"/>
                    <a:pt x="866" y="809"/>
                  </a:cubicBezTo>
                  <a:cubicBezTo>
                    <a:pt x="1103" y="991"/>
                    <a:pt x="1340" y="1172"/>
                    <a:pt x="1521" y="1298"/>
                  </a:cubicBezTo>
                  <a:cubicBezTo>
                    <a:pt x="1633" y="1367"/>
                    <a:pt x="1730" y="1423"/>
                    <a:pt x="1842" y="1479"/>
                  </a:cubicBezTo>
                  <a:cubicBezTo>
                    <a:pt x="1842" y="1479"/>
                    <a:pt x="1744" y="1367"/>
                    <a:pt x="1591" y="1214"/>
                  </a:cubicBezTo>
                  <a:cubicBezTo>
                    <a:pt x="1424" y="1061"/>
                    <a:pt x="1200" y="865"/>
                    <a:pt x="977" y="670"/>
                  </a:cubicBezTo>
                  <a:cubicBezTo>
                    <a:pt x="754" y="489"/>
                    <a:pt x="503" y="307"/>
                    <a:pt x="322" y="196"/>
                  </a:cubicBezTo>
                  <a:cubicBezTo>
                    <a:pt x="140" y="70"/>
                    <a:pt x="1" y="1"/>
                    <a:pt x="1"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4"/>
            <p:cNvSpPr/>
            <p:nvPr/>
          </p:nvSpPr>
          <p:spPr>
            <a:xfrm rot="4499866">
              <a:off x="8166282" y="2445652"/>
              <a:ext cx="162933" cy="202785"/>
            </a:xfrm>
            <a:custGeom>
              <a:avLst/>
              <a:gdLst/>
              <a:ahLst/>
              <a:cxnLst/>
              <a:rect l="l" t="t" r="r" b="b"/>
              <a:pathLst>
                <a:path w="1480" h="1842" extrusionOk="0">
                  <a:moveTo>
                    <a:pt x="1479" y="0"/>
                  </a:moveTo>
                  <a:cubicBezTo>
                    <a:pt x="1396" y="84"/>
                    <a:pt x="1298" y="168"/>
                    <a:pt x="1214" y="251"/>
                  </a:cubicBezTo>
                  <a:cubicBezTo>
                    <a:pt x="1061" y="419"/>
                    <a:pt x="866" y="642"/>
                    <a:pt x="670" y="865"/>
                  </a:cubicBezTo>
                  <a:cubicBezTo>
                    <a:pt x="489" y="1102"/>
                    <a:pt x="308" y="1339"/>
                    <a:pt x="196" y="1521"/>
                  </a:cubicBezTo>
                  <a:cubicBezTo>
                    <a:pt x="71" y="1702"/>
                    <a:pt x="1" y="1841"/>
                    <a:pt x="1" y="1841"/>
                  </a:cubicBezTo>
                  <a:cubicBezTo>
                    <a:pt x="84" y="1758"/>
                    <a:pt x="182" y="1674"/>
                    <a:pt x="266" y="1590"/>
                  </a:cubicBezTo>
                  <a:cubicBezTo>
                    <a:pt x="419" y="1423"/>
                    <a:pt x="615" y="1200"/>
                    <a:pt x="810" y="977"/>
                  </a:cubicBezTo>
                  <a:cubicBezTo>
                    <a:pt x="991" y="740"/>
                    <a:pt x="1172" y="502"/>
                    <a:pt x="1298" y="321"/>
                  </a:cubicBezTo>
                  <a:cubicBezTo>
                    <a:pt x="1410" y="140"/>
                    <a:pt x="1479" y="0"/>
                    <a:pt x="1479"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4"/>
            <p:cNvSpPr/>
            <p:nvPr/>
          </p:nvSpPr>
          <p:spPr>
            <a:xfrm rot="4499866">
              <a:off x="8182336" y="2380943"/>
              <a:ext cx="162933" cy="202785"/>
            </a:xfrm>
            <a:custGeom>
              <a:avLst/>
              <a:gdLst/>
              <a:ahLst/>
              <a:cxnLst/>
              <a:rect l="l" t="t" r="r" b="b"/>
              <a:pathLst>
                <a:path w="1480" h="1842" extrusionOk="0">
                  <a:moveTo>
                    <a:pt x="1479" y="0"/>
                  </a:moveTo>
                  <a:cubicBezTo>
                    <a:pt x="1479" y="0"/>
                    <a:pt x="1368" y="98"/>
                    <a:pt x="1214" y="251"/>
                  </a:cubicBezTo>
                  <a:cubicBezTo>
                    <a:pt x="1061" y="419"/>
                    <a:pt x="852" y="628"/>
                    <a:pt x="670" y="865"/>
                  </a:cubicBezTo>
                  <a:cubicBezTo>
                    <a:pt x="489" y="1088"/>
                    <a:pt x="308" y="1339"/>
                    <a:pt x="182" y="1521"/>
                  </a:cubicBezTo>
                  <a:cubicBezTo>
                    <a:pt x="112" y="1618"/>
                    <a:pt x="57" y="1730"/>
                    <a:pt x="1" y="1842"/>
                  </a:cubicBezTo>
                  <a:cubicBezTo>
                    <a:pt x="1" y="1842"/>
                    <a:pt x="112" y="1744"/>
                    <a:pt x="266" y="1590"/>
                  </a:cubicBezTo>
                  <a:cubicBezTo>
                    <a:pt x="419" y="1423"/>
                    <a:pt x="628" y="1200"/>
                    <a:pt x="810" y="977"/>
                  </a:cubicBezTo>
                  <a:cubicBezTo>
                    <a:pt x="991" y="740"/>
                    <a:pt x="1158" y="502"/>
                    <a:pt x="1284" y="321"/>
                  </a:cubicBezTo>
                  <a:cubicBezTo>
                    <a:pt x="1409" y="126"/>
                    <a:pt x="1479" y="0"/>
                    <a:pt x="1479"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4"/>
            <p:cNvSpPr/>
            <p:nvPr/>
          </p:nvSpPr>
          <p:spPr>
            <a:xfrm rot="4499866">
              <a:off x="8281768" y="2903005"/>
              <a:ext cx="259702" cy="232069"/>
            </a:xfrm>
            <a:custGeom>
              <a:avLst/>
              <a:gdLst/>
              <a:ahLst/>
              <a:cxnLst/>
              <a:rect l="l" t="t" r="r" b="b"/>
              <a:pathLst>
                <a:path w="2359" h="2108" extrusionOk="0">
                  <a:moveTo>
                    <a:pt x="2358" y="1"/>
                  </a:moveTo>
                  <a:lnTo>
                    <a:pt x="2246" y="85"/>
                  </a:lnTo>
                  <a:cubicBezTo>
                    <a:pt x="2177" y="126"/>
                    <a:pt x="2065" y="196"/>
                    <a:pt x="1954" y="294"/>
                  </a:cubicBezTo>
                  <a:cubicBezTo>
                    <a:pt x="1716" y="475"/>
                    <a:pt x="1410" y="726"/>
                    <a:pt x="1117" y="991"/>
                  </a:cubicBezTo>
                  <a:cubicBezTo>
                    <a:pt x="824" y="1256"/>
                    <a:pt x="545" y="1521"/>
                    <a:pt x="335" y="1731"/>
                  </a:cubicBezTo>
                  <a:cubicBezTo>
                    <a:pt x="238" y="1842"/>
                    <a:pt x="154" y="1940"/>
                    <a:pt x="98" y="1996"/>
                  </a:cubicBezTo>
                  <a:lnTo>
                    <a:pt x="1" y="2107"/>
                  </a:lnTo>
                  <a:lnTo>
                    <a:pt x="1" y="2107"/>
                  </a:lnTo>
                  <a:lnTo>
                    <a:pt x="126" y="2023"/>
                  </a:lnTo>
                  <a:cubicBezTo>
                    <a:pt x="182" y="1968"/>
                    <a:pt x="294" y="1898"/>
                    <a:pt x="405" y="1814"/>
                  </a:cubicBezTo>
                  <a:cubicBezTo>
                    <a:pt x="642" y="1633"/>
                    <a:pt x="949" y="1382"/>
                    <a:pt x="1242" y="1117"/>
                  </a:cubicBezTo>
                  <a:cubicBezTo>
                    <a:pt x="1535" y="852"/>
                    <a:pt x="1814" y="587"/>
                    <a:pt x="2023" y="364"/>
                  </a:cubicBezTo>
                  <a:cubicBezTo>
                    <a:pt x="2121" y="266"/>
                    <a:pt x="2205" y="168"/>
                    <a:pt x="2260" y="99"/>
                  </a:cubicBezTo>
                  <a:cubicBezTo>
                    <a:pt x="2330" y="43"/>
                    <a:pt x="2358" y="1"/>
                    <a:pt x="2358"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4"/>
            <p:cNvSpPr/>
            <p:nvPr/>
          </p:nvSpPr>
          <p:spPr>
            <a:xfrm rot="4499866">
              <a:off x="8215612" y="2653055"/>
              <a:ext cx="258051" cy="232069"/>
            </a:xfrm>
            <a:custGeom>
              <a:avLst/>
              <a:gdLst/>
              <a:ahLst/>
              <a:cxnLst/>
              <a:rect l="l" t="t" r="r" b="b"/>
              <a:pathLst>
                <a:path w="2344" h="2108" extrusionOk="0">
                  <a:moveTo>
                    <a:pt x="0" y="1"/>
                  </a:moveTo>
                  <a:cubicBezTo>
                    <a:pt x="0" y="1"/>
                    <a:pt x="28" y="43"/>
                    <a:pt x="98" y="113"/>
                  </a:cubicBezTo>
                  <a:cubicBezTo>
                    <a:pt x="154" y="168"/>
                    <a:pt x="237" y="266"/>
                    <a:pt x="335" y="364"/>
                  </a:cubicBezTo>
                  <a:cubicBezTo>
                    <a:pt x="544" y="587"/>
                    <a:pt x="823" y="852"/>
                    <a:pt x="1116" y="1117"/>
                  </a:cubicBezTo>
                  <a:cubicBezTo>
                    <a:pt x="1409" y="1382"/>
                    <a:pt x="1716" y="1633"/>
                    <a:pt x="1953" y="1814"/>
                  </a:cubicBezTo>
                  <a:cubicBezTo>
                    <a:pt x="2065" y="1898"/>
                    <a:pt x="2162" y="1968"/>
                    <a:pt x="2232" y="2023"/>
                  </a:cubicBezTo>
                  <a:lnTo>
                    <a:pt x="2344" y="2107"/>
                  </a:lnTo>
                  <a:cubicBezTo>
                    <a:pt x="2344" y="2107"/>
                    <a:pt x="2316" y="2065"/>
                    <a:pt x="2260" y="1996"/>
                  </a:cubicBezTo>
                  <a:cubicBezTo>
                    <a:pt x="2204" y="1940"/>
                    <a:pt x="2121" y="1842"/>
                    <a:pt x="2023" y="1745"/>
                  </a:cubicBezTo>
                  <a:cubicBezTo>
                    <a:pt x="1814" y="1521"/>
                    <a:pt x="1521" y="1256"/>
                    <a:pt x="1228" y="991"/>
                  </a:cubicBezTo>
                  <a:cubicBezTo>
                    <a:pt x="935" y="726"/>
                    <a:pt x="642" y="461"/>
                    <a:pt x="405" y="294"/>
                  </a:cubicBezTo>
                  <a:cubicBezTo>
                    <a:pt x="293" y="196"/>
                    <a:pt x="182" y="126"/>
                    <a:pt x="112" y="85"/>
                  </a:cubicBezTo>
                  <a:lnTo>
                    <a:pt x="0" y="1"/>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4"/>
            <p:cNvSpPr/>
            <p:nvPr/>
          </p:nvSpPr>
          <p:spPr>
            <a:xfrm rot="4499866">
              <a:off x="8778743" y="2482934"/>
              <a:ext cx="259592" cy="230418"/>
            </a:xfrm>
            <a:custGeom>
              <a:avLst/>
              <a:gdLst/>
              <a:ahLst/>
              <a:cxnLst/>
              <a:rect l="l" t="t" r="r" b="b"/>
              <a:pathLst>
                <a:path w="2358" h="2093" extrusionOk="0">
                  <a:moveTo>
                    <a:pt x="2357" y="1"/>
                  </a:moveTo>
                  <a:lnTo>
                    <a:pt x="2246" y="70"/>
                  </a:lnTo>
                  <a:cubicBezTo>
                    <a:pt x="2176" y="126"/>
                    <a:pt x="2064" y="196"/>
                    <a:pt x="1953" y="294"/>
                  </a:cubicBezTo>
                  <a:cubicBezTo>
                    <a:pt x="1716" y="475"/>
                    <a:pt x="1409" y="726"/>
                    <a:pt x="1116" y="991"/>
                  </a:cubicBezTo>
                  <a:cubicBezTo>
                    <a:pt x="823" y="1242"/>
                    <a:pt x="544" y="1521"/>
                    <a:pt x="335" y="1730"/>
                  </a:cubicBezTo>
                  <a:cubicBezTo>
                    <a:pt x="237" y="1842"/>
                    <a:pt x="153" y="1926"/>
                    <a:pt x="98" y="1995"/>
                  </a:cubicBezTo>
                  <a:cubicBezTo>
                    <a:pt x="42" y="2065"/>
                    <a:pt x="0" y="2093"/>
                    <a:pt x="0" y="2093"/>
                  </a:cubicBezTo>
                  <a:lnTo>
                    <a:pt x="112" y="2023"/>
                  </a:lnTo>
                  <a:cubicBezTo>
                    <a:pt x="181" y="1967"/>
                    <a:pt x="293" y="1898"/>
                    <a:pt x="405" y="1814"/>
                  </a:cubicBezTo>
                  <a:cubicBezTo>
                    <a:pt x="642" y="1619"/>
                    <a:pt x="949" y="1368"/>
                    <a:pt x="1241" y="1117"/>
                  </a:cubicBezTo>
                  <a:cubicBezTo>
                    <a:pt x="1534" y="851"/>
                    <a:pt x="1813" y="573"/>
                    <a:pt x="2023" y="363"/>
                  </a:cubicBezTo>
                  <a:cubicBezTo>
                    <a:pt x="2120" y="252"/>
                    <a:pt x="2204" y="168"/>
                    <a:pt x="2260" y="98"/>
                  </a:cubicBezTo>
                  <a:cubicBezTo>
                    <a:pt x="2315" y="42"/>
                    <a:pt x="2357" y="1"/>
                    <a:pt x="2357"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4"/>
            <p:cNvSpPr/>
            <p:nvPr/>
          </p:nvSpPr>
          <p:spPr>
            <a:xfrm rot="4499866">
              <a:off x="8849603" y="2744687"/>
              <a:ext cx="258161" cy="230418"/>
            </a:xfrm>
            <a:custGeom>
              <a:avLst/>
              <a:gdLst/>
              <a:ahLst/>
              <a:cxnLst/>
              <a:rect l="l" t="t" r="r" b="b"/>
              <a:pathLst>
                <a:path w="2345" h="2093" extrusionOk="0">
                  <a:moveTo>
                    <a:pt x="1" y="1"/>
                  </a:moveTo>
                  <a:cubicBezTo>
                    <a:pt x="1" y="1"/>
                    <a:pt x="29" y="42"/>
                    <a:pt x="85" y="98"/>
                  </a:cubicBezTo>
                  <a:cubicBezTo>
                    <a:pt x="154" y="168"/>
                    <a:pt x="224" y="252"/>
                    <a:pt x="336" y="363"/>
                  </a:cubicBezTo>
                  <a:cubicBezTo>
                    <a:pt x="545" y="573"/>
                    <a:pt x="824" y="838"/>
                    <a:pt x="1117" y="1117"/>
                  </a:cubicBezTo>
                  <a:cubicBezTo>
                    <a:pt x="1410" y="1382"/>
                    <a:pt x="1717" y="1633"/>
                    <a:pt x="1954" y="1814"/>
                  </a:cubicBezTo>
                  <a:cubicBezTo>
                    <a:pt x="2065" y="1898"/>
                    <a:pt x="2163" y="1967"/>
                    <a:pt x="2233" y="2023"/>
                  </a:cubicBezTo>
                  <a:lnTo>
                    <a:pt x="2344" y="2093"/>
                  </a:lnTo>
                  <a:cubicBezTo>
                    <a:pt x="2344" y="2093"/>
                    <a:pt x="2316" y="2065"/>
                    <a:pt x="2261" y="1995"/>
                  </a:cubicBezTo>
                  <a:cubicBezTo>
                    <a:pt x="2191" y="1939"/>
                    <a:pt x="2121" y="1842"/>
                    <a:pt x="2010" y="1730"/>
                  </a:cubicBezTo>
                  <a:cubicBezTo>
                    <a:pt x="1800" y="1521"/>
                    <a:pt x="1521" y="1256"/>
                    <a:pt x="1228" y="991"/>
                  </a:cubicBezTo>
                  <a:cubicBezTo>
                    <a:pt x="935" y="726"/>
                    <a:pt x="629" y="461"/>
                    <a:pt x="405" y="294"/>
                  </a:cubicBezTo>
                  <a:cubicBezTo>
                    <a:pt x="280" y="196"/>
                    <a:pt x="182" y="126"/>
                    <a:pt x="112" y="70"/>
                  </a:cubicBezTo>
                  <a:lnTo>
                    <a:pt x="1" y="1"/>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4"/>
            <p:cNvSpPr/>
            <p:nvPr/>
          </p:nvSpPr>
          <p:spPr>
            <a:xfrm rot="4499866">
              <a:off x="8712090" y="2892376"/>
              <a:ext cx="21578" cy="345572"/>
            </a:xfrm>
            <a:custGeom>
              <a:avLst/>
              <a:gdLst/>
              <a:ahLst/>
              <a:cxnLst/>
              <a:rect l="l" t="t" r="r" b="b"/>
              <a:pathLst>
                <a:path w="196" h="3139" extrusionOk="0">
                  <a:moveTo>
                    <a:pt x="70" y="0"/>
                  </a:moveTo>
                  <a:cubicBezTo>
                    <a:pt x="70" y="0"/>
                    <a:pt x="56" y="56"/>
                    <a:pt x="56" y="140"/>
                  </a:cubicBezTo>
                  <a:cubicBezTo>
                    <a:pt x="56" y="224"/>
                    <a:pt x="28" y="335"/>
                    <a:pt x="28" y="489"/>
                  </a:cubicBezTo>
                  <a:cubicBezTo>
                    <a:pt x="14" y="782"/>
                    <a:pt x="1" y="1186"/>
                    <a:pt x="14" y="1577"/>
                  </a:cubicBezTo>
                  <a:cubicBezTo>
                    <a:pt x="28" y="1967"/>
                    <a:pt x="42" y="2358"/>
                    <a:pt x="70" y="2651"/>
                  </a:cubicBezTo>
                  <a:cubicBezTo>
                    <a:pt x="84" y="2790"/>
                    <a:pt x="98" y="2916"/>
                    <a:pt x="112" y="2999"/>
                  </a:cubicBezTo>
                  <a:cubicBezTo>
                    <a:pt x="140" y="3083"/>
                    <a:pt x="140" y="3139"/>
                    <a:pt x="140" y="3139"/>
                  </a:cubicBezTo>
                  <a:cubicBezTo>
                    <a:pt x="140" y="3139"/>
                    <a:pt x="140" y="3083"/>
                    <a:pt x="154" y="2999"/>
                  </a:cubicBezTo>
                  <a:cubicBezTo>
                    <a:pt x="154" y="2916"/>
                    <a:pt x="182" y="2790"/>
                    <a:pt x="182" y="2637"/>
                  </a:cubicBezTo>
                  <a:cubicBezTo>
                    <a:pt x="196" y="2344"/>
                    <a:pt x="196" y="1953"/>
                    <a:pt x="196" y="1563"/>
                  </a:cubicBezTo>
                  <a:cubicBezTo>
                    <a:pt x="182" y="1172"/>
                    <a:pt x="154" y="782"/>
                    <a:pt x="126" y="475"/>
                  </a:cubicBezTo>
                  <a:cubicBezTo>
                    <a:pt x="112" y="335"/>
                    <a:pt x="112" y="224"/>
                    <a:pt x="98" y="126"/>
                  </a:cubicBezTo>
                  <a:cubicBezTo>
                    <a:pt x="70" y="42"/>
                    <a:pt x="70" y="0"/>
                    <a:pt x="70"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4"/>
            <p:cNvSpPr/>
            <p:nvPr/>
          </p:nvSpPr>
          <p:spPr>
            <a:xfrm rot="4499866">
              <a:off x="8591924" y="2372938"/>
              <a:ext cx="21578" cy="345572"/>
            </a:xfrm>
            <a:custGeom>
              <a:avLst/>
              <a:gdLst/>
              <a:ahLst/>
              <a:cxnLst/>
              <a:rect l="l" t="t" r="r" b="b"/>
              <a:pathLst>
                <a:path w="196" h="3139" extrusionOk="0">
                  <a:moveTo>
                    <a:pt x="70" y="0"/>
                  </a:moveTo>
                  <a:cubicBezTo>
                    <a:pt x="70" y="0"/>
                    <a:pt x="70" y="56"/>
                    <a:pt x="56" y="140"/>
                  </a:cubicBezTo>
                  <a:cubicBezTo>
                    <a:pt x="56" y="223"/>
                    <a:pt x="28" y="335"/>
                    <a:pt x="28" y="488"/>
                  </a:cubicBezTo>
                  <a:cubicBezTo>
                    <a:pt x="14" y="781"/>
                    <a:pt x="0" y="1172"/>
                    <a:pt x="14" y="1576"/>
                  </a:cubicBezTo>
                  <a:cubicBezTo>
                    <a:pt x="28" y="1967"/>
                    <a:pt x="42" y="2357"/>
                    <a:pt x="70" y="2650"/>
                  </a:cubicBezTo>
                  <a:cubicBezTo>
                    <a:pt x="84" y="2790"/>
                    <a:pt x="98" y="2915"/>
                    <a:pt x="112" y="2999"/>
                  </a:cubicBezTo>
                  <a:cubicBezTo>
                    <a:pt x="126" y="3083"/>
                    <a:pt x="140" y="3139"/>
                    <a:pt x="140" y="3139"/>
                  </a:cubicBezTo>
                  <a:lnTo>
                    <a:pt x="154" y="2999"/>
                  </a:lnTo>
                  <a:cubicBezTo>
                    <a:pt x="154" y="2915"/>
                    <a:pt x="182" y="2804"/>
                    <a:pt x="182" y="2650"/>
                  </a:cubicBezTo>
                  <a:cubicBezTo>
                    <a:pt x="196" y="2357"/>
                    <a:pt x="196" y="1967"/>
                    <a:pt x="196" y="1562"/>
                  </a:cubicBezTo>
                  <a:cubicBezTo>
                    <a:pt x="182" y="1172"/>
                    <a:pt x="154" y="781"/>
                    <a:pt x="126" y="488"/>
                  </a:cubicBezTo>
                  <a:cubicBezTo>
                    <a:pt x="112" y="349"/>
                    <a:pt x="112" y="223"/>
                    <a:pt x="98" y="140"/>
                  </a:cubicBezTo>
                  <a:cubicBezTo>
                    <a:pt x="70" y="56"/>
                    <a:pt x="70" y="0"/>
                    <a:pt x="70"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4"/>
            <p:cNvSpPr/>
            <p:nvPr/>
          </p:nvSpPr>
          <p:spPr>
            <a:xfrm rot="4499866">
              <a:off x="8466205" y="2617658"/>
              <a:ext cx="397865" cy="387076"/>
            </a:xfrm>
            <a:custGeom>
              <a:avLst/>
              <a:gdLst/>
              <a:ahLst/>
              <a:cxnLst/>
              <a:rect l="l" t="t" r="r" b="b"/>
              <a:pathLst>
                <a:path w="3614" h="3516" extrusionOk="0">
                  <a:moveTo>
                    <a:pt x="1298" y="3460"/>
                  </a:moveTo>
                  <a:cubicBezTo>
                    <a:pt x="1354" y="3474"/>
                    <a:pt x="1423" y="3488"/>
                    <a:pt x="1493" y="3502"/>
                  </a:cubicBezTo>
                  <a:cubicBezTo>
                    <a:pt x="1423" y="3488"/>
                    <a:pt x="1368" y="3474"/>
                    <a:pt x="1298" y="3460"/>
                  </a:cubicBezTo>
                  <a:close/>
                  <a:moveTo>
                    <a:pt x="1493" y="3502"/>
                  </a:moveTo>
                  <a:lnTo>
                    <a:pt x="1493" y="3502"/>
                  </a:lnTo>
                  <a:cubicBezTo>
                    <a:pt x="1535" y="3502"/>
                    <a:pt x="1577" y="3516"/>
                    <a:pt x="1633" y="3516"/>
                  </a:cubicBezTo>
                  <a:cubicBezTo>
                    <a:pt x="1591" y="3516"/>
                    <a:pt x="1535" y="3502"/>
                    <a:pt x="1493" y="3502"/>
                  </a:cubicBezTo>
                  <a:close/>
                  <a:moveTo>
                    <a:pt x="1758" y="1"/>
                  </a:moveTo>
                  <a:cubicBezTo>
                    <a:pt x="1577" y="1"/>
                    <a:pt x="1409" y="28"/>
                    <a:pt x="1228" y="84"/>
                  </a:cubicBezTo>
                  <a:cubicBezTo>
                    <a:pt x="1075" y="140"/>
                    <a:pt x="907" y="210"/>
                    <a:pt x="768" y="307"/>
                  </a:cubicBezTo>
                  <a:cubicBezTo>
                    <a:pt x="628" y="405"/>
                    <a:pt x="503" y="531"/>
                    <a:pt x="391" y="656"/>
                  </a:cubicBezTo>
                  <a:cubicBezTo>
                    <a:pt x="280" y="782"/>
                    <a:pt x="196" y="935"/>
                    <a:pt x="140" y="1089"/>
                  </a:cubicBezTo>
                  <a:cubicBezTo>
                    <a:pt x="70" y="1228"/>
                    <a:pt x="28" y="1395"/>
                    <a:pt x="14" y="1549"/>
                  </a:cubicBezTo>
                  <a:cubicBezTo>
                    <a:pt x="1" y="1619"/>
                    <a:pt x="1" y="1702"/>
                    <a:pt x="1" y="1772"/>
                  </a:cubicBezTo>
                  <a:cubicBezTo>
                    <a:pt x="1" y="1856"/>
                    <a:pt x="1" y="1925"/>
                    <a:pt x="14" y="2009"/>
                  </a:cubicBezTo>
                  <a:cubicBezTo>
                    <a:pt x="56" y="2274"/>
                    <a:pt x="154" y="2539"/>
                    <a:pt x="321" y="2762"/>
                  </a:cubicBezTo>
                  <a:cubicBezTo>
                    <a:pt x="447" y="2958"/>
                    <a:pt x="614" y="3125"/>
                    <a:pt x="810" y="3251"/>
                  </a:cubicBezTo>
                  <a:cubicBezTo>
                    <a:pt x="963" y="3334"/>
                    <a:pt x="1130" y="3418"/>
                    <a:pt x="1298" y="3460"/>
                  </a:cubicBezTo>
                  <a:cubicBezTo>
                    <a:pt x="1130" y="3404"/>
                    <a:pt x="963" y="3334"/>
                    <a:pt x="824" y="3237"/>
                  </a:cubicBezTo>
                  <a:cubicBezTo>
                    <a:pt x="628" y="3111"/>
                    <a:pt x="461" y="2944"/>
                    <a:pt x="349" y="2748"/>
                  </a:cubicBezTo>
                  <a:cubicBezTo>
                    <a:pt x="196" y="2525"/>
                    <a:pt x="112" y="2260"/>
                    <a:pt x="84" y="1995"/>
                  </a:cubicBezTo>
                  <a:lnTo>
                    <a:pt x="84" y="1786"/>
                  </a:lnTo>
                  <a:cubicBezTo>
                    <a:pt x="98" y="1716"/>
                    <a:pt x="98" y="1633"/>
                    <a:pt x="112" y="1563"/>
                  </a:cubicBezTo>
                  <a:cubicBezTo>
                    <a:pt x="140" y="1409"/>
                    <a:pt x="182" y="1270"/>
                    <a:pt x="252" y="1144"/>
                  </a:cubicBezTo>
                  <a:cubicBezTo>
                    <a:pt x="377" y="851"/>
                    <a:pt x="586" y="614"/>
                    <a:pt x="851" y="447"/>
                  </a:cubicBezTo>
                  <a:cubicBezTo>
                    <a:pt x="1100" y="277"/>
                    <a:pt x="1397" y="181"/>
                    <a:pt x="1697" y="181"/>
                  </a:cubicBezTo>
                  <a:cubicBezTo>
                    <a:pt x="1718" y="181"/>
                    <a:pt x="1738" y="181"/>
                    <a:pt x="1758" y="182"/>
                  </a:cubicBezTo>
                  <a:cubicBezTo>
                    <a:pt x="1911" y="182"/>
                    <a:pt x="2079" y="196"/>
                    <a:pt x="2232" y="238"/>
                  </a:cubicBezTo>
                  <a:cubicBezTo>
                    <a:pt x="2386" y="293"/>
                    <a:pt x="2525" y="349"/>
                    <a:pt x="2665" y="447"/>
                  </a:cubicBezTo>
                  <a:cubicBezTo>
                    <a:pt x="2916" y="614"/>
                    <a:pt x="3139" y="851"/>
                    <a:pt x="3265" y="1144"/>
                  </a:cubicBezTo>
                  <a:cubicBezTo>
                    <a:pt x="3390" y="1409"/>
                    <a:pt x="3446" y="1702"/>
                    <a:pt x="3418" y="1995"/>
                  </a:cubicBezTo>
                  <a:cubicBezTo>
                    <a:pt x="3390" y="2260"/>
                    <a:pt x="3306" y="2525"/>
                    <a:pt x="3167" y="2748"/>
                  </a:cubicBezTo>
                  <a:cubicBezTo>
                    <a:pt x="3041" y="2944"/>
                    <a:pt x="2888" y="3111"/>
                    <a:pt x="2693" y="3237"/>
                  </a:cubicBezTo>
                  <a:cubicBezTo>
                    <a:pt x="2553" y="3334"/>
                    <a:pt x="2386" y="3404"/>
                    <a:pt x="2218" y="3460"/>
                  </a:cubicBezTo>
                  <a:cubicBezTo>
                    <a:pt x="2149" y="3474"/>
                    <a:pt x="2093" y="3488"/>
                    <a:pt x="2023" y="3502"/>
                  </a:cubicBezTo>
                  <a:cubicBezTo>
                    <a:pt x="1967" y="3502"/>
                    <a:pt x="1925" y="3516"/>
                    <a:pt x="1884" y="3516"/>
                  </a:cubicBezTo>
                  <a:cubicBezTo>
                    <a:pt x="1939" y="3516"/>
                    <a:pt x="1981" y="3502"/>
                    <a:pt x="2037" y="3502"/>
                  </a:cubicBezTo>
                  <a:cubicBezTo>
                    <a:pt x="2093" y="3488"/>
                    <a:pt x="2163" y="3474"/>
                    <a:pt x="2232" y="3460"/>
                  </a:cubicBezTo>
                  <a:cubicBezTo>
                    <a:pt x="2400" y="3404"/>
                    <a:pt x="2567" y="3334"/>
                    <a:pt x="2707" y="3237"/>
                  </a:cubicBezTo>
                  <a:cubicBezTo>
                    <a:pt x="2902" y="3111"/>
                    <a:pt x="3069" y="2958"/>
                    <a:pt x="3209" y="2762"/>
                  </a:cubicBezTo>
                  <a:cubicBezTo>
                    <a:pt x="3543" y="2274"/>
                    <a:pt x="3613" y="1633"/>
                    <a:pt x="3376" y="1089"/>
                  </a:cubicBezTo>
                  <a:cubicBezTo>
                    <a:pt x="3251" y="768"/>
                    <a:pt x="3027" y="503"/>
                    <a:pt x="2748" y="307"/>
                  </a:cubicBezTo>
                  <a:cubicBezTo>
                    <a:pt x="2609" y="210"/>
                    <a:pt x="2442" y="140"/>
                    <a:pt x="2274" y="84"/>
                  </a:cubicBezTo>
                  <a:cubicBezTo>
                    <a:pt x="2107" y="28"/>
                    <a:pt x="1939" y="1"/>
                    <a:pt x="1758"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4"/>
            <p:cNvSpPr/>
            <p:nvPr/>
          </p:nvSpPr>
          <p:spPr>
            <a:xfrm rot="4499866">
              <a:off x="8315175" y="3393191"/>
              <a:ext cx="138273" cy="135851"/>
            </a:xfrm>
            <a:custGeom>
              <a:avLst/>
              <a:gdLst/>
              <a:ahLst/>
              <a:cxnLst/>
              <a:rect l="l" t="t" r="r" b="b"/>
              <a:pathLst>
                <a:path w="1256" h="1234" extrusionOk="0">
                  <a:moveTo>
                    <a:pt x="949" y="84"/>
                  </a:moveTo>
                  <a:lnTo>
                    <a:pt x="949" y="84"/>
                  </a:lnTo>
                  <a:cubicBezTo>
                    <a:pt x="977" y="98"/>
                    <a:pt x="1005" y="126"/>
                    <a:pt x="1033" y="154"/>
                  </a:cubicBezTo>
                  <a:lnTo>
                    <a:pt x="1075" y="182"/>
                  </a:lnTo>
                  <a:lnTo>
                    <a:pt x="1047" y="154"/>
                  </a:lnTo>
                  <a:cubicBezTo>
                    <a:pt x="1019" y="126"/>
                    <a:pt x="977" y="98"/>
                    <a:pt x="949" y="84"/>
                  </a:cubicBezTo>
                  <a:close/>
                  <a:moveTo>
                    <a:pt x="1075" y="182"/>
                  </a:moveTo>
                  <a:lnTo>
                    <a:pt x="1103" y="210"/>
                  </a:lnTo>
                  <a:lnTo>
                    <a:pt x="1103" y="210"/>
                  </a:lnTo>
                  <a:lnTo>
                    <a:pt x="1075" y="182"/>
                  </a:lnTo>
                  <a:close/>
                  <a:moveTo>
                    <a:pt x="1103" y="210"/>
                  </a:moveTo>
                  <a:lnTo>
                    <a:pt x="1103" y="210"/>
                  </a:lnTo>
                  <a:cubicBezTo>
                    <a:pt x="1108" y="216"/>
                    <a:pt x="1114" y="221"/>
                    <a:pt x="1118" y="227"/>
                  </a:cubicBezTo>
                  <a:lnTo>
                    <a:pt x="1118" y="227"/>
                  </a:lnTo>
                  <a:cubicBezTo>
                    <a:pt x="1118" y="226"/>
                    <a:pt x="1117" y="225"/>
                    <a:pt x="1117" y="224"/>
                  </a:cubicBezTo>
                  <a:lnTo>
                    <a:pt x="1103" y="210"/>
                  </a:lnTo>
                  <a:close/>
                  <a:moveTo>
                    <a:pt x="1118" y="227"/>
                  </a:moveTo>
                  <a:lnTo>
                    <a:pt x="1118" y="227"/>
                  </a:lnTo>
                  <a:cubicBezTo>
                    <a:pt x="1133" y="254"/>
                    <a:pt x="1159" y="281"/>
                    <a:pt x="1172" y="321"/>
                  </a:cubicBezTo>
                  <a:cubicBezTo>
                    <a:pt x="1180" y="329"/>
                    <a:pt x="1187" y="340"/>
                    <a:pt x="1195" y="354"/>
                  </a:cubicBezTo>
                  <a:lnTo>
                    <a:pt x="1195" y="354"/>
                  </a:lnTo>
                  <a:cubicBezTo>
                    <a:pt x="1186" y="334"/>
                    <a:pt x="1172" y="317"/>
                    <a:pt x="1172" y="307"/>
                  </a:cubicBezTo>
                  <a:cubicBezTo>
                    <a:pt x="1150" y="274"/>
                    <a:pt x="1137" y="250"/>
                    <a:pt x="1118" y="227"/>
                  </a:cubicBezTo>
                  <a:close/>
                  <a:moveTo>
                    <a:pt x="1195" y="354"/>
                  </a:moveTo>
                  <a:cubicBezTo>
                    <a:pt x="1198" y="361"/>
                    <a:pt x="1200" y="369"/>
                    <a:pt x="1200" y="377"/>
                  </a:cubicBezTo>
                  <a:cubicBezTo>
                    <a:pt x="1207" y="391"/>
                    <a:pt x="1214" y="405"/>
                    <a:pt x="1221" y="420"/>
                  </a:cubicBezTo>
                  <a:lnTo>
                    <a:pt x="1221" y="420"/>
                  </a:lnTo>
                  <a:cubicBezTo>
                    <a:pt x="1217" y="410"/>
                    <a:pt x="1214" y="400"/>
                    <a:pt x="1214" y="391"/>
                  </a:cubicBezTo>
                  <a:cubicBezTo>
                    <a:pt x="1208" y="378"/>
                    <a:pt x="1201" y="365"/>
                    <a:pt x="1195" y="354"/>
                  </a:cubicBezTo>
                  <a:close/>
                  <a:moveTo>
                    <a:pt x="545" y="1"/>
                  </a:moveTo>
                  <a:cubicBezTo>
                    <a:pt x="447" y="15"/>
                    <a:pt x="363" y="56"/>
                    <a:pt x="280" y="98"/>
                  </a:cubicBezTo>
                  <a:cubicBezTo>
                    <a:pt x="182" y="168"/>
                    <a:pt x="112" y="252"/>
                    <a:pt x="70" y="363"/>
                  </a:cubicBezTo>
                  <a:cubicBezTo>
                    <a:pt x="15" y="475"/>
                    <a:pt x="1" y="600"/>
                    <a:pt x="15" y="712"/>
                  </a:cubicBezTo>
                  <a:cubicBezTo>
                    <a:pt x="29" y="782"/>
                    <a:pt x="42" y="838"/>
                    <a:pt x="84" y="893"/>
                  </a:cubicBezTo>
                  <a:cubicBezTo>
                    <a:pt x="112" y="963"/>
                    <a:pt x="154" y="1005"/>
                    <a:pt x="196" y="1061"/>
                  </a:cubicBezTo>
                  <a:cubicBezTo>
                    <a:pt x="294" y="1144"/>
                    <a:pt x="405" y="1200"/>
                    <a:pt x="545" y="1228"/>
                  </a:cubicBezTo>
                  <a:cubicBezTo>
                    <a:pt x="571" y="1231"/>
                    <a:pt x="598" y="1233"/>
                    <a:pt x="626" y="1233"/>
                  </a:cubicBezTo>
                  <a:cubicBezTo>
                    <a:pt x="715" y="1233"/>
                    <a:pt x="808" y="1215"/>
                    <a:pt x="893" y="1172"/>
                  </a:cubicBezTo>
                  <a:cubicBezTo>
                    <a:pt x="949" y="1158"/>
                    <a:pt x="1005" y="1117"/>
                    <a:pt x="1047" y="1089"/>
                  </a:cubicBezTo>
                  <a:lnTo>
                    <a:pt x="1103" y="1033"/>
                  </a:lnTo>
                  <a:cubicBezTo>
                    <a:pt x="1117" y="1019"/>
                    <a:pt x="1130" y="991"/>
                    <a:pt x="1144" y="963"/>
                  </a:cubicBezTo>
                  <a:cubicBezTo>
                    <a:pt x="1200" y="893"/>
                    <a:pt x="1242" y="796"/>
                    <a:pt x="1256" y="698"/>
                  </a:cubicBezTo>
                  <a:cubicBezTo>
                    <a:pt x="1256" y="656"/>
                    <a:pt x="1256" y="614"/>
                    <a:pt x="1256" y="573"/>
                  </a:cubicBezTo>
                  <a:cubicBezTo>
                    <a:pt x="1242" y="531"/>
                    <a:pt x="1242" y="503"/>
                    <a:pt x="1242" y="461"/>
                  </a:cubicBezTo>
                  <a:cubicBezTo>
                    <a:pt x="1235" y="447"/>
                    <a:pt x="1228" y="433"/>
                    <a:pt x="1221" y="420"/>
                  </a:cubicBezTo>
                  <a:lnTo>
                    <a:pt x="1221" y="420"/>
                  </a:lnTo>
                  <a:cubicBezTo>
                    <a:pt x="1230" y="439"/>
                    <a:pt x="1242" y="461"/>
                    <a:pt x="1242" y="489"/>
                  </a:cubicBezTo>
                  <a:cubicBezTo>
                    <a:pt x="1242" y="517"/>
                    <a:pt x="1242" y="559"/>
                    <a:pt x="1242" y="586"/>
                  </a:cubicBezTo>
                  <a:cubicBezTo>
                    <a:pt x="1228" y="628"/>
                    <a:pt x="1228" y="670"/>
                    <a:pt x="1214" y="712"/>
                  </a:cubicBezTo>
                  <a:cubicBezTo>
                    <a:pt x="1200" y="796"/>
                    <a:pt x="1144" y="865"/>
                    <a:pt x="1089" y="935"/>
                  </a:cubicBezTo>
                  <a:cubicBezTo>
                    <a:pt x="1075" y="949"/>
                    <a:pt x="1061" y="963"/>
                    <a:pt x="1047" y="977"/>
                  </a:cubicBezTo>
                  <a:lnTo>
                    <a:pt x="977" y="1019"/>
                  </a:lnTo>
                  <a:cubicBezTo>
                    <a:pt x="949" y="1047"/>
                    <a:pt x="907" y="1061"/>
                    <a:pt x="851" y="1075"/>
                  </a:cubicBezTo>
                  <a:cubicBezTo>
                    <a:pt x="810" y="1089"/>
                    <a:pt x="764" y="1096"/>
                    <a:pt x="717" y="1096"/>
                  </a:cubicBezTo>
                  <a:cubicBezTo>
                    <a:pt x="670" y="1096"/>
                    <a:pt x="621" y="1089"/>
                    <a:pt x="573" y="1075"/>
                  </a:cubicBezTo>
                  <a:cubicBezTo>
                    <a:pt x="475" y="1047"/>
                    <a:pt x="391" y="1005"/>
                    <a:pt x="321" y="935"/>
                  </a:cubicBezTo>
                  <a:cubicBezTo>
                    <a:pt x="294" y="907"/>
                    <a:pt x="266" y="865"/>
                    <a:pt x="238" y="824"/>
                  </a:cubicBezTo>
                  <a:cubicBezTo>
                    <a:pt x="210" y="782"/>
                    <a:pt x="196" y="740"/>
                    <a:pt x="182" y="698"/>
                  </a:cubicBezTo>
                  <a:cubicBezTo>
                    <a:pt x="168" y="600"/>
                    <a:pt x="168" y="503"/>
                    <a:pt x="182" y="405"/>
                  </a:cubicBezTo>
                  <a:cubicBezTo>
                    <a:pt x="210" y="321"/>
                    <a:pt x="266" y="238"/>
                    <a:pt x="335" y="168"/>
                  </a:cubicBezTo>
                  <a:cubicBezTo>
                    <a:pt x="391" y="112"/>
                    <a:pt x="475" y="70"/>
                    <a:pt x="559" y="42"/>
                  </a:cubicBezTo>
                  <a:cubicBezTo>
                    <a:pt x="600" y="42"/>
                    <a:pt x="628" y="29"/>
                    <a:pt x="670" y="29"/>
                  </a:cubicBezTo>
                  <a:lnTo>
                    <a:pt x="782" y="29"/>
                  </a:lnTo>
                  <a:lnTo>
                    <a:pt x="879" y="56"/>
                  </a:lnTo>
                  <a:cubicBezTo>
                    <a:pt x="893" y="56"/>
                    <a:pt x="921" y="70"/>
                    <a:pt x="949" y="84"/>
                  </a:cubicBezTo>
                  <a:lnTo>
                    <a:pt x="949" y="84"/>
                  </a:lnTo>
                  <a:cubicBezTo>
                    <a:pt x="921" y="70"/>
                    <a:pt x="893" y="56"/>
                    <a:pt x="865" y="42"/>
                  </a:cubicBezTo>
                  <a:lnTo>
                    <a:pt x="782" y="15"/>
                  </a:lnTo>
                  <a:cubicBezTo>
                    <a:pt x="740" y="15"/>
                    <a:pt x="712" y="1"/>
                    <a:pt x="670"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4"/>
            <p:cNvSpPr/>
            <p:nvPr/>
          </p:nvSpPr>
          <p:spPr>
            <a:xfrm rot="4499866">
              <a:off x="7994835" y="2367185"/>
              <a:ext cx="136732" cy="135851"/>
            </a:xfrm>
            <a:custGeom>
              <a:avLst/>
              <a:gdLst/>
              <a:ahLst/>
              <a:cxnLst/>
              <a:rect l="l" t="t" r="r" b="b"/>
              <a:pathLst>
                <a:path w="1242" h="1234" extrusionOk="0">
                  <a:moveTo>
                    <a:pt x="42" y="391"/>
                  </a:moveTo>
                  <a:lnTo>
                    <a:pt x="42" y="391"/>
                  </a:lnTo>
                  <a:cubicBezTo>
                    <a:pt x="28" y="419"/>
                    <a:pt x="14" y="446"/>
                    <a:pt x="14" y="460"/>
                  </a:cubicBezTo>
                  <a:cubicBezTo>
                    <a:pt x="14" y="482"/>
                    <a:pt x="11" y="504"/>
                    <a:pt x="7" y="524"/>
                  </a:cubicBezTo>
                  <a:lnTo>
                    <a:pt x="7" y="524"/>
                  </a:lnTo>
                  <a:cubicBezTo>
                    <a:pt x="12" y="504"/>
                    <a:pt x="20" y="484"/>
                    <a:pt x="28" y="460"/>
                  </a:cubicBezTo>
                  <a:cubicBezTo>
                    <a:pt x="28" y="433"/>
                    <a:pt x="42" y="405"/>
                    <a:pt x="42" y="391"/>
                  </a:cubicBezTo>
                  <a:close/>
                  <a:moveTo>
                    <a:pt x="7" y="524"/>
                  </a:moveTo>
                  <a:lnTo>
                    <a:pt x="7" y="524"/>
                  </a:lnTo>
                  <a:cubicBezTo>
                    <a:pt x="3" y="539"/>
                    <a:pt x="1" y="554"/>
                    <a:pt x="1" y="572"/>
                  </a:cubicBezTo>
                  <a:cubicBezTo>
                    <a:pt x="1" y="559"/>
                    <a:pt x="4" y="542"/>
                    <a:pt x="7" y="524"/>
                  </a:cubicBezTo>
                  <a:close/>
                  <a:moveTo>
                    <a:pt x="1" y="614"/>
                  </a:moveTo>
                  <a:lnTo>
                    <a:pt x="1" y="656"/>
                  </a:lnTo>
                  <a:cubicBezTo>
                    <a:pt x="1" y="698"/>
                    <a:pt x="14" y="739"/>
                    <a:pt x="28" y="767"/>
                  </a:cubicBezTo>
                  <a:cubicBezTo>
                    <a:pt x="14" y="725"/>
                    <a:pt x="14" y="684"/>
                    <a:pt x="14" y="656"/>
                  </a:cubicBezTo>
                  <a:lnTo>
                    <a:pt x="1" y="614"/>
                  </a:lnTo>
                  <a:close/>
                  <a:moveTo>
                    <a:pt x="28" y="768"/>
                  </a:moveTo>
                  <a:cubicBezTo>
                    <a:pt x="29" y="796"/>
                    <a:pt x="42" y="823"/>
                    <a:pt x="42" y="851"/>
                  </a:cubicBezTo>
                  <a:lnTo>
                    <a:pt x="98" y="935"/>
                  </a:lnTo>
                  <a:lnTo>
                    <a:pt x="56" y="851"/>
                  </a:lnTo>
                  <a:cubicBezTo>
                    <a:pt x="43" y="823"/>
                    <a:pt x="29" y="796"/>
                    <a:pt x="28" y="768"/>
                  </a:cubicBezTo>
                  <a:close/>
                  <a:moveTo>
                    <a:pt x="586" y="0"/>
                  </a:moveTo>
                  <a:cubicBezTo>
                    <a:pt x="558" y="0"/>
                    <a:pt x="531" y="0"/>
                    <a:pt x="503" y="14"/>
                  </a:cubicBezTo>
                  <a:cubicBezTo>
                    <a:pt x="405" y="28"/>
                    <a:pt x="321" y="70"/>
                    <a:pt x="238" y="126"/>
                  </a:cubicBezTo>
                  <a:lnTo>
                    <a:pt x="154" y="209"/>
                  </a:lnTo>
                  <a:cubicBezTo>
                    <a:pt x="126" y="237"/>
                    <a:pt x="112" y="265"/>
                    <a:pt x="84" y="293"/>
                  </a:cubicBezTo>
                  <a:lnTo>
                    <a:pt x="42" y="391"/>
                  </a:lnTo>
                  <a:lnTo>
                    <a:pt x="98" y="307"/>
                  </a:lnTo>
                  <a:cubicBezTo>
                    <a:pt x="112" y="279"/>
                    <a:pt x="140" y="251"/>
                    <a:pt x="168" y="223"/>
                  </a:cubicBezTo>
                  <a:cubicBezTo>
                    <a:pt x="196" y="195"/>
                    <a:pt x="238" y="168"/>
                    <a:pt x="266" y="154"/>
                  </a:cubicBezTo>
                  <a:cubicBezTo>
                    <a:pt x="335" y="112"/>
                    <a:pt x="419" y="84"/>
                    <a:pt x="517" y="84"/>
                  </a:cubicBezTo>
                  <a:lnTo>
                    <a:pt x="572" y="84"/>
                  </a:lnTo>
                  <a:lnTo>
                    <a:pt x="656" y="98"/>
                  </a:lnTo>
                  <a:cubicBezTo>
                    <a:pt x="698" y="112"/>
                    <a:pt x="740" y="126"/>
                    <a:pt x="782" y="140"/>
                  </a:cubicBezTo>
                  <a:cubicBezTo>
                    <a:pt x="865" y="195"/>
                    <a:pt x="935" y="265"/>
                    <a:pt x="991" y="349"/>
                  </a:cubicBezTo>
                  <a:cubicBezTo>
                    <a:pt x="1033" y="419"/>
                    <a:pt x="1061" y="516"/>
                    <a:pt x="1061" y="614"/>
                  </a:cubicBezTo>
                  <a:cubicBezTo>
                    <a:pt x="1061" y="712"/>
                    <a:pt x="1033" y="809"/>
                    <a:pt x="991" y="893"/>
                  </a:cubicBezTo>
                  <a:cubicBezTo>
                    <a:pt x="935" y="977"/>
                    <a:pt x="865" y="1046"/>
                    <a:pt x="782" y="1088"/>
                  </a:cubicBezTo>
                  <a:cubicBezTo>
                    <a:pt x="713" y="1123"/>
                    <a:pt x="634" y="1148"/>
                    <a:pt x="562" y="1148"/>
                  </a:cubicBezTo>
                  <a:cubicBezTo>
                    <a:pt x="547" y="1148"/>
                    <a:pt x="531" y="1146"/>
                    <a:pt x="517" y="1144"/>
                  </a:cubicBezTo>
                  <a:cubicBezTo>
                    <a:pt x="419" y="1144"/>
                    <a:pt x="335" y="1130"/>
                    <a:pt x="266" y="1088"/>
                  </a:cubicBezTo>
                  <a:cubicBezTo>
                    <a:pt x="238" y="1060"/>
                    <a:pt x="196" y="1032"/>
                    <a:pt x="168" y="1018"/>
                  </a:cubicBezTo>
                  <a:cubicBezTo>
                    <a:pt x="140" y="977"/>
                    <a:pt x="112" y="963"/>
                    <a:pt x="98" y="935"/>
                  </a:cubicBezTo>
                  <a:lnTo>
                    <a:pt x="98" y="935"/>
                  </a:lnTo>
                  <a:cubicBezTo>
                    <a:pt x="112" y="963"/>
                    <a:pt x="140" y="990"/>
                    <a:pt x="154" y="1018"/>
                  </a:cubicBezTo>
                  <a:lnTo>
                    <a:pt x="252" y="1116"/>
                  </a:lnTo>
                  <a:cubicBezTo>
                    <a:pt x="321" y="1172"/>
                    <a:pt x="419" y="1200"/>
                    <a:pt x="517" y="1228"/>
                  </a:cubicBezTo>
                  <a:cubicBezTo>
                    <a:pt x="547" y="1231"/>
                    <a:pt x="576" y="1233"/>
                    <a:pt x="606" y="1233"/>
                  </a:cubicBezTo>
                  <a:cubicBezTo>
                    <a:pt x="687" y="1233"/>
                    <a:pt x="766" y="1220"/>
                    <a:pt x="837" y="1200"/>
                  </a:cubicBezTo>
                  <a:cubicBezTo>
                    <a:pt x="949" y="1158"/>
                    <a:pt x="1061" y="1074"/>
                    <a:pt x="1130" y="977"/>
                  </a:cubicBezTo>
                  <a:cubicBezTo>
                    <a:pt x="1200" y="879"/>
                    <a:pt x="1242" y="753"/>
                    <a:pt x="1242" y="628"/>
                  </a:cubicBezTo>
                  <a:cubicBezTo>
                    <a:pt x="1242" y="558"/>
                    <a:pt x="1228" y="488"/>
                    <a:pt x="1214" y="433"/>
                  </a:cubicBezTo>
                  <a:cubicBezTo>
                    <a:pt x="1200" y="363"/>
                    <a:pt x="1172" y="307"/>
                    <a:pt x="1130" y="251"/>
                  </a:cubicBezTo>
                  <a:cubicBezTo>
                    <a:pt x="1061" y="154"/>
                    <a:pt x="949" y="70"/>
                    <a:pt x="837" y="28"/>
                  </a:cubicBezTo>
                  <a:cubicBezTo>
                    <a:pt x="782" y="14"/>
                    <a:pt x="726" y="0"/>
                    <a:pt x="670"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15"/>
        <p:cNvGrpSpPr/>
        <p:nvPr/>
      </p:nvGrpSpPr>
      <p:grpSpPr>
        <a:xfrm>
          <a:off x="0" y="0"/>
          <a:ext cx="0" cy="0"/>
          <a:chOff x="0" y="0"/>
          <a:chExt cx="0" cy="0"/>
        </a:xfrm>
      </p:grpSpPr>
      <p:sp>
        <p:nvSpPr>
          <p:cNvPr id="516" name="Google Shape;516;p7"/>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517" name="Google Shape;517;p7"/>
          <p:cNvSpPr txBox="1">
            <a:spLocks noGrp="1"/>
          </p:cNvSpPr>
          <p:nvPr>
            <p:ph type="body" idx="1"/>
          </p:nvPr>
        </p:nvSpPr>
        <p:spPr>
          <a:xfrm>
            <a:off x="1299863" y="1152475"/>
            <a:ext cx="3322200" cy="3416400"/>
          </a:xfrm>
          <a:prstGeom prst="rect">
            <a:avLst/>
          </a:prstGeom>
        </p:spPr>
        <p:txBody>
          <a:bodyPr spcFirstLastPara="1" wrap="square" lIns="91425" tIns="91425" rIns="91425" bIns="91425" anchor="ctr" anchorCtr="0">
            <a:noAutofit/>
          </a:bodyPr>
          <a:lstStyle>
            <a:lvl1pPr marL="457200" lvl="0" indent="-292100" rtl="0">
              <a:lnSpc>
                <a:spcPct val="100000"/>
              </a:lnSpc>
              <a:spcBef>
                <a:spcPts val="0"/>
              </a:spcBef>
              <a:spcAft>
                <a:spcPts val="0"/>
              </a:spcAft>
              <a:buSzPts val="1000"/>
              <a:buFont typeface="Anaheim"/>
              <a:buChar char="●"/>
              <a:defRPr sz="1400"/>
            </a:lvl1pPr>
            <a:lvl2pPr marL="914400" lvl="1" indent="-317500" rtl="0">
              <a:lnSpc>
                <a:spcPct val="115000"/>
              </a:lnSpc>
              <a:spcBef>
                <a:spcPts val="0"/>
              </a:spcBef>
              <a:spcAft>
                <a:spcPts val="0"/>
              </a:spcAft>
              <a:buSzPts val="1400"/>
              <a:buFont typeface="Anaheim"/>
              <a:buChar char="○"/>
              <a:defRPr/>
            </a:lvl2pPr>
            <a:lvl3pPr marL="1371600" lvl="2" indent="-317500" rtl="0">
              <a:lnSpc>
                <a:spcPct val="115000"/>
              </a:lnSpc>
              <a:spcBef>
                <a:spcPts val="0"/>
              </a:spcBef>
              <a:spcAft>
                <a:spcPts val="0"/>
              </a:spcAft>
              <a:buSzPts val="1400"/>
              <a:buFont typeface="Anaheim"/>
              <a:buChar char="■"/>
              <a:defRPr/>
            </a:lvl3pPr>
            <a:lvl4pPr marL="1828800" lvl="3" indent="-317500" rtl="0">
              <a:lnSpc>
                <a:spcPct val="115000"/>
              </a:lnSpc>
              <a:spcBef>
                <a:spcPts val="0"/>
              </a:spcBef>
              <a:spcAft>
                <a:spcPts val="0"/>
              </a:spcAft>
              <a:buSzPts val="1400"/>
              <a:buFont typeface="Anaheim"/>
              <a:buChar char="●"/>
              <a:defRPr/>
            </a:lvl4pPr>
            <a:lvl5pPr marL="2286000" lvl="4" indent="-317500" rtl="0">
              <a:lnSpc>
                <a:spcPct val="115000"/>
              </a:lnSpc>
              <a:spcBef>
                <a:spcPts val="0"/>
              </a:spcBef>
              <a:spcAft>
                <a:spcPts val="0"/>
              </a:spcAft>
              <a:buSzPts val="1400"/>
              <a:buFont typeface="Anaheim"/>
              <a:buChar char="○"/>
              <a:defRPr/>
            </a:lvl5pPr>
            <a:lvl6pPr marL="2743200" lvl="5" indent="-317500" rtl="0">
              <a:lnSpc>
                <a:spcPct val="115000"/>
              </a:lnSpc>
              <a:spcBef>
                <a:spcPts val="0"/>
              </a:spcBef>
              <a:spcAft>
                <a:spcPts val="0"/>
              </a:spcAft>
              <a:buSzPts val="1400"/>
              <a:buFont typeface="Anaheim"/>
              <a:buChar char="■"/>
              <a:defRPr/>
            </a:lvl6pPr>
            <a:lvl7pPr marL="3200400" lvl="6" indent="-317500" rtl="0">
              <a:lnSpc>
                <a:spcPct val="115000"/>
              </a:lnSpc>
              <a:spcBef>
                <a:spcPts val="0"/>
              </a:spcBef>
              <a:spcAft>
                <a:spcPts val="0"/>
              </a:spcAft>
              <a:buSzPts val="1400"/>
              <a:buFont typeface="Anaheim"/>
              <a:buChar char="●"/>
              <a:defRPr/>
            </a:lvl7pPr>
            <a:lvl8pPr marL="3657600" lvl="7" indent="-317500" rtl="0">
              <a:lnSpc>
                <a:spcPct val="115000"/>
              </a:lnSpc>
              <a:spcBef>
                <a:spcPts val="0"/>
              </a:spcBef>
              <a:spcAft>
                <a:spcPts val="0"/>
              </a:spcAft>
              <a:buSzPts val="1400"/>
              <a:buFont typeface="Anaheim"/>
              <a:buChar char="○"/>
              <a:defRPr/>
            </a:lvl8pPr>
            <a:lvl9pPr marL="4114800" lvl="8" indent="-317500" rtl="0">
              <a:lnSpc>
                <a:spcPct val="115000"/>
              </a:lnSpc>
              <a:spcBef>
                <a:spcPts val="0"/>
              </a:spcBef>
              <a:spcAft>
                <a:spcPts val="0"/>
              </a:spcAft>
              <a:buSzPts val="1400"/>
              <a:buFont typeface="Anaheim"/>
              <a:buChar char="■"/>
              <a:defRPr/>
            </a:lvl9pPr>
          </a:lstStyle>
          <a:p>
            <a:endParaRPr/>
          </a:p>
        </p:txBody>
      </p:sp>
      <p:grpSp>
        <p:nvGrpSpPr>
          <p:cNvPr id="518" name="Google Shape;518;p7"/>
          <p:cNvGrpSpPr/>
          <p:nvPr/>
        </p:nvGrpSpPr>
        <p:grpSpPr>
          <a:xfrm>
            <a:off x="8205593" y="4500880"/>
            <a:ext cx="780569" cy="534987"/>
            <a:chOff x="7234690" y="5339470"/>
            <a:chExt cx="378623" cy="259501"/>
          </a:xfrm>
        </p:grpSpPr>
        <p:sp>
          <p:nvSpPr>
            <p:cNvPr id="519" name="Google Shape;519;p7"/>
            <p:cNvSpPr/>
            <p:nvPr/>
          </p:nvSpPr>
          <p:spPr>
            <a:xfrm>
              <a:off x="7234690" y="5339470"/>
              <a:ext cx="139380" cy="259501"/>
            </a:xfrm>
            <a:custGeom>
              <a:avLst/>
              <a:gdLst/>
              <a:ahLst/>
              <a:cxnLst/>
              <a:rect l="l" t="t" r="r" b="b"/>
              <a:pathLst>
                <a:path w="1926" h="3586" extrusionOk="0">
                  <a:moveTo>
                    <a:pt x="963" y="1"/>
                  </a:moveTo>
                  <a:lnTo>
                    <a:pt x="963" y="1"/>
                  </a:lnTo>
                  <a:cubicBezTo>
                    <a:pt x="740" y="84"/>
                    <a:pt x="503" y="154"/>
                    <a:pt x="252" y="196"/>
                  </a:cubicBezTo>
                  <a:cubicBezTo>
                    <a:pt x="210" y="1214"/>
                    <a:pt x="112" y="2274"/>
                    <a:pt x="1" y="3404"/>
                  </a:cubicBezTo>
                  <a:lnTo>
                    <a:pt x="307" y="3293"/>
                  </a:lnTo>
                  <a:cubicBezTo>
                    <a:pt x="391" y="3251"/>
                    <a:pt x="517" y="3209"/>
                    <a:pt x="656" y="3153"/>
                  </a:cubicBezTo>
                  <a:cubicBezTo>
                    <a:pt x="684" y="2721"/>
                    <a:pt x="698" y="2484"/>
                    <a:pt x="712" y="2400"/>
                  </a:cubicBezTo>
                  <a:lnTo>
                    <a:pt x="1061" y="2274"/>
                  </a:lnTo>
                  <a:lnTo>
                    <a:pt x="1061" y="2274"/>
                  </a:lnTo>
                  <a:cubicBezTo>
                    <a:pt x="991" y="2888"/>
                    <a:pt x="963" y="3334"/>
                    <a:pt x="963" y="3586"/>
                  </a:cubicBezTo>
                  <a:cubicBezTo>
                    <a:pt x="1047" y="3530"/>
                    <a:pt x="1130" y="3474"/>
                    <a:pt x="1228" y="3418"/>
                  </a:cubicBezTo>
                  <a:cubicBezTo>
                    <a:pt x="1326" y="3362"/>
                    <a:pt x="1409" y="3321"/>
                    <a:pt x="1507" y="3279"/>
                  </a:cubicBezTo>
                  <a:lnTo>
                    <a:pt x="1563" y="3251"/>
                  </a:lnTo>
                  <a:cubicBezTo>
                    <a:pt x="1591" y="2623"/>
                    <a:pt x="1716" y="1591"/>
                    <a:pt x="1925" y="140"/>
                  </a:cubicBezTo>
                  <a:lnTo>
                    <a:pt x="1925" y="140"/>
                  </a:lnTo>
                  <a:cubicBezTo>
                    <a:pt x="1702" y="252"/>
                    <a:pt x="1451" y="322"/>
                    <a:pt x="1214" y="377"/>
                  </a:cubicBezTo>
                  <a:cubicBezTo>
                    <a:pt x="1186" y="880"/>
                    <a:pt x="1144" y="1270"/>
                    <a:pt x="1130" y="1535"/>
                  </a:cubicBezTo>
                  <a:cubicBezTo>
                    <a:pt x="1061" y="1577"/>
                    <a:pt x="991" y="1605"/>
                    <a:pt x="949" y="1619"/>
                  </a:cubicBezTo>
                  <a:cubicBezTo>
                    <a:pt x="949" y="1619"/>
                    <a:pt x="893" y="1647"/>
                    <a:pt x="796" y="1702"/>
                  </a:cubicBezTo>
                  <a:cubicBezTo>
                    <a:pt x="824" y="1131"/>
                    <a:pt x="879" y="559"/>
                    <a:pt x="963"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7"/>
            <p:cNvSpPr/>
            <p:nvPr/>
          </p:nvSpPr>
          <p:spPr>
            <a:xfrm>
              <a:off x="7369942" y="5487893"/>
              <a:ext cx="75769" cy="89877"/>
            </a:xfrm>
            <a:custGeom>
              <a:avLst/>
              <a:gdLst/>
              <a:ahLst/>
              <a:cxnLst/>
              <a:rect l="l" t="t" r="r" b="b"/>
              <a:pathLst>
                <a:path w="1047" h="1242" extrusionOk="0">
                  <a:moveTo>
                    <a:pt x="503" y="0"/>
                  </a:moveTo>
                  <a:cubicBezTo>
                    <a:pt x="308" y="0"/>
                    <a:pt x="126" y="126"/>
                    <a:pt x="43" y="307"/>
                  </a:cubicBezTo>
                  <a:cubicBezTo>
                    <a:pt x="1" y="405"/>
                    <a:pt x="15" y="516"/>
                    <a:pt x="56" y="614"/>
                  </a:cubicBezTo>
                  <a:cubicBezTo>
                    <a:pt x="148" y="580"/>
                    <a:pt x="250" y="555"/>
                    <a:pt x="345" y="555"/>
                  </a:cubicBezTo>
                  <a:cubicBezTo>
                    <a:pt x="365" y="555"/>
                    <a:pt x="385" y="556"/>
                    <a:pt x="405" y="558"/>
                  </a:cubicBezTo>
                  <a:cubicBezTo>
                    <a:pt x="405" y="516"/>
                    <a:pt x="405" y="488"/>
                    <a:pt x="391" y="461"/>
                  </a:cubicBezTo>
                  <a:cubicBezTo>
                    <a:pt x="377" y="419"/>
                    <a:pt x="405" y="377"/>
                    <a:pt x="447" y="349"/>
                  </a:cubicBezTo>
                  <a:cubicBezTo>
                    <a:pt x="503" y="349"/>
                    <a:pt x="545" y="377"/>
                    <a:pt x="545" y="419"/>
                  </a:cubicBezTo>
                  <a:cubicBezTo>
                    <a:pt x="545" y="447"/>
                    <a:pt x="531" y="474"/>
                    <a:pt x="531" y="502"/>
                  </a:cubicBezTo>
                  <a:cubicBezTo>
                    <a:pt x="447" y="642"/>
                    <a:pt x="349" y="781"/>
                    <a:pt x="238" y="893"/>
                  </a:cubicBezTo>
                  <a:cubicBezTo>
                    <a:pt x="140" y="977"/>
                    <a:pt x="98" y="1116"/>
                    <a:pt x="140" y="1242"/>
                  </a:cubicBezTo>
                  <a:cubicBezTo>
                    <a:pt x="203" y="1194"/>
                    <a:pt x="312" y="1169"/>
                    <a:pt x="468" y="1169"/>
                  </a:cubicBezTo>
                  <a:cubicBezTo>
                    <a:pt x="586" y="1169"/>
                    <a:pt x="732" y="1184"/>
                    <a:pt x="907" y="1214"/>
                  </a:cubicBezTo>
                  <a:cubicBezTo>
                    <a:pt x="921" y="1088"/>
                    <a:pt x="963" y="977"/>
                    <a:pt x="1047" y="879"/>
                  </a:cubicBezTo>
                  <a:cubicBezTo>
                    <a:pt x="961" y="862"/>
                    <a:pt x="880" y="850"/>
                    <a:pt x="798" y="850"/>
                  </a:cubicBezTo>
                  <a:cubicBezTo>
                    <a:pt x="747" y="850"/>
                    <a:pt x="696" y="854"/>
                    <a:pt x="642" y="865"/>
                  </a:cubicBezTo>
                  <a:cubicBezTo>
                    <a:pt x="852" y="670"/>
                    <a:pt x="949" y="502"/>
                    <a:pt x="935" y="349"/>
                  </a:cubicBezTo>
                  <a:cubicBezTo>
                    <a:pt x="935" y="209"/>
                    <a:pt x="852" y="98"/>
                    <a:pt x="740" y="42"/>
                  </a:cubicBezTo>
                  <a:cubicBezTo>
                    <a:pt x="670" y="0"/>
                    <a:pt x="586" y="0"/>
                    <a:pt x="503"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7"/>
            <p:cNvSpPr/>
            <p:nvPr/>
          </p:nvSpPr>
          <p:spPr>
            <a:xfrm>
              <a:off x="7452729" y="5402067"/>
              <a:ext cx="160583" cy="178090"/>
            </a:xfrm>
            <a:custGeom>
              <a:avLst/>
              <a:gdLst/>
              <a:ahLst/>
              <a:cxnLst/>
              <a:rect l="l" t="t" r="r" b="b"/>
              <a:pathLst>
                <a:path w="2219" h="2461" extrusionOk="0">
                  <a:moveTo>
                    <a:pt x="1298" y="977"/>
                  </a:moveTo>
                  <a:cubicBezTo>
                    <a:pt x="1493" y="977"/>
                    <a:pt x="1577" y="1061"/>
                    <a:pt x="1563" y="1228"/>
                  </a:cubicBezTo>
                  <a:cubicBezTo>
                    <a:pt x="1549" y="1340"/>
                    <a:pt x="1493" y="1465"/>
                    <a:pt x="1423" y="1563"/>
                  </a:cubicBezTo>
                  <a:cubicBezTo>
                    <a:pt x="1284" y="1786"/>
                    <a:pt x="1061" y="1925"/>
                    <a:pt x="809" y="1967"/>
                  </a:cubicBezTo>
                  <a:cubicBezTo>
                    <a:pt x="712" y="1953"/>
                    <a:pt x="656" y="1870"/>
                    <a:pt x="642" y="1730"/>
                  </a:cubicBezTo>
                  <a:cubicBezTo>
                    <a:pt x="642" y="1535"/>
                    <a:pt x="726" y="1354"/>
                    <a:pt x="865" y="1200"/>
                  </a:cubicBezTo>
                  <a:cubicBezTo>
                    <a:pt x="991" y="1089"/>
                    <a:pt x="1144" y="1005"/>
                    <a:pt x="1298" y="977"/>
                  </a:cubicBezTo>
                  <a:close/>
                  <a:moveTo>
                    <a:pt x="1591" y="1"/>
                  </a:moveTo>
                  <a:cubicBezTo>
                    <a:pt x="1437" y="1"/>
                    <a:pt x="1298" y="28"/>
                    <a:pt x="1158" y="84"/>
                  </a:cubicBezTo>
                  <a:cubicBezTo>
                    <a:pt x="963" y="168"/>
                    <a:pt x="782" y="266"/>
                    <a:pt x="614" y="391"/>
                  </a:cubicBezTo>
                  <a:cubicBezTo>
                    <a:pt x="447" y="572"/>
                    <a:pt x="293" y="768"/>
                    <a:pt x="168" y="991"/>
                  </a:cubicBezTo>
                  <a:cubicBezTo>
                    <a:pt x="56" y="1242"/>
                    <a:pt x="0" y="1507"/>
                    <a:pt x="14" y="1772"/>
                  </a:cubicBezTo>
                  <a:cubicBezTo>
                    <a:pt x="56" y="1953"/>
                    <a:pt x="140" y="2135"/>
                    <a:pt x="265" y="2274"/>
                  </a:cubicBezTo>
                  <a:cubicBezTo>
                    <a:pt x="377" y="2372"/>
                    <a:pt x="503" y="2428"/>
                    <a:pt x="656" y="2456"/>
                  </a:cubicBezTo>
                  <a:cubicBezTo>
                    <a:pt x="694" y="2459"/>
                    <a:pt x="732" y="2460"/>
                    <a:pt x="771" y="2460"/>
                  </a:cubicBezTo>
                  <a:cubicBezTo>
                    <a:pt x="904" y="2460"/>
                    <a:pt x="1042" y="2440"/>
                    <a:pt x="1172" y="2386"/>
                  </a:cubicBezTo>
                  <a:cubicBezTo>
                    <a:pt x="1367" y="2302"/>
                    <a:pt x="1535" y="2177"/>
                    <a:pt x="1688" y="2037"/>
                  </a:cubicBezTo>
                  <a:cubicBezTo>
                    <a:pt x="1758" y="1967"/>
                    <a:pt x="1814" y="1898"/>
                    <a:pt x="1856" y="1814"/>
                  </a:cubicBezTo>
                  <a:cubicBezTo>
                    <a:pt x="1953" y="1688"/>
                    <a:pt x="2023" y="1563"/>
                    <a:pt x="2079" y="1423"/>
                  </a:cubicBezTo>
                  <a:cubicBezTo>
                    <a:pt x="2162" y="1228"/>
                    <a:pt x="2204" y="1019"/>
                    <a:pt x="2218" y="810"/>
                  </a:cubicBezTo>
                  <a:cubicBezTo>
                    <a:pt x="2218" y="628"/>
                    <a:pt x="2176" y="461"/>
                    <a:pt x="2093" y="321"/>
                  </a:cubicBezTo>
                  <a:cubicBezTo>
                    <a:pt x="1981" y="140"/>
                    <a:pt x="1800" y="15"/>
                    <a:pt x="1591"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2" name="Google Shape;522;p7"/>
          <p:cNvGrpSpPr/>
          <p:nvPr/>
        </p:nvGrpSpPr>
        <p:grpSpPr>
          <a:xfrm>
            <a:off x="-179467" y="4303463"/>
            <a:ext cx="1105335" cy="787793"/>
            <a:chOff x="5724623" y="4011117"/>
            <a:chExt cx="569379" cy="405828"/>
          </a:xfrm>
        </p:grpSpPr>
        <p:sp>
          <p:nvSpPr>
            <p:cNvPr id="523" name="Google Shape;523;p7"/>
            <p:cNvSpPr/>
            <p:nvPr/>
          </p:nvSpPr>
          <p:spPr>
            <a:xfrm>
              <a:off x="5908361" y="4114094"/>
              <a:ext cx="54565" cy="74753"/>
            </a:xfrm>
            <a:custGeom>
              <a:avLst/>
              <a:gdLst/>
              <a:ahLst/>
              <a:cxnLst/>
              <a:rect l="l" t="t" r="r" b="b"/>
              <a:pathLst>
                <a:path w="754" h="1033" extrusionOk="0">
                  <a:moveTo>
                    <a:pt x="572" y="0"/>
                  </a:moveTo>
                  <a:cubicBezTo>
                    <a:pt x="377" y="70"/>
                    <a:pt x="195" y="112"/>
                    <a:pt x="0" y="140"/>
                  </a:cubicBezTo>
                  <a:lnTo>
                    <a:pt x="84" y="684"/>
                  </a:lnTo>
                  <a:cubicBezTo>
                    <a:pt x="126" y="642"/>
                    <a:pt x="181" y="600"/>
                    <a:pt x="237" y="586"/>
                  </a:cubicBezTo>
                  <a:cubicBezTo>
                    <a:pt x="276" y="579"/>
                    <a:pt x="310" y="576"/>
                    <a:pt x="339" y="576"/>
                  </a:cubicBezTo>
                  <a:cubicBezTo>
                    <a:pt x="428" y="576"/>
                    <a:pt x="478" y="607"/>
                    <a:pt x="488" y="670"/>
                  </a:cubicBezTo>
                  <a:cubicBezTo>
                    <a:pt x="498" y="741"/>
                    <a:pt x="464" y="760"/>
                    <a:pt x="413" y="760"/>
                  </a:cubicBezTo>
                  <a:cubicBezTo>
                    <a:pt x="394" y="760"/>
                    <a:pt x="372" y="757"/>
                    <a:pt x="349" y="753"/>
                  </a:cubicBezTo>
                  <a:cubicBezTo>
                    <a:pt x="293" y="739"/>
                    <a:pt x="251" y="712"/>
                    <a:pt x="209" y="684"/>
                  </a:cubicBezTo>
                  <a:cubicBezTo>
                    <a:pt x="167" y="753"/>
                    <a:pt x="112" y="809"/>
                    <a:pt x="56" y="865"/>
                  </a:cubicBezTo>
                  <a:cubicBezTo>
                    <a:pt x="154" y="963"/>
                    <a:pt x="293" y="1018"/>
                    <a:pt x="432" y="1032"/>
                  </a:cubicBezTo>
                  <a:cubicBezTo>
                    <a:pt x="516" y="1032"/>
                    <a:pt x="586" y="990"/>
                    <a:pt x="656" y="935"/>
                  </a:cubicBezTo>
                  <a:cubicBezTo>
                    <a:pt x="725" y="837"/>
                    <a:pt x="753" y="739"/>
                    <a:pt x="753" y="628"/>
                  </a:cubicBezTo>
                  <a:cubicBezTo>
                    <a:pt x="739" y="544"/>
                    <a:pt x="711" y="474"/>
                    <a:pt x="642" y="419"/>
                  </a:cubicBezTo>
                  <a:cubicBezTo>
                    <a:pt x="581" y="370"/>
                    <a:pt x="500" y="332"/>
                    <a:pt x="406" y="332"/>
                  </a:cubicBezTo>
                  <a:cubicBezTo>
                    <a:pt x="392" y="332"/>
                    <a:pt x="377" y="333"/>
                    <a:pt x="363" y="335"/>
                  </a:cubicBezTo>
                  <a:cubicBezTo>
                    <a:pt x="335" y="335"/>
                    <a:pt x="293" y="335"/>
                    <a:pt x="265" y="349"/>
                  </a:cubicBezTo>
                  <a:lnTo>
                    <a:pt x="251" y="307"/>
                  </a:lnTo>
                  <a:cubicBezTo>
                    <a:pt x="377" y="279"/>
                    <a:pt x="502" y="265"/>
                    <a:pt x="628" y="265"/>
                  </a:cubicBezTo>
                  <a:cubicBezTo>
                    <a:pt x="600" y="181"/>
                    <a:pt x="586" y="98"/>
                    <a:pt x="572"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7"/>
            <p:cNvSpPr/>
            <p:nvPr/>
          </p:nvSpPr>
          <p:spPr>
            <a:xfrm>
              <a:off x="5724623" y="4051497"/>
              <a:ext cx="76782" cy="116363"/>
            </a:xfrm>
            <a:custGeom>
              <a:avLst/>
              <a:gdLst/>
              <a:ahLst/>
              <a:cxnLst/>
              <a:rect l="l" t="t" r="r" b="b"/>
              <a:pathLst>
                <a:path w="1061" h="1608" extrusionOk="0">
                  <a:moveTo>
                    <a:pt x="823" y="0"/>
                  </a:moveTo>
                  <a:cubicBezTo>
                    <a:pt x="768" y="14"/>
                    <a:pt x="712" y="42"/>
                    <a:pt x="656" y="70"/>
                  </a:cubicBezTo>
                  <a:cubicBezTo>
                    <a:pt x="572" y="126"/>
                    <a:pt x="489" y="182"/>
                    <a:pt x="419" y="251"/>
                  </a:cubicBezTo>
                  <a:cubicBezTo>
                    <a:pt x="321" y="349"/>
                    <a:pt x="224" y="461"/>
                    <a:pt x="154" y="586"/>
                  </a:cubicBezTo>
                  <a:cubicBezTo>
                    <a:pt x="112" y="656"/>
                    <a:pt x="70" y="754"/>
                    <a:pt x="42" y="837"/>
                  </a:cubicBezTo>
                  <a:cubicBezTo>
                    <a:pt x="0" y="991"/>
                    <a:pt x="0" y="1158"/>
                    <a:pt x="42" y="1311"/>
                  </a:cubicBezTo>
                  <a:cubicBezTo>
                    <a:pt x="56" y="1367"/>
                    <a:pt x="84" y="1423"/>
                    <a:pt x="126" y="1465"/>
                  </a:cubicBezTo>
                  <a:cubicBezTo>
                    <a:pt x="154" y="1493"/>
                    <a:pt x="182" y="1521"/>
                    <a:pt x="210" y="1535"/>
                  </a:cubicBezTo>
                  <a:cubicBezTo>
                    <a:pt x="302" y="1581"/>
                    <a:pt x="395" y="1608"/>
                    <a:pt x="487" y="1608"/>
                  </a:cubicBezTo>
                  <a:cubicBezTo>
                    <a:pt x="506" y="1608"/>
                    <a:pt x="525" y="1607"/>
                    <a:pt x="544" y="1604"/>
                  </a:cubicBezTo>
                  <a:cubicBezTo>
                    <a:pt x="656" y="1590"/>
                    <a:pt x="754" y="1549"/>
                    <a:pt x="851" y="1493"/>
                  </a:cubicBezTo>
                  <a:cubicBezTo>
                    <a:pt x="921" y="1437"/>
                    <a:pt x="1005" y="1381"/>
                    <a:pt x="1061" y="1311"/>
                  </a:cubicBezTo>
                  <a:lnTo>
                    <a:pt x="879" y="977"/>
                  </a:lnTo>
                  <a:cubicBezTo>
                    <a:pt x="865" y="1005"/>
                    <a:pt x="851" y="1019"/>
                    <a:pt x="837" y="1046"/>
                  </a:cubicBezTo>
                  <a:cubicBezTo>
                    <a:pt x="782" y="1116"/>
                    <a:pt x="698" y="1172"/>
                    <a:pt x="600" y="1200"/>
                  </a:cubicBezTo>
                  <a:lnTo>
                    <a:pt x="530" y="1200"/>
                  </a:lnTo>
                  <a:cubicBezTo>
                    <a:pt x="447" y="1158"/>
                    <a:pt x="419" y="1074"/>
                    <a:pt x="447" y="921"/>
                  </a:cubicBezTo>
                  <a:cubicBezTo>
                    <a:pt x="475" y="837"/>
                    <a:pt x="530" y="754"/>
                    <a:pt x="600" y="684"/>
                  </a:cubicBezTo>
                  <a:cubicBezTo>
                    <a:pt x="670" y="628"/>
                    <a:pt x="754" y="586"/>
                    <a:pt x="837" y="572"/>
                  </a:cubicBezTo>
                  <a:lnTo>
                    <a:pt x="823" y="0"/>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7"/>
            <p:cNvSpPr/>
            <p:nvPr/>
          </p:nvSpPr>
          <p:spPr>
            <a:xfrm>
              <a:off x="5813416" y="4011117"/>
              <a:ext cx="69762" cy="141401"/>
            </a:xfrm>
            <a:custGeom>
              <a:avLst/>
              <a:gdLst/>
              <a:ahLst/>
              <a:cxnLst/>
              <a:rect l="l" t="t" r="r" b="b"/>
              <a:pathLst>
                <a:path w="964" h="1954" extrusionOk="0">
                  <a:moveTo>
                    <a:pt x="364" y="0"/>
                  </a:moveTo>
                  <a:cubicBezTo>
                    <a:pt x="238" y="70"/>
                    <a:pt x="126" y="126"/>
                    <a:pt x="1" y="182"/>
                  </a:cubicBezTo>
                  <a:cubicBezTo>
                    <a:pt x="57" y="726"/>
                    <a:pt x="99" y="1325"/>
                    <a:pt x="126" y="1939"/>
                  </a:cubicBezTo>
                  <a:lnTo>
                    <a:pt x="294" y="1856"/>
                  </a:lnTo>
                  <a:lnTo>
                    <a:pt x="475" y="1744"/>
                  </a:lnTo>
                  <a:cubicBezTo>
                    <a:pt x="447" y="1521"/>
                    <a:pt x="433" y="1381"/>
                    <a:pt x="433" y="1339"/>
                  </a:cubicBezTo>
                  <a:lnTo>
                    <a:pt x="615" y="1242"/>
                  </a:lnTo>
                  <a:cubicBezTo>
                    <a:pt x="629" y="1591"/>
                    <a:pt x="643" y="1814"/>
                    <a:pt x="670" y="1953"/>
                  </a:cubicBezTo>
                  <a:cubicBezTo>
                    <a:pt x="712" y="1911"/>
                    <a:pt x="754" y="1883"/>
                    <a:pt x="810" y="1842"/>
                  </a:cubicBezTo>
                  <a:cubicBezTo>
                    <a:pt x="852" y="1814"/>
                    <a:pt x="894" y="1772"/>
                    <a:pt x="935" y="1744"/>
                  </a:cubicBezTo>
                  <a:lnTo>
                    <a:pt x="963" y="1730"/>
                  </a:lnTo>
                  <a:cubicBezTo>
                    <a:pt x="935" y="1381"/>
                    <a:pt x="908" y="795"/>
                    <a:pt x="894" y="0"/>
                  </a:cubicBezTo>
                  <a:cubicBezTo>
                    <a:pt x="782" y="70"/>
                    <a:pt x="656" y="140"/>
                    <a:pt x="531" y="196"/>
                  </a:cubicBezTo>
                  <a:cubicBezTo>
                    <a:pt x="559" y="461"/>
                    <a:pt x="587" y="684"/>
                    <a:pt x="587" y="823"/>
                  </a:cubicBezTo>
                  <a:lnTo>
                    <a:pt x="503" y="893"/>
                  </a:lnTo>
                  <a:cubicBezTo>
                    <a:pt x="475" y="907"/>
                    <a:pt x="447" y="921"/>
                    <a:pt x="419" y="949"/>
                  </a:cubicBezTo>
                  <a:cubicBezTo>
                    <a:pt x="391" y="628"/>
                    <a:pt x="378" y="321"/>
                    <a:pt x="364"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7"/>
            <p:cNvSpPr/>
            <p:nvPr/>
          </p:nvSpPr>
          <p:spPr>
            <a:xfrm>
              <a:off x="6135446" y="4196808"/>
              <a:ext cx="76782" cy="115422"/>
            </a:xfrm>
            <a:custGeom>
              <a:avLst/>
              <a:gdLst/>
              <a:ahLst/>
              <a:cxnLst/>
              <a:rect l="l" t="t" r="r" b="b"/>
              <a:pathLst>
                <a:path w="1061" h="1595" extrusionOk="0">
                  <a:moveTo>
                    <a:pt x="823" y="1"/>
                  </a:moveTo>
                  <a:cubicBezTo>
                    <a:pt x="768" y="15"/>
                    <a:pt x="712" y="43"/>
                    <a:pt x="656" y="71"/>
                  </a:cubicBezTo>
                  <a:cubicBezTo>
                    <a:pt x="572" y="126"/>
                    <a:pt x="503" y="182"/>
                    <a:pt x="419" y="252"/>
                  </a:cubicBezTo>
                  <a:cubicBezTo>
                    <a:pt x="321" y="350"/>
                    <a:pt x="238" y="461"/>
                    <a:pt x="168" y="573"/>
                  </a:cubicBezTo>
                  <a:cubicBezTo>
                    <a:pt x="112" y="657"/>
                    <a:pt x="70" y="740"/>
                    <a:pt x="56" y="838"/>
                  </a:cubicBezTo>
                  <a:cubicBezTo>
                    <a:pt x="1" y="991"/>
                    <a:pt x="1" y="1159"/>
                    <a:pt x="56" y="1312"/>
                  </a:cubicBezTo>
                  <a:cubicBezTo>
                    <a:pt x="70" y="1354"/>
                    <a:pt x="98" y="1410"/>
                    <a:pt x="126" y="1452"/>
                  </a:cubicBezTo>
                  <a:cubicBezTo>
                    <a:pt x="154" y="1479"/>
                    <a:pt x="182" y="1507"/>
                    <a:pt x="210" y="1521"/>
                  </a:cubicBezTo>
                  <a:cubicBezTo>
                    <a:pt x="302" y="1568"/>
                    <a:pt x="395" y="1595"/>
                    <a:pt x="487" y="1595"/>
                  </a:cubicBezTo>
                  <a:cubicBezTo>
                    <a:pt x="506" y="1595"/>
                    <a:pt x="525" y="1593"/>
                    <a:pt x="545" y="1591"/>
                  </a:cubicBezTo>
                  <a:cubicBezTo>
                    <a:pt x="656" y="1577"/>
                    <a:pt x="754" y="1535"/>
                    <a:pt x="837" y="1479"/>
                  </a:cubicBezTo>
                  <a:cubicBezTo>
                    <a:pt x="921" y="1438"/>
                    <a:pt x="1005" y="1382"/>
                    <a:pt x="1061" y="1312"/>
                  </a:cubicBezTo>
                  <a:lnTo>
                    <a:pt x="879" y="977"/>
                  </a:lnTo>
                  <a:cubicBezTo>
                    <a:pt x="879" y="977"/>
                    <a:pt x="865" y="1005"/>
                    <a:pt x="837" y="1047"/>
                  </a:cubicBezTo>
                  <a:cubicBezTo>
                    <a:pt x="782" y="1117"/>
                    <a:pt x="698" y="1173"/>
                    <a:pt x="600" y="1201"/>
                  </a:cubicBezTo>
                  <a:lnTo>
                    <a:pt x="545" y="1201"/>
                  </a:lnTo>
                  <a:cubicBezTo>
                    <a:pt x="447" y="1159"/>
                    <a:pt x="419" y="1061"/>
                    <a:pt x="447" y="922"/>
                  </a:cubicBezTo>
                  <a:cubicBezTo>
                    <a:pt x="489" y="838"/>
                    <a:pt x="531" y="754"/>
                    <a:pt x="600" y="684"/>
                  </a:cubicBezTo>
                  <a:cubicBezTo>
                    <a:pt x="670" y="629"/>
                    <a:pt x="754" y="587"/>
                    <a:pt x="837" y="573"/>
                  </a:cubicBezTo>
                  <a:lnTo>
                    <a:pt x="823" y="1"/>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7"/>
            <p:cNvSpPr/>
            <p:nvPr/>
          </p:nvSpPr>
          <p:spPr>
            <a:xfrm>
              <a:off x="6224239" y="4156428"/>
              <a:ext cx="69762" cy="141401"/>
            </a:xfrm>
            <a:custGeom>
              <a:avLst/>
              <a:gdLst/>
              <a:ahLst/>
              <a:cxnLst/>
              <a:rect l="l" t="t" r="r" b="b"/>
              <a:pathLst>
                <a:path w="964" h="1954" extrusionOk="0">
                  <a:moveTo>
                    <a:pt x="364" y="1"/>
                  </a:moveTo>
                  <a:cubicBezTo>
                    <a:pt x="252" y="71"/>
                    <a:pt x="127" y="127"/>
                    <a:pt x="1" y="168"/>
                  </a:cubicBezTo>
                  <a:cubicBezTo>
                    <a:pt x="57" y="726"/>
                    <a:pt x="99" y="1326"/>
                    <a:pt x="140" y="1940"/>
                  </a:cubicBezTo>
                  <a:lnTo>
                    <a:pt x="294" y="1856"/>
                  </a:lnTo>
                  <a:lnTo>
                    <a:pt x="461" y="1745"/>
                  </a:lnTo>
                  <a:cubicBezTo>
                    <a:pt x="447" y="1521"/>
                    <a:pt x="433" y="1382"/>
                    <a:pt x="433" y="1340"/>
                  </a:cubicBezTo>
                  <a:lnTo>
                    <a:pt x="615" y="1228"/>
                  </a:lnTo>
                  <a:cubicBezTo>
                    <a:pt x="629" y="1577"/>
                    <a:pt x="643" y="1814"/>
                    <a:pt x="671" y="1954"/>
                  </a:cubicBezTo>
                  <a:cubicBezTo>
                    <a:pt x="712" y="1926"/>
                    <a:pt x="754" y="1884"/>
                    <a:pt x="810" y="1842"/>
                  </a:cubicBezTo>
                  <a:cubicBezTo>
                    <a:pt x="852" y="1814"/>
                    <a:pt x="894" y="1772"/>
                    <a:pt x="949" y="1745"/>
                  </a:cubicBezTo>
                  <a:lnTo>
                    <a:pt x="963" y="1731"/>
                  </a:lnTo>
                  <a:cubicBezTo>
                    <a:pt x="936" y="1382"/>
                    <a:pt x="908" y="810"/>
                    <a:pt x="894" y="1"/>
                  </a:cubicBezTo>
                  <a:cubicBezTo>
                    <a:pt x="782" y="71"/>
                    <a:pt x="671" y="140"/>
                    <a:pt x="545" y="182"/>
                  </a:cubicBezTo>
                  <a:cubicBezTo>
                    <a:pt x="573" y="461"/>
                    <a:pt x="587" y="671"/>
                    <a:pt x="587" y="824"/>
                  </a:cubicBezTo>
                  <a:lnTo>
                    <a:pt x="503" y="894"/>
                  </a:lnTo>
                  <a:cubicBezTo>
                    <a:pt x="503" y="894"/>
                    <a:pt x="475" y="908"/>
                    <a:pt x="419" y="936"/>
                  </a:cubicBezTo>
                  <a:cubicBezTo>
                    <a:pt x="392" y="629"/>
                    <a:pt x="378" y="308"/>
                    <a:pt x="364"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7"/>
            <p:cNvSpPr/>
            <p:nvPr/>
          </p:nvSpPr>
          <p:spPr>
            <a:xfrm>
              <a:off x="5930505" y="4333725"/>
              <a:ext cx="67736" cy="83220"/>
            </a:xfrm>
            <a:custGeom>
              <a:avLst/>
              <a:gdLst/>
              <a:ahLst/>
              <a:cxnLst/>
              <a:rect l="l" t="t" r="r" b="b"/>
              <a:pathLst>
                <a:path w="936" h="1150" extrusionOk="0">
                  <a:moveTo>
                    <a:pt x="506" y="0"/>
                  </a:moveTo>
                  <a:cubicBezTo>
                    <a:pt x="486" y="0"/>
                    <a:pt x="466" y="2"/>
                    <a:pt x="447" y="6"/>
                  </a:cubicBezTo>
                  <a:cubicBezTo>
                    <a:pt x="266" y="6"/>
                    <a:pt x="99" y="118"/>
                    <a:pt x="29" y="285"/>
                  </a:cubicBezTo>
                  <a:cubicBezTo>
                    <a:pt x="1" y="383"/>
                    <a:pt x="1" y="480"/>
                    <a:pt x="57" y="578"/>
                  </a:cubicBezTo>
                  <a:cubicBezTo>
                    <a:pt x="137" y="543"/>
                    <a:pt x="217" y="518"/>
                    <a:pt x="306" y="518"/>
                  </a:cubicBezTo>
                  <a:cubicBezTo>
                    <a:pt x="325" y="518"/>
                    <a:pt x="344" y="520"/>
                    <a:pt x="364" y="522"/>
                  </a:cubicBezTo>
                  <a:cubicBezTo>
                    <a:pt x="364" y="494"/>
                    <a:pt x="364" y="466"/>
                    <a:pt x="350" y="438"/>
                  </a:cubicBezTo>
                  <a:cubicBezTo>
                    <a:pt x="336" y="396"/>
                    <a:pt x="364" y="341"/>
                    <a:pt x="392" y="327"/>
                  </a:cubicBezTo>
                  <a:cubicBezTo>
                    <a:pt x="461" y="327"/>
                    <a:pt x="475" y="355"/>
                    <a:pt x="489" y="396"/>
                  </a:cubicBezTo>
                  <a:cubicBezTo>
                    <a:pt x="489" y="424"/>
                    <a:pt x="475" y="438"/>
                    <a:pt x="475" y="466"/>
                  </a:cubicBezTo>
                  <a:cubicBezTo>
                    <a:pt x="405" y="592"/>
                    <a:pt x="308" y="717"/>
                    <a:pt x="196" y="829"/>
                  </a:cubicBezTo>
                  <a:cubicBezTo>
                    <a:pt x="113" y="899"/>
                    <a:pt x="71" y="1038"/>
                    <a:pt x="113" y="1150"/>
                  </a:cubicBezTo>
                  <a:cubicBezTo>
                    <a:pt x="176" y="1102"/>
                    <a:pt x="280" y="1077"/>
                    <a:pt x="421" y="1077"/>
                  </a:cubicBezTo>
                  <a:cubicBezTo>
                    <a:pt x="529" y="1077"/>
                    <a:pt x="659" y="1092"/>
                    <a:pt x="810" y="1122"/>
                  </a:cubicBezTo>
                  <a:cubicBezTo>
                    <a:pt x="824" y="1010"/>
                    <a:pt x="866" y="899"/>
                    <a:pt x="936" y="815"/>
                  </a:cubicBezTo>
                  <a:cubicBezTo>
                    <a:pt x="854" y="795"/>
                    <a:pt x="765" y="782"/>
                    <a:pt x="673" y="782"/>
                  </a:cubicBezTo>
                  <a:cubicBezTo>
                    <a:pt x="640" y="782"/>
                    <a:pt x="606" y="783"/>
                    <a:pt x="573" y="787"/>
                  </a:cubicBezTo>
                  <a:cubicBezTo>
                    <a:pt x="726" y="675"/>
                    <a:pt x="824" y="508"/>
                    <a:pt x="852" y="327"/>
                  </a:cubicBezTo>
                  <a:cubicBezTo>
                    <a:pt x="852" y="201"/>
                    <a:pt x="782" y="90"/>
                    <a:pt x="670" y="34"/>
                  </a:cubicBezTo>
                  <a:cubicBezTo>
                    <a:pt x="619" y="13"/>
                    <a:pt x="561" y="0"/>
                    <a:pt x="506"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7"/>
            <p:cNvSpPr/>
            <p:nvPr/>
          </p:nvSpPr>
          <p:spPr>
            <a:xfrm>
              <a:off x="5751905" y="4285674"/>
              <a:ext cx="77795" cy="115422"/>
            </a:xfrm>
            <a:custGeom>
              <a:avLst/>
              <a:gdLst/>
              <a:ahLst/>
              <a:cxnLst/>
              <a:rect l="l" t="t" r="r" b="b"/>
              <a:pathLst>
                <a:path w="1075" h="1595" extrusionOk="0">
                  <a:moveTo>
                    <a:pt x="823" y="0"/>
                  </a:moveTo>
                  <a:cubicBezTo>
                    <a:pt x="767" y="14"/>
                    <a:pt x="711" y="42"/>
                    <a:pt x="656" y="70"/>
                  </a:cubicBezTo>
                  <a:cubicBezTo>
                    <a:pt x="572" y="126"/>
                    <a:pt x="488" y="182"/>
                    <a:pt x="419" y="251"/>
                  </a:cubicBezTo>
                  <a:cubicBezTo>
                    <a:pt x="321" y="349"/>
                    <a:pt x="237" y="461"/>
                    <a:pt x="153" y="586"/>
                  </a:cubicBezTo>
                  <a:cubicBezTo>
                    <a:pt x="112" y="656"/>
                    <a:pt x="70" y="754"/>
                    <a:pt x="42" y="837"/>
                  </a:cubicBezTo>
                  <a:cubicBezTo>
                    <a:pt x="0" y="991"/>
                    <a:pt x="0" y="1158"/>
                    <a:pt x="42" y="1312"/>
                  </a:cubicBezTo>
                  <a:cubicBezTo>
                    <a:pt x="70" y="1353"/>
                    <a:pt x="98" y="1409"/>
                    <a:pt x="126" y="1451"/>
                  </a:cubicBezTo>
                  <a:cubicBezTo>
                    <a:pt x="153" y="1479"/>
                    <a:pt x="181" y="1507"/>
                    <a:pt x="209" y="1521"/>
                  </a:cubicBezTo>
                  <a:cubicBezTo>
                    <a:pt x="302" y="1567"/>
                    <a:pt x="394" y="1594"/>
                    <a:pt x="487" y="1594"/>
                  </a:cubicBezTo>
                  <a:cubicBezTo>
                    <a:pt x="506" y="1594"/>
                    <a:pt x="525" y="1593"/>
                    <a:pt x="544" y="1591"/>
                  </a:cubicBezTo>
                  <a:cubicBezTo>
                    <a:pt x="656" y="1577"/>
                    <a:pt x="753" y="1535"/>
                    <a:pt x="851" y="1479"/>
                  </a:cubicBezTo>
                  <a:cubicBezTo>
                    <a:pt x="921" y="1437"/>
                    <a:pt x="1004" y="1381"/>
                    <a:pt x="1074" y="1312"/>
                  </a:cubicBezTo>
                  <a:lnTo>
                    <a:pt x="879" y="977"/>
                  </a:lnTo>
                  <a:cubicBezTo>
                    <a:pt x="879" y="977"/>
                    <a:pt x="865" y="1005"/>
                    <a:pt x="837" y="1047"/>
                  </a:cubicBezTo>
                  <a:cubicBezTo>
                    <a:pt x="781" y="1116"/>
                    <a:pt x="697" y="1172"/>
                    <a:pt x="600" y="1200"/>
                  </a:cubicBezTo>
                  <a:lnTo>
                    <a:pt x="544" y="1200"/>
                  </a:lnTo>
                  <a:cubicBezTo>
                    <a:pt x="460" y="1158"/>
                    <a:pt x="419" y="1060"/>
                    <a:pt x="446" y="921"/>
                  </a:cubicBezTo>
                  <a:cubicBezTo>
                    <a:pt x="488" y="837"/>
                    <a:pt x="544" y="754"/>
                    <a:pt x="600" y="684"/>
                  </a:cubicBezTo>
                  <a:cubicBezTo>
                    <a:pt x="670" y="628"/>
                    <a:pt x="753" y="586"/>
                    <a:pt x="851" y="572"/>
                  </a:cubicBezTo>
                  <a:lnTo>
                    <a:pt x="823" y="0"/>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7"/>
            <p:cNvSpPr/>
            <p:nvPr/>
          </p:nvSpPr>
          <p:spPr>
            <a:xfrm>
              <a:off x="5840698" y="4245294"/>
              <a:ext cx="69690" cy="142414"/>
            </a:xfrm>
            <a:custGeom>
              <a:avLst/>
              <a:gdLst/>
              <a:ahLst/>
              <a:cxnLst/>
              <a:rect l="l" t="t" r="r" b="b"/>
              <a:pathLst>
                <a:path w="963" h="1968" extrusionOk="0">
                  <a:moveTo>
                    <a:pt x="363" y="0"/>
                  </a:moveTo>
                  <a:cubicBezTo>
                    <a:pt x="238" y="70"/>
                    <a:pt x="126" y="126"/>
                    <a:pt x="1" y="182"/>
                  </a:cubicBezTo>
                  <a:cubicBezTo>
                    <a:pt x="56" y="740"/>
                    <a:pt x="98" y="1326"/>
                    <a:pt x="126" y="1939"/>
                  </a:cubicBezTo>
                  <a:lnTo>
                    <a:pt x="293" y="1856"/>
                  </a:lnTo>
                  <a:lnTo>
                    <a:pt x="461" y="1744"/>
                  </a:lnTo>
                  <a:cubicBezTo>
                    <a:pt x="447" y="1521"/>
                    <a:pt x="433" y="1381"/>
                    <a:pt x="433" y="1340"/>
                  </a:cubicBezTo>
                  <a:lnTo>
                    <a:pt x="600" y="1242"/>
                  </a:lnTo>
                  <a:cubicBezTo>
                    <a:pt x="628" y="1591"/>
                    <a:pt x="642" y="1828"/>
                    <a:pt x="670" y="1967"/>
                  </a:cubicBezTo>
                  <a:cubicBezTo>
                    <a:pt x="712" y="1925"/>
                    <a:pt x="754" y="1884"/>
                    <a:pt x="796" y="1856"/>
                  </a:cubicBezTo>
                  <a:cubicBezTo>
                    <a:pt x="837" y="1828"/>
                    <a:pt x="879" y="1786"/>
                    <a:pt x="935" y="1744"/>
                  </a:cubicBezTo>
                  <a:lnTo>
                    <a:pt x="963" y="1730"/>
                  </a:lnTo>
                  <a:cubicBezTo>
                    <a:pt x="935" y="1381"/>
                    <a:pt x="907" y="809"/>
                    <a:pt x="893" y="0"/>
                  </a:cubicBezTo>
                  <a:cubicBezTo>
                    <a:pt x="782" y="70"/>
                    <a:pt x="656" y="140"/>
                    <a:pt x="531" y="196"/>
                  </a:cubicBezTo>
                  <a:cubicBezTo>
                    <a:pt x="558" y="461"/>
                    <a:pt x="586" y="684"/>
                    <a:pt x="586" y="837"/>
                  </a:cubicBezTo>
                  <a:cubicBezTo>
                    <a:pt x="558" y="851"/>
                    <a:pt x="531" y="879"/>
                    <a:pt x="503" y="893"/>
                  </a:cubicBezTo>
                  <a:lnTo>
                    <a:pt x="419" y="949"/>
                  </a:lnTo>
                  <a:cubicBezTo>
                    <a:pt x="391" y="628"/>
                    <a:pt x="363" y="321"/>
                    <a:pt x="363"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7"/>
            <p:cNvSpPr/>
            <p:nvPr/>
          </p:nvSpPr>
          <p:spPr>
            <a:xfrm>
              <a:off x="5995128" y="4170612"/>
              <a:ext cx="112097" cy="65635"/>
            </a:xfrm>
            <a:custGeom>
              <a:avLst/>
              <a:gdLst/>
              <a:ahLst/>
              <a:cxnLst/>
              <a:rect l="l" t="t" r="r" b="b"/>
              <a:pathLst>
                <a:path w="1549" h="907" extrusionOk="0">
                  <a:moveTo>
                    <a:pt x="1" y="0"/>
                  </a:moveTo>
                  <a:cubicBezTo>
                    <a:pt x="29" y="14"/>
                    <a:pt x="43" y="28"/>
                    <a:pt x="56" y="42"/>
                  </a:cubicBezTo>
                  <a:cubicBezTo>
                    <a:pt x="112" y="70"/>
                    <a:pt x="168" y="112"/>
                    <a:pt x="238" y="168"/>
                  </a:cubicBezTo>
                  <a:cubicBezTo>
                    <a:pt x="377" y="265"/>
                    <a:pt x="559" y="377"/>
                    <a:pt x="754" y="488"/>
                  </a:cubicBezTo>
                  <a:cubicBezTo>
                    <a:pt x="963" y="614"/>
                    <a:pt x="1144" y="712"/>
                    <a:pt x="1298" y="781"/>
                  </a:cubicBezTo>
                  <a:cubicBezTo>
                    <a:pt x="1368" y="823"/>
                    <a:pt x="1437" y="851"/>
                    <a:pt x="1479" y="865"/>
                  </a:cubicBezTo>
                  <a:lnTo>
                    <a:pt x="1549" y="907"/>
                  </a:lnTo>
                  <a:lnTo>
                    <a:pt x="1493" y="851"/>
                  </a:lnTo>
                  <a:cubicBezTo>
                    <a:pt x="1451" y="823"/>
                    <a:pt x="1396" y="781"/>
                    <a:pt x="1326" y="740"/>
                  </a:cubicBezTo>
                  <a:cubicBezTo>
                    <a:pt x="1186" y="642"/>
                    <a:pt x="991" y="516"/>
                    <a:pt x="796" y="405"/>
                  </a:cubicBezTo>
                  <a:cubicBezTo>
                    <a:pt x="600" y="293"/>
                    <a:pt x="405" y="196"/>
                    <a:pt x="252" y="112"/>
                  </a:cubicBezTo>
                  <a:cubicBezTo>
                    <a:pt x="182" y="84"/>
                    <a:pt x="112" y="56"/>
                    <a:pt x="70" y="28"/>
                  </a:cubicBezTo>
                  <a:lnTo>
                    <a:pt x="1" y="0"/>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7"/>
            <p:cNvSpPr/>
            <p:nvPr/>
          </p:nvSpPr>
          <p:spPr>
            <a:xfrm>
              <a:off x="6009239" y="4305864"/>
              <a:ext cx="116222" cy="56589"/>
            </a:xfrm>
            <a:custGeom>
              <a:avLst/>
              <a:gdLst/>
              <a:ahLst/>
              <a:cxnLst/>
              <a:rect l="l" t="t" r="r" b="b"/>
              <a:pathLst>
                <a:path w="1606" h="782" extrusionOk="0">
                  <a:moveTo>
                    <a:pt x="1605" y="0"/>
                  </a:moveTo>
                  <a:lnTo>
                    <a:pt x="1535" y="28"/>
                  </a:lnTo>
                  <a:cubicBezTo>
                    <a:pt x="1479" y="42"/>
                    <a:pt x="1424" y="70"/>
                    <a:pt x="1340" y="98"/>
                  </a:cubicBezTo>
                  <a:cubicBezTo>
                    <a:pt x="1187" y="154"/>
                    <a:pt x="977" y="251"/>
                    <a:pt x="782" y="349"/>
                  </a:cubicBezTo>
                  <a:cubicBezTo>
                    <a:pt x="573" y="447"/>
                    <a:pt x="378" y="544"/>
                    <a:pt x="238" y="628"/>
                  </a:cubicBezTo>
                  <a:cubicBezTo>
                    <a:pt x="168" y="670"/>
                    <a:pt x="99" y="712"/>
                    <a:pt x="57" y="740"/>
                  </a:cubicBezTo>
                  <a:lnTo>
                    <a:pt x="1" y="781"/>
                  </a:lnTo>
                  <a:lnTo>
                    <a:pt x="71" y="754"/>
                  </a:lnTo>
                  <a:cubicBezTo>
                    <a:pt x="113" y="740"/>
                    <a:pt x="182" y="712"/>
                    <a:pt x="266" y="684"/>
                  </a:cubicBezTo>
                  <a:cubicBezTo>
                    <a:pt x="419" y="614"/>
                    <a:pt x="615" y="530"/>
                    <a:pt x="824" y="433"/>
                  </a:cubicBezTo>
                  <a:cubicBezTo>
                    <a:pt x="1019" y="335"/>
                    <a:pt x="1214" y="238"/>
                    <a:pt x="1368" y="140"/>
                  </a:cubicBezTo>
                  <a:cubicBezTo>
                    <a:pt x="1438" y="98"/>
                    <a:pt x="1493" y="70"/>
                    <a:pt x="1535" y="42"/>
                  </a:cubicBezTo>
                  <a:lnTo>
                    <a:pt x="1605" y="0"/>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3" name="Google Shape;533;p7"/>
          <p:cNvGrpSpPr/>
          <p:nvPr/>
        </p:nvGrpSpPr>
        <p:grpSpPr>
          <a:xfrm rot="-1799768">
            <a:off x="-43282" y="1676197"/>
            <a:ext cx="1035451" cy="1508246"/>
            <a:chOff x="6997534" y="1264110"/>
            <a:chExt cx="654858" cy="953840"/>
          </a:xfrm>
        </p:grpSpPr>
        <p:sp>
          <p:nvSpPr>
            <p:cNvPr id="534" name="Google Shape;534;p7"/>
            <p:cNvSpPr/>
            <p:nvPr/>
          </p:nvSpPr>
          <p:spPr>
            <a:xfrm>
              <a:off x="7122389" y="1639064"/>
              <a:ext cx="117066" cy="103427"/>
            </a:xfrm>
            <a:custGeom>
              <a:avLst/>
              <a:gdLst/>
              <a:ahLst/>
              <a:cxnLst/>
              <a:rect l="l" t="t" r="r" b="b"/>
              <a:pathLst>
                <a:path w="601" h="531" extrusionOk="0">
                  <a:moveTo>
                    <a:pt x="601" y="1"/>
                  </a:moveTo>
                  <a:cubicBezTo>
                    <a:pt x="601" y="1"/>
                    <a:pt x="559" y="29"/>
                    <a:pt x="503" y="70"/>
                  </a:cubicBezTo>
                  <a:cubicBezTo>
                    <a:pt x="433" y="112"/>
                    <a:pt x="363" y="168"/>
                    <a:pt x="280" y="238"/>
                  </a:cubicBezTo>
                  <a:cubicBezTo>
                    <a:pt x="210" y="307"/>
                    <a:pt x="140" y="377"/>
                    <a:pt x="84" y="433"/>
                  </a:cubicBezTo>
                  <a:cubicBezTo>
                    <a:pt x="29" y="489"/>
                    <a:pt x="1" y="531"/>
                    <a:pt x="1" y="531"/>
                  </a:cubicBezTo>
                  <a:cubicBezTo>
                    <a:pt x="1" y="531"/>
                    <a:pt x="43" y="503"/>
                    <a:pt x="112" y="461"/>
                  </a:cubicBezTo>
                  <a:cubicBezTo>
                    <a:pt x="168" y="419"/>
                    <a:pt x="252" y="349"/>
                    <a:pt x="322" y="294"/>
                  </a:cubicBezTo>
                  <a:cubicBezTo>
                    <a:pt x="391" y="224"/>
                    <a:pt x="461" y="154"/>
                    <a:pt x="517" y="98"/>
                  </a:cubicBezTo>
                  <a:cubicBezTo>
                    <a:pt x="573" y="42"/>
                    <a:pt x="601" y="1"/>
                    <a:pt x="601"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7"/>
            <p:cNvSpPr/>
            <p:nvPr/>
          </p:nvSpPr>
          <p:spPr>
            <a:xfrm>
              <a:off x="7252892" y="1601081"/>
              <a:ext cx="152322" cy="135955"/>
            </a:xfrm>
            <a:custGeom>
              <a:avLst/>
              <a:gdLst/>
              <a:ahLst/>
              <a:cxnLst/>
              <a:rect l="l" t="t" r="r" b="b"/>
              <a:pathLst>
                <a:path w="782" h="698" extrusionOk="0">
                  <a:moveTo>
                    <a:pt x="0" y="0"/>
                  </a:moveTo>
                  <a:cubicBezTo>
                    <a:pt x="0" y="0"/>
                    <a:pt x="14" y="14"/>
                    <a:pt x="28" y="28"/>
                  </a:cubicBezTo>
                  <a:cubicBezTo>
                    <a:pt x="42" y="42"/>
                    <a:pt x="70" y="84"/>
                    <a:pt x="112" y="112"/>
                  </a:cubicBezTo>
                  <a:cubicBezTo>
                    <a:pt x="182" y="196"/>
                    <a:pt x="279" y="279"/>
                    <a:pt x="377" y="377"/>
                  </a:cubicBezTo>
                  <a:cubicBezTo>
                    <a:pt x="461" y="461"/>
                    <a:pt x="572" y="544"/>
                    <a:pt x="656" y="600"/>
                  </a:cubicBezTo>
                  <a:lnTo>
                    <a:pt x="754" y="684"/>
                  </a:lnTo>
                  <a:lnTo>
                    <a:pt x="781" y="698"/>
                  </a:lnTo>
                  <a:lnTo>
                    <a:pt x="754" y="670"/>
                  </a:lnTo>
                  <a:lnTo>
                    <a:pt x="670" y="586"/>
                  </a:lnTo>
                  <a:cubicBezTo>
                    <a:pt x="600" y="502"/>
                    <a:pt x="502" y="419"/>
                    <a:pt x="405" y="321"/>
                  </a:cubicBezTo>
                  <a:cubicBezTo>
                    <a:pt x="321" y="237"/>
                    <a:pt x="210" y="154"/>
                    <a:pt x="126" y="98"/>
                  </a:cubicBezTo>
                  <a:lnTo>
                    <a:pt x="28" y="14"/>
                  </a:lnTo>
                  <a:lnTo>
                    <a:pt x="0" y="0"/>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7"/>
            <p:cNvSpPr/>
            <p:nvPr/>
          </p:nvSpPr>
          <p:spPr>
            <a:xfrm>
              <a:off x="7252892" y="1951492"/>
              <a:ext cx="146868" cy="133423"/>
            </a:xfrm>
            <a:custGeom>
              <a:avLst/>
              <a:gdLst/>
              <a:ahLst/>
              <a:cxnLst/>
              <a:rect l="l" t="t" r="r" b="b"/>
              <a:pathLst>
                <a:path w="754" h="685" extrusionOk="0">
                  <a:moveTo>
                    <a:pt x="754" y="1"/>
                  </a:moveTo>
                  <a:lnTo>
                    <a:pt x="754" y="1"/>
                  </a:lnTo>
                  <a:cubicBezTo>
                    <a:pt x="726" y="15"/>
                    <a:pt x="698" y="29"/>
                    <a:pt x="656" y="70"/>
                  </a:cubicBezTo>
                  <a:cubicBezTo>
                    <a:pt x="572" y="126"/>
                    <a:pt x="475" y="210"/>
                    <a:pt x="377" y="308"/>
                  </a:cubicBezTo>
                  <a:cubicBezTo>
                    <a:pt x="265" y="391"/>
                    <a:pt x="182" y="475"/>
                    <a:pt x="112" y="559"/>
                  </a:cubicBezTo>
                  <a:cubicBezTo>
                    <a:pt x="70" y="587"/>
                    <a:pt x="42" y="628"/>
                    <a:pt x="28" y="642"/>
                  </a:cubicBezTo>
                  <a:cubicBezTo>
                    <a:pt x="14" y="656"/>
                    <a:pt x="0" y="670"/>
                    <a:pt x="0" y="684"/>
                  </a:cubicBezTo>
                  <a:lnTo>
                    <a:pt x="28" y="656"/>
                  </a:lnTo>
                  <a:lnTo>
                    <a:pt x="126" y="573"/>
                  </a:lnTo>
                  <a:cubicBezTo>
                    <a:pt x="210" y="517"/>
                    <a:pt x="307" y="433"/>
                    <a:pt x="405" y="349"/>
                  </a:cubicBezTo>
                  <a:cubicBezTo>
                    <a:pt x="516" y="252"/>
                    <a:pt x="600" y="168"/>
                    <a:pt x="670" y="98"/>
                  </a:cubicBezTo>
                  <a:lnTo>
                    <a:pt x="754" y="1"/>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7"/>
            <p:cNvSpPr/>
            <p:nvPr/>
          </p:nvSpPr>
          <p:spPr>
            <a:xfrm>
              <a:off x="7103495" y="1951492"/>
              <a:ext cx="149595" cy="133423"/>
            </a:xfrm>
            <a:custGeom>
              <a:avLst/>
              <a:gdLst/>
              <a:ahLst/>
              <a:cxnLst/>
              <a:rect l="l" t="t" r="r" b="b"/>
              <a:pathLst>
                <a:path w="768" h="685" extrusionOk="0">
                  <a:moveTo>
                    <a:pt x="0" y="1"/>
                  </a:moveTo>
                  <a:lnTo>
                    <a:pt x="84" y="98"/>
                  </a:lnTo>
                  <a:cubicBezTo>
                    <a:pt x="154" y="168"/>
                    <a:pt x="251" y="252"/>
                    <a:pt x="349" y="349"/>
                  </a:cubicBezTo>
                  <a:cubicBezTo>
                    <a:pt x="433" y="433"/>
                    <a:pt x="544" y="517"/>
                    <a:pt x="628" y="587"/>
                  </a:cubicBezTo>
                  <a:cubicBezTo>
                    <a:pt x="670" y="614"/>
                    <a:pt x="698" y="642"/>
                    <a:pt x="725" y="656"/>
                  </a:cubicBezTo>
                  <a:lnTo>
                    <a:pt x="767" y="684"/>
                  </a:lnTo>
                  <a:lnTo>
                    <a:pt x="725" y="642"/>
                  </a:lnTo>
                  <a:cubicBezTo>
                    <a:pt x="711" y="614"/>
                    <a:pt x="684" y="587"/>
                    <a:pt x="656" y="559"/>
                  </a:cubicBezTo>
                  <a:cubicBezTo>
                    <a:pt x="586" y="489"/>
                    <a:pt x="474" y="377"/>
                    <a:pt x="391" y="308"/>
                  </a:cubicBezTo>
                  <a:cubicBezTo>
                    <a:pt x="293" y="224"/>
                    <a:pt x="181" y="126"/>
                    <a:pt x="98" y="70"/>
                  </a:cubicBezTo>
                  <a:cubicBezTo>
                    <a:pt x="70" y="43"/>
                    <a:pt x="28" y="15"/>
                    <a:pt x="0"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7"/>
            <p:cNvSpPr/>
            <p:nvPr/>
          </p:nvSpPr>
          <p:spPr>
            <a:xfrm>
              <a:off x="7130570" y="1946038"/>
              <a:ext cx="108885" cy="97973"/>
            </a:xfrm>
            <a:custGeom>
              <a:avLst/>
              <a:gdLst/>
              <a:ahLst/>
              <a:cxnLst/>
              <a:rect l="l" t="t" r="r" b="b"/>
              <a:pathLst>
                <a:path w="559" h="503" extrusionOk="0">
                  <a:moveTo>
                    <a:pt x="1" y="1"/>
                  </a:moveTo>
                  <a:cubicBezTo>
                    <a:pt x="15" y="43"/>
                    <a:pt x="42" y="71"/>
                    <a:pt x="70" y="98"/>
                  </a:cubicBezTo>
                  <a:cubicBezTo>
                    <a:pt x="126" y="154"/>
                    <a:pt x="196" y="210"/>
                    <a:pt x="252" y="266"/>
                  </a:cubicBezTo>
                  <a:cubicBezTo>
                    <a:pt x="321" y="336"/>
                    <a:pt x="405" y="391"/>
                    <a:pt x="461" y="433"/>
                  </a:cubicBezTo>
                  <a:cubicBezTo>
                    <a:pt x="517" y="475"/>
                    <a:pt x="559" y="503"/>
                    <a:pt x="559" y="503"/>
                  </a:cubicBezTo>
                  <a:cubicBezTo>
                    <a:pt x="531" y="475"/>
                    <a:pt x="503" y="433"/>
                    <a:pt x="489" y="405"/>
                  </a:cubicBezTo>
                  <a:cubicBezTo>
                    <a:pt x="419" y="350"/>
                    <a:pt x="363" y="294"/>
                    <a:pt x="294" y="238"/>
                  </a:cubicBezTo>
                  <a:cubicBezTo>
                    <a:pt x="224" y="168"/>
                    <a:pt x="154" y="112"/>
                    <a:pt x="98" y="71"/>
                  </a:cubicBezTo>
                  <a:cubicBezTo>
                    <a:pt x="29" y="29"/>
                    <a:pt x="1" y="1"/>
                    <a:pt x="1"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7"/>
            <p:cNvSpPr/>
            <p:nvPr/>
          </p:nvSpPr>
          <p:spPr>
            <a:xfrm>
              <a:off x="7383201" y="1775021"/>
              <a:ext cx="13830" cy="133228"/>
            </a:xfrm>
            <a:custGeom>
              <a:avLst/>
              <a:gdLst/>
              <a:ahLst/>
              <a:cxnLst/>
              <a:rect l="l" t="t" r="r" b="b"/>
              <a:pathLst>
                <a:path w="71" h="684" extrusionOk="0">
                  <a:moveTo>
                    <a:pt x="29" y="0"/>
                  </a:moveTo>
                  <a:cubicBezTo>
                    <a:pt x="15" y="28"/>
                    <a:pt x="15" y="70"/>
                    <a:pt x="15" y="112"/>
                  </a:cubicBezTo>
                  <a:cubicBezTo>
                    <a:pt x="1" y="181"/>
                    <a:pt x="1" y="265"/>
                    <a:pt x="15" y="349"/>
                  </a:cubicBezTo>
                  <a:cubicBezTo>
                    <a:pt x="15" y="419"/>
                    <a:pt x="15" y="502"/>
                    <a:pt x="29" y="586"/>
                  </a:cubicBezTo>
                  <a:cubicBezTo>
                    <a:pt x="29" y="642"/>
                    <a:pt x="43" y="684"/>
                    <a:pt x="43" y="684"/>
                  </a:cubicBezTo>
                  <a:cubicBezTo>
                    <a:pt x="57" y="656"/>
                    <a:pt x="57" y="614"/>
                    <a:pt x="57" y="586"/>
                  </a:cubicBezTo>
                  <a:cubicBezTo>
                    <a:pt x="57" y="516"/>
                    <a:pt x="71" y="432"/>
                    <a:pt x="57" y="335"/>
                  </a:cubicBezTo>
                  <a:cubicBezTo>
                    <a:pt x="57" y="265"/>
                    <a:pt x="57" y="181"/>
                    <a:pt x="43" y="98"/>
                  </a:cubicBezTo>
                  <a:cubicBezTo>
                    <a:pt x="43" y="70"/>
                    <a:pt x="29" y="28"/>
                    <a:pt x="29"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7"/>
            <p:cNvSpPr/>
            <p:nvPr/>
          </p:nvSpPr>
          <p:spPr>
            <a:xfrm>
              <a:off x="7247439" y="1454411"/>
              <a:ext cx="13830" cy="133228"/>
            </a:xfrm>
            <a:custGeom>
              <a:avLst/>
              <a:gdLst/>
              <a:ahLst/>
              <a:cxnLst/>
              <a:rect l="l" t="t" r="r" b="b"/>
              <a:pathLst>
                <a:path w="71" h="684" extrusionOk="0">
                  <a:moveTo>
                    <a:pt x="14" y="0"/>
                  </a:moveTo>
                  <a:cubicBezTo>
                    <a:pt x="14" y="28"/>
                    <a:pt x="0" y="70"/>
                    <a:pt x="0" y="98"/>
                  </a:cubicBezTo>
                  <a:lnTo>
                    <a:pt x="0" y="335"/>
                  </a:lnTo>
                  <a:cubicBezTo>
                    <a:pt x="0" y="419"/>
                    <a:pt x="14" y="502"/>
                    <a:pt x="14" y="586"/>
                  </a:cubicBezTo>
                  <a:cubicBezTo>
                    <a:pt x="28" y="642"/>
                    <a:pt x="42" y="684"/>
                    <a:pt x="42" y="684"/>
                  </a:cubicBezTo>
                  <a:cubicBezTo>
                    <a:pt x="42" y="684"/>
                    <a:pt x="42" y="642"/>
                    <a:pt x="56" y="586"/>
                  </a:cubicBezTo>
                  <a:cubicBezTo>
                    <a:pt x="70" y="516"/>
                    <a:pt x="56" y="419"/>
                    <a:pt x="56" y="335"/>
                  </a:cubicBezTo>
                  <a:cubicBezTo>
                    <a:pt x="56" y="265"/>
                    <a:pt x="42" y="181"/>
                    <a:pt x="28" y="98"/>
                  </a:cubicBezTo>
                  <a:cubicBezTo>
                    <a:pt x="28" y="70"/>
                    <a:pt x="28" y="28"/>
                    <a:pt x="14"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7"/>
            <p:cNvSpPr/>
            <p:nvPr/>
          </p:nvSpPr>
          <p:spPr>
            <a:xfrm>
              <a:off x="7244712" y="2084723"/>
              <a:ext cx="8376" cy="133228"/>
            </a:xfrm>
            <a:custGeom>
              <a:avLst/>
              <a:gdLst/>
              <a:ahLst/>
              <a:cxnLst/>
              <a:rect l="l" t="t" r="r" b="b"/>
              <a:pathLst>
                <a:path w="43" h="684" extrusionOk="0">
                  <a:moveTo>
                    <a:pt x="14" y="0"/>
                  </a:moveTo>
                  <a:cubicBezTo>
                    <a:pt x="0" y="28"/>
                    <a:pt x="0" y="70"/>
                    <a:pt x="0" y="98"/>
                  </a:cubicBezTo>
                  <a:lnTo>
                    <a:pt x="0" y="335"/>
                  </a:lnTo>
                  <a:cubicBezTo>
                    <a:pt x="0" y="433"/>
                    <a:pt x="0" y="516"/>
                    <a:pt x="14" y="572"/>
                  </a:cubicBezTo>
                  <a:cubicBezTo>
                    <a:pt x="28" y="642"/>
                    <a:pt x="28" y="684"/>
                    <a:pt x="28" y="684"/>
                  </a:cubicBezTo>
                  <a:cubicBezTo>
                    <a:pt x="42" y="656"/>
                    <a:pt x="42" y="614"/>
                    <a:pt x="42" y="572"/>
                  </a:cubicBezTo>
                  <a:lnTo>
                    <a:pt x="42" y="335"/>
                  </a:lnTo>
                  <a:cubicBezTo>
                    <a:pt x="42" y="265"/>
                    <a:pt x="42" y="182"/>
                    <a:pt x="28" y="98"/>
                  </a:cubicBezTo>
                  <a:cubicBezTo>
                    <a:pt x="28" y="70"/>
                    <a:pt x="14" y="28"/>
                    <a:pt x="14"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7"/>
            <p:cNvSpPr/>
            <p:nvPr/>
          </p:nvSpPr>
          <p:spPr>
            <a:xfrm>
              <a:off x="7410471" y="1639064"/>
              <a:ext cx="92523" cy="97973"/>
            </a:xfrm>
            <a:custGeom>
              <a:avLst/>
              <a:gdLst/>
              <a:ahLst/>
              <a:cxnLst/>
              <a:rect l="l" t="t" r="r" b="b"/>
              <a:pathLst>
                <a:path w="475" h="503" extrusionOk="0">
                  <a:moveTo>
                    <a:pt x="475" y="1"/>
                  </a:moveTo>
                  <a:cubicBezTo>
                    <a:pt x="475" y="1"/>
                    <a:pt x="447" y="29"/>
                    <a:pt x="391" y="70"/>
                  </a:cubicBezTo>
                  <a:cubicBezTo>
                    <a:pt x="321" y="126"/>
                    <a:pt x="265" y="182"/>
                    <a:pt x="210" y="238"/>
                  </a:cubicBezTo>
                  <a:cubicBezTo>
                    <a:pt x="154" y="294"/>
                    <a:pt x="112" y="349"/>
                    <a:pt x="56" y="405"/>
                  </a:cubicBezTo>
                  <a:cubicBezTo>
                    <a:pt x="42" y="433"/>
                    <a:pt x="14" y="475"/>
                    <a:pt x="0" y="503"/>
                  </a:cubicBezTo>
                  <a:cubicBezTo>
                    <a:pt x="0" y="503"/>
                    <a:pt x="28" y="475"/>
                    <a:pt x="84" y="433"/>
                  </a:cubicBezTo>
                  <a:cubicBezTo>
                    <a:pt x="140" y="377"/>
                    <a:pt x="196" y="321"/>
                    <a:pt x="265" y="266"/>
                  </a:cubicBezTo>
                  <a:cubicBezTo>
                    <a:pt x="307" y="210"/>
                    <a:pt x="363" y="154"/>
                    <a:pt x="419" y="98"/>
                  </a:cubicBezTo>
                  <a:cubicBezTo>
                    <a:pt x="433" y="70"/>
                    <a:pt x="461" y="42"/>
                    <a:pt x="475"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7"/>
            <p:cNvSpPr/>
            <p:nvPr/>
          </p:nvSpPr>
          <p:spPr>
            <a:xfrm>
              <a:off x="7402290" y="1747751"/>
              <a:ext cx="103431" cy="290998"/>
            </a:xfrm>
            <a:custGeom>
              <a:avLst/>
              <a:gdLst/>
              <a:ahLst/>
              <a:cxnLst/>
              <a:rect l="l" t="t" r="r" b="b"/>
              <a:pathLst>
                <a:path w="531" h="1494" extrusionOk="0">
                  <a:moveTo>
                    <a:pt x="0" y="1"/>
                  </a:moveTo>
                  <a:lnTo>
                    <a:pt x="0" y="112"/>
                  </a:lnTo>
                  <a:lnTo>
                    <a:pt x="0" y="489"/>
                  </a:lnTo>
                  <a:cubicBezTo>
                    <a:pt x="0" y="614"/>
                    <a:pt x="14" y="754"/>
                    <a:pt x="28" y="851"/>
                  </a:cubicBezTo>
                  <a:cubicBezTo>
                    <a:pt x="28" y="893"/>
                    <a:pt x="28" y="935"/>
                    <a:pt x="42" y="963"/>
                  </a:cubicBezTo>
                  <a:lnTo>
                    <a:pt x="42" y="851"/>
                  </a:lnTo>
                  <a:lnTo>
                    <a:pt x="42" y="475"/>
                  </a:lnTo>
                  <a:cubicBezTo>
                    <a:pt x="42" y="349"/>
                    <a:pt x="28" y="210"/>
                    <a:pt x="14" y="112"/>
                  </a:cubicBezTo>
                  <a:cubicBezTo>
                    <a:pt x="14" y="70"/>
                    <a:pt x="14" y="28"/>
                    <a:pt x="0" y="1"/>
                  </a:cubicBezTo>
                  <a:close/>
                  <a:moveTo>
                    <a:pt x="42" y="1005"/>
                  </a:moveTo>
                  <a:cubicBezTo>
                    <a:pt x="56" y="1033"/>
                    <a:pt x="84" y="1061"/>
                    <a:pt x="98" y="1089"/>
                  </a:cubicBezTo>
                  <a:cubicBezTo>
                    <a:pt x="154" y="1158"/>
                    <a:pt x="210" y="1214"/>
                    <a:pt x="265" y="1270"/>
                  </a:cubicBezTo>
                  <a:cubicBezTo>
                    <a:pt x="321" y="1326"/>
                    <a:pt x="391" y="1381"/>
                    <a:pt x="433" y="1423"/>
                  </a:cubicBezTo>
                  <a:cubicBezTo>
                    <a:pt x="461" y="1451"/>
                    <a:pt x="503" y="1465"/>
                    <a:pt x="531" y="1493"/>
                  </a:cubicBezTo>
                  <a:cubicBezTo>
                    <a:pt x="531" y="1493"/>
                    <a:pt x="503" y="1451"/>
                    <a:pt x="461" y="1395"/>
                  </a:cubicBezTo>
                  <a:cubicBezTo>
                    <a:pt x="405" y="1340"/>
                    <a:pt x="363" y="1284"/>
                    <a:pt x="293" y="1228"/>
                  </a:cubicBezTo>
                  <a:cubicBezTo>
                    <a:pt x="238" y="1172"/>
                    <a:pt x="182" y="1116"/>
                    <a:pt x="126" y="1075"/>
                  </a:cubicBezTo>
                  <a:cubicBezTo>
                    <a:pt x="98" y="1047"/>
                    <a:pt x="70" y="1033"/>
                    <a:pt x="42" y="1005"/>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7"/>
            <p:cNvSpPr/>
            <p:nvPr/>
          </p:nvSpPr>
          <p:spPr>
            <a:xfrm>
              <a:off x="7000261" y="1943312"/>
              <a:ext cx="92523" cy="98168"/>
            </a:xfrm>
            <a:custGeom>
              <a:avLst/>
              <a:gdLst/>
              <a:ahLst/>
              <a:cxnLst/>
              <a:rect l="l" t="t" r="r" b="b"/>
              <a:pathLst>
                <a:path w="475" h="504" extrusionOk="0">
                  <a:moveTo>
                    <a:pt x="474" y="1"/>
                  </a:moveTo>
                  <a:lnTo>
                    <a:pt x="474" y="1"/>
                  </a:lnTo>
                  <a:cubicBezTo>
                    <a:pt x="474" y="1"/>
                    <a:pt x="446" y="29"/>
                    <a:pt x="391" y="71"/>
                  </a:cubicBezTo>
                  <a:cubicBezTo>
                    <a:pt x="335" y="126"/>
                    <a:pt x="279" y="182"/>
                    <a:pt x="223" y="238"/>
                  </a:cubicBezTo>
                  <a:cubicBezTo>
                    <a:pt x="154" y="294"/>
                    <a:pt x="98" y="364"/>
                    <a:pt x="70" y="405"/>
                  </a:cubicBezTo>
                  <a:cubicBezTo>
                    <a:pt x="42" y="433"/>
                    <a:pt x="14" y="461"/>
                    <a:pt x="0" y="503"/>
                  </a:cubicBezTo>
                  <a:cubicBezTo>
                    <a:pt x="0" y="503"/>
                    <a:pt x="42" y="475"/>
                    <a:pt x="84" y="433"/>
                  </a:cubicBezTo>
                  <a:cubicBezTo>
                    <a:pt x="154" y="377"/>
                    <a:pt x="209" y="322"/>
                    <a:pt x="265" y="266"/>
                  </a:cubicBezTo>
                  <a:cubicBezTo>
                    <a:pt x="321" y="210"/>
                    <a:pt x="377" y="140"/>
                    <a:pt x="419" y="99"/>
                  </a:cubicBezTo>
                  <a:cubicBezTo>
                    <a:pt x="446" y="71"/>
                    <a:pt x="460" y="29"/>
                    <a:pt x="474"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7"/>
            <p:cNvSpPr/>
            <p:nvPr/>
          </p:nvSpPr>
          <p:spPr>
            <a:xfrm>
              <a:off x="6997534" y="1641791"/>
              <a:ext cx="97977" cy="95246"/>
            </a:xfrm>
            <a:custGeom>
              <a:avLst/>
              <a:gdLst/>
              <a:ahLst/>
              <a:cxnLst/>
              <a:rect l="l" t="t" r="r" b="b"/>
              <a:pathLst>
                <a:path w="503" h="489" extrusionOk="0">
                  <a:moveTo>
                    <a:pt x="0" y="1"/>
                  </a:moveTo>
                  <a:cubicBezTo>
                    <a:pt x="0" y="1"/>
                    <a:pt x="28" y="42"/>
                    <a:pt x="70" y="84"/>
                  </a:cubicBezTo>
                  <a:cubicBezTo>
                    <a:pt x="126" y="154"/>
                    <a:pt x="168" y="210"/>
                    <a:pt x="237" y="266"/>
                  </a:cubicBezTo>
                  <a:cubicBezTo>
                    <a:pt x="293" y="321"/>
                    <a:pt x="363" y="377"/>
                    <a:pt x="405" y="419"/>
                  </a:cubicBezTo>
                  <a:cubicBezTo>
                    <a:pt x="433" y="447"/>
                    <a:pt x="460" y="461"/>
                    <a:pt x="502" y="489"/>
                  </a:cubicBezTo>
                  <a:cubicBezTo>
                    <a:pt x="502" y="489"/>
                    <a:pt x="474" y="447"/>
                    <a:pt x="433" y="391"/>
                  </a:cubicBezTo>
                  <a:cubicBezTo>
                    <a:pt x="377" y="335"/>
                    <a:pt x="321" y="280"/>
                    <a:pt x="265" y="224"/>
                  </a:cubicBezTo>
                  <a:cubicBezTo>
                    <a:pt x="209" y="168"/>
                    <a:pt x="140" y="98"/>
                    <a:pt x="98" y="70"/>
                  </a:cubicBezTo>
                  <a:cubicBezTo>
                    <a:pt x="70" y="42"/>
                    <a:pt x="28" y="28"/>
                    <a:pt x="0"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7"/>
            <p:cNvSpPr/>
            <p:nvPr/>
          </p:nvSpPr>
          <p:spPr>
            <a:xfrm>
              <a:off x="7092587" y="1598354"/>
              <a:ext cx="155049" cy="337160"/>
            </a:xfrm>
            <a:custGeom>
              <a:avLst/>
              <a:gdLst/>
              <a:ahLst/>
              <a:cxnLst/>
              <a:rect l="l" t="t" r="r" b="b"/>
              <a:pathLst>
                <a:path w="796" h="1731" extrusionOk="0">
                  <a:moveTo>
                    <a:pt x="795" y="0"/>
                  </a:moveTo>
                  <a:lnTo>
                    <a:pt x="754" y="28"/>
                  </a:lnTo>
                  <a:cubicBezTo>
                    <a:pt x="740" y="56"/>
                    <a:pt x="698" y="70"/>
                    <a:pt x="656" y="112"/>
                  </a:cubicBezTo>
                  <a:cubicBezTo>
                    <a:pt x="586" y="168"/>
                    <a:pt x="475" y="251"/>
                    <a:pt x="377" y="335"/>
                  </a:cubicBezTo>
                  <a:cubicBezTo>
                    <a:pt x="279" y="433"/>
                    <a:pt x="182" y="516"/>
                    <a:pt x="112" y="586"/>
                  </a:cubicBezTo>
                  <a:lnTo>
                    <a:pt x="28" y="684"/>
                  </a:lnTo>
                  <a:lnTo>
                    <a:pt x="0" y="712"/>
                  </a:lnTo>
                  <a:lnTo>
                    <a:pt x="0" y="712"/>
                  </a:lnTo>
                  <a:lnTo>
                    <a:pt x="42" y="684"/>
                  </a:lnTo>
                  <a:lnTo>
                    <a:pt x="140" y="614"/>
                  </a:lnTo>
                  <a:cubicBezTo>
                    <a:pt x="224" y="558"/>
                    <a:pt x="321" y="475"/>
                    <a:pt x="419" y="377"/>
                  </a:cubicBezTo>
                  <a:cubicBezTo>
                    <a:pt x="516" y="293"/>
                    <a:pt x="614" y="210"/>
                    <a:pt x="684" y="126"/>
                  </a:cubicBezTo>
                  <a:cubicBezTo>
                    <a:pt x="726" y="98"/>
                    <a:pt x="740" y="56"/>
                    <a:pt x="767" y="42"/>
                  </a:cubicBezTo>
                  <a:lnTo>
                    <a:pt x="795" y="0"/>
                  </a:lnTo>
                  <a:close/>
                  <a:moveTo>
                    <a:pt x="0" y="768"/>
                  </a:moveTo>
                  <a:lnTo>
                    <a:pt x="0" y="879"/>
                  </a:lnTo>
                  <a:cubicBezTo>
                    <a:pt x="0" y="977"/>
                    <a:pt x="0" y="1116"/>
                    <a:pt x="0" y="1256"/>
                  </a:cubicBezTo>
                  <a:cubicBezTo>
                    <a:pt x="0" y="1381"/>
                    <a:pt x="14" y="1521"/>
                    <a:pt x="28" y="1618"/>
                  </a:cubicBezTo>
                  <a:cubicBezTo>
                    <a:pt x="28" y="1660"/>
                    <a:pt x="28" y="1702"/>
                    <a:pt x="42" y="1730"/>
                  </a:cubicBezTo>
                  <a:lnTo>
                    <a:pt x="42" y="1618"/>
                  </a:lnTo>
                  <a:lnTo>
                    <a:pt x="42" y="1242"/>
                  </a:lnTo>
                  <a:cubicBezTo>
                    <a:pt x="42" y="1116"/>
                    <a:pt x="28" y="977"/>
                    <a:pt x="14" y="879"/>
                  </a:cubicBezTo>
                  <a:cubicBezTo>
                    <a:pt x="14" y="837"/>
                    <a:pt x="0" y="795"/>
                    <a:pt x="0" y="768"/>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7"/>
            <p:cNvSpPr/>
            <p:nvPr/>
          </p:nvSpPr>
          <p:spPr>
            <a:xfrm>
              <a:off x="7165825" y="1318454"/>
              <a:ext cx="89991" cy="97973"/>
            </a:xfrm>
            <a:custGeom>
              <a:avLst/>
              <a:gdLst/>
              <a:ahLst/>
              <a:cxnLst/>
              <a:rect l="l" t="t" r="r" b="b"/>
              <a:pathLst>
                <a:path w="462" h="503" extrusionOk="0">
                  <a:moveTo>
                    <a:pt x="294" y="168"/>
                  </a:moveTo>
                  <a:cubicBezTo>
                    <a:pt x="308" y="168"/>
                    <a:pt x="322" y="182"/>
                    <a:pt x="336" y="210"/>
                  </a:cubicBezTo>
                  <a:cubicBezTo>
                    <a:pt x="322" y="252"/>
                    <a:pt x="308" y="294"/>
                    <a:pt x="280" y="322"/>
                  </a:cubicBezTo>
                  <a:cubicBezTo>
                    <a:pt x="252" y="349"/>
                    <a:pt x="224" y="363"/>
                    <a:pt x="196" y="363"/>
                  </a:cubicBezTo>
                  <a:cubicBezTo>
                    <a:pt x="154" y="363"/>
                    <a:pt x="140" y="349"/>
                    <a:pt x="140" y="322"/>
                  </a:cubicBezTo>
                  <a:cubicBezTo>
                    <a:pt x="140" y="294"/>
                    <a:pt x="154" y="266"/>
                    <a:pt x="168" y="252"/>
                  </a:cubicBezTo>
                  <a:cubicBezTo>
                    <a:pt x="196" y="210"/>
                    <a:pt x="238" y="168"/>
                    <a:pt x="294" y="168"/>
                  </a:cubicBezTo>
                  <a:close/>
                  <a:moveTo>
                    <a:pt x="322" y="1"/>
                  </a:moveTo>
                  <a:cubicBezTo>
                    <a:pt x="294" y="1"/>
                    <a:pt x="252" y="1"/>
                    <a:pt x="224" y="15"/>
                  </a:cubicBezTo>
                  <a:cubicBezTo>
                    <a:pt x="182" y="29"/>
                    <a:pt x="140" y="56"/>
                    <a:pt x="113" y="84"/>
                  </a:cubicBezTo>
                  <a:cubicBezTo>
                    <a:pt x="99" y="98"/>
                    <a:pt x="85" y="112"/>
                    <a:pt x="71" y="126"/>
                  </a:cubicBezTo>
                  <a:cubicBezTo>
                    <a:pt x="57" y="154"/>
                    <a:pt x="43" y="182"/>
                    <a:pt x="29" y="210"/>
                  </a:cubicBezTo>
                  <a:cubicBezTo>
                    <a:pt x="15" y="252"/>
                    <a:pt x="1" y="294"/>
                    <a:pt x="1" y="335"/>
                  </a:cubicBezTo>
                  <a:cubicBezTo>
                    <a:pt x="1" y="377"/>
                    <a:pt x="15" y="419"/>
                    <a:pt x="29" y="447"/>
                  </a:cubicBezTo>
                  <a:cubicBezTo>
                    <a:pt x="43" y="475"/>
                    <a:pt x="85" y="503"/>
                    <a:pt x="126" y="503"/>
                  </a:cubicBezTo>
                  <a:cubicBezTo>
                    <a:pt x="154" y="503"/>
                    <a:pt x="196" y="503"/>
                    <a:pt x="224" y="489"/>
                  </a:cubicBezTo>
                  <a:cubicBezTo>
                    <a:pt x="266" y="475"/>
                    <a:pt x="294" y="461"/>
                    <a:pt x="336" y="433"/>
                  </a:cubicBezTo>
                  <a:cubicBezTo>
                    <a:pt x="378" y="405"/>
                    <a:pt x="405" y="363"/>
                    <a:pt x="433" y="322"/>
                  </a:cubicBezTo>
                  <a:cubicBezTo>
                    <a:pt x="447" y="294"/>
                    <a:pt x="461" y="266"/>
                    <a:pt x="461" y="238"/>
                  </a:cubicBezTo>
                  <a:cubicBezTo>
                    <a:pt x="461" y="210"/>
                    <a:pt x="461" y="182"/>
                    <a:pt x="461" y="154"/>
                  </a:cubicBezTo>
                  <a:cubicBezTo>
                    <a:pt x="447" y="112"/>
                    <a:pt x="433" y="70"/>
                    <a:pt x="405" y="43"/>
                  </a:cubicBezTo>
                  <a:cubicBezTo>
                    <a:pt x="378" y="15"/>
                    <a:pt x="350" y="1"/>
                    <a:pt x="322"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7"/>
            <p:cNvSpPr/>
            <p:nvPr/>
          </p:nvSpPr>
          <p:spPr>
            <a:xfrm>
              <a:off x="7263800" y="1264110"/>
              <a:ext cx="95250" cy="179585"/>
            </a:xfrm>
            <a:custGeom>
              <a:avLst/>
              <a:gdLst/>
              <a:ahLst/>
              <a:cxnLst/>
              <a:rect l="l" t="t" r="r" b="b"/>
              <a:pathLst>
                <a:path w="489" h="922" extrusionOk="0">
                  <a:moveTo>
                    <a:pt x="251" y="1"/>
                  </a:moveTo>
                  <a:cubicBezTo>
                    <a:pt x="195" y="15"/>
                    <a:pt x="126" y="29"/>
                    <a:pt x="70" y="43"/>
                  </a:cubicBezTo>
                  <a:cubicBezTo>
                    <a:pt x="56" y="308"/>
                    <a:pt x="28" y="587"/>
                    <a:pt x="0" y="879"/>
                  </a:cubicBezTo>
                  <a:lnTo>
                    <a:pt x="70" y="852"/>
                  </a:lnTo>
                  <a:lnTo>
                    <a:pt x="167" y="810"/>
                  </a:lnTo>
                  <a:cubicBezTo>
                    <a:pt x="167" y="698"/>
                    <a:pt x="181" y="628"/>
                    <a:pt x="181" y="614"/>
                  </a:cubicBezTo>
                  <a:lnTo>
                    <a:pt x="265" y="573"/>
                  </a:lnTo>
                  <a:lnTo>
                    <a:pt x="265" y="573"/>
                  </a:lnTo>
                  <a:cubicBezTo>
                    <a:pt x="251" y="740"/>
                    <a:pt x="237" y="852"/>
                    <a:pt x="237" y="921"/>
                  </a:cubicBezTo>
                  <a:cubicBezTo>
                    <a:pt x="265" y="907"/>
                    <a:pt x="293" y="893"/>
                    <a:pt x="307" y="879"/>
                  </a:cubicBezTo>
                  <a:lnTo>
                    <a:pt x="377" y="838"/>
                  </a:lnTo>
                  <a:lnTo>
                    <a:pt x="391" y="838"/>
                  </a:lnTo>
                  <a:cubicBezTo>
                    <a:pt x="391" y="670"/>
                    <a:pt x="432" y="405"/>
                    <a:pt x="488" y="29"/>
                  </a:cubicBezTo>
                  <a:lnTo>
                    <a:pt x="488" y="29"/>
                  </a:lnTo>
                  <a:cubicBezTo>
                    <a:pt x="432" y="57"/>
                    <a:pt x="377" y="84"/>
                    <a:pt x="321" y="98"/>
                  </a:cubicBezTo>
                  <a:cubicBezTo>
                    <a:pt x="321" y="224"/>
                    <a:pt x="307" y="322"/>
                    <a:pt x="293" y="391"/>
                  </a:cubicBezTo>
                  <a:lnTo>
                    <a:pt x="251" y="419"/>
                  </a:lnTo>
                  <a:lnTo>
                    <a:pt x="209" y="433"/>
                  </a:lnTo>
                  <a:cubicBezTo>
                    <a:pt x="209" y="294"/>
                    <a:pt x="223" y="140"/>
                    <a:pt x="251"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7"/>
            <p:cNvSpPr/>
            <p:nvPr/>
          </p:nvSpPr>
          <p:spPr>
            <a:xfrm>
              <a:off x="7530066" y="1519468"/>
              <a:ext cx="122325" cy="117061"/>
            </a:xfrm>
            <a:custGeom>
              <a:avLst/>
              <a:gdLst/>
              <a:ahLst/>
              <a:cxnLst/>
              <a:rect l="l" t="t" r="r" b="b"/>
              <a:pathLst>
                <a:path w="628" h="601" extrusionOk="0">
                  <a:moveTo>
                    <a:pt x="279" y="1"/>
                  </a:moveTo>
                  <a:lnTo>
                    <a:pt x="112" y="29"/>
                  </a:lnTo>
                  <a:cubicBezTo>
                    <a:pt x="84" y="168"/>
                    <a:pt x="70" y="266"/>
                    <a:pt x="56" y="336"/>
                  </a:cubicBezTo>
                  <a:cubicBezTo>
                    <a:pt x="42" y="391"/>
                    <a:pt x="28" y="475"/>
                    <a:pt x="0" y="587"/>
                  </a:cubicBezTo>
                  <a:cubicBezTo>
                    <a:pt x="70" y="587"/>
                    <a:pt x="126" y="573"/>
                    <a:pt x="167" y="559"/>
                  </a:cubicBezTo>
                  <a:lnTo>
                    <a:pt x="195" y="433"/>
                  </a:lnTo>
                  <a:lnTo>
                    <a:pt x="209" y="322"/>
                  </a:lnTo>
                  <a:cubicBezTo>
                    <a:pt x="251" y="419"/>
                    <a:pt x="279" y="517"/>
                    <a:pt x="335" y="601"/>
                  </a:cubicBezTo>
                  <a:cubicBezTo>
                    <a:pt x="363" y="587"/>
                    <a:pt x="405" y="573"/>
                    <a:pt x="446" y="573"/>
                  </a:cubicBezTo>
                  <a:cubicBezTo>
                    <a:pt x="502" y="405"/>
                    <a:pt x="558" y="238"/>
                    <a:pt x="628" y="57"/>
                  </a:cubicBezTo>
                  <a:lnTo>
                    <a:pt x="628" y="57"/>
                  </a:lnTo>
                  <a:cubicBezTo>
                    <a:pt x="558" y="71"/>
                    <a:pt x="502" y="85"/>
                    <a:pt x="432" y="99"/>
                  </a:cubicBezTo>
                  <a:cubicBezTo>
                    <a:pt x="419" y="182"/>
                    <a:pt x="391" y="252"/>
                    <a:pt x="377" y="308"/>
                  </a:cubicBezTo>
                  <a:lnTo>
                    <a:pt x="349" y="238"/>
                  </a:lnTo>
                  <a:cubicBezTo>
                    <a:pt x="321" y="154"/>
                    <a:pt x="293" y="71"/>
                    <a:pt x="279"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7"/>
            <p:cNvSpPr/>
            <p:nvPr/>
          </p:nvSpPr>
          <p:spPr>
            <a:xfrm>
              <a:off x="7532599" y="1953635"/>
              <a:ext cx="87264" cy="136734"/>
            </a:xfrm>
            <a:custGeom>
              <a:avLst/>
              <a:gdLst/>
              <a:ahLst/>
              <a:cxnLst/>
              <a:rect l="l" t="t" r="r" b="b"/>
              <a:pathLst>
                <a:path w="448" h="702" extrusionOk="0">
                  <a:moveTo>
                    <a:pt x="355" y="0"/>
                  </a:moveTo>
                  <a:cubicBezTo>
                    <a:pt x="275" y="0"/>
                    <a:pt x="198" y="27"/>
                    <a:pt x="140" y="73"/>
                  </a:cubicBezTo>
                  <a:cubicBezTo>
                    <a:pt x="85" y="101"/>
                    <a:pt x="57" y="143"/>
                    <a:pt x="57" y="157"/>
                  </a:cubicBezTo>
                  <a:cubicBezTo>
                    <a:pt x="43" y="185"/>
                    <a:pt x="29" y="213"/>
                    <a:pt x="29" y="241"/>
                  </a:cubicBezTo>
                  <a:cubicBezTo>
                    <a:pt x="15" y="283"/>
                    <a:pt x="1" y="324"/>
                    <a:pt x="15" y="380"/>
                  </a:cubicBezTo>
                  <a:cubicBezTo>
                    <a:pt x="15" y="394"/>
                    <a:pt x="29" y="408"/>
                    <a:pt x="43" y="422"/>
                  </a:cubicBezTo>
                  <a:cubicBezTo>
                    <a:pt x="43" y="436"/>
                    <a:pt x="71" y="450"/>
                    <a:pt x="85" y="464"/>
                  </a:cubicBezTo>
                  <a:lnTo>
                    <a:pt x="182" y="464"/>
                  </a:lnTo>
                  <a:cubicBezTo>
                    <a:pt x="210" y="450"/>
                    <a:pt x="224" y="450"/>
                    <a:pt x="252" y="436"/>
                  </a:cubicBezTo>
                  <a:cubicBezTo>
                    <a:pt x="266" y="422"/>
                    <a:pt x="280" y="422"/>
                    <a:pt x="308" y="408"/>
                  </a:cubicBezTo>
                  <a:cubicBezTo>
                    <a:pt x="308" y="408"/>
                    <a:pt x="322" y="422"/>
                    <a:pt x="322" y="422"/>
                  </a:cubicBezTo>
                  <a:cubicBezTo>
                    <a:pt x="322" y="436"/>
                    <a:pt x="322" y="436"/>
                    <a:pt x="322" y="450"/>
                  </a:cubicBezTo>
                  <a:cubicBezTo>
                    <a:pt x="308" y="478"/>
                    <a:pt x="294" y="492"/>
                    <a:pt x="280" y="506"/>
                  </a:cubicBezTo>
                  <a:cubicBezTo>
                    <a:pt x="238" y="534"/>
                    <a:pt x="210" y="548"/>
                    <a:pt x="168" y="548"/>
                  </a:cubicBezTo>
                  <a:lnTo>
                    <a:pt x="71" y="548"/>
                  </a:lnTo>
                  <a:cubicBezTo>
                    <a:pt x="57" y="603"/>
                    <a:pt x="43" y="645"/>
                    <a:pt x="29" y="687"/>
                  </a:cubicBezTo>
                  <a:lnTo>
                    <a:pt x="99" y="701"/>
                  </a:lnTo>
                  <a:cubicBezTo>
                    <a:pt x="168" y="701"/>
                    <a:pt x="238" y="687"/>
                    <a:pt x="308" y="659"/>
                  </a:cubicBezTo>
                  <a:cubicBezTo>
                    <a:pt x="350" y="631"/>
                    <a:pt x="378" y="603"/>
                    <a:pt x="392" y="576"/>
                  </a:cubicBezTo>
                  <a:cubicBezTo>
                    <a:pt x="406" y="548"/>
                    <a:pt x="419" y="534"/>
                    <a:pt x="433" y="506"/>
                  </a:cubicBezTo>
                  <a:cubicBezTo>
                    <a:pt x="447" y="464"/>
                    <a:pt x="447" y="422"/>
                    <a:pt x="447" y="380"/>
                  </a:cubicBezTo>
                  <a:cubicBezTo>
                    <a:pt x="433" y="352"/>
                    <a:pt x="433" y="338"/>
                    <a:pt x="419" y="324"/>
                  </a:cubicBezTo>
                  <a:cubicBezTo>
                    <a:pt x="419" y="324"/>
                    <a:pt x="406" y="311"/>
                    <a:pt x="406" y="311"/>
                  </a:cubicBezTo>
                  <a:cubicBezTo>
                    <a:pt x="392" y="297"/>
                    <a:pt x="364" y="283"/>
                    <a:pt x="350" y="283"/>
                  </a:cubicBezTo>
                  <a:lnTo>
                    <a:pt x="294" y="283"/>
                  </a:lnTo>
                  <a:cubicBezTo>
                    <a:pt x="266" y="297"/>
                    <a:pt x="252" y="297"/>
                    <a:pt x="224" y="311"/>
                  </a:cubicBezTo>
                  <a:cubicBezTo>
                    <a:pt x="213" y="314"/>
                    <a:pt x="204" y="316"/>
                    <a:pt x="196" y="316"/>
                  </a:cubicBezTo>
                  <a:cubicBezTo>
                    <a:pt x="176" y="316"/>
                    <a:pt x="168" y="303"/>
                    <a:pt x="168" y="283"/>
                  </a:cubicBezTo>
                  <a:cubicBezTo>
                    <a:pt x="154" y="241"/>
                    <a:pt x="196" y="199"/>
                    <a:pt x="238" y="185"/>
                  </a:cubicBezTo>
                  <a:cubicBezTo>
                    <a:pt x="259" y="178"/>
                    <a:pt x="283" y="175"/>
                    <a:pt x="310" y="175"/>
                  </a:cubicBezTo>
                  <a:cubicBezTo>
                    <a:pt x="336" y="175"/>
                    <a:pt x="364" y="178"/>
                    <a:pt x="392" y="185"/>
                  </a:cubicBezTo>
                  <a:lnTo>
                    <a:pt x="406" y="4"/>
                  </a:lnTo>
                  <a:cubicBezTo>
                    <a:pt x="389" y="1"/>
                    <a:pt x="372" y="0"/>
                    <a:pt x="355"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1" name="Google Shape;551;p7"/>
          <p:cNvGrpSpPr/>
          <p:nvPr/>
        </p:nvGrpSpPr>
        <p:grpSpPr>
          <a:xfrm>
            <a:off x="7994525" y="88264"/>
            <a:ext cx="1298606" cy="2151921"/>
            <a:chOff x="6559512" y="4669794"/>
            <a:chExt cx="482466" cy="799495"/>
          </a:xfrm>
        </p:grpSpPr>
        <p:sp>
          <p:nvSpPr>
            <p:cNvPr id="552" name="Google Shape;552;p7"/>
            <p:cNvSpPr/>
            <p:nvPr/>
          </p:nvSpPr>
          <p:spPr>
            <a:xfrm>
              <a:off x="6644181" y="4779284"/>
              <a:ext cx="97986" cy="215069"/>
            </a:xfrm>
            <a:custGeom>
              <a:avLst/>
              <a:gdLst/>
              <a:ahLst/>
              <a:cxnLst/>
              <a:rect l="l" t="t" r="r" b="b"/>
              <a:pathLst>
                <a:path w="1354" h="2972" extrusionOk="0">
                  <a:moveTo>
                    <a:pt x="1354" y="0"/>
                  </a:moveTo>
                  <a:lnTo>
                    <a:pt x="1354" y="0"/>
                  </a:lnTo>
                  <a:cubicBezTo>
                    <a:pt x="1354" y="0"/>
                    <a:pt x="1340" y="14"/>
                    <a:pt x="1298" y="42"/>
                  </a:cubicBezTo>
                  <a:cubicBezTo>
                    <a:pt x="1256" y="70"/>
                    <a:pt x="1200" y="112"/>
                    <a:pt x="1130" y="154"/>
                  </a:cubicBezTo>
                  <a:cubicBezTo>
                    <a:pt x="1005" y="265"/>
                    <a:pt x="824" y="405"/>
                    <a:pt x="656" y="558"/>
                  </a:cubicBezTo>
                  <a:cubicBezTo>
                    <a:pt x="489" y="698"/>
                    <a:pt x="335" y="851"/>
                    <a:pt x="210" y="977"/>
                  </a:cubicBezTo>
                  <a:cubicBezTo>
                    <a:pt x="154" y="1032"/>
                    <a:pt x="112" y="1088"/>
                    <a:pt x="84" y="1130"/>
                  </a:cubicBezTo>
                  <a:lnTo>
                    <a:pt x="29" y="1186"/>
                  </a:lnTo>
                  <a:cubicBezTo>
                    <a:pt x="29" y="1186"/>
                    <a:pt x="56" y="1172"/>
                    <a:pt x="84" y="1144"/>
                  </a:cubicBezTo>
                  <a:cubicBezTo>
                    <a:pt x="126" y="1102"/>
                    <a:pt x="182" y="1074"/>
                    <a:pt x="252" y="1019"/>
                  </a:cubicBezTo>
                  <a:cubicBezTo>
                    <a:pt x="391" y="921"/>
                    <a:pt x="559" y="767"/>
                    <a:pt x="726" y="628"/>
                  </a:cubicBezTo>
                  <a:cubicBezTo>
                    <a:pt x="893" y="475"/>
                    <a:pt x="1047" y="321"/>
                    <a:pt x="1172" y="196"/>
                  </a:cubicBezTo>
                  <a:cubicBezTo>
                    <a:pt x="1228" y="140"/>
                    <a:pt x="1270" y="84"/>
                    <a:pt x="1312" y="56"/>
                  </a:cubicBezTo>
                  <a:lnTo>
                    <a:pt x="1354" y="0"/>
                  </a:lnTo>
                  <a:close/>
                  <a:moveTo>
                    <a:pt x="29" y="1186"/>
                  </a:moveTo>
                  <a:cubicBezTo>
                    <a:pt x="29" y="1214"/>
                    <a:pt x="29" y="1228"/>
                    <a:pt x="29" y="1256"/>
                  </a:cubicBezTo>
                  <a:cubicBezTo>
                    <a:pt x="29" y="1311"/>
                    <a:pt x="15" y="1381"/>
                    <a:pt x="15" y="1465"/>
                  </a:cubicBezTo>
                  <a:cubicBezTo>
                    <a:pt x="1" y="1632"/>
                    <a:pt x="1" y="1855"/>
                    <a:pt x="1" y="2079"/>
                  </a:cubicBezTo>
                  <a:cubicBezTo>
                    <a:pt x="1" y="2302"/>
                    <a:pt x="15" y="2525"/>
                    <a:pt x="42" y="2692"/>
                  </a:cubicBezTo>
                  <a:cubicBezTo>
                    <a:pt x="42" y="2776"/>
                    <a:pt x="56" y="2846"/>
                    <a:pt x="56" y="2888"/>
                  </a:cubicBezTo>
                  <a:cubicBezTo>
                    <a:pt x="70" y="2943"/>
                    <a:pt x="70" y="2971"/>
                    <a:pt x="70" y="2971"/>
                  </a:cubicBezTo>
                  <a:lnTo>
                    <a:pt x="70" y="2888"/>
                  </a:lnTo>
                  <a:cubicBezTo>
                    <a:pt x="70" y="2846"/>
                    <a:pt x="84" y="2776"/>
                    <a:pt x="84" y="2692"/>
                  </a:cubicBezTo>
                  <a:cubicBezTo>
                    <a:pt x="98" y="2511"/>
                    <a:pt x="98" y="2302"/>
                    <a:pt x="98" y="2079"/>
                  </a:cubicBezTo>
                  <a:cubicBezTo>
                    <a:pt x="84" y="1855"/>
                    <a:pt x="70" y="1632"/>
                    <a:pt x="56" y="1465"/>
                  </a:cubicBezTo>
                  <a:cubicBezTo>
                    <a:pt x="56" y="1381"/>
                    <a:pt x="42" y="1311"/>
                    <a:pt x="42" y="1256"/>
                  </a:cubicBezTo>
                  <a:cubicBezTo>
                    <a:pt x="29" y="1214"/>
                    <a:pt x="29" y="1186"/>
                    <a:pt x="29" y="1186"/>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7"/>
            <p:cNvSpPr/>
            <p:nvPr/>
          </p:nvSpPr>
          <p:spPr>
            <a:xfrm>
              <a:off x="6742093" y="4779284"/>
              <a:ext cx="191846" cy="214056"/>
            </a:xfrm>
            <a:custGeom>
              <a:avLst/>
              <a:gdLst/>
              <a:ahLst/>
              <a:cxnLst/>
              <a:rect l="l" t="t" r="r" b="b"/>
              <a:pathLst>
                <a:path w="2651" h="2958" extrusionOk="0">
                  <a:moveTo>
                    <a:pt x="1" y="0"/>
                  </a:moveTo>
                  <a:lnTo>
                    <a:pt x="56" y="56"/>
                  </a:lnTo>
                  <a:cubicBezTo>
                    <a:pt x="84" y="84"/>
                    <a:pt x="140" y="140"/>
                    <a:pt x="196" y="196"/>
                  </a:cubicBezTo>
                  <a:cubicBezTo>
                    <a:pt x="307" y="321"/>
                    <a:pt x="475" y="475"/>
                    <a:pt x="642" y="628"/>
                  </a:cubicBezTo>
                  <a:cubicBezTo>
                    <a:pt x="810" y="781"/>
                    <a:pt x="977" y="921"/>
                    <a:pt x="1117" y="1019"/>
                  </a:cubicBezTo>
                  <a:cubicBezTo>
                    <a:pt x="1172" y="1074"/>
                    <a:pt x="1228" y="1102"/>
                    <a:pt x="1270" y="1144"/>
                  </a:cubicBezTo>
                  <a:lnTo>
                    <a:pt x="1326" y="1172"/>
                  </a:lnTo>
                  <a:lnTo>
                    <a:pt x="1284" y="1130"/>
                  </a:lnTo>
                  <a:cubicBezTo>
                    <a:pt x="1256" y="1088"/>
                    <a:pt x="1200" y="1032"/>
                    <a:pt x="1144" y="977"/>
                  </a:cubicBezTo>
                  <a:cubicBezTo>
                    <a:pt x="1033" y="851"/>
                    <a:pt x="865" y="698"/>
                    <a:pt x="698" y="558"/>
                  </a:cubicBezTo>
                  <a:cubicBezTo>
                    <a:pt x="545" y="405"/>
                    <a:pt x="363" y="265"/>
                    <a:pt x="238" y="154"/>
                  </a:cubicBezTo>
                  <a:cubicBezTo>
                    <a:pt x="168" y="112"/>
                    <a:pt x="112" y="70"/>
                    <a:pt x="70" y="42"/>
                  </a:cubicBezTo>
                  <a:cubicBezTo>
                    <a:pt x="42" y="28"/>
                    <a:pt x="29" y="14"/>
                    <a:pt x="1" y="0"/>
                  </a:cubicBezTo>
                  <a:close/>
                  <a:moveTo>
                    <a:pt x="2651" y="0"/>
                  </a:moveTo>
                  <a:lnTo>
                    <a:pt x="2651" y="0"/>
                  </a:lnTo>
                  <a:cubicBezTo>
                    <a:pt x="2623" y="14"/>
                    <a:pt x="2595" y="28"/>
                    <a:pt x="2581" y="42"/>
                  </a:cubicBezTo>
                  <a:cubicBezTo>
                    <a:pt x="2539" y="70"/>
                    <a:pt x="2483" y="112"/>
                    <a:pt x="2414" y="154"/>
                  </a:cubicBezTo>
                  <a:cubicBezTo>
                    <a:pt x="2288" y="265"/>
                    <a:pt x="2107" y="405"/>
                    <a:pt x="1953" y="558"/>
                  </a:cubicBezTo>
                  <a:cubicBezTo>
                    <a:pt x="1786" y="698"/>
                    <a:pt x="1619" y="851"/>
                    <a:pt x="1507" y="977"/>
                  </a:cubicBezTo>
                  <a:cubicBezTo>
                    <a:pt x="1451" y="1032"/>
                    <a:pt x="1409" y="1088"/>
                    <a:pt x="1368" y="1130"/>
                  </a:cubicBezTo>
                  <a:lnTo>
                    <a:pt x="1326" y="1172"/>
                  </a:lnTo>
                  <a:lnTo>
                    <a:pt x="1382" y="1144"/>
                  </a:lnTo>
                  <a:cubicBezTo>
                    <a:pt x="1423" y="1102"/>
                    <a:pt x="1479" y="1074"/>
                    <a:pt x="1535" y="1019"/>
                  </a:cubicBezTo>
                  <a:cubicBezTo>
                    <a:pt x="1674" y="921"/>
                    <a:pt x="1842" y="767"/>
                    <a:pt x="2009" y="628"/>
                  </a:cubicBezTo>
                  <a:cubicBezTo>
                    <a:pt x="2177" y="475"/>
                    <a:pt x="2344" y="321"/>
                    <a:pt x="2456" y="196"/>
                  </a:cubicBezTo>
                  <a:cubicBezTo>
                    <a:pt x="2511" y="140"/>
                    <a:pt x="2567" y="84"/>
                    <a:pt x="2595" y="56"/>
                  </a:cubicBezTo>
                  <a:lnTo>
                    <a:pt x="2651" y="0"/>
                  </a:lnTo>
                  <a:close/>
                  <a:moveTo>
                    <a:pt x="1326" y="1172"/>
                  </a:moveTo>
                  <a:lnTo>
                    <a:pt x="1326" y="1256"/>
                  </a:lnTo>
                  <a:cubicBezTo>
                    <a:pt x="1326" y="1297"/>
                    <a:pt x="1312" y="1367"/>
                    <a:pt x="1312" y="1451"/>
                  </a:cubicBezTo>
                  <a:cubicBezTo>
                    <a:pt x="1298" y="1632"/>
                    <a:pt x="1298" y="1841"/>
                    <a:pt x="1312" y="2065"/>
                  </a:cubicBezTo>
                  <a:cubicBezTo>
                    <a:pt x="1326" y="2288"/>
                    <a:pt x="1326" y="2511"/>
                    <a:pt x="1340" y="2678"/>
                  </a:cubicBezTo>
                  <a:cubicBezTo>
                    <a:pt x="1340" y="2762"/>
                    <a:pt x="1368" y="2832"/>
                    <a:pt x="1368" y="2888"/>
                  </a:cubicBezTo>
                  <a:cubicBezTo>
                    <a:pt x="1368" y="2929"/>
                    <a:pt x="1382" y="2957"/>
                    <a:pt x="1382" y="2957"/>
                  </a:cubicBezTo>
                  <a:lnTo>
                    <a:pt x="1382" y="2888"/>
                  </a:lnTo>
                  <a:cubicBezTo>
                    <a:pt x="1382" y="2832"/>
                    <a:pt x="1382" y="2762"/>
                    <a:pt x="1395" y="2678"/>
                  </a:cubicBezTo>
                  <a:cubicBezTo>
                    <a:pt x="1395" y="2511"/>
                    <a:pt x="1409" y="2288"/>
                    <a:pt x="1395" y="2065"/>
                  </a:cubicBezTo>
                  <a:cubicBezTo>
                    <a:pt x="1382" y="1841"/>
                    <a:pt x="1368" y="1618"/>
                    <a:pt x="1354" y="1451"/>
                  </a:cubicBezTo>
                  <a:cubicBezTo>
                    <a:pt x="1354" y="1367"/>
                    <a:pt x="1340" y="1297"/>
                    <a:pt x="1340" y="1256"/>
                  </a:cubicBezTo>
                  <a:cubicBezTo>
                    <a:pt x="1326" y="1200"/>
                    <a:pt x="1326" y="1172"/>
                    <a:pt x="1326" y="1172"/>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7"/>
            <p:cNvSpPr/>
            <p:nvPr/>
          </p:nvSpPr>
          <p:spPr>
            <a:xfrm>
              <a:off x="6661332" y="4803526"/>
              <a:ext cx="72802" cy="64622"/>
            </a:xfrm>
            <a:custGeom>
              <a:avLst/>
              <a:gdLst/>
              <a:ahLst/>
              <a:cxnLst/>
              <a:rect l="l" t="t" r="r" b="b"/>
              <a:pathLst>
                <a:path w="1006" h="893" extrusionOk="0">
                  <a:moveTo>
                    <a:pt x="1005" y="0"/>
                  </a:moveTo>
                  <a:lnTo>
                    <a:pt x="1005" y="0"/>
                  </a:lnTo>
                  <a:cubicBezTo>
                    <a:pt x="949" y="28"/>
                    <a:pt x="893" y="70"/>
                    <a:pt x="838" y="112"/>
                  </a:cubicBezTo>
                  <a:cubicBezTo>
                    <a:pt x="726" y="181"/>
                    <a:pt x="601" y="293"/>
                    <a:pt x="475" y="405"/>
                  </a:cubicBezTo>
                  <a:cubicBezTo>
                    <a:pt x="349" y="516"/>
                    <a:pt x="224" y="628"/>
                    <a:pt x="140" y="725"/>
                  </a:cubicBezTo>
                  <a:cubicBezTo>
                    <a:pt x="98" y="781"/>
                    <a:pt x="43" y="837"/>
                    <a:pt x="1" y="893"/>
                  </a:cubicBezTo>
                  <a:cubicBezTo>
                    <a:pt x="1" y="893"/>
                    <a:pt x="84" y="851"/>
                    <a:pt x="182" y="767"/>
                  </a:cubicBezTo>
                  <a:cubicBezTo>
                    <a:pt x="280" y="697"/>
                    <a:pt x="419" y="600"/>
                    <a:pt x="545" y="474"/>
                  </a:cubicBezTo>
                  <a:cubicBezTo>
                    <a:pt x="670" y="363"/>
                    <a:pt x="782" y="251"/>
                    <a:pt x="866" y="153"/>
                  </a:cubicBezTo>
                  <a:cubicBezTo>
                    <a:pt x="963" y="56"/>
                    <a:pt x="1005" y="0"/>
                    <a:pt x="1005"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7"/>
            <p:cNvSpPr/>
            <p:nvPr/>
          </p:nvSpPr>
          <p:spPr>
            <a:xfrm>
              <a:off x="6933863" y="4779284"/>
              <a:ext cx="95959" cy="85825"/>
            </a:xfrm>
            <a:custGeom>
              <a:avLst/>
              <a:gdLst/>
              <a:ahLst/>
              <a:cxnLst/>
              <a:rect l="l" t="t" r="r" b="b"/>
              <a:pathLst>
                <a:path w="1326" h="1186" extrusionOk="0">
                  <a:moveTo>
                    <a:pt x="1" y="0"/>
                  </a:moveTo>
                  <a:lnTo>
                    <a:pt x="57" y="56"/>
                  </a:lnTo>
                  <a:cubicBezTo>
                    <a:pt x="85" y="84"/>
                    <a:pt x="126" y="140"/>
                    <a:pt x="196" y="196"/>
                  </a:cubicBezTo>
                  <a:cubicBezTo>
                    <a:pt x="308" y="321"/>
                    <a:pt x="461" y="475"/>
                    <a:pt x="629" y="628"/>
                  </a:cubicBezTo>
                  <a:cubicBezTo>
                    <a:pt x="796" y="781"/>
                    <a:pt x="977" y="921"/>
                    <a:pt x="1103" y="1019"/>
                  </a:cubicBezTo>
                  <a:cubicBezTo>
                    <a:pt x="1173" y="1074"/>
                    <a:pt x="1228" y="1116"/>
                    <a:pt x="1270" y="1144"/>
                  </a:cubicBezTo>
                  <a:cubicBezTo>
                    <a:pt x="1312" y="1172"/>
                    <a:pt x="1326" y="1186"/>
                    <a:pt x="1326" y="1186"/>
                  </a:cubicBezTo>
                  <a:lnTo>
                    <a:pt x="1284" y="1130"/>
                  </a:lnTo>
                  <a:cubicBezTo>
                    <a:pt x="1242" y="1088"/>
                    <a:pt x="1200" y="1032"/>
                    <a:pt x="1145" y="977"/>
                  </a:cubicBezTo>
                  <a:cubicBezTo>
                    <a:pt x="1033" y="851"/>
                    <a:pt x="866" y="698"/>
                    <a:pt x="698" y="558"/>
                  </a:cubicBezTo>
                  <a:cubicBezTo>
                    <a:pt x="531" y="405"/>
                    <a:pt x="364" y="265"/>
                    <a:pt x="224" y="154"/>
                  </a:cubicBezTo>
                  <a:cubicBezTo>
                    <a:pt x="168" y="112"/>
                    <a:pt x="98" y="70"/>
                    <a:pt x="71" y="42"/>
                  </a:cubicBezTo>
                  <a:cubicBezTo>
                    <a:pt x="29" y="14"/>
                    <a:pt x="1" y="0"/>
                    <a:pt x="1"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7"/>
            <p:cNvSpPr/>
            <p:nvPr/>
          </p:nvSpPr>
          <p:spPr>
            <a:xfrm>
              <a:off x="6743106" y="4994283"/>
              <a:ext cx="95959" cy="85825"/>
            </a:xfrm>
            <a:custGeom>
              <a:avLst/>
              <a:gdLst/>
              <a:ahLst/>
              <a:cxnLst/>
              <a:rect l="l" t="t" r="r" b="b"/>
              <a:pathLst>
                <a:path w="1326" h="1186" extrusionOk="0">
                  <a:moveTo>
                    <a:pt x="1326" y="0"/>
                  </a:moveTo>
                  <a:cubicBezTo>
                    <a:pt x="1312" y="14"/>
                    <a:pt x="1284" y="28"/>
                    <a:pt x="1270" y="42"/>
                  </a:cubicBezTo>
                  <a:cubicBezTo>
                    <a:pt x="1228" y="70"/>
                    <a:pt x="1172" y="112"/>
                    <a:pt x="1103" y="168"/>
                  </a:cubicBezTo>
                  <a:cubicBezTo>
                    <a:pt x="977" y="265"/>
                    <a:pt x="796" y="405"/>
                    <a:pt x="628" y="558"/>
                  </a:cubicBezTo>
                  <a:cubicBezTo>
                    <a:pt x="461" y="698"/>
                    <a:pt x="307" y="851"/>
                    <a:pt x="196" y="977"/>
                  </a:cubicBezTo>
                  <a:cubicBezTo>
                    <a:pt x="126" y="1033"/>
                    <a:pt x="84" y="1088"/>
                    <a:pt x="56" y="1130"/>
                  </a:cubicBezTo>
                  <a:lnTo>
                    <a:pt x="1" y="1186"/>
                  </a:lnTo>
                  <a:cubicBezTo>
                    <a:pt x="15" y="1172"/>
                    <a:pt x="42" y="1158"/>
                    <a:pt x="70" y="1144"/>
                  </a:cubicBezTo>
                  <a:cubicBezTo>
                    <a:pt x="98" y="1116"/>
                    <a:pt x="154" y="1074"/>
                    <a:pt x="224" y="1019"/>
                  </a:cubicBezTo>
                  <a:cubicBezTo>
                    <a:pt x="363" y="921"/>
                    <a:pt x="531" y="781"/>
                    <a:pt x="698" y="628"/>
                  </a:cubicBezTo>
                  <a:cubicBezTo>
                    <a:pt x="865" y="475"/>
                    <a:pt x="1033" y="321"/>
                    <a:pt x="1144" y="210"/>
                  </a:cubicBezTo>
                  <a:cubicBezTo>
                    <a:pt x="1200" y="140"/>
                    <a:pt x="1242" y="84"/>
                    <a:pt x="1284" y="56"/>
                  </a:cubicBezTo>
                  <a:lnTo>
                    <a:pt x="1326" y="0"/>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7"/>
            <p:cNvSpPr/>
            <p:nvPr/>
          </p:nvSpPr>
          <p:spPr>
            <a:xfrm>
              <a:off x="6940955" y="4998336"/>
              <a:ext cx="96972" cy="85825"/>
            </a:xfrm>
            <a:custGeom>
              <a:avLst/>
              <a:gdLst/>
              <a:ahLst/>
              <a:cxnLst/>
              <a:rect l="l" t="t" r="r" b="b"/>
              <a:pathLst>
                <a:path w="1340" h="1186" extrusionOk="0">
                  <a:moveTo>
                    <a:pt x="1340" y="0"/>
                  </a:moveTo>
                  <a:cubicBezTo>
                    <a:pt x="1340" y="0"/>
                    <a:pt x="1312" y="14"/>
                    <a:pt x="1270" y="42"/>
                  </a:cubicBezTo>
                  <a:cubicBezTo>
                    <a:pt x="1228" y="70"/>
                    <a:pt x="1172" y="112"/>
                    <a:pt x="1102" y="154"/>
                  </a:cubicBezTo>
                  <a:cubicBezTo>
                    <a:pt x="977" y="265"/>
                    <a:pt x="810" y="405"/>
                    <a:pt x="642" y="544"/>
                  </a:cubicBezTo>
                  <a:cubicBezTo>
                    <a:pt x="475" y="698"/>
                    <a:pt x="307" y="851"/>
                    <a:pt x="196" y="977"/>
                  </a:cubicBezTo>
                  <a:cubicBezTo>
                    <a:pt x="140" y="1032"/>
                    <a:pt x="84" y="1088"/>
                    <a:pt x="56" y="1130"/>
                  </a:cubicBezTo>
                  <a:lnTo>
                    <a:pt x="0" y="1186"/>
                  </a:lnTo>
                  <a:cubicBezTo>
                    <a:pt x="0" y="1186"/>
                    <a:pt x="28" y="1172"/>
                    <a:pt x="70" y="1144"/>
                  </a:cubicBezTo>
                  <a:cubicBezTo>
                    <a:pt x="112" y="1102"/>
                    <a:pt x="168" y="1074"/>
                    <a:pt x="238" y="1018"/>
                  </a:cubicBezTo>
                  <a:cubicBezTo>
                    <a:pt x="363" y="921"/>
                    <a:pt x="531" y="767"/>
                    <a:pt x="698" y="628"/>
                  </a:cubicBezTo>
                  <a:cubicBezTo>
                    <a:pt x="865" y="474"/>
                    <a:pt x="1033" y="321"/>
                    <a:pt x="1144" y="195"/>
                  </a:cubicBezTo>
                  <a:cubicBezTo>
                    <a:pt x="1200" y="140"/>
                    <a:pt x="1256" y="84"/>
                    <a:pt x="1284" y="56"/>
                  </a:cubicBezTo>
                  <a:lnTo>
                    <a:pt x="1340" y="0"/>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7"/>
            <p:cNvSpPr/>
            <p:nvPr/>
          </p:nvSpPr>
          <p:spPr>
            <a:xfrm>
              <a:off x="6646207" y="4994283"/>
              <a:ext cx="95959" cy="85825"/>
            </a:xfrm>
            <a:custGeom>
              <a:avLst/>
              <a:gdLst/>
              <a:ahLst/>
              <a:cxnLst/>
              <a:rect l="l" t="t" r="r" b="b"/>
              <a:pathLst>
                <a:path w="1326" h="1186" extrusionOk="0">
                  <a:moveTo>
                    <a:pt x="1" y="0"/>
                  </a:moveTo>
                  <a:lnTo>
                    <a:pt x="56" y="56"/>
                  </a:lnTo>
                  <a:cubicBezTo>
                    <a:pt x="84" y="84"/>
                    <a:pt x="126" y="140"/>
                    <a:pt x="182" y="196"/>
                  </a:cubicBezTo>
                  <a:cubicBezTo>
                    <a:pt x="307" y="321"/>
                    <a:pt x="461" y="475"/>
                    <a:pt x="628" y="628"/>
                  </a:cubicBezTo>
                  <a:cubicBezTo>
                    <a:pt x="796" y="781"/>
                    <a:pt x="977" y="921"/>
                    <a:pt x="1102" y="1019"/>
                  </a:cubicBezTo>
                  <a:cubicBezTo>
                    <a:pt x="1172" y="1074"/>
                    <a:pt x="1228" y="1116"/>
                    <a:pt x="1270" y="1144"/>
                  </a:cubicBezTo>
                  <a:cubicBezTo>
                    <a:pt x="1312" y="1172"/>
                    <a:pt x="1326" y="1186"/>
                    <a:pt x="1326" y="1186"/>
                  </a:cubicBezTo>
                  <a:lnTo>
                    <a:pt x="1284" y="1130"/>
                  </a:lnTo>
                  <a:cubicBezTo>
                    <a:pt x="1242" y="1088"/>
                    <a:pt x="1200" y="1033"/>
                    <a:pt x="1144" y="977"/>
                  </a:cubicBezTo>
                  <a:cubicBezTo>
                    <a:pt x="1019" y="851"/>
                    <a:pt x="865" y="698"/>
                    <a:pt x="698" y="558"/>
                  </a:cubicBezTo>
                  <a:cubicBezTo>
                    <a:pt x="531" y="405"/>
                    <a:pt x="363" y="265"/>
                    <a:pt x="224" y="168"/>
                  </a:cubicBezTo>
                  <a:cubicBezTo>
                    <a:pt x="154" y="112"/>
                    <a:pt x="98" y="70"/>
                    <a:pt x="56" y="42"/>
                  </a:cubicBezTo>
                  <a:cubicBezTo>
                    <a:pt x="28" y="14"/>
                    <a:pt x="1" y="0"/>
                    <a:pt x="1"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7"/>
            <p:cNvSpPr/>
            <p:nvPr/>
          </p:nvSpPr>
          <p:spPr>
            <a:xfrm>
              <a:off x="6840004" y="4998336"/>
              <a:ext cx="96972" cy="85825"/>
            </a:xfrm>
            <a:custGeom>
              <a:avLst/>
              <a:gdLst/>
              <a:ahLst/>
              <a:cxnLst/>
              <a:rect l="l" t="t" r="r" b="b"/>
              <a:pathLst>
                <a:path w="1340" h="1186" extrusionOk="0">
                  <a:moveTo>
                    <a:pt x="1" y="0"/>
                  </a:moveTo>
                  <a:lnTo>
                    <a:pt x="56" y="56"/>
                  </a:lnTo>
                  <a:cubicBezTo>
                    <a:pt x="84" y="84"/>
                    <a:pt x="126" y="140"/>
                    <a:pt x="196" y="195"/>
                  </a:cubicBezTo>
                  <a:cubicBezTo>
                    <a:pt x="308" y="321"/>
                    <a:pt x="475" y="474"/>
                    <a:pt x="628" y="628"/>
                  </a:cubicBezTo>
                  <a:cubicBezTo>
                    <a:pt x="796" y="781"/>
                    <a:pt x="977" y="921"/>
                    <a:pt x="1103" y="1018"/>
                  </a:cubicBezTo>
                  <a:cubicBezTo>
                    <a:pt x="1172" y="1074"/>
                    <a:pt x="1228" y="1102"/>
                    <a:pt x="1270" y="1144"/>
                  </a:cubicBezTo>
                  <a:cubicBezTo>
                    <a:pt x="1284" y="1158"/>
                    <a:pt x="1312" y="1172"/>
                    <a:pt x="1340" y="1186"/>
                  </a:cubicBezTo>
                  <a:lnTo>
                    <a:pt x="1284" y="1130"/>
                  </a:lnTo>
                  <a:cubicBezTo>
                    <a:pt x="1242" y="1088"/>
                    <a:pt x="1200" y="1032"/>
                    <a:pt x="1144" y="977"/>
                  </a:cubicBezTo>
                  <a:cubicBezTo>
                    <a:pt x="1033" y="851"/>
                    <a:pt x="865" y="698"/>
                    <a:pt x="698" y="544"/>
                  </a:cubicBezTo>
                  <a:cubicBezTo>
                    <a:pt x="531" y="405"/>
                    <a:pt x="363" y="265"/>
                    <a:pt x="224" y="154"/>
                  </a:cubicBezTo>
                  <a:cubicBezTo>
                    <a:pt x="168" y="112"/>
                    <a:pt x="98" y="70"/>
                    <a:pt x="70" y="42"/>
                  </a:cubicBezTo>
                  <a:cubicBezTo>
                    <a:pt x="42" y="28"/>
                    <a:pt x="29" y="14"/>
                    <a:pt x="1"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7"/>
            <p:cNvSpPr/>
            <p:nvPr/>
          </p:nvSpPr>
          <p:spPr>
            <a:xfrm>
              <a:off x="6665384" y="4994283"/>
              <a:ext cx="68749" cy="61655"/>
            </a:xfrm>
            <a:custGeom>
              <a:avLst/>
              <a:gdLst/>
              <a:ahLst/>
              <a:cxnLst/>
              <a:rect l="l" t="t" r="r" b="b"/>
              <a:pathLst>
                <a:path w="950" h="852" extrusionOk="0">
                  <a:moveTo>
                    <a:pt x="1" y="0"/>
                  </a:moveTo>
                  <a:cubicBezTo>
                    <a:pt x="42" y="56"/>
                    <a:pt x="84" y="112"/>
                    <a:pt x="126" y="154"/>
                  </a:cubicBezTo>
                  <a:cubicBezTo>
                    <a:pt x="224" y="265"/>
                    <a:pt x="321" y="363"/>
                    <a:pt x="433" y="461"/>
                  </a:cubicBezTo>
                  <a:cubicBezTo>
                    <a:pt x="558" y="572"/>
                    <a:pt x="684" y="670"/>
                    <a:pt x="782" y="740"/>
                  </a:cubicBezTo>
                  <a:cubicBezTo>
                    <a:pt x="837" y="781"/>
                    <a:pt x="893" y="809"/>
                    <a:pt x="949" y="851"/>
                  </a:cubicBezTo>
                  <a:cubicBezTo>
                    <a:pt x="949" y="851"/>
                    <a:pt x="907" y="781"/>
                    <a:pt x="823" y="698"/>
                  </a:cubicBezTo>
                  <a:cubicBezTo>
                    <a:pt x="740" y="600"/>
                    <a:pt x="642" y="489"/>
                    <a:pt x="517" y="391"/>
                  </a:cubicBezTo>
                  <a:cubicBezTo>
                    <a:pt x="405" y="293"/>
                    <a:pt x="293" y="196"/>
                    <a:pt x="168" y="112"/>
                  </a:cubicBezTo>
                  <a:cubicBezTo>
                    <a:pt x="70" y="42"/>
                    <a:pt x="1" y="0"/>
                    <a:pt x="1"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7"/>
            <p:cNvSpPr/>
            <p:nvPr/>
          </p:nvSpPr>
          <p:spPr>
            <a:xfrm>
              <a:off x="7033801" y="4871116"/>
              <a:ext cx="8178" cy="129316"/>
            </a:xfrm>
            <a:custGeom>
              <a:avLst/>
              <a:gdLst/>
              <a:ahLst/>
              <a:cxnLst/>
              <a:rect l="l" t="t" r="r" b="b"/>
              <a:pathLst>
                <a:path w="113" h="1787" extrusionOk="0">
                  <a:moveTo>
                    <a:pt x="29" y="1"/>
                  </a:moveTo>
                  <a:lnTo>
                    <a:pt x="29" y="84"/>
                  </a:lnTo>
                  <a:cubicBezTo>
                    <a:pt x="29" y="126"/>
                    <a:pt x="29" y="196"/>
                    <a:pt x="15" y="280"/>
                  </a:cubicBezTo>
                  <a:cubicBezTo>
                    <a:pt x="15" y="461"/>
                    <a:pt x="1" y="670"/>
                    <a:pt x="15" y="893"/>
                  </a:cubicBezTo>
                  <a:cubicBezTo>
                    <a:pt x="29" y="1116"/>
                    <a:pt x="43" y="1340"/>
                    <a:pt x="57" y="1507"/>
                  </a:cubicBezTo>
                  <a:cubicBezTo>
                    <a:pt x="57" y="1591"/>
                    <a:pt x="71" y="1660"/>
                    <a:pt x="71" y="1716"/>
                  </a:cubicBezTo>
                  <a:cubicBezTo>
                    <a:pt x="84" y="1758"/>
                    <a:pt x="84" y="1786"/>
                    <a:pt x="84" y="1786"/>
                  </a:cubicBezTo>
                  <a:lnTo>
                    <a:pt x="84" y="1716"/>
                  </a:lnTo>
                  <a:cubicBezTo>
                    <a:pt x="84" y="1660"/>
                    <a:pt x="98" y="1591"/>
                    <a:pt x="98" y="1507"/>
                  </a:cubicBezTo>
                  <a:cubicBezTo>
                    <a:pt x="112" y="1340"/>
                    <a:pt x="112" y="1116"/>
                    <a:pt x="112" y="893"/>
                  </a:cubicBezTo>
                  <a:cubicBezTo>
                    <a:pt x="112" y="670"/>
                    <a:pt x="84" y="447"/>
                    <a:pt x="71" y="280"/>
                  </a:cubicBezTo>
                  <a:cubicBezTo>
                    <a:pt x="71" y="196"/>
                    <a:pt x="57" y="126"/>
                    <a:pt x="43" y="84"/>
                  </a:cubicBezTo>
                  <a:cubicBezTo>
                    <a:pt x="43" y="28"/>
                    <a:pt x="29" y="1"/>
                    <a:pt x="29"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7"/>
            <p:cNvSpPr/>
            <p:nvPr/>
          </p:nvSpPr>
          <p:spPr>
            <a:xfrm>
              <a:off x="6640128" y="5163837"/>
              <a:ext cx="98999" cy="215069"/>
            </a:xfrm>
            <a:custGeom>
              <a:avLst/>
              <a:gdLst/>
              <a:ahLst/>
              <a:cxnLst/>
              <a:rect l="l" t="t" r="r" b="b"/>
              <a:pathLst>
                <a:path w="1368" h="2972" extrusionOk="0">
                  <a:moveTo>
                    <a:pt x="1368" y="1"/>
                  </a:moveTo>
                  <a:cubicBezTo>
                    <a:pt x="1354" y="15"/>
                    <a:pt x="1326" y="29"/>
                    <a:pt x="1312" y="43"/>
                  </a:cubicBezTo>
                  <a:cubicBezTo>
                    <a:pt x="1270" y="84"/>
                    <a:pt x="1200" y="112"/>
                    <a:pt x="1145" y="168"/>
                  </a:cubicBezTo>
                  <a:cubicBezTo>
                    <a:pt x="1005" y="266"/>
                    <a:pt x="838" y="419"/>
                    <a:pt x="670" y="559"/>
                  </a:cubicBezTo>
                  <a:cubicBezTo>
                    <a:pt x="503" y="712"/>
                    <a:pt x="336" y="866"/>
                    <a:pt x="224" y="991"/>
                  </a:cubicBezTo>
                  <a:cubicBezTo>
                    <a:pt x="168" y="1047"/>
                    <a:pt x="126" y="1103"/>
                    <a:pt x="85" y="1131"/>
                  </a:cubicBezTo>
                  <a:lnTo>
                    <a:pt x="29" y="1186"/>
                  </a:lnTo>
                  <a:lnTo>
                    <a:pt x="29" y="1270"/>
                  </a:lnTo>
                  <a:cubicBezTo>
                    <a:pt x="29" y="1312"/>
                    <a:pt x="29" y="1382"/>
                    <a:pt x="15" y="1465"/>
                  </a:cubicBezTo>
                  <a:cubicBezTo>
                    <a:pt x="15" y="1647"/>
                    <a:pt x="1" y="1856"/>
                    <a:pt x="15" y="2079"/>
                  </a:cubicBezTo>
                  <a:cubicBezTo>
                    <a:pt x="29" y="2302"/>
                    <a:pt x="43" y="2525"/>
                    <a:pt x="57" y="2693"/>
                  </a:cubicBezTo>
                  <a:cubicBezTo>
                    <a:pt x="57" y="2776"/>
                    <a:pt x="71" y="2846"/>
                    <a:pt x="71" y="2902"/>
                  </a:cubicBezTo>
                  <a:cubicBezTo>
                    <a:pt x="85" y="2944"/>
                    <a:pt x="85" y="2972"/>
                    <a:pt x="85" y="2972"/>
                  </a:cubicBezTo>
                  <a:cubicBezTo>
                    <a:pt x="85" y="2958"/>
                    <a:pt x="85" y="2930"/>
                    <a:pt x="85" y="2902"/>
                  </a:cubicBezTo>
                  <a:cubicBezTo>
                    <a:pt x="85" y="2846"/>
                    <a:pt x="98" y="2776"/>
                    <a:pt x="98" y="2693"/>
                  </a:cubicBezTo>
                  <a:cubicBezTo>
                    <a:pt x="112" y="2525"/>
                    <a:pt x="112" y="2302"/>
                    <a:pt x="112" y="2079"/>
                  </a:cubicBezTo>
                  <a:cubicBezTo>
                    <a:pt x="112" y="1856"/>
                    <a:pt x="98" y="1633"/>
                    <a:pt x="71" y="1465"/>
                  </a:cubicBezTo>
                  <a:cubicBezTo>
                    <a:pt x="71" y="1382"/>
                    <a:pt x="57" y="1312"/>
                    <a:pt x="57" y="1270"/>
                  </a:cubicBezTo>
                  <a:cubicBezTo>
                    <a:pt x="43" y="1214"/>
                    <a:pt x="43" y="1186"/>
                    <a:pt x="43" y="1186"/>
                  </a:cubicBezTo>
                  <a:cubicBezTo>
                    <a:pt x="57" y="1172"/>
                    <a:pt x="85" y="1158"/>
                    <a:pt x="112" y="1144"/>
                  </a:cubicBezTo>
                  <a:cubicBezTo>
                    <a:pt x="140" y="1117"/>
                    <a:pt x="196" y="1075"/>
                    <a:pt x="266" y="1033"/>
                  </a:cubicBezTo>
                  <a:cubicBezTo>
                    <a:pt x="405" y="921"/>
                    <a:pt x="573" y="782"/>
                    <a:pt x="740" y="628"/>
                  </a:cubicBezTo>
                  <a:cubicBezTo>
                    <a:pt x="907" y="489"/>
                    <a:pt x="1075" y="335"/>
                    <a:pt x="1186" y="210"/>
                  </a:cubicBezTo>
                  <a:cubicBezTo>
                    <a:pt x="1242" y="154"/>
                    <a:pt x="1284" y="98"/>
                    <a:pt x="1326" y="56"/>
                  </a:cubicBezTo>
                  <a:lnTo>
                    <a:pt x="1368" y="1"/>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7"/>
            <p:cNvSpPr/>
            <p:nvPr/>
          </p:nvSpPr>
          <p:spPr>
            <a:xfrm>
              <a:off x="6739053" y="5163837"/>
              <a:ext cx="95959" cy="85897"/>
            </a:xfrm>
            <a:custGeom>
              <a:avLst/>
              <a:gdLst/>
              <a:ahLst/>
              <a:cxnLst/>
              <a:rect l="l" t="t" r="r" b="b"/>
              <a:pathLst>
                <a:path w="1326" h="1187" extrusionOk="0">
                  <a:moveTo>
                    <a:pt x="1" y="1"/>
                  </a:moveTo>
                  <a:lnTo>
                    <a:pt x="43" y="56"/>
                  </a:lnTo>
                  <a:cubicBezTo>
                    <a:pt x="84" y="98"/>
                    <a:pt x="126" y="154"/>
                    <a:pt x="182" y="210"/>
                  </a:cubicBezTo>
                  <a:cubicBezTo>
                    <a:pt x="308" y="335"/>
                    <a:pt x="461" y="489"/>
                    <a:pt x="628" y="642"/>
                  </a:cubicBezTo>
                  <a:cubicBezTo>
                    <a:pt x="810" y="782"/>
                    <a:pt x="963" y="921"/>
                    <a:pt x="1103" y="1033"/>
                  </a:cubicBezTo>
                  <a:cubicBezTo>
                    <a:pt x="1172" y="1075"/>
                    <a:pt x="1228" y="1117"/>
                    <a:pt x="1270" y="1144"/>
                  </a:cubicBezTo>
                  <a:cubicBezTo>
                    <a:pt x="1284" y="1158"/>
                    <a:pt x="1312" y="1172"/>
                    <a:pt x="1326" y="1186"/>
                  </a:cubicBezTo>
                  <a:lnTo>
                    <a:pt x="1284" y="1131"/>
                  </a:lnTo>
                  <a:cubicBezTo>
                    <a:pt x="1242" y="1103"/>
                    <a:pt x="1200" y="1047"/>
                    <a:pt x="1145" y="991"/>
                  </a:cubicBezTo>
                  <a:cubicBezTo>
                    <a:pt x="1019" y="866"/>
                    <a:pt x="866" y="712"/>
                    <a:pt x="698" y="559"/>
                  </a:cubicBezTo>
                  <a:cubicBezTo>
                    <a:pt x="531" y="405"/>
                    <a:pt x="349" y="266"/>
                    <a:pt x="224" y="168"/>
                  </a:cubicBezTo>
                  <a:cubicBezTo>
                    <a:pt x="154" y="112"/>
                    <a:pt x="98" y="84"/>
                    <a:pt x="57" y="43"/>
                  </a:cubicBezTo>
                  <a:cubicBezTo>
                    <a:pt x="15" y="15"/>
                    <a:pt x="1" y="1"/>
                    <a:pt x="1"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7"/>
            <p:cNvSpPr/>
            <p:nvPr/>
          </p:nvSpPr>
          <p:spPr>
            <a:xfrm>
              <a:off x="6746145" y="5382890"/>
              <a:ext cx="96972" cy="85897"/>
            </a:xfrm>
            <a:custGeom>
              <a:avLst/>
              <a:gdLst/>
              <a:ahLst/>
              <a:cxnLst/>
              <a:rect l="l" t="t" r="r" b="b"/>
              <a:pathLst>
                <a:path w="1340" h="1187" extrusionOk="0">
                  <a:moveTo>
                    <a:pt x="1339" y="1"/>
                  </a:moveTo>
                  <a:cubicBezTo>
                    <a:pt x="1312" y="14"/>
                    <a:pt x="1284" y="28"/>
                    <a:pt x="1270" y="42"/>
                  </a:cubicBezTo>
                  <a:cubicBezTo>
                    <a:pt x="1228" y="70"/>
                    <a:pt x="1172" y="112"/>
                    <a:pt x="1102" y="168"/>
                  </a:cubicBezTo>
                  <a:cubicBezTo>
                    <a:pt x="977" y="266"/>
                    <a:pt x="795" y="419"/>
                    <a:pt x="642" y="558"/>
                  </a:cubicBezTo>
                  <a:cubicBezTo>
                    <a:pt x="475" y="712"/>
                    <a:pt x="307" y="865"/>
                    <a:pt x="196" y="991"/>
                  </a:cubicBezTo>
                  <a:cubicBezTo>
                    <a:pt x="140" y="1047"/>
                    <a:pt x="84" y="1102"/>
                    <a:pt x="56" y="1130"/>
                  </a:cubicBezTo>
                  <a:lnTo>
                    <a:pt x="0" y="1186"/>
                  </a:lnTo>
                  <a:cubicBezTo>
                    <a:pt x="0" y="1186"/>
                    <a:pt x="28" y="1172"/>
                    <a:pt x="70" y="1144"/>
                  </a:cubicBezTo>
                  <a:cubicBezTo>
                    <a:pt x="98" y="1116"/>
                    <a:pt x="168" y="1075"/>
                    <a:pt x="224" y="1033"/>
                  </a:cubicBezTo>
                  <a:cubicBezTo>
                    <a:pt x="363" y="921"/>
                    <a:pt x="530" y="782"/>
                    <a:pt x="698" y="628"/>
                  </a:cubicBezTo>
                  <a:cubicBezTo>
                    <a:pt x="865" y="489"/>
                    <a:pt x="1033" y="335"/>
                    <a:pt x="1144" y="210"/>
                  </a:cubicBezTo>
                  <a:cubicBezTo>
                    <a:pt x="1200" y="154"/>
                    <a:pt x="1256" y="98"/>
                    <a:pt x="1284" y="56"/>
                  </a:cubicBezTo>
                  <a:lnTo>
                    <a:pt x="1339" y="1"/>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7"/>
            <p:cNvSpPr/>
            <p:nvPr/>
          </p:nvSpPr>
          <p:spPr>
            <a:xfrm>
              <a:off x="6645194" y="5382890"/>
              <a:ext cx="95959" cy="85897"/>
            </a:xfrm>
            <a:custGeom>
              <a:avLst/>
              <a:gdLst/>
              <a:ahLst/>
              <a:cxnLst/>
              <a:rect l="l" t="t" r="r" b="b"/>
              <a:pathLst>
                <a:path w="1326" h="1187" extrusionOk="0">
                  <a:moveTo>
                    <a:pt x="1" y="1"/>
                  </a:moveTo>
                  <a:lnTo>
                    <a:pt x="56" y="56"/>
                  </a:lnTo>
                  <a:cubicBezTo>
                    <a:pt x="84" y="98"/>
                    <a:pt x="126" y="154"/>
                    <a:pt x="196" y="210"/>
                  </a:cubicBezTo>
                  <a:cubicBezTo>
                    <a:pt x="307" y="335"/>
                    <a:pt x="461" y="489"/>
                    <a:pt x="628" y="628"/>
                  </a:cubicBezTo>
                  <a:cubicBezTo>
                    <a:pt x="796" y="782"/>
                    <a:pt x="977" y="921"/>
                    <a:pt x="1102" y="1033"/>
                  </a:cubicBezTo>
                  <a:cubicBezTo>
                    <a:pt x="1172" y="1075"/>
                    <a:pt x="1228" y="1116"/>
                    <a:pt x="1270" y="1144"/>
                  </a:cubicBezTo>
                  <a:cubicBezTo>
                    <a:pt x="1312" y="1172"/>
                    <a:pt x="1326" y="1186"/>
                    <a:pt x="1326" y="1186"/>
                  </a:cubicBezTo>
                  <a:lnTo>
                    <a:pt x="1284" y="1130"/>
                  </a:lnTo>
                  <a:cubicBezTo>
                    <a:pt x="1242" y="1102"/>
                    <a:pt x="1200" y="1047"/>
                    <a:pt x="1144" y="991"/>
                  </a:cubicBezTo>
                  <a:cubicBezTo>
                    <a:pt x="1033" y="865"/>
                    <a:pt x="865" y="712"/>
                    <a:pt x="698" y="558"/>
                  </a:cubicBezTo>
                  <a:cubicBezTo>
                    <a:pt x="531" y="405"/>
                    <a:pt x="363" y="266"/>
                    <a:pt x="224" y="168"/>
                  </a:cubicBezTo>
                  <a:cubicBezTo>
                    <a:pt x="168" y="112"/>
                    <a:pt x="98" y="70"/>
                    <a:pt x="70" y="42"/>
                  </a:cubicBezTo>
                  <a:cubicBezTo>
                    <a:pt x="42" y="28"/>
                    <a:pt x="15" y="15"/>
                    <a:pt x="1"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7"/>
            <p:cNvSpPr/>
            <p:nvPr/>
          </p:nvSpPr>
          <p:spPr>
            <a:xfrm>
              <a:off x="6824880" y="4888267"/>
              <a:ext cx="7164" cy="82858"/>
            </a:xfrm>
            <a:custGeom>
              <a:avLst/>
              <a:gdLst/>
              <a:ahLst/>
              <a:cxnLst/>
              <a:rect l="l" t="t" r="r" b="b"/>
              <a:pathLst>
                <a:path w="99" h="1145" extrusionOk="0">
                  <a:moveTo>
                    <a:pt x="42" y="1"/>
                  </a:moveTo>
                  <a:cubicBezTo>
                    <a:pt x="42" y="1"/>
                    <a:pt x="28" y="70"/>
                    <a:pt x="14" y="182"/>
                  </a:cubicBezTo>
                  <a:cubicBezTo>
                    <a:pt x="0" y="308"/>
                    <a:pt x="0" y="447"/>
                    <a:pt x="0" y="573"/>
                  </a:cubicBezTo>
                  <a:cubicBezTo>
                    <a:pt x="0" y="712"/>
                    <a:pt x="14" y="838"/>
                    <a:pt x="28" y="977"/>
                  </a:cubicBezTo>
                  <a:cubicBezTo>
                    <a:pt x="42" y="1075"/>
                    <a:pt x="56" y="1145"/>
                    <a:pt x="56" y="1145"/>
                  </a:cubicBezTo>
                  <a:cubicBezTo>
                    <a:pt x="70" y="1089"/>
                    <a:pt x="84" y="1033"/>
                    <a:pt x="84" y="977"/>
                  </a:cubicBezTo>
                  <a:cubicBezTo>
                    <a:pt x="98" y="838"/>
                    <a:pt x="98" y="712"/>
                    <a:pt x="98" y="573"/>
                  </a:cubicBezTo>
                  <a:cubicBezTo>
                    <a:pt x="98" y="433"/>
                    <a:pt x="84" y="280"/>
                    <a:pt x="70" y="182"/>
                  </a:cubicBezTo>
                  <a:cubicBezTo>
                    <a:pt x="56" y="112"/>
                    <a:pt x="56" y="57"/>
                    <a:pt x="42"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7"/>
            <p:cNvSpPr/>
            <p:nvPr/>
          </p:nvSpPr>
          <p:spPr>
            <a:xfrm>
              <a:off x="6737027" y="5080037"/>
              <a:ext cx="7164" cy="83871"/>
            </a:xfrm>
            <a:custGeom>
              <a:avLst/>
              <a:gdLst/>
              <a:ahLst/>
              <a:cxnLst/>
              <a:rect l="l" t="t" r="r" b="b"/>
              <a:pathLst>
                <a:path w="99" h="1159" extrusionOk="0">
                  <a:moveTo>
                    <a:pt x="43" y="1"/>
                  </a:moveTo>
                  <a:cubicBezTo>
                    <a:pt x="43" y="1"/>
                    <a:pt x="29" y="71"/>
                    <a:pt x="15" y="182"/>
                  </a:cubicBezTo>
                  <a:cubicBezTo>
                    <a:pt x="1" y="322"/>
                    <a:pt x="1" y="447"/>
                    <a:pt x="1" y="587"/>
                  </a:cubicBezTo>
                  <a:cubicBezTo>
                    <a:pt x="1" y="726"/>
                    <a:pt x="15" y="866"/>
                    <a:pt x="29" y="977"/>
                  </a:cubicBezTo>
                  <a:cubicBezTo>
                    <a:pt x="43" y="1033"/>
                    <a:pt x="43" y="1103"/>
                    <a:pt x="71" y="1159"/>
                  </a:cubicBezTo>
                  <a:cubicBezTo>
                    <a:pt x="71" y="1159"/>
                    <a:pt x="85" y="1075"/>
                    <a:pt x="85" y="977"/>
                  </a:cubicBezTo>
                  <a:cubicBezTo>
                    <a:pt x="99" y="852"/>
                    <a:pt x="99" y="712"/>
                    <a:pt x="99" y="587"/>
                  </a:cubicBezTo>
                  <a:cubicBezTo>
                    <a:pt x="99" y="447"/>
                    <a:pt x="85" y="308"/>
                    <a:pt x="71" y="182"/>
                  </a:cubicBezTo>
                  <a:cubicBezTo>
                    <a:pt x="71" y="126"/>
                    <a:pt x="57" y="57"/>
                    <a:pt x="43"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7"/>
            <p:cNvSpPr/>
            <p:nvPr/>
          </p:nvSpPr>
          <p:spPr>
            <a:xfrm>
              <a:off x="6559512" y="4993270"/>
              <a:ext cx="84742" cy="78950"/>
            </a:xfrm>
            <a:custGeom>
              <a:avLst/>
              <a:gdLst/>
              <a:ahLst/>
              <a:cxnLst/>
              <a:rect l="l" t="t" r="r" b="b"/>
              <a:pathLst>
                <a:path w="1171" h="1091" extrusionOk="0">
                  <a:moveTo>
                    <a:pt x="1171" y="0"/>
                  </a:moveTo>
                  <a:cubicBezTo>
                    <a:pt x="1115" y="28"/>
                    <a:pt x="1059" y="70"/>
                    <a:pt x="1017" y="112"/>
                  </a:cubicBezTo>
                  <a:cubicBezTo>
                    <a:pt x="920" y="196"/>
                    <a:pt x="822" y="279"/>
                    <a:pt x="724" y="377"/>
                  </a:cubicBezTo>
                  <a:cubicBezTo>
                    <a:pt x="641" y="475"/>
                    <a:pt x="557" y="558"/>
                    <a:pt x="501" y="642"/>
                  </a:cubicBezTo>
                  <a:cubicBezTo>
                    <a:pt x="452" y="607"/>
                    <a:pt x="402" y="591"/>
                    <a:pt x="353" y="591"/>
                  </a:cubicBezTo>
                  <a:cubicBezTo>
                    <a:pt x="155" y="591"/>
                    <a:pt x="1" y="850"/>
                    <a:pt x="180" y="1019"/>
                  </a:cubicBezTo>
                  <a:cubicBezTo>
                    <a:pt x="234" y="1069"/>
                    <a:pt x="293" y="1090"/>
                    <a:pt x="351" y="1090"/>
                  </a:cubicBezTo>
                  <a:cubicBezTo>
                    <a:pt x="533" y="1090"/>
                    <a:pt x="691" y="875"/>
                    <a:pt x="543" y="684"/>
                  </a:cubicBezTo>
                  <a:cubicBezTo>
                    <a:pt x="627" y="614"/>
                    <a:pt x="710" y="530"/>
                    <a:pt x="794" y="447"/>
                  </a:cubicBezTo>
                  <a:cubicBezTo>
                    <a:pt x="892" y="349"/>
                    <a:pt x="975" y="251"/>
                    <a:pt x="1059" y="140"/>
                  </a:cubicBezTo>
                  <a:cubicBezTo>
                    <a:pt x="1101" y="98"/>
                    <a:pt x="1129" y="42"/>
                    <a:pt x="1171"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7"/>
            <p:cNvSpPr/>
            <p:nvPr/>
          </p:nvSpPr>
          <p:spPr>
            <a:xfrm>
              <a:off x="6840004" y="5084090"/>
              <a:ext cx="102038" cy="385199"/>
            </a:xfrm>
            <a:custGeom>
              <a:avLst/>
              <a:gdLst/>
              <a:ahLst/>
              <a:cxnLst/>
              <a:rect l="l" t="t" r="r" b="b"/>
              <a:pathLst>
                <a:path w="1410" h="5323" extrusionOk="0">
                  <a:moveTo>
                    <a:pt x="1326" y="1"/>
                  </a:moveTo>
                  <a:cubicBezTo>
                    <a:pt x="1326" y="1"/>
                    <a:pt x="1326" y="84"/>
                    <a:pt x="1312" y="224"/>
                  </a:cubicBezTo>
                  <a:cubicBezTo>
                    <a:pt x="1298" y="363"/>
                    <a:pt x="1284" y="559"/>
                    <a:pt x="1270" y="796"/>
                  </a:cubicBezTo>
                  <a:cubicBezTo>
                    <a:pt x="1256" y="1033"/>
                    <a:pt x="1242" y="1312"/>
                    <a:pt x="1228" y="1605"/>
                  </a:cubicBezTo>
                  <a:cubicBezTo>
                    <a:pt x="1214" y="1898"/>
                    <a:pt x="1200" y="2219"/>
                    <a:pt x="1186" y="2539"/>
                  </a:cubicBezTo>
                  <a:cubicBezTo>
                    <a:pt x="1172" y="2860"/>
                    <a:pt x="1172" y="3181"/>
                    <a:pt x="1172" y="3474"/>
                  </a:cubicBezTo>
                  <a:cubicBezTo>
                    <a:pt x="1158" y="3767"/>
                    <a:pt x="1172" y="4046"/>
                    <a:pt x="1158" y="4283"/>
                  </a:cubicBezTo>
                  <a:cubicBezTo>
                    <a:pt x="1144" y="4534"/>
                    <a:pt x="1158" y="4715"/>
                    <a:pt x="1158" y="4855"/>
                  </a:cubicBezTo>
                  <a:cubicBezTo>
                    <a:pt x="1103" y="4855"/>
                    <a:pt x="1047" y="4869"/>
                    <a:pt x="1005" y="4911"/>
                  </a:cubicBezTo>
                  <a:cubicBezTo>
                    <a:pt x="907" y="4813"/>
                    <a:pt x="782" y="4674"/>
                    <a:pt x="642" y="4548"/>
                  </a:cubicBezTo>
                  <a:cubicBezTo>
                    <a:pt x="503" y="4422"/>
                    <a:pt x="363" y="4297"/>
                    <a:pt x="252" y="4213"/>
                  </a:cubicBezTo>
                  <a:cubicBezTo>
                    <a:pt x="196" y="4171"/>
                    <a:pt x="140" y="4143"/>
                    <a:pt x="112" y="4116"/>
                  </a:cubicBezTo>
                  <a:lnTo>
                    <a:pt x="70" y="4088"/>
                  </a:lnTo>
                  <a:cubicBezTo>
                    <a:pt x="70" y="4032"/>
                    <a:pt x="84" y="3976"/>
                    <a:pt x="84" y="3892"/>
                  </a:cubicBezTo>
                  <a:cubicBezTo>
                    <a:pt x="98" y="3725"/>
                    <a:pt x="98" y="3502"/>
                    <a:pt x="98" y="3279"/>
                  </a:cubicBezTo>
                  <a:cubicBezTo>
                    <a:pt x="84" y="3056"/>
                    <a:pt x="70" y="2832"/>
                    <a:pt x="56" y="2665"/>
                  </a:cubicBezTo>
                  <a:cubicBezTo>
                    <a:pt x="56" y="2581"/>
                    <a:pt x="42" y="2512"/>
                    <a:pt x="42" y="2470"/>
                  </a:cubicBezTo>
                  <a:cubicBezTo>
                    <a:pt x="29" y="2414"/>
                    <a:pt x="29" y="2386"/>
                    <a:pt x="29" y="2386"/>
                  </a:cubicBezTo>
                  <a:lnTo>
                    <a:pt x="29" y="2470"/>
                  </a:lnTo>
                  <a:cubicBezTo>
                    <a:pt x="29" y="2512"/>
                    <a:pt x="15" y="2581"/>
                    <a:pt x="15" y="2665"/>
                  </a:cubicBezTo>
                  <a:cubicBezTo>
                    <a:pt x="15" y="2846"/>
                    <a:pt x="1" y="3056"/>
                    <a:pt x="15" y="3279"/>
                  </a:cubicBezTo>
                  <a:cubicBezTo>
                    <a:pt x="15" y="3502"/>
                    <a:pt x="29" y="3725"/>
                    <a:pt x="42" y="3892"/>
                  </a:cubicBezTo>
                  <a:cubicBezTo>
                    <a:pt x="42" y="3976"/>
                    <a:pt x="56" y="4046"/>
                    <a:pt x="70" y="4102"/>
                  </a:cubicBezTo>
                  <a:lnTo>
                    <a:pt x="112" y="4143"/>
                  </a:lnTo>
                  <a:cubicBezTo>
                    <a:pt x="140" y="4171"/>
                    <a:pt x="168" y="4213"/>
                    <a:pt x="224" y="4269"/>
                  </a:cubicBezTo>
                  <a:cubicBezTo>
                    <a:pt x="321" y="4367"/>
                    <a:pt x="447" y="4506"/>
                    <a:pt x="586" y="4632"/>
                  </a:cubicBezTo>
                  <a:cubicBezTo>
                    <a:pt x="726" y="4757"/>
                    <a:pt x="865" y="4869"/>
                    <a:pt x="977" y="4953"/>
                  </a:cubicBezTo>
                  <a:cubicBezTo>
                    <a:pt x="949" y="4994"/>
                    <a:pt x="935" y="5036"/>
                    <a:pt x="935" y="5092"/>
                  </a:cubicBezTo>
                  <a:cubicBezTo>
                    <a:pt x="935" y="5245"/>
                    <a:pt x="1050" y="5322"/>
                    <a:pt x="1165" y="5322"/>
                  </a:cubicBezTo>
                  <a:cubicBezTo>
                    <a:pt x="1280" y="5322"/>
                    <a:pt x="1395" y="5245"/>
                    <a:pt x="1395" y="5092"/>
                  </a:cubicBezTo>
                  <a:cubicBezTo>
                    <a:pt x="1409" y="4966"/>
                    <a:pt x="1298" y="4855"/>
                    <a:pt x="1172" y="4855"/>
                  </a:cubicBezTo>
                  <a:cubicBezTo>
                    <a:pt x="1186" y="4715"/>
                    <a:pt x="1200" y="4520"/>
                    <a:pt x="1214" y="4297"/>
                  </a:cubicBezTo>
                  <a:cubicBezTo>
                    <a:pt x="1228" y="4060"/>
                    <a:pt x="1242" y="3767"/>
                    <a:pt x="1256" y="3474"/>
                  </a:cubicBezTo>
                  <a:cubicBezTo>
                    <a:pt x="1270" y="3181"/>
                    <a:pt x="1270" y="2860"/>
                    <a:pt x="1284" y="2539"/>
                  </a:cubicBezTo>
                  <a:cubicBezTo>
                    <a:pt x="1298" y="2233"/>
                    <a:pt x="1298" y="1912"/>
                    <a:pt x="1312" y="1605"/>
                  </a:cubicBezTo>
                  <a:cubicBezTo>
                    <a:pt x="1326" y="1312"/>
                    <a:pt x="1312" y="1033"/>
                    <a:pt x="1326" y="796"/>
                  </a:cubicBezTo>
                  <a:cubicBezTo>
                    <a:pt x="1340" y="559"/>
                    <a:pt x="1326" y="363"/>
                    <a:pt x="1326" y="224"/>
                  </a:cubicBezTo>
                  <a:lnTo>
                    <a:pt x="1326" y="1"/>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7"/>
            <p:cNvSpPr/>
            <p:nvPr/>
          </p:nvSpPr>
          <p:spPr>
            <a:xfrm>
              <a:off x="6718863" y="4669794"/>
              <a:ext cx="40164" cy="100443"/>
            </a:xfrm>
            <a:custGeom>
              <a:avLst/>
              <a:gdLst/>
              <a:ahLst/>
              <a:cxnLst/>
              <a:rect l="l" t="t" r="r" b="b"/>
              <a:pathLst>
                <a:path w="555" h="1388" extrusionOk="0">
                  <a:moveTo>
                    <a:pt x="312" y="1"/>
                  </a:moveTo>
                  <a:cubicBezTo>
                    <a:pt x="257" y="1"/>
                    <a:pt x="201" y="20"/>
                    <a:pt x="154" y="63"/>
                  </a:cubicBezTo>
                  <a:cubicBezTo>
                    <a:pt x="1" y="188"/>
                    <a:pt x="84" y="453"/>
                    <a:pt x="280" y="467"/>
                  </a:cubicBezTo>
                  <a:cubicBezTo>
                    <a:pt x="280" y="579"/>
                    <a:pt x="280" y="690"/>
                    <a:pt x="280" y="816"/>
                  </a:cubicBezTo>
                  <a:cubicBezTo>
                    <a:pt x="280" y="955"/>
                    <a:pt x="294" y="1081"/>
                    <a:pt x="308" y="1220"/>
                  </a:cubicBezTo>
                  <a:cubicBezTo>
                    <a:pt x="308" y="1276"/>
                    <a:pt x="322" y="1332"/>
                    <a:pt x="336" y="1388"/>
                  </a:cubicBezTo>
                  <a:cubicBezTo>
                    <a:pt x="350" y="1332"/>
                    <a:pt x="363" y="1276"/>
                    <a:pt x="363" y="1220"/>
                  </a:cubicBezTo>
                  <a:cubicBezTo>
                    <a:pt x="377" y="1081"/>
                    <a:pt x="377" y="955"/>
                    <a:pt x="377" y="816"/>
                  </a:cubicBezTo>
                  <a:cubicBezTo>
                    <a:pt x="377" y="690"/>
                    <a:pt x="363" y="565"/>
                    <a:pt x="350" y="467"/>
                  </a:cubicBezTo>
                  <a:cubicBezTo>
                    <a:pt x="461" y="453"/>
                    <a:pt x="545" y="356"/>
                    <a:pt x="545" y="244"/>
                  </a:cubicBezTo>
                  <a:cubicBezTo>
                    <a:pt x="554" y="99"/>
                    <a:pt x="437" y="1"/>
                    <a:pt x="312"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50"/>
        <p:cNvGrpSpPr/>
        <p:nvPr/>
      </p:nvGrpSpPr>
      <p:grpSpPr>
        <a:xfrm>
          <a:off x="0" y="0"/>
          <a:ext cx="0" cy="0"/>
          <a:chOff x="0" y="0"/>
          <a:chExt cx="0" cy="0"/>
        </a:xfrm>
      </p:grpSpPr>
      <p:sp>
        <p:nvSpPr>
          <p:cNvPr id="651" name="Google Shape;651;p9"/>
          <p:cNvSpPr txBox="1">
            <a:spLocks noGrp="1"/>
          </p:cNvSpPr>
          <p:nvPr>
            <p:ph type="title"/>
          </p:nvPr>
        </p:nvSpPr>
        <p:spPr>
          <a:xfrm>
            <a:off x="3999025" y="1509150"/>
            <a:ext cx="4173000" cy="8418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652" name="Google Shape;652;p9"/>
          <p:cNvSpPr txBox="1">
            <a:spLocks noGrp="1"/>
          </p:cNvSpPr>
          <p:nvPr>
            <p:ph type="subTitle" idx="1"/>
          </p:nvPr>
        </p:nvSpPr>
        <p:spPr>
          <a:xfrm>
            <a:off x="3999115" y="2503349"/>
            <a:ext cx="4173000" cy="128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grpSp>
        <p:nvGrpSpPr>
          <p:cNvPr id="653" name="Google Shape;653;p9"/>
          <p:cNvGrpSpPr/>
          <p:nvPr/>
        </p:nvGrpSpPr>
        <p:grpSpPr>
          <a:xfrm>
            <a:off x="205659" y="-244459"/>
            <a:ext cx="10181565" cy="6043661"/>
            <a:chOff x="205659" y="-244459"/>
            <a:chExt cx="10181565" cy="6043661"/>
          </a:xfrm>
        </p:grpSpPr>
        <p:grpSp>
          <p:nvGrpSpPr>
            <p:cNvPr id="654" name="Google Shape;654;p9"/>
            <p:cNvGrpSpPr/>
            <p:nvPr/>
          </p:nvGrpSpPr>
          <p:grpSpPr>
            <a:xfrm>
              <a:off x="3143914" y="4465905"/>
              <a:ext cx="735076" cy="490179"/>
              <a:chOff x="7194614" y="4282080"/>
              <a:chExt cx="735076" cy="490179"/>
            </a:xfrm>
          </p:grpSpPr>
          <p:sp>
            <p:nvSpPr>
              <p:cNvPr id="655" name="Google Shape;655;p9"/>
              <p:cNvSpPr/>
              <p:nvPr/>
            </p:nvSpPr>
            <p:spPr>
              <a:xfrm>
                <a:off x="7785290" y="4551562"/>
                <a:ext cx="144400" cy="193574"/>
              </a:xfrm>
              <a:custGeom>
                <a:avLst/>
                <a:gdLst/>
                <a:ahLst/>
                <a:cxnLst/>
                <a:rect l="l" t="t" r="r" b="b"/>
                <a:pathLst>
                  <a:path w="740" h="992" extrusionOk="0">
                    <a:moveTo>
                      <a:pt x="559" y="1"/>
                    </a:moveTo>
                    <a:cubicBezTo>
                      <a:pt x="377" y="57"/>
                      <a:pt x="182" y="98"/>
                      <a:pt x="1" y="140"/>
                    </a:cubicBezTo>
                    <a:cubicBezTo>
                      <a:pt x="15" y="252"/>
                      <a:pt x="57" y="433"/>
                      <a:pt x="84" y="656"/>
                    </a:cubicBezTo>
                    <a:cubicBezTo>
                      <a:pt x="126" y="615"/>
                      <a:pt x="182" y="573"/>
                      <a:pt x="238" y="559"/>
                    </a:cubicBezTo>
                    <a:cubicBezTo>
                      <a:pt x="268" y="553"/>
                      <a:pt x="296" y="550"/>
                      <a:pt x="321" y="550"/>
                    </a:cubicBezTo>
                    <a:cubicBezTo>
                      <a:pt x="415" y="550"/>
                      <a:pt x="475" y="588"/>
                      <a:pt x="475" y="642"/>
                    </a:cubicBezTo>
                    <a:cubicBezTo>
                      <a:pt x="475" y="701"/>
                      <a:pt x="446" y="730"/>
                      <a:pt x="380" y="730"/>
                    </a:cubicBezTo>
                    <a:cubicBezTo>
                      <a:pt x="367" y="730"/>
                      <a:pt x="352" y="728"/>
                      <a:pt x="336" y="726"/>
                    </a:cubicBezTo>
                    <a:cubicBezTo>
                      <a:pt x="294" y="712"/>
                      <a:pt x="252" y="684"/>
                      <a:pt x="210" y="656"/>
                    </a:cubicBezTo>
                    <a:cubicBezTo>
                      <a:pt x="168" y="712"/>
                      <a:pt x="112" y="782"/>
                      <a:pt x="57" y="824"/>
                    </a:cubicBezTo>
                    <a:cubicBezTo>
                      <a:pt x="154" y="921"/>
                      <a:pt x="280" y="977"/>
                      <a:pt x="419" y="991"/>
                    </a:cubicBezTo>
                    <a:cubicBezTo>
                      <a:pt x="503" y="977"/>
                      <a:pt x="573" y="949"/>
                      <a:pt x="628" y="894"/>
                    </a:cubicBezTo>
                    <a:cubicBezTo>
                      <a:pt x="698" y="810"/>
                      <a:pt x="740" y="698"/>
                      <a:pt x="726" y="587"/>
                    </a:cubicBezTo>
                    <a:cubicBezTo>
                      <a:pt x="726" y="517"/>
                      <a:pt x="684" y="447"/>
                      <a:pt x="628" y="405"/>
                    </a:cubicBezTo>
                    <a:cubicBezTo>
                      <a:pt x="559" y="336"/>
                      <a:pt x="461" y="308"/>
                      <a:pt x="363" y="308"/>
                    </a:cubicBezTo>
                    <a:cubicBezTo>
                      <a:pt x="322" y="308"/>
                      <a:pt x="294" y="322"/>
                      <a:pt x="266" y="336"/>
                    </a:cubicBezTo>
                    <a:lnTo>
                      <a:pt x="266" y="294"/>
                    </a:lnTo>
                    <a:cubicBezTo>
                      <a:pt x="377" y="266"/>
                      <a:pt x="489" y="252"/>
                      <a:pt x="614" y="252"/>
                    </a:cubicBezTo>
                    <a:cubicBezTo>
                      <a:pt x="587" y="168"/>
                      <a:pt x="573" y="85"/>
                      <a:pt x="559"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9"/>
              <p:cNvSpPr/>
              <p:nvPr/>
            </p:nvSpPr>
            <p:spPr>
              <a:xfrm>
                <a:off x="7194614" y="4380233"/>
                <a:ext cx="201770" cy="300508"/>
              </a:xfrm>
              <a:custGeom>
                <a:avLst/>
                <a:gdLst/>
                <a:ahLst/>
                <a:cxnLst/>
                <a:rect l="l" t="t" r="r" b="b"/>
                <a:pathLst>
                  <a:path w="1034" h="1540" extrusionOk="0">
                    <a:moveTo>
                      <a:pt x="810" y="0"/>
                    </a:moveTo>
                    <a:cubicBezTo>
                      <a:pt x="754" y="28"/>
                      <a:pt x="698" y="42"/>
                      <a:pt x="656" y="70"/>
                    </a:cubicBezTo>
                    <a:cubicBezTo>
                      <a:pt x="573" y="126"/>
                      <a:pt x="489" y="181"/>
                      <a:pt x="433" y="251"/>
                    </a:cubicBezTo>
                    <a:cubicBezTo>
                      <a:pt x="322" y="349"/>
                      <a:pt x="238" y="446"/>
                      <a:pt x="154" y="572"/>
                    </a:cubicBezTo>
                    <a:cubicBezTo>
                      <a:pt x="112" y="642"/>
                      <a:pt x="71" y="725"/>
                      <a:pt x="43" y="823"/>
                    </a:cubicBezTo>
                    <a:cubicBezTo>
                      <a:pt x="1" y="963"/>
                      <a:pt x="1" y="1116"/>
                      <a:pt x="43" y="1269"/>
                    </a:cubicBezTo>
                    <a:cubicBezTo>
                      <a:pt x="71" y="1311"/>
                      <a:pt x="99" y="1367"/>
                      <a:pt x="126" y="1409"/>
                    </a:cubicBezTo>
                    <a:cubicBezTo>
                      <a:pt x="154" y="1437"/>
                      <a:pt x="182" y="1451"/>
                      <a:pt x="210" y="1479"/>
                    </a:cubicBezTo>
                    <a:cubicBezTo>
                      <a:pt x="285" y="1521"/>
                      <a:pt x="367" y="1539"/>
                      <a:pt x="452" y="1539"/>
                    </a:cubicBezTo>
                    <a:cubicBezTo>
                      <a:pt x="478" y="1539"/>
                      <a:pt x="505" y="1538"/>
                      <a:pt x="531" y="1534"/>
                    </a:cubicBezTo>
                    <a:cubicBezTo>
                      <a:pt x="643" y="1520"/>
                      <a:pt x="726" y="1493"/>
                      <a:pt x="824" y="1437"/>
                    </a:cubicBezTo>
                    <a:cubicBezTo>
                      <a:pt x="894" y="1381"/>
                      <a:pt x="963" y="1339"/>
                      <a:pt x="1033" y="1269"/>
                    </a:cubicBezTo>
                    <a:lnTo>
                      <a:pt x="852" y="949"/>
                    </a:lnTo>
                    <a:cubicBezTo>
                      <a:pt x="852" y="949"/>
                      <a:pt x="838" y="976"/>
                      <a:pt x="824" y="1018"/>
                    </a:cubicBezTo>
                    <a:cubicBezTo>
                      <a:pt x="768" y="1088"/>
                      <a:pt x="684" y="1144"/>
                      <a:pt x="587" y="1158"/>
                    </a:cubicBezTo>
                    <a:lnTo>
                      <a:pt x="531" y="1158"/>
                    </a:lnTo>
                    <a:cubicBezTo>
                      <a:pt x="447" y="1116"/>
                      <a:pt x="419" y="1032"/>
                      <a:pt x="447" y="893"/>
                    </a:cubicBezTo>
                    <a:cubicBezTo>
                      <a:pt x="475" y="809"/>
                      <a:pt x="531" y="725"/>
                      <a:pt x="601" y="670"/>
                    </a:cubicBezTo>
                    <a:cubicBezTo>
                      <a:pt x="656" y="614"/>
                      <a:pt x="740" y="572"/>
                      <a:pt x="824" y="558"/>
                    </a:cubicBezTo>
                    <a:lnTo>
                      <a:pt x="810" y="0"/>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9"/>
              <p:cNvSpPr/>
              <p:nvPr/>
            </p:nvSpPr>
            <p:spPr>
              <a:xfrm>
                <a:off x="7540394" y="4282080"/>
                <a:ext cx="182451" cy="367634"/>
              </a:xfrm>
              <a:custGeom>
                <a:avLst/>
                <a:gdLst/>
                <a:ahLst/>
                <a:cxnLst/>
                <a:rect l="l" t="t" r="r" b="b"/>
                <a:pathLst>
                  <a:path w="935" h="1884" extrusionOk="0">
                    <a:moveTo>
                      <a:pt x="865" y="1"/>
                    </a:moveTo>
                    <a:cubicBezTo>
                      <a:pt x="754" y="71"/>
                      <a:pt x="642" y="140"/>
                      <a:pt x="516" y="182"/>
                    </a:cubicBezTo>
                    <a:cubicBezTo>
                      <a:pt x="544" y="461"/>
                      <a:pt x="572" y="656"/>
                      <a:pt x="572" y="810"/>
                    </a:cubicBezTo>
                    <a:cubicBezTo>
                      <a:pt x="544" y="824"/>
                      <a:pt x="516" y="852"/>
                      <a:pt x="489" y="866"/>
                    </a:cubicBezTo>
                    <a:cubicBezTo>
                      <a:pt x="461" y="880"/>
                      <a:pt x="433" y="894"/>
                      <a:pt x="405" y="908"/>
                    </a:cubicBezTo>
                    <a:cubicBezTo>
                      <a:pt x="377" y="615"/>
                      <a:pt x="349" y="308"/>
                      <a:pt x="349" y="15"/>
                    </a:cubicBezTo>
                    <a:cubicBezTo>
                      <a:pt x="237" y="71"/>
                      <a:pt x="126" y="126"/>
                      <a:pt x="0" y="168"/>
                    </a:cubicBezTo>
                    <a:cubicBezTo>
                      <a:pt x="56" y="712"/>
                      <a:pt x="98" y="1270"/>
                      <a:pt x="126" y="1870"/>
                    </a:cubicBezTo>
                    <a:lnTo>
                      <a:pt x="279" y="1786"/>
                    </a:lnTo>
                    <a:lnTo>
                      <a:pt x="447" y="1689"/>
                    </a:lnTo>
                    <a:cubicBezTo>
                      <a:pt x="433" y="1466"/>
                      <a:pt x="419" y="1326"/>
                      <a:pt x="419" y="1284"/>
                    </a:cubicBezTo>
                    <a:lnTo>
                      <a:pt x="600" y="1187"/>
                    </a:lnTo>
                    <a:cubicBezTo>
                      <a:pt x="614" y="1521"/>
                      <a:pt x="628" y="1758"/>
                      <a:pt x="656" y="1884"/>
                    </a:cubicBezTo>
                    <a:cubicBezTo>
                      <a:pt x="698" y="1856"/>
                      <a:pt x="754" y="1800"/>
                      <a:pt x="781" y="1772"/>
                    </a:cubicBezTo>
                    <a:cubicBezTo>
                      <a:pt x="809" y="1758"/>
                      <a:pt x="851" y="1717"/>
                      <a:pt x="921" y="1689"/>
                    </a:cubicBezTo>
                    <a:lnTo>
                      <a:pt x="935" y="1661"/>
                    </a:lnTo>
                    <a:cubicBezTo>
                      <a:pt x="907" y="1340"/>
                      <a:pt x="879" y="782"/>
                      <a:pt x="865"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9"/>
              <p:cNvSpPr/>
              <p:nvPr/>
            </p:nvSpPr>
            <p:spPr>
              <a:xfrm>
                <a:off x="7401458" y="4598589"/>
                <a:ext cx="144595" cy="173670"/>
              </a:xfrm>
              <a:custGeom>
                <a:avLst/>
                <a:gdLst/>
                <a:ahLst/>
                <a:cxnLst/>
                <a:rect l="l" t="t" r="r" b="b"/>
                <a:pathLst>
                  <a:path w="741" h="890" extrusionOk="0">
                    <a:moveTo>
                      <a:pt x="365" y="0"/>
                    </a:moveTo>
                    <a:cubicBezTo>
                      <a:pt x="339" y="0"/>
                      <a:pt x="315" y="4"/>
                      <a:pt x="294" y="11"/>
                    </a:cubicBezTo>
                    <a:cubicBezTo>
                      <a:pt x="154" y="39"/>
                      <a:pt x="43" y="136"/>
                      <a:pt x="1" y="276"/>
                    </a:cubicBezTo>
                    <a:cubicBezTo>
                      <a:pt x="1" y="346"/>
                      <a:pt x="15" y="415"/>
                      <a:pt x="57" y="485"/>
                    </a:cubicBezTo>
                    <a:cubicBezTo>
                      <a:pt x="127" y="443"/>
                      <a:pt x="196" y="415"/>
                      <a:pt x="280" y="401"/>
                    </a:cubicBezTo>
                    <a:cubicBezTo>
                      <a:pt x="280" y="374"/>
                      <a:pt x="266" y="360"/>
                      <a:pt x="252" y="346"/>
                    </a:cubicBezTo>
                    <a:cubicBezTo>
                      <a:pt x="238" y="318"/>
                      <a:pt x="252" y="276"/>
                      <a:pt x="280" y="262"/>
                    </a:cubicBezTo>
                    <a:cubicBezTo>
                      <a:pt x="290" y="258"/>
                      <a:pt x="300" y="257"/>
                      <a:pt x="309" y="257"/>
                    </a:cubicBezTo>
                    <a:cubicBezTo>
                      <a:pt x="334" y="257"/>
                      <a:pt x="350" y="272"/>
                      <a:pt x="350" y="304"/>
                    </a:cubicBezTo>
                    <a:cubicBezTo>
                      <a:pt x="350" y="318"/>
                      <a:pt x="350" y="332"/>
                      <a:pt x="350" y="346"/>
                    </a:cubicBezTo>
                    <a:cubicBezTo>
                      <a:pt x="322" y="457"/>
                      <a:pt x="266" y="555"/>
                      <a:pt x="196" y="639"/>
                    </a:cubicBezTo>
                    <a:cubicBezTo>
                      <a:pt x="140" y="708"/>
                      <a:pt x="127" y="806"/>
                      <a:pt x="182" y="890"/>
                    </a:cubicBezTo>
                    <a:cubicBezTo>
                      <a:pt x="238" y="820"/>
                      <a:pt x="405" y="778"/>
                      <a:pt x="684" y="778"/>
                    </a:cubicBezTo>
                    <a:cubicBezTo>
                      <a:pt x="684" y="708"/>
                      <a:pt x="698" y="625"/>
                      <a:pt x="740" y="555"/>
                    </a:cubicBezTo>
                    <a:cubicBezTo>
                      <a:pt x="712" y="551"/>
                      <a:pt x="684" y="549"/>
                      <a:pt x="658" y="549"/>
                    </a:cubicBezTo>
                    <a:cubicBezTo>
                      <a:pt x="594" y="549"/>
                      <a:pt x="534" y="559"/>
                      <a:pt x="475" y="569"/>
                    </a:cubicBezTo>
                    <a:cubicBezTo>
                      <a:pt x="573" y="471"/>
                      <a:pt x="629" y="346"/>
                      <a:pt x="615" y="206"/>
                    </a:cubicBezTo>
                    <a:cubicBezTo>
                      <a:pt x="601" y="109"/>
                      <a:pt x="531" y="39"/>
                      <a:pt x="447" y="11"/>
                    </a:cubicBezTo>
                    <a:cubicBezTo>
                      <a:pt x="419" y="4"/>
                      <a:pt x="392" y="0"/>
                      <a:pt x="365"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59" name="Google Shape;659;p9"/>
            <p:cNvSpPr/>
            <p:nvPr/>
          </p:nvSpPr>
          <p:spPr>
            <a:xfrm>
              <a:off x="7956620" y="295380"/>
              <a:ext cx="351243" cy="528230"/>
            </a:xfrm>
            <a:custGeom>
              <a:avLst/>
              <a:gdLst/>
              <a:ahLst/>
              <a:cxnLst/>
              <a:rect l="l" t="t" r="r" b="b"/>
              <a:pathLst>
                <a:path w="1800" h="2707" extrusionOk="0">
                  <a:moveTo>
                    <a:pt x="1758" y="1"/>
                  </a:moveTo>
                  <a:cubicBezTo>
                    <a:pt x="1646" y="15"/>
                    <a:pt x="1548" y="43"/>
                    <a:pt x="1451" y="85"/>
                  </a:cubicBezTo>
                  <a:cubicBezTo>
                    <a:pt x="1283" y="154"/>
                    <a:pt x="1130" y="224"/>
                    <a:pt x="990" y="336"/>
                  </a:cubicBezTo>
                  <a:cubicBezTo>
                    <a:pt x="795" y="475"/>
                    <a:pt x="600" y="643"/>
                    <a:pt x="446" y="838"/>
                  </a:cubicBezTo>
                  <a:cubicBezTo>
                    <a:pt x="335" y="963"/>
                    <a:pt x="251" y="1103"/>
                    <a:pt x="167" y="1256"/>
                  </a:cubicBezTo>
                  <a:cubicBezTo>
                    <a:pt x="42" y="1507"/>
                    <a:pt x="0" y="1786"/>
                    <a:pt x="28" y="2065"/>
                  </a:cubicBezTo>
                  <a:cubicBezTo>
                    <a:pt x="42" y="2163"/>
                    <a:pt x="84" y="2247"/>
                    <a:pt x="126" y="2344"/>
                  </a:cubicBezTo>
                  <a:cubicBezTo>
                    <a:pt x="167" y="2400"/>
                    <a:pt x="209" y="2442"/>
                    <a:pt x="265" y="2498"/>
                  </a:cubicBezTo>
                  <a:cubicBezTo>
                    <a:pt x="419" y="2609"/>
                    <a:pt x="628" y="2693"/>
                    <a:pt x="823" y="2707"/>
                  </a:cubicBezTo>
                  <a:cubicBezTo>
                    <a:pt x="1018" y="2707"/>
                    <a:pt x="1200" y="2665"/>
                    <a:pt x="1381" y="2581"/>
                  </a:cubicBezTo>
                  <a:cubicBezTo>
                    <a:pt x="1534" y="2526"/>
                    <a:pt x="1674" y="2442"/>
                    <a:pt x="1799" y="2344"/>
                  </a:cubicBezTo>
                  <a:lnTo>
                    <a:pt x="1576" y="1717"/>
                  </a:lnTo>
                  <a:cubicBezTo>
                    <a:pt x="1576" y="1731"/>
                    <a:pt x="1534" y="1758"/>
                    <a:pt x="1479" y="1828"/>
                  </a:cubicBezTo>
                  <a:cubicBezTo>
                    <a:pt x="1353" y="1940"/>
                    <a:pt x="1200" y="2009"/>
                    <a:pt x="1032" y="2037"/>
                  </a:cubicBezTo>
                  <a:cubicBezTo>
                    <a:pt x="990" y="2023"/>
                    <a:pt x="963" y="2023"/>
                    <a:pt x="921" y="2009"/>
                  </a:cubicBezTo>
                  <a:cubicBezTo>
                    <a:pt x="781" y="1926"/>
                    <a:pt x="753" y="1744"/>
                    <a:pt x="851" y="1507"/>
                  </a:cubicBezTo>
                  <a:cubicBezTo>
                    <a:pt x="921" y="1354"/>
                    <a:pt x="1032" y="1228"/>
                    <a:pt x="1172" y="1145"/>
                  </a:cubicBezTo>
                  <a:cubicBezTo>
                    <a:pt x="1311" y="1047"/>
                    <a:pt x="1465" y="1005"/>
                    <a:pt x="1632" y="1005"/>
                  </a:cubicBezTo>
                  <a:lnTo>
                    <a:pt x="1758" y="1"/>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9"/>
            <p:cNvSpPr/>
            <p:nvPr/>
          </p:nvSpPr>
          <p:spPr>
            <a:xfrm>
              <a:off x="8332062" y="194690"/>
              <a:ext cx="365098" cy="680631"/>
            </a:xfrm>
            <a:custGeom>
              <a:avLst/>
              <a:gdLst/>
              <a:ahLst/>
              <a:cxnLst/>
              <a:rect l="l" t="t" r="r" b="b"/>
              <a:pathLst>
                <a:path w="1871" h="3488" extrusionOk="0">
                  <a:moveTo>
                    <a:pt x="963" y="1"/>
                  </a:moveTo>
                  <a:cubicBezTo>
                    <a:pt x="726" y="71"/>
                    <a:pt x="489" y="140"/>
                    <a:pt x="266" y="196"/>
                  </a:cubicBezTo>
                  <a:cubicBezTo>
                    <a:pt x="210" y="1172"/>
                    <a:pt x="127" y="2219"/>
                    <a:pt x="1" y="3307"/>
                  </a:cubicBezTo>
                  <a:lnTo>
                    <a:pt x="308" y="3195"/>
                  </a:lnTo>
                  <a:lnTo>
                    <a:pt x="629" y="3056"/>
                  </a:lnTo>
                  <a:cubicBezTo>
                    <a:pt x="671" y="2651"/>
                    <a:pt x="698" y="2400"/>
                    <a:pt x="698" y="2330"/>
                  </a:cubicBezTo>
                  <a:lnTo>
                    <a:pt x="1033" y="2205"/>
                  </a:lnTo>
                  <a:lnTo>
                    <a:pt x="1033" y="2205"/>
                  </a:lnTo>
                  <a:cubicBezTo>
                    <a:pt x="977" y="2804"/>
                    <a:pt x="936" y="3237"/>
                    <a:pt x="936" y="3488"/>
                  </a:cubicBezTo>
                  <a:cubicBezTo>
                    <a:pt x="1019" y="3418"/>
                    <a:pt x="1117" y="3376"/>
                    <a:pt x="1201" y="3321"/>
                  </a:cubicBezTo>
                  <a:cubicBezTo>
                    <a:pt x="1298" y="3279"/>
                    <a:pt x="1382" y="3223"/>
                    <a:pt x="1480" y="3181"/>
                  </a:cubicBezTo>
                  <a:lnTo>
                    <a:pt x="1521" y="3167"/>
                  </a:lnTo>
                  <a:cubicBezTo>
                    <a:pt x="1549" y="2553"/>
                    <a:pt x="1661" y="1549"/>
                    <a:pt x="1870" y="126"/>
                  </a:cubicBezTo>
                  <a:lnTo>
                    <a:pt x="1870" y="126"/>
                  </a:lnTo>
                  <a:cubicBezTo>
                    <a:pt x="1661" y="238"/>
                    <a:pt x="1424" y="308"/>
                    <a:pt x="1187" y="363"/>
                  </a:cubicBezTo>
                  <a:cubicBezTo>
                    <a:pt x="1159" y="852"/>
                    <a:pt x="1131" y="1228"/>
                    <a:pt x="1117" y="1493"/>
                  </a:cubicBezTo>
                  <a:cubicBezTo>
                    <a:pt x="1047" y="1535"/>
                    <a:pt x="991" y="1549"/>
                    <a:pt x="936" y="1577"/>
                  </a:cubicBezTo>
                  <a:cubicBezTo>
                    <a:pt x="936" y="1577"/>
                    <a:pt x="880" y="1605"/>
                    <a:pt x="782" y="1647"/>
                  </a:cubicBezTo>
                  <a:cubicBezTo>
                    <a:pt x="824" y="1089"/>
                    <a:pt x="880" y="545"/>
                    <a:pt x="963"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9"/>
            <p:cNvSpPr/>
            <p:nvPr/>
          </p:nvSpPr>
          <p:spPr>
            <a:xfrm>
              <a:off x="4574171" y="318599"/>
              <a:ext cx="261481" cy="481788"/>
            </a:xfrm>
            <a:custGeom>
              <a:avLst/>
              <a:gdLst/>
              <a:ahLst/>
              <a:cxnLst/>
              <a:rect l="l" t="t" r="r" b="b"/>
              <a:pathLst>
                <a:path w="1340" h="2469" extrusionOk="0">
                  <a:moveTo>
                    <a:pt x="670" y="0"/>
                  </a:moveTo>
                  <a:cubicBezTo>
                    <a:pt x="516" y="56"/>
                    <a:pt x="349" y="98"/>
                    <a:pt x="182" y="140"/>
                  </a:cubicBezTo>
                  <a:cubicBezTo>
                    <a:pt x="140" y="837"/>
                    <a:pt x="84" y="1576"/>
                    <a:pt x="0" y="2343"/>
                  </a:cubicBezTo>
                  <a:lnTo>
                    <a:pt x="210" y="2274"/>
                  </a:lnTo>
                  <a:lnTo>
                    <a:pt x="447" y="2176"/>
                  </a:lnTo>
                  <a:cubicBezTo>
                    <a:pt x="475" y="1883"/>
                    <a:pt x="489" y="1702"/>
                    <a:pt x="489" y="1660"/>
                  </a:cubicBezTo>
                  <a:lnTo>
                    <a:pt x="740" y="1562"/>
                  </a:lnTo>
                  <a:lnTo>
                    <a:pt x="740" y="1562"/>
                  </a:lnTo>
                  <a:cubicBezTo>
                    <a:pt x="684" y="1995"/>
                    <a:pt x="670" y="2302"/>
                    <a:pt x="670" y="2469"/>
                  </a:cubicBezTo>
                  <a:cubicBezTo>
                    <a:pt x="726" y="2427"/>
                    <a:pt x="795" y="2399"/>
                    <a:pt x="851" y="2357"/>
                  </a:cubicBezTo>
                  <a:cubicBezTo>
                    <a:pt x="921" y="2316"/>
                    <a:pt x="977" y="2288"/>
                    <a:pt x="1047" y="2260"/>
                  </a:cubicBezTo>
                  <a:lnTo>
                    <a:pt x="1074" y="2246"/>
                  </a:lnTo>
                  <a:cubicBezTo>
                    <a:pt x="1102" y="1813"/>
                    <a:pt x="1186" y="1088"/>
                    <a:pt x="1339" y="84"/>
                  </a:cubicBezTo>
                  <a:lnTo>
                    <a:pt x="1339" y="84"/>
                  </a:lnTo>
                  <a:cubicBezTo>
                    <a:pt x="1172" y="167"/>
                    <a:pt x="1019" y="223"/>
                    <a:pt x="851" y="265"/>
                  </a:cubicBezTo>
                  <a:cubicBezTo>
                    <a:pt x="837" y="614"/>
                    <a:pt x="809" y="879"/>
                    <a:pt x="795" y="1060"/>
                  </a:cubicBezTo>
                  <a:cubicBezTo>
                    <a:pt x="740" y="1088"/>
                    <a:pt x="698" y="1102"/>
                    <a:pt x="670" y="1130"/>
                  </a:cubicBezTo>
                  <a:cubicBezTo>
                    <a:pt x="628" y="1144"/>
                    <a:pt x="586" y="1158"/>
                    <a:pt x="558" y="1172"/>
                  </a:cubicBezTo>
                  <a:cubicBezTo>
                    <a:pt x="586" y="781"/>
                    <a:pt x="614" y="391"/>
                    <a:pt x="670"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9"/>
            <p:cNvSpPr/>
            <p:nvPr/>
          </p:nvSpPr>
          <p:spPr>
            <a:xfrm>
              <a:off x="4829994" y="595105"/>
              <a:ext cx="138936" cy="167231"/>
            </a:xfrm>
            <a:custGeom>
              <a:avLst/>
              <a:gdLst/>
              <a:ahLst/>
              <a:cxnLst/>
              <a:rect l="l" t="t" r="r" b="b"/>
              <a:pathLst>
                <a:path w="712" h="857" extrusionOk="0">
                  <a:moveTo>
                    <a:pt x="392" y="0"/>
                  </a:moveTo>
                  <a:cubicBezTo>
                    <a:pt x="376" y="0"/>
                    <a:pt x="362" y="2"/>
                    <a:pt x="349" y="6"/>
                  </a:cubicBezTo>
                  <a:cubicBezTo>
                    <a:pt x="210" y="6"/>
                    <a:pt x="84" y="76"/>
                    <a:pt x="28" y="201"/>
                  </a:cubicBezTo>
                  <a:cubicBezTo>
                    <a:pt x="1" y="271"/>
                    <a:pt x="14" y="355"/>
                    <a:pt x="42" y="424"/>
                  </a:cubicBezTo>
                  <a:cubicBezTo>
                    <a:pt x="126" y="396"/>
                    <a:pt x="196" y="382"/>
                    <a:pt x="280" y="382"/>
                  </a:cubicBezTo>
                  <a:cubicBezTo>
                    <a:pt x="280" y="355"/>
                    <a:pt x="280" y="341"/>
                    <a:pt x="266" y="327"/>
                  </a:cubicBezTo>
                  <a:cubicBezTo>
                    <a:pt x="266" y="285"/>
                    <a:pt x="280" y="257"/>
                    <a:pt x="307" y="243"/>
                  </a:cubicBezTo>
                  <a:cubicBezTo>
                    <a:pt x="349" y="243"/>
                    <a:pt x="377" y="257"/>
                    <a:pt x="377" y="285"/>
                  </a:cubicBezTo>
                  <a:cubicBezTo>
                    <a:pt x="377" y="313"/>
                    <a:pt x="363" y="327"/>
                    <a:pt x="363" y="341"/>
                  </a:cubicBezTo>
                  <a:cubicBezTo>
                    <a:pt x="307" y="438"/>
                    <a:pt x="238" y="536"/>
                    <a:pt x="154" y="606"/>
                  </a:cubicBezTo>
                  <a:cubicBezTo>
                    <a:pt x="84" y="675"/>
                    <a:pt x="70" y="773"/>
                    <a:pt x="98" y="857"/>
                  </a:cubicBezTo>
                  <a:cubicBezTo>
                    <a:pt x="140" y="823"/>
                    <a:pt x="224" y="804"/>
                    <a:pt x="341" y="804"/>
                  </a:cubicBezTo>
                  <a:cubicBezTo>
                    <a:pt x="418" y="804"/>
                    <a:pt x="510" y="812"/>
                    <a:pt x="614" y="829"/>
                  </a:cubicBezTo>
                  <a:cubicBezTo>
                    <a:pt x="628" y="745"/>
                    <a:pt x="656" y="675"/>
                    <a:pt x="712" y="606"/>
                  </a:cubicBezTo>
                  <a:cubicBezTo>
                    <a:pt x="663" y="589"/>
                    <a:pt x="609" y="583"/>
                    <a:pt x="556" y="583"/>
                  </a:cubicBezTo>
                  <a:cubicBezTo>
                    <a:pt x="519" y="583"/>
                    <a:pt x="482" y="586"/>
                    <a:pt x="447" y="592"/>
                  </a:cubicBezTo>
                  <a:cubicBezTo>
                    <a:pt x="558" y="508"/>
                    <a:pt x="628" y="382"/>
                    <a:pt x="642" y="243"/>
                  </a:cubicBezTo>
                  <a:cubicBezTo>
                    <a:pt x="642" y="145"/>
                    <a:pt x="586" y="62"/>
                    <a:pt x="503" y="20"/>
                  </a:cubicBezTo>
                  <a:cubicBezTo>
                    <a:pt x="473" y="10"/>
                    <a:pt x="430" y="0"/>
                    <a:pt x="392"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9"/>
            <p:cNvSpPr/>
            <p:nvPr/>
          </p:nvSpPr>
          <p:spPr>
            <a:xfrm>
              <a:off x="4982395" y="432753"/>
              <a:ext cx="299532" cy="333291"/>
            </a:xfrm>
            <a:custGeom>
              <a:avLst/>
              <a:gdLst/>
              <a:ahLst/>
              <a:cxnLst/>
              <a:rect l="l" t="t" r="r" b="b"/>
              <a:pathLst>
                <a:path w="1535" h="1708" extrusionOk="0">
                  <a:moveTo>
                    <a:pt x="907" y="684"/>
                  </a:moveTo>
                  <a:cubicBezTo>
                    <a:pt x="1028" y="684"/>
                    <a:pt x="1084" y="749"/>
                    <a:pt x="1088" y="853"/>
                  </a:cubicBezTo>
                  <a:lnTo>
                    <a:pt x="1088" y="853"/>
                  </a:lnTo>
                  <a:cubicBezTo>
                    <a:pt x="1032" y="1117"/>
                    <a:pt x="837" y="1312"/>
                    <a:pt x="573" y="1368"/>
                  </a:cubicBezTo>
                  <a:cubicBezTo>
                    <a:pt x="503" y="1354"/>
                    <a:pt x="461" y="1298"/>
                    <a:pt x="447" y="1200"/>
                  </a:cubicBezTo>
                  <a:cubicBezTo>
                    <a:pt x="461" y="1075"/>
                    <a:pt x="517" y="949"/>
                    <a:pt x="614" y="852"/>
                  </a:cubicBezTo>
                  <a:cubicBezTo>
                    <a:pt x="684" y="768"/>
                    <a:pt x="796" y="712"/>
                    <a:pt x="907" y="684"/>
                  </a:cubicBezTo>
                  <a:close/>
                  <a:moveTo>
                    <a:pt x="1103" y="1"/>
                  </a:moveTo>
                  <a:cubicBezTo>
                    <a:pt x="1005" y="15"/>
                    <a:pt x="893" y="29"/>
                    <a:pt x="810" y="71"/>
                  </a:cubicBezTo>
                  <a:cubicBezTo>
                    <a:pt x="670" y="126"/>
                    <a:pt x="545" y="196"/>
                    <a:pt x="433" y="280"/>
                  </a:cubicBezTo>
                  <a:cubicBezTo>
                    <a:pt x="308" y="405"/>
                    <a:pt x="210" y="545"/>
                    <a:pt x="126" y="698"/>
                  </a:cubicBezTo>
                  <a:cubicBezTo>
                    <a:pt x="43" y="866"/>
                    <a:pt x="1" y="1047"/>
                    <a:pt x="15" y="1228"/>
                  </a:cubicBezTo>
                  <a:cubicBezTo>
                    <a:pt x="43" y="1368"/>
                    <a:pt x="98" y="1479"/>
                    <a:pt x="196" y="1577"/>
                  </a:cubicBezTo>
                  <a:cubicBezTo>
                    <a:pt x="266" y="1647"/>
                    <a:pt x="363" y="1689"/>
                    <a:pt x="461" y="1703"/>
                  </a:cubicBezTo>
                  <a:cubicBezTo>
                    <a:pt x="489" y="1706"/>
                    <a:pt x="518" y="1708"/>
                    <a:pt x="549" y="1708"/>
                  </a:cubicBezTo>
                  <a:cubicBezTo>
                    <a:pt x="641" y="1708"/>
                    <a:pt x="740" y="1692"/>
                    <a:pt x="824" y="1661"/>
                  </a:cubicBezTo>
                  <a:cubicBezTo>
                    <a:pt x="949" y="1591"/>
                    <a:pt x="1075" y="1507"/>
                    <a:pt x="1172" y="1410"/>
                  </a:cubicBezTo>
                  <a:cubicBezTo>
                    <a:pt x="1214" y="1368"/>
                    <a:pt x="1256" y="1312"/>
                    <a:pt x="1298" y="1270"/>
                  </a:cubicBezTo>
                  <a:cubicBezTo>
                    <a:pt x="1354" y="1173"/>
                    <a:pt x="1409" y="1089"/>
                    <a:pt x="1451" y="991"/>
                  </a:cubicBezTo>
                  <a:cubicBezTo>
                    <a:pt x="1507" y="852"/>
                    <a:pt x="1535" y="712"/>
                    <a:pt x="1535" y="573"/>
                  </a:cubicBezTo>
                  <a:cubicBezTo>
                    <a:pt x="1535" y="447"/>
                    <a:pt x="1507" y="336"/>
                    <a:pt x="1451" y="224"/>
                  </a:cubicBezTo>
                  <a:cubicBezTo>
                    <a:pt x="1382" y="99"/>
                    <a:pt x="1256" y="15"/>
                    <a:pt x="1103"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64" name="Google Shape;664;p9"/>
            <p:cNvGrpSpPr/>
            <p:nvPr/>
          </p:nvGrpSpPr>
          <p:grpSpPr>
            <a:xfrm>
              <a:off x="205659" y="-244459"/>
              <a:ext cx="1154423" cy="1687724"/>
              <a:chOff x="369634" y="150028"/>
              <a:chExt cx="1154423" cy="1687724"/>
            </a:xfrm>
          </p:grpSpPr>
          <p:sp>
            <p:nvSpPr>
              <p:cNvPr id="665" name="Google Shape;665;p9"/>
              <p:cNvSpPr/>
              <p:nvPr/>
            </p:nvSpPr>
            <p:spPr>
              <a:xfrm>
                <a:off x="543891" y="746166"/>
                <a:ext cx="275140" cy="242358"/>
              </a:xfrm>
              <a:custGeom>
                <a:avLst/>
                <a:gdLst/>
                <a:ahLst/>
                <a:cxnLst/>
                <a:rect l="l" t="t" r="r" b="b"/>
                <a:pathLst>
                  <a:path w="1410" h="1242" extrusionOk="0">
                    <a:moveTo>
                      <a:pt x="1409" y="1"/>
                    </a:moveTo>
                    <a:lnTo>
                      <a:pt x="1340" y="42"/>
                    </a:lnTo>
                    <a:cubicBezTo>
                      <a:pt x="1298" y="70"/>
                      <a:pt x="1228" y="112"/>
                      <a:pt x="1158" y="168"/>
                    </a:cubicBezTo>
                    <a:cubicBezTo>
                      <a:pt x="1019" y="279"/>
                      <a:pt x="838" y="433"/>
                      <a:pt x="670" y="586"/>
                    </a:cubicBezTo>
                    <a:cubicBezTo>
                      <a:pt x="489" y="740"/>
                      <a:pt x="321" y="907"/>
                      <a:pt x="196" y="1033"/>
                    </a:cubicBezTo>
                    <a:cubicBezTo>
                      <a:pt x="140" y="1089"/>
                      <a:pt x="84" y="1144"/>
                      <a:pt x="56" y="1186"/>
                    </a:cubicBezTo>
                    <a:lnTo>
                      <a:pt x="1" y="1242"/>
                    </a:lnTo>
                    <a:lnTo>
                      <a:pt x="70" y="1200"/>
                    </a:lnTo>
                    <a:cubicBezTo>
                      <a:pt x="112" y="1172"/>
                      <a:pt x="168" y="1130"/>
                      <a:pt x="238" y="1075"/>
                    </a:cubicBezTo>
                    <a:cubicBezTo>
                      <a:pt x="391" y="963"/>
                      <a:pt x="572" y="823"/>
                      <a:pt x="740" y="656"/>
                    </a:cubicBezTo>
                    <a:cubicBezTo>
                      <a:pt x="921" y="503"/>
                      <a:pt x="1089" y="349"/>
                      <a:pt x="1200" y="210"/>
                    </a:cubicBezTo>
                    <a:cubicBezTo>
                      <a:pt x="1270" y="154"/>
                      <a:pt x="1312" y="98"/>
                      <a:pt x="1354" y="56"/>
                    </a:cubicBezTo>
                    <a:cubicBezTo>
                      <a:pt x="1381" y="28"/>
                      <a:pt x="1409" y="1"/>
                      <a:pt x="1409"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9"/>
              <p:cNvSpPr/>
              <p:nvPr/>
            </p:nvSpPr>
            <p:spPr>
              <a:xfrm>
                <a:off x="590138" y="814268"/>
                <a:ext cx="207038" cy="185183"/>
              </a:xfrm>
              <a:custGeom>
                <a:avLst/>
                <a:gdLst/>
                <a:ahLst/>
                <a:cxnLst/>
                <a:rect l="l" t="t" r="r" b="b"/>
                <a:pathLst>
                  <a:path w="1061" h="949" extrusionOk="0">
                    <a:moveTo>
                      <a:pt x="1061" y="0"/>
                    </a:moveTo>
                    <a:cubicBezTo>
                      <a:pt x="991" y="28"/>
                      <a:pt x="935" y="70"/>
                      <a:pt x="866" y="126"/>
                    </a:cubicBezTo>
                    <a:cubicBezTo>
                      <a:pt x="768" y="196"/>
                      <a:pt x="628" y="307"/>
                      <a:pt x="489" y="433"/>
                    </a:cubicBezTo>
                    <a:cubicBezTo>
                      <a:pt x="363" y="544"/>
                      <a:pt x="238" y="670"/>
                      <a:pt x="140" y="767"/>
                    </a:cubicBezTo>
                    <a:cubicBezTo>
                      <a:pt x="57" y="865"/>
                      <a:pt x="1" y="949"/>
                      <a:pt x="1" y="949"/>
                    </a:cubicBezTo>
                    <a:cubicBezTo>
                      <a:pt x="1" y="949"/>
                      <a:pt x="84" y="893"/>
                      <a:pt x="182" y="823"/>
                    </a:cubicBezTo>
                    <a:cubicBezTo>
                      <a:pt x="294" y="740"/>
                      <a:pt x="433" y="628"/>
                      <a:pt x="559" y="516"/>
                    </a:cubicBezTo>
                    <a:cubicBezTo>
                      <a:pt x="698" y="391"/>
                      <a:pt x="824" y="279"/>
                      <a:pt x="907" y="168"/>
                    </a:cubicBezTo>
                    <a:cubicBezTo>
                      <a:pt x="1005" y="70"/>
                      <a:pt x="1061" y="0"/>
                      <a:pt x="1061"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9"/>
              <p:cNvSpPr/>
              <p:nvPr/>
            </p:nvSpPr>
            <p:spPr>
              <a:xfrm>
                <a:off x="816105" y="746166"/>
                <a:ext cx="275140" cy="242358"/>
              </a:xfrm>
              <a:custGeom>
                <a:avLst/>
                <a:gdLst/>
                <a:ahLst/>
                <a:cxnLst/>
                <a:rect l="l" t="t" r="r" b="b"/>
                <a:pathLst>
                  <a:path w="1410" h="1242" extrusionOk="0">
                    <a:moveTo>
                      <a:pt x="0" y="1"/>
                    </a:moveTo>
                    <a:lnTo>
                      <a:pt x="11" y="7"/>
                    </a:lnTo>
                    <a:lnTo>
                      <a:pt x="11" y="7"/>
                    </a:lnTo>
                    <a:cubicBezTo>
                      <a:pt x="8" y="5"/>
                      <a:pt x="4" y="2"/>
                      <a:pt x="0" y="1"/>
                    </a:cubicBezTo>
                    <a:close/>
                    <a:moveTo>
                      <a:pt x="11" y="7"/>
                    </a:moveTo>
                    <a:cubicBezTo>
                      <a:pt x="32" y="22"/>
                      <a:pt x="44" y="44"/>
                      <a:pt x="56" y="56"/>
                    </a:cubicBezTo>
                    <a:cubicBezTo>
                      <a:pt x="98" y="98"/>
                      <a:pt x="140" y="154"/>
                      <a:pt x="210" y="210"/>
                    </a:cubicBezTo>
                    <a:cubicBezTo>
                      <a:pt x="321" y="349"/>
                      <a:pt x="503" y="503"/>
                      <a:pt x="670" y="656"/>
                    </a:cubicBezTo>
                    <a:cubicBezTo>
                      <a:pt x="851" y="823"/>
                      <a:pt x="1033" y="963"/>
                      <a:pt x="1172" y="1075"/>
                    </a:cubicBezTo>
                    <a:cubicBezTo>
                      <a:pt x="1242" y="1130"/>
                      <a:pt x="1298" y="1172"/>
                      <a:pt x="1340" y="1200"/>
                    </a:cubicBezTo>
                    <a:lnTo>
                      <a:pt x="1409" y="1242"/>
                    </a:lnTo>
                    <a:lnTo>
                      <a:pt x="1353" y="1186"/>
                    </a:lnTo>
                    <a:cubicBezTo>
                      <a:pt x="1326" y="1144"/>
                      <a:pt x="1270" y="1089"/>
                      <a:pt x="1214" y="1033"/>
                    </a:cubicBezTo>
                    <a:cubicBezTo>
                      <a:pt x="1088" y="907"/>
                      <a:pt x="921" y="740"/>
                      <a:pt x="740" y="586"/>
                    </a:cubicBezTo>
                    <a:cubicBezTo>
                      <a:pt x="572" y="433"/>
                      <a:pt x="391" y="279"/>
                      <a:pt x="252" y="168"/>
                    </a:cubicBezTo>
                    <a:cubicBezTo>
                      <a:pt x="182" y="112"/>
                      <a:pt x="112" y="70"/>
                      <a:pt x="70" y="42"/>
                    </a:cubicBezTo>
                    <a:lnTo>
                      <a:pt x="11" y="7"/>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9"/>
              <p:cNvSpPr/>
              <p:nvPr/>
            </p:nvSpPr>
            <p:spPr>
              <a:xfrm>
                <a:off x="816105" y="1355963"/>
                <a:ext cx="275140" cy="245090"/>
              </a:xfrm>
              <a:custGeom>
                <a:avLst/>
                <a:gdLst/>
                <a:ahLst/>
                <a:cxnLst/>
                <a:rect l="l" t="t" r="r" b="b"/>
                <a:pathLst>
                  <a:path w="1410" h="1256" extrusionOk="0">
                    <a:moveTo>
                      <a:pt x="1409" y="0"/>
                    </a:moveTo>
                    <a:lnTo>
                      <a:pt x="1340" y="42"/>
                    </a:lnTo>
                    <a:cubicBezTo>
                      <a:pt x="1298" y="84"/>
                      <a:pt x="1242" y="126"/>
                      <a:pt x="1172" y="167"/>
                    </a:cubicBezTo>
                    <a:cubicBezTo>
                      <a:pt x="1019" y="279"/>
                      <a:pt x="851" y="432"/>
                      <a:pt x="670" y="586"/>
                    </a:cubicBezTo>
                    <a:cubicBezTo>
                      <a:pt x="503" y="739"/>
                      <a:pt x="321" y="907"/>
                      <a:pt x="210" y="1032"/>
                    </a:cubicBezTo>
                    <a:cubicBezTo>
                      <a:pt x="140" y="1102"/>
                      <a:pt x="98" y="1144"/>
                      <a:pt x="56" y="1186"/>
                    </a:cubicBezTo>
                    <a:cubicBezTo>
                      <a:pt x="28" y="1227"/>
                      <a:pt x="0" y="1255"/>
                      <a:pt x="0" y="1255"/>
                    </a:cubicBezTo>
                    <a:lnTo>
                      <a:pt x="70" y="1200"/>
                    </a:lnTo>
                    <a:cubicBezTo>
                      <a:pt x="112" y="1172"/>
                      <a:pt x="182" y="1130"/>
                      <a:pt x="252" y="1074"/>
                    </a:cubicBezTo>
                    <a:cubicBezTo>
                      <a:pt x="391" y="976"/>
                      <a:pt x="572" y="823"/>
                      <a:pt x="740" y="670"/>
                    </a:cubicBezTo>
                    <a:cubicBezTo>
                      <a:pt x="921" y="502"/>
                      <a:pt x="1088" y="349"/>
                      <a:pt x="1214" y="223"/>
                    </a:cubicBezTo>
                    <a:cubicBezTo>
                      <a:pt x="1270" y="153"/>
                      <a:pt x="1326" y="98"/>
                      <a:pt x="1353" y="56"/>
                    </a:cubicBezTo>
                    <a:lnTo>
                      <a:pt x="1409" y="0"/>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9"/>
              <p:cNvSpPr/>
              <p:nvPr/>
            </p:nvSpPr>
            <p:spPr>
              <a:xfrm>
                <a:off x="543891" y="1355963"/>
                <a:ext cx="275140" cy="245090"/>
              </a:xfrm>
              <a:custGeom>
                <a:avLst/>
                <a:gdLst/>
                <a:ahLst/>
                <a:cxnLst/>
                <a:rect l="l" t="t" r="r" b="b"/>
                <a:pathLst>
                  <a:path w="1410" h="1256" extrusionOk="0">
                    <a:moveTo>
                      <a:pt x="1" y="0"/>
                    </a:moveTo>
                    <a:lnTo>
                      <a:pt x="56" y="56"/>
                    </a:lnTo>
                    <a:cubicBezTo>
                      <a:pt x="84" y="98"/>
                      <a:pt x="140" y="153"/>
                      <a:pt x="196" y="223"/>
                    </a:cubicBezTo>
                    <a:cubicBezTo>
                      <a:pt x="321" y="349"/>
                      <a:pt x="489" y="502"/>
                      <a:pt x="670" y="670"/>
                    </a:cubicBezTo>
                    <a:cubicBezTo>
                      <a:pt x="838" y="823"/>
                      <a:pt x="1019" y="976"/>
                      <a:pt x="1158" y="1074"/>
                    </a:cubicBezTo>
                    <a:cubicBezTo>
                      <a:pt x="1242" y="1130"/>
                      <a:pt x="1298" y="1172"/>
                      <a:pt x="1340" y="1200"/>
                    </a:cubicBezTo>
                    <a:lnTo>
                      <a:pt x="1409" y="1255"/>
                    </a:lnTo>
                    <a:lnTo>
                      <a:pt x="1354" y="1186"/>
                    </a:lnTo>
                    <a:cubicBezTo>
                      <a:pt x="1312" y="1158"/>
                      <a:pt x="1270" y="1102"/>
                      <a:pt x="1200" y="1032"/>
                    </a:cubicBezTo>
                    <a:cubicBezTo>
                      <a:pt x="1089" y="907"/>
                      <a:pt x="921" y="739"/>
                      <a:pt x="740" y="586"/>
                    </a:cubicBezTo>
                    <a:cubicBezTo>
                      <a:pt x="559" y="432"/>
                      <a:pt x="377" y="279"/>
                      <a:pt x="238" y="167"/>
                    </a:cubicBezTo>
                    <a:cubicBezTo>
                      <a:pt x="168" y="126"/>
                      <a:pt x="112" y="84"/>
                      <a:pt x="70" y="42"/>
                    </a:cubicBezTo>
                    <a:lnTo>
                      <a:pt x="1" y="0"/>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9"/>
              <p:cNvSpPr/>
              <p:nvPr/>
            </p:nvSpPr>
            <p:spPr>
              <a:xfrm>
                <a:off x="601066" y="1355963"/>
                <a:ext cx="196111" cy="174256"/>
              </a:xfrm>
              <a:custGeom>
                <a:avLst/>
                <a:gdLst/>
                <a:ahLst/>
                <a:cxnLst/>
                <a:rect l="l" t="t" r="r" b="b"/>
                <a:pathLst>
                  <a:path w="1005" h="893" extrusionOk="0">
                    <a:moveTo>
                      <a:pt x="1" y="0"/>
                    </a:moveTo>
                    <a:lnTo>
                      <a:pt x="1" y="0"/>
                    </a:lnTo>
                    <a:cubicBezTo>
                      <a:pt x="42" y="56"/>
                      <a:pt x="84" y="112"/>
                      <a:pt x="140" y="167"/>
                    </a:cubicBezTo>
                    <a:cubicBezTo>
                      <a:pt x="224" y="265"/>
                      <a:pt x="349" y="377"/>
                      <a:pt x="461" y="488"/>
                    </a:cubicBezTo>
                    <a:cubicBezTo>
                      <a:pt x="586" y="586"/>
                      <a:pt x="698" y="683"/>
                      <a:pt x="823" y="781"/>
                    </a:cubicBezTo>
                    <a:cubicBezTo>
                      <a:pt x="879" y="823"/>
                      <a:pt x="935" y="865"/>
                      <a:pt x="1005" y="893"/>
                    </a:cubicBezTo>
                    <a:cubicBezTo>
                      <a:pt x="1005" y="893"/>
                      <a:pt x="949" y="823"/>
                      <a:pt x="865" y="739"/>
                    </a:cubicBezTo>
                    <a:cubicBezTo>
                      <a:pt x="782" y="642"/>
                      <a:pt x="656" y="530"/>
                      <a:pt x="531" y="418"/>
                    </a:cubicBezTo>
                    <a:cubicBezTo>
                      <a:pt x="405" y="293"/>
                      <a:pt x="279" y="195"/>
                      <a:pt x="182" y="126"/>
                    </a:cubicBezTo>
                    <a:cubicBezTo>
                      <a:pt x="84" y="56"/>
                      <a:pt x="1" y="0"/>
                      <a:pt x="1"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9"/>
              <p:cNvSpPr/>
              <p:nvPr/>
            </p:nvSpPr>
            <p:spPr>
              <a:xfrm>
                <a:off x="1080124" y="988329"/>
                <a:ext cx="22050" cy="367634"/>
              </a:xfrm>
              <a:custGeom>
                <a:avLst/>
                <a:gdLst/>
                <a:ahLst/>
                <a:cxnLst/>
                <a:rect l="l" t="t" r="r" b="b"/>
                <a:pathLst>
                  <a:path w="113" h="1884" extrusionOk="0">
                    <a:moveTo>
                      <a:pt x="28" y="1"/>
                    </a:moveTo>
                    <a:cubicBezTo>
                      <a:pt x="28" y="1"/>
                      <a:pt x="28" y="29"/>
                      <a:pt x="28" y="85"/>
                    </a:cubicBezTo>
                    <a:cubicBezTo>
                      <a:pt x="28" y="140"/>
                      <a:pt x="14" y="210"/>
                      <a:pt x="14" y="294"/>
                    </a:cubicBezTo>
                    <a:cubicBezTo>
                      <a:pt x="0" y="475"/>
                      <a:pt x="0" y="712"/>
                      <a:pt x="0" y="949"/>
                    </a:cubicBezTo>
                    <a:cubicBezTo>
                      <a:pt x="14" y="1173"/>
                      <a:pt x="28" y="1410"/>
                      <a:pt x="42" y="1591"/>
                    </a:cubicBezTo>
                    <a:cubicBezTo>
                      <a:pt x="42" y="1675"/>
                      <a:pt x="56" y="1745"/>
                      <a:pt x="56" y="1800"/>
                    </a:cubicBezTo>
                    <a:cubicBezTo>
                      <a:pt x="70" y="1856"/>
                      <a:pt x="70" y="1884"/>
                      <a:pt x="70" y="1884"/>
                    </a:cubicBezTo>
                    <a:cubicBezTo>
                      <a:pt x="70" y="1884"/>
                      <a:pt x="70" y="1856"/>
                      <a:pt x="70" y="1800"/>
                    </a:cubicBezTo>
                    <a:cubicBezTo>
                      <a:pt x="84" y="1745"/>
                      <a:pt x="98" y="1675"/>
                      <a:pt x="98" y="1591"/>
                    </a:cubicBezTo>
                    <a:cubicBezTo>
                      <a:pt x="98" y="1410"/>
                      <a:pt x="112" y="1173"/>
                      <a:pt x="98" y="936"/>
                    </a:cubicBezTo>
                    <a:cubicBezTo>
                      <a:pt x="98" y="712"/>
                      <a:pt x="84" y="475"/>
                      <a:pt x="70" y="294"/>
                    </a:cubicBezTo>
                    <a:cubicBezTo>
                      <a:pt x="56" y="210"/>
                      <a:pt x="56" y="140"/>
                      <a:pt x="42" y="85"/>
                    </a:cubicBezTo>
                    <a:cubicBezTo>
                      <a:pt x="28" y="29"/>
                      <a:pt x="28" y="1"/>
                      <a:pt x="28"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9"/>
              <p:cNvSpPr/>
              <p:nvPr/>
            </p:nvSpPr>
            <p:spPr>
              <a:xfrm>
                <a:off x="1050268" y="1053699"/>
                <a:ext cx="21855" cy="237089"/>
              </a:xfrm>
              <a:custGeom>
                <a:avLst/>
                <a:gdLst/>
                <a:ahLst/>
                <a:cxnLst/>
                <a:rect l="l" t="t" r="r" b="b"/>
                <a:pathLst>
                  <a:path w="112" h="1215" extrusionOk="0">
                    <a:moveTo>
                      <a:pt x="42" y="1"/>
                    </a:moveTo>
                    <a:cubicBezTo>
                      <a:pt x="28" y="57"/>
                      <a:pt x="28" y="126"/>
                      <a:pt x="14" y="196"/>
                    </a:cubicBezTo>
                    <a:cubicBezTo>
                      <a:pt x="0" y="335"/>
                      <a:pt x="0" y="475"/>
                      <a:pt x="0" y="614"/>
                    </a:cubicBezTo>
                    <a:cubicBezTo>
                      <a:pt x="14" y="768"/>
                      <a:pt x="14" y="921"/>
                      <a:pt x="28" y="1033"/>
                    </a:cubicBezTo>
                    <a:cubicBezTo>
                      <a:pt x="42" y="1089"/>
                      <a:pt x="56" y="1158"/>
                      <a:pt x="70" y="1214"/>
                    </a:cubicBezTo>
                    <a:cubicBezTo>
                      <a:pt x="84" y="1158"/>
                      <a:pt x="84" y="1089"/>
                      <a:pt x="98" y="1033"/>
                    </a:cubicBezTo>
                    <a:cubicBezTo>
                      <a:pt x="112" y="921"/>
                      <a:pt x="112" y="768"/>
                      <a:pt x="112" y="614"/>
                    </a:cubicBezTo>
                    <a:cubicBezTo>
                      <a:pt x="112" y="461"/>
                      <a:pt x="98" y="322"/>
                      <a:pt x="70" y="196"/>
                    </a:cubicBezTo>
                    <a:cubicBezTo>
                      <a:pt x="70" y="126"/>
                      <a:pt x="56" y="57"/>
                      <a:pt x="42"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9"/>
              <p:cNvSpPr/>
              <p:nvPr/>
            </p:nvSpPr>
            <p:spPr>
              <a:xfrm>
                <a:off x="805178" y="487612"/>
                <a:ext cx="22050" cy="236894"/>
              </a:xfrm>
              <a:custGeom>
                <a:avLst/>
                <a:gdLst/>
                <a:ahLst/>
                <a:cxnLst/>
                <a:rect l="l" t="t" r="r" b="b"/>
                <a:pathLst>
                  <a:path w="113" h="1214" extrusionOk="0">
                    <a:moveTo>
                      <a:pt x="56" y="0"/>
                    </a:moveTo>
                    <a:cubicBezTo>
                      <a:pt x="43" y="56"/>
                      <a:pt x="29" y="126"/>
                      <a:pt x="29" y="182"/>
                    </a:cubicBezTo>
                    <a:cubicBezTo>
                      <a:pt x="15" y="321"/>
                      <a:pt x="1" y="461"/>
                      <a:pt x="15" y="614"/>
                    </a:cubicBezTo>
                    <a:cubicBezTo>
                      <a:pt x="15" y="754"/>
                      <a:pt x="29" y="893"/>
                      <a:pt x="43" y="1033"/>
                    </a:cubicBezTo>
                    <a:cubicBezTo>
                      <a:pt x="56" y="1144"/>
                      <a:pt x="70" y="1214"/>
                      <a:pt x="70" y="1214"/>
                    </a:cubicBezTo>
                    <a:cubicBezTo>
                      <a:pt x="84" y="1158"/>
                      <a:pt x="98" y="1088"/>
                      <a:pt x="98" y="1033"/>
                    </a:cubicBezTo>
                    <a:cubicBezTo>
                      <a:pt x="112" y="879"/>
                      <a:pt x="112" y="740"/>
                      <a:pt x="112" y="600"/>
                    </a:cubicBezTo>
                    <a:cubicBezTo>
                      <a:pt x="112" y="461"/>
                      <a:pt x="98" y="321"/>
                      <a:pt x="84" y="182"/>
                    </a:cubicBezTo>
                    <a:cubicBezTo>
                      <a:pt x="70" y="126"/>
                      <a:pt x="70" y="56"/>
                      <a:pt x="56"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9"/>
              <p:cNvSpPr/>
              <p:nvPr/>
            </p:nvSpPr>
            <p:spPr>
              <a:xfrm>
                <a:off x="802446" y="1600858"/>
                <a:ext cx="19318" cy="236894"/>
              </a:xfrm>
              <a:custGeom>
                <a:avLst/>
                <a:gdLst/>
                <a:ahLst/>
                <a:cxnLst/>
                <a:rect l="l" t="t" r="r" b="b"/>
                <a:pathLst>
                  <a:path w="99" h="1214" extrusionOk="0">
                    <a:moveTo>
                      <a:pt x="43" y="0"/>
                    </a:moveTo>
                    <a:cubicBezTo>
                      <a:pt x="29" y="56"/>
                      <a:pt x="15" y="126"/>
                      <a:pt x="15" y="182"/>
                    </a:cubicBezTo>
                    <a:cubicBezTo>
                      <a:pt x="1" y="321"/>
                      <a:pt x="1" y="461"/>
                      <a:pt x="1" y="600"/>
                    </a:cubicBezTo>
                    <a:cubicBezTo>
                      <a:pt x="1" y="754"/>
                      <a:pt x="15" y="907"/>
                      <a:pt x="29" y="1033"/>
                    </a:cubicBezTo>
                    <a:cubicBezTo>
                      <a:pt x="43" y="1144"/>
                      <a:pt x="70" y="1214"/>
                      <a:pt x="70" y="1214"/>
                    </a:cubicBezTo>
                    <a:cubicBezTo>
                      <a:pt x="70" y="1158"/>
                      <a:pt x="84" y="1088"/>
                      <a:pt x="98" y="1019"/>
                    </a:cubicBezTo>
                    <a:cubicBezTo>
                      <a:pt x="98" y="907"/>
                      <a:pt x="98" y="754"/>
                      <a:pt x="98" y="600"/>
                    </a:cubicBezTo>
                    <a:cubicBezTo>
                      <a:pt x="98" y="461"/>
                      <a:pt x="98" y="321"/>
                      <a:pt x="70" y="182"/>
                    </a:cubicBezTo>
                    <a:cubicBezTo>
                      <a:pt x="70" y="126"/>
                      <a:pt x="57" y="56"/>
                      <a:pt x="43"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9"/>
              <p:cNvSpPr/>
              <p:nvPr/>
            </p:nvSpPr>
            <p:spPr>
              <a:xfrm>
                <a:off x="1096516" y="814268"/>
                <a:ext cx="166255" cy="171524"/>
              </a:xfrm>
              <a:custGeom>
                <a:avLst/>
                <a:gdLst/>
                <a:ahLst/>
                <a:cxnLst/>
                <a:rect l="l" t="t" r="r" b="b"/>
                <a:pathLst>
                  <a:path w="852" h="879" extrusionOk="0">
                    <a:moveTo>
                      <a:pt x="851" y="0"/>
                    </a:moveTo>
                    <a:lnTo>
                      <a:pt x="851" y="0"/>
                    </a:lnTo>
                    <a:cubicBezTo>
                      <a:pt x="795" y="42"/>
                      <a:pt x="739" y="84"/>
                      <a:pt x="698" y="126"/>
                    </a:cubicBezTo>
                    <a:cubicBezTo>
                      <a:pt x="586" y="209"/>
                      <a:pt x="488" y="307"/>
                      <a:pt x="391" y="405"/>
                    </a:cubicBezTo>
                    <a:cubicBezTo>
                      <a:pt x="293" y="502"/>
                      <a:pt x="195" y="614"/>
                      <a:pt x="112" y="726"/>
                    </a:cubicBezTo>
                    <a:cubicBezTo>
                      <a:pt x="70" y="781"/>
                      <a:pt x="42" y="823"/>
                      <a:pt x="0" y="879"/>
                    </a:cubicBezTo>
                    <a:cubicBezTo>
                      <a:pt x="0" y="879"/>
                      <a:pt x="70" y="837"/>
                      <a:pt x="154" y="767"/>
                    </a:cubicBezTo>
                    <a:cubicBezTo>
                      <a:pt x="265" y="684"/>
                      <a:pt x="363" y="586"/>
                      <a:pt x="460" y="474"/>
                    </a:cubicBezTo>
                    <a:cubicBezTo>
                      <a:pt x="558" y="377"/>
                      <a:pt x="656" y="265"/>
                      <a:pt x="739" y="154"/>
                    </a:cubicBezTo>
                    <a:cubicBezTo>
                      <a:pt x="781" y="112"/>
                      <a:pt x="809" y="56"/>
                      <a:pt x="851"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9"/>
              <p:cNvSpPr/>
              <p:nvPr/>
            </p:nvSpPr>
            <p:spPr>
              <a:xfrm>
                <a:off x="1093784" y="1353231"/>
                <a:ext cx="171524" cy="166060"/>
              </a:xfrm>
              <a:custGeom>
                <a:avLst/>
                <a:gdLst/>
                <a:ahLst/>
                <a:cxnLst/>
                <a:rect l="l" t="t" r="r" b="b"/>
                <a:pathLst>
                  <a:path w="879" h="851" extrusionOk="0">
                    <a:moveTo>
                      <a:pt x="0" y="0"/>
                    </a:moveTo>
                    <a:cubicBezTo>
                      <a:pt x="0" y="0"/>
                      <a:pt x="42" y="70"/>
                      <a:pt x="112" y="153"/>
                    </a:cubicBezTo>
                    <a:cubicBezTo>
                      <a:pt x="195" y="251"/>
                      <a:pt x="293" y="363"/>
                      <a:pt x="405" y="460"/>
                    </a:cubicBezTo>
                    <a:cubicBezTo>
                      <a:pt x="516" y="558"/>
                      <a:pt x="628" y="670"/>
                      <a:pt x="726" y="739"/>
                    </a:cubicBezTo>
                    <a:cubicBezTo>
                      <a:pt x="767" y="781"/>
                      <a:pt x="823" y="809"/>
                      <a:pt x="879" y="851"/>
                    </a:cubicBezTo>
                    <a:cubicBezTo>
                      <a:pt x="837" y="795"/>
                      <a:pt x="809" y="739"/>
                      <a:pt x="767" y="697"/>
                    </a:cubicBezTo>
                    <a:cubicBezTo>
                      <a:pt x="670" y="586"/>
                      <a:pt x="572" y="488"/>
                      <a:pt x="474" y="391"/>
                    </a:cubicBezTo>
                    <a:cubicBezTo>
                      <a:pt x="377" y="293"/>
                      <a:pt x="265" y="195"/>
                      <a:pt x="154" y="112"/>
                    </a:cubicBezTo>
                    <a:cubicBezTo>
                      <a:pt x="70" y="42"/>
                      <a:pt x="0" y="0"/>
                      <a:pt x="0"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9"/>
              <p:cNvSpPr/>
              <p:nvPr/>
            </p:nvSpPr>
            <p:spPr>
              <a:xfrm>
                <a:off x="372366" y="1353231"/>
                <a:ext cx="166255" cy="171524"/>
              </a:xfrm>
              <a:custGeom>
                <a:avLst/>
                <a:gdLst/>
                <a:ahLst/>
                <a:cxnLst/>
                <a:rect l="l" t="t" r="r" b="b"/>
                <a:pathLst>
                  <a:path w="852" h="879" extrusionOk="0">
                    <a:moveTo>
                      <a:pt x="852" y="0"/>
                    </a:moveTo>
                    <a:cubicBezTo>
                      <a:pt x="852" y="0"/>
                      <a:pt x="782" y="42"/>
                      <a:pt x="698" y="112"/>
                    </a:cubicBezTo>
                    <a:cubicBezTo>
                      <a:pt x="587" y="209"/>
                      <a:pt x="475" y="307"/>
                      <a:pt x="391" y="405"/>
                    </a:cubicBezTo>
                    <a:cubicBezTo>
                      <a:pt x="294" y="502"/>
                      <a:pt x="196" y="614"/>
                      <a:pt x="112" y="725"/>
                    </a:cubicBezTo>
                    <a:cubicBezTo>
                      <a:pt x="43" y="809"/>
                      <a:pt x="1" y="879"/>
                      <a:pt x="1" y="879"/>
                    </a:cubicBezTo>
                    <a:cubicBezTo>
                      <a:pt x="57" y="837"/>
                      <a:pt x="98" y="809"/>
                      <a:pt x="154" y="767"/>
                    </a:cubicBezTo>
                    <a:cubicBezTo>
                      <a:pt x="266" y="670"/>
                      <a:pt x="363" y="572"/>
                      <a:pt x="461" y="474"/>
                    </a:cubicBezTo>
                    <a:cubicBezTo>
                      <a:pt x="559" y="363"/>
                      <a:pt x="670" y="251"/>
                      <a:pt x="740" y="153"/>
                    </a:cubicBezTo>
                    <a:cubicBezTo>
                      <a:pt x="768" y="112"/>
                      <a:pt x="810" y="56"/>
                      <a:pt x="852"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9"/>
              <p:cNvSpPr/>
              <p:nvPr/>
            </p:nvSpPr>
            <p:spPr>
              <a:xfrm>
                <a:off x="369634" y="819732"/>
                <a:ext cx="171719" cy="166060"/>
              </a:xfrm>
              <a:custGeom>
                <a:avLst/>
                <a:gdLst/>
                <a:ahLst/>
                <a:cxnLst/>
                <a:rect l="l" t="t" r="r" b="b"/>
                <a:pathLst>
                  <a:path w="880" h="851" extrusionOk="0">
                    <a:moveTo>
                      <a:pt x="1" y="0"/>
                    </a:moveTo>
                    <a:lnTo>
                      <a:pt x="1" y="0"/>
                    </a:lnTo>
                    <a:cubicBezTo>
                      <a:pt x="29" y="56"/>
                      <a:pt x="71" y="112"/>
                      <a:pt x="112" y="154"/>
                    </a:cubicBezTo>
                    <a:cubicBezTo>
                      <a:pt x="196" y="265"/>
                      <a:pt x="294" y="363"/>
                      <a:pt x="405" y="460"/>
                    </a:cubicBezTo>
                    <a:cubicBezTo>
                      <a:pt x="503" y="558"/>
                      <a:pt x="601" y="656"/>
                      <a:pt x="712" y="739"/>
                    </a:cubicBezTo>
                    <a:cubicBezTo>
                      <a:pt x="768" y="781"/>
                      <a:pt x="824" y="809"/>
                      <a:pt x="880" y="851"/>
                    </a:cubicBezTo>
                    <a:cubicBezTo>
                      <a:pt x="880" y="851"/>
                      <a:pt x="838" y="781"/>
                      <a:pt x="754" y="698"/>
                    </a:cubicBezTo>
                    <a:cubicBezTo>
                      <a:pt x="670" y="586"/>
                      <a:pt x="573" y="488"/>
                      <a:pt x="475" y="391"/>
                    </a:cubicBezTo>
                    <a:cubicBezTo>
                      <a:pt x="364" y="293"/>
                      <a:pt x="252" y="181"/>
                      <a:pt x="154" y="112"/>
                    </a:cubicBezTo>
                    <a:cubicBezTo>
                      <a:pt x="57" y="42"/>
                      <a:pt x="1" y="0"/>
                      <a:pt x="1"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9"/>
              <p:cNvSpPr/>
              <p:nvPr/>
            </p:nvSpPr>
            <p:spPr>
              <a:xfrm>
                <a:off x="535695" y="988329"/>
                <a:ext cx="22050" cy="367634"/>
              </a:xfrm>
              <a:custGeom>
                <a:avLst/>
                <a:gdLst/>
                <a:ahLst/>
                <a:cxnLst/>
                <a:rect l="l" t="t" r="r" b="b"/>
                <a:pathLst>
                  <a:path w="113" h="1884" extrusionOk="0">
                    <a:moveTo>
                      <a:pt x="43" y="1"/>
                    </a:moveTo>
                    <a:cubicBezTo>
                      <a:pt x="43" y="1"/>
                      <a:pt x="43" y="29"/>
                      <a:pt x="29" y="85"/>
                    </a:cubicBezTo>
                    <a:cubicBezTo>
                      <a:pt x="29" y="140"/>
                      <a:pt x="15" y="210"/>
                      <a:pt x="15" y="294"/>
                    </a:cubicBezTo>
                    <a:cubicBezTo>
                      <a:pt x="15" y="475"/>
                      <a:pt x="1" y="712"/>
                      <a:pt x="15" y="949"/>
                    </a:cubicBezTo>
                    <a:cubicBezTo>
                      <a:pt x="15" y="1173"/>
                      <a:pt x="29" y="1410"/>
                      <a:pt x="43" y="1591"/>
                    </a:cubicBezTo>
                    <a:cubicBezTo>
                      <a:pt x="57" y="1675"/>
                      <a:pt x="57" y="1745"/>
                      <a:pt x="70" y="1800"/>
                    </a:cubicBezTo>
                    <a:cubicBezTo>
                      <a:pt x="84" y="1856"/>
                      <a:pt x="84" y="1884"/>
                      <a:pt x="84" y="1884"/>
                    </a:cubicBezTo>
                    <a:cubicBezTo>
                      <a:pt x="84" y="1884"/>
                      <a:pt x="84" y="1856"/>
                      <a:pt x="84" y="1800"/>
                    </a:cubicBezTo>
                    <a:cubicBezTo>
                      <a:pt x="98" y="1745"/>
                      <a:pt x="98" y="1675"/>
                      <a:pt x="98" y="1591"/>
                    </a:cubicBezTo>
                    <a:cubicBezTo>
                      <a:pt x="112" y="1410"/>
                      <a:pt x="112" y="1173"/>
                      <a:pt x="112" y="936"/>
                    </a:cubicBezTo>
                    <a:cubicBezTo>
                      <a:pt x="112" y="712"/>
                      <a:pt x="98" y="475"/>
                      <a:pt x="84" y="294"/>
                    </a:cubicBezTo>
                    <a:cubicBezTo>
                      <a:pt x="70" y="210"/>
                      <a:pt x="70" y="140"/>
                      <a:pt x="57" y="85"/>
                    </a:cubicBezTo>
                    <a:cubicBezTo>
                      <a:pt x="43" y="29"/>
                      <a:pt x="43" y="1"/>
                      <a:pt x="43"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9"/>
              <p:cNvSpPr/>
              <p:nvPr/>
            </p:nvSpPr>
            <p:spPr>
              <a:xfrm>
                <a:off x="666436" y="249742"/>
                <a:ext cx="158059" cy="175426"/>
              </a:xfrm>
              <a:custGeom>
                <a:avLst/>
                <a:gdLst/>
                <a:ahLst/>
                <a:cxnLst/>
                <a:rect l="l" t="t" r="r" b="b"/>
                <a:pathLst>
                  <a:path w="810" h="899" extrusionOk="0">
                    <a:moveTo>
                      <a:pt x="516" y="285"/>
                    </a:moveTo>
                    <a:cubicBezTo>
                      <a:pt x="544" y="299"/>
                      <a:pt x="572" y="327"/>
                      <a:pt x="586" y="369"/>
                    </a:cubicBezTo>
                    <a:cubicBezTo>
                      <a:pt x="572" y="438"/>
                      <a:pt x="544" y="508"/>
                      <a:pt x="488" y="564"/>
                    </a:cubicBezTo>
                    <a:cubicBezTo>
                      <a:pt x="447" y="606"/>
                      <a:pt x="391" y="634"/>
                      <a:pt x="335" y="648"/>
                    </a:cubicBezTo>
                    <a:cubicBezTo>
                      <a:pt x="265" y="648"/>
                      <a:pt x="237" y="620"/>
                      <a:pt x="237" y="550"/>
                    </a:cubicBezTo>
                    <a:cubicBezTo>
                      <a:pt x="265" y="424"/>
                      <a:pt x="377" y="313"/>
                      <a:pt x="516" y="285"/>
                    </a:cubicBezTo>
                    <a:close/>
                    <a:moveTo>
                      <a:pt x="514" y="0"/>
                    </a:moveTo>
                    <a:cubicBezTo>
                      <a:pt x="469" y="0"/>
                      <a:pt x="426" y="10"/>
                      <a:pt x="377" y="20"/>
                    </a:cubicBezTo>
                    <a:cubicBezTo>
                      <a:pt x="307" y="62"/>
                      <a:pt x="251" y="104"/>
                      <a:pt x="196" y="159"/>
                    </a:cubicBezTo>
                    <a:cubicBezTo>
                      <a:pt x="168" y="187"/>
                      <a:pt x="154" y="201"/>
                      <a:pt x="126" y="229"/>
                    </a:cubicBezTo>
                    <a:cubicBezTo>
                      <a:pt x="98" y="285"/>
                      <a:pt x="70" y="327"/>
                      <a:pt x="56" y="382"/>
                    </a:cubicBezTo>
                    <a:cubicBezTo>
                      <a:pt x="14" y="452"/>
                      <a:pt x="0" y="522"/>
                      <a:pt x="0" y="606"/>
                    </a:cubicBezTo>
                    <a:cubicBezTo>
                      <a:pt x="0" y="661"/>
                      <a:pt x="14" y="731"/>
                      <a:pt x="42" y="773"/>
                    </a:cubicBezTo>
                    <a:cubicBezTo>
                      <a:pt x="84" y="843"/>
                      <a:pt x="140" y="885"/>
                      <a:pt x="223" y="899"/>
                    </a:cubicBezTo>
                    <a:cubicBezTo>
                      <a:pt x="279" y="899"/>
                      <a:pt x="335" y="885"/>
                      <a:pt x="377" y="857"/>
                    </a:cubicBezTo>
                    <a:cubicBezTo>
                      <a:pt x="447" y="829"/>
                      <a:pt x="516" y="801"/>
                      <a:pt x="572" y="759"/>
                    </a:cubicBezTo>
                    <a:cubicBezTo>
                      <a:pt x="656" y="703"/>
                      <a:pt x="712" y="634"/>
                      <a:pt x="767" y="550"/>
                    </a:cubicBezTo>
                    <a:cubicBezTo>
                      <a:pt x="795" y="508"/>
                      <a:pt x="809" y="466"/>
                      <a:pt x="809" y="410"/>
                    </a:cubicBezTo>
                    <a:cubicBezTo>
                      <a:pt x="809" y="369"/>
                      <a:pt x="809" y="313"/>
                      <a:pt x="809" y="271"/>
                    </a:cubicBezTo>
                    <a:cubicBezTo>
                      <a:pt x="795" y="201"/>
                      <a:pt x="754" y="131"/>
                      <a:pt x="712" y="62"/>
                    </a:cubicBezTo>
                    <a:cubicBezTo>
                      <a:pt x="670" y="34"/>
                      <a:pt x="614" y="6"/>
                      <a:pt x="572" y="6"/>
                    </a:cubicBezTo>
                    <a:cubicBezTo>
                      <a:pt x="552" y="2"/>
                      <a:pt x="533" y="0"/>
                      <a:pt x="514"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9"/>
              <p:cNvSpPr/>
              <p:nvPr/>
            </p:nvSpPr>
            <p:spPr>
              <a:xfrm>
                <a:off x="835229" y="150028"/>
                <a:ext cx="171524" cy="318655"/>
              </a:xfrm>
              <a:custGeom>
                <a:avLst/>
                <a:gdLst/>
                <a:ahLst/>
                <a:cxnLst/>
                <a:rect l="l" t="t" r="r" b="b"/>
                <a:pathLst>
                  <a:path w="879" h="1633" extrusionOk="0">
                    <a:moveTo>
                      <a:pt x="446" y="1"/>
                    </a:moveTo>
                    <a:lnTo>
                      <a:pt x="446" y="1"/>
                    </a:lnTo>
                    <a:cubicBezTo>
                      <a:pt x="335" y="43"/>
                      <a:pt x="223" y="71"/>
                      <a:pt x="112" y="98"/>
                    </a:cubicBezTo>
                    <a:cubicBezTo>
                      <a:pt x="98" y="559"/>
                      <a:pt x="56" y="1047"/>
                      <a:pt x="0" y="1563"/>
                    </a:cubicBezTo>
                    <a:lnTo>
                      <a:pt x="140" y="1507"/>
                    </a:lnTo>
                    <a:lnTo>
                      <a:pt x="293" y="1451"/>
                    </a:lnTo>
                    <a:cubicBezTo>
                      <a:pt x="307" y="1242"/>
                      <a:pt x="321" y="1131"/>
                      <a:pt x="321" y="1103"/>
                    </a:cubicBezTo>
                    <a:lnTo>
                      <a:pt x="488" y="1033"/>
                    </a:lnTo>
                    <a:lnTo>
                      <a:pt x="488" y="1033"/>
                    </a:lnTo>
                    <a:cubicBezTo>
                      <a:pt x="446" y="1326"/>
                      <a:pt x="433" y="1521"/>
                      <a:pt x="433" y="1633"/>
                    </a:cubicBezTo>
                    <a:cubicBezTo>
                      <a:pt x="474" y="1605"/>
                      <a:pt x="516" y="1591"/>
                      <a:pt x="558" y="1563"/>
                    </a:cubicBezTo>
                    <a:cubicBezTo>
                      <a:pt x="600" y="1535"/>
                      <a:pt x="642" y="1521"/>
                      <a:pt x="684" y="1493"/>
                    </a:cubicBezTo>
                    <a:lnTo>
                      <a:pt x="711" y="1493"/>
                    </a:lnTo>
                    <a:cubicBezTo>
                      <a:pt x="739" y="1200"/>
                      <a:pt x="781" y="726"/>
                      <a:pt x="879" y="71"/>
                    </a:cubicBezTo>
                    <a:lnTo>
                      <a:pt x="879" y="71"/>
                    </a:lnTo>
                    <a:cubicBezTo>
                      <a:pt x="781" y="112"/>
                      <a:pt x="670" y="154"/>
                      <a:pt x="572" y="182"/>
                    </a:cubicBezTo>
                    <a:cubicBezTo>
                      <a:pt x="558" y="405"/>
                      <a:pt x="544" y="573"/>
                      <a:pt x="530" y="698"/>
                    </a:cubicBezTo>
                    <a:lnTo>
                      <a:pt x="446" y="740"/>
                    </a:lnTo>
                    <a:lnTo>
                      <a:pt x="377" y="768"/>
                    </a:lnTo>
                    <a:cubicBezTo>
                      <a:pt x="391" y="517"/>
                      <a:pt x="419" y="252"/>
                      <a:pt x="446"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9"/>
              <p:cNvSpPr/>
              <p:nvPr/>
            </p:nvSpPr>
            <p:spPr>
              <a:xfrm>
                <a:off x="1308823" y="604693"/>
                <a:ext cx="215234" cy="207038"/>
              </a:xfrm>
              <a:custGeom>
                <a:avLst/>
                <a:gdLst/>
                <a:ahLst/>
                <a:cxnLst/>
                <a:rect l="l" t="t" r="r" b="b"/>
                <a:pathLst>
                  <a:path w="1103" h="1061" extrusionOk="0">
                    <a:moveTo>
                      <a:pt x="488" y="0"/>
                    </a:moveTo>
                    <a:lnTo>
                      <a:pt x="209" y="56"/>
                    </a:lnTo>
                    <a:cubicBezTo>
                      <a:pt x="154" y="293"/>
                      <a:pt x="126" y="460"/>
                      <a:pt x="98" y="586"/>
                    </a:cubicBezTo>
                    <a:cubicBezTo>
                      <a:pt x="84" y="698"/>
                      <a:pt x="42" y="837"/>
                      <a:pt x="0" y="1032"/>
                    </a:cubicBezTo>
                    <a:cubicBezTo>
                      <a:pt x="140" y="1004"/>
                      <a:pt x="237" y="991"/>
                      <a:pt x="307" y="977"/>
                    </a:cubicBezTo>
                    <a:lnTo>
                      <a:pt x="349" y="753"/>
                    </a:lnTo>
                    <a:lnTo>
                      <a:pt x="391" y="558"/>
                    </a:lnTo>
                    <a:cubicBezTo>
                      <a:pt x="447" y="726"/>
                      <a:pt x="502" y="893"/>
                      <a:pt x="586" y="1060"/>
                    </a:cubicBezTo>
                    <a:cubicBezTo>
                      <a:pt x="656" y="1032"/>
                      <a:pt x="725" y="1004"/>
                      <a:pt x="795" y="1004"/>
                    </a:cubicBezTo>
                    <a:cubicBezTo>
                      <a:pt x="879" y="712"/>
                      <a:pt x="977" y="405"/>
                      <a:pt x="1102" y="98"/>
                    </a:cubicBezTo>
                    <a:lnTo>
                      <a:pt x="1102" y="98"/>
                    </a:lnTo>
                    <a:cubicBezTo>
                      <a:pt x="991" y="126"/>
                      <a:pt x="879" y="154"/>
                      <a:pt x="767" y="168"/>
                    </a:cubicBezTo>
                    <a:cubicBezTo>
                      <a:pt x="739" y="321"/>
                      <a:pt x="698" y="447"/>
                      <a:pt x="670" y="544"/>
                    </a:cubicBezTo>
                    <a:cubicBezTo>
                      <a:pt x="656" y="502"/>
                      <a:pt x="642" y="460"/>
                      <a:pt x="614" y="419"/>
                    </a:cubicBezTo>
                    <a:cubicBezTo>
                      <a:pt x="572" y="265"/>
                      <a:pt x="530" y="126"/>
                      <a:pt x="488"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9"/>
              <p:cNvSpPr/>
              <p:nvPr/>
            </p:nvSpPr>
            <p:spPr>
              <a:xfrm>
                <a:off x="1314287" y="1366306"/>
                <a:ext cx="152596" cy="243333"/>
              </a:xfrm>
              <a:custGeom>
                <a:avLst/>
                <a:gdLst/>
                <a:ahLst/>
                <a:cxnLst/>
                <a:rect l="l" t="t" r="r" b="b"/>
                <a:pathLst>
                  <a:path w="782" h="1247" extrusionOk="0">
                    <a:moveTo>
                      <a:pt x="635" y="0"/>
                    </a:moveTo>
                    <a:cubicBezTo>
                      <a:pt x="489" y="0"/>
                      <a:pt x="345" y="43"/>
                      <a:pt x="223" y="128"/>
                    </a:cubicBezTo>
                    <a:cubicBezTo>
                      <a:pt x="167" y="156"/>
                      <a:pt x="126" y="212"/>
                      <a:pt x="98" y="268"/>
                    </a:cubicBezTo>
                    <a:cubicBezTo>
                      <a:pt x="70" y="324"/>
                      <a:pt x="42" y="365"/>
                      <a:pt x="28" y="421"/>
                    </a:cubicBezTo>
                    <a:cubicBezTo>
                      <a:pt x="0" y="505"/>
                      <a:pt x="0" y="589"/>
                      <a:pt x="14" y="672"/>
                    </a:cubicBezTo>
                    <a:cubicBezTo>
                      <a:pt x="14" y="700"/>
                      <a:pt x="28" y="728"/>
                      <a:pt x="56" y="756"/>
                    </a:cubicBezTo>
                    <a:cubicBezTo>
                      <a:pt x="70" y="784"/>
                      <a:pt x="98" y="798"/>
                      <a:pt x="140" y="812"/>
                    </a:cubicBezTo>
                    <a:cubicBezTo>
                      <a:pt x="167" y="826"/>
                      <a:pt x="209" y="826"/>
                      <a:pt x="251" y="826"/>
                    </a:cubicBezTo>
                    <a:lnTo>
                      <a:pt x="307" y="826"/>
                    </a:lnTo>
                    <a:cubicBezTo>
                      <a:pt x="349" y="812"/>
                      <a:pt x="391" y="798"/>
                      <a:pt x="419" y="784"/>
                    </a:cubicBezTo>
                    <a:cubicBezTo>
                      <a:pt x="460" y="770"/>
                      <a:pt x="488" y="756"/>
                      <a:pt x="530" y="742"/>
                    </a:cubicBezTo>
                    <a:cubicBezTo>
                      <a:pt x="544" y="742"/>
                      <a:pt x="558" y="756"/>
                      <a:pt x="558" y="770"/>
                    </a:cubicBezTo>
                    <a:cubicBezTo>
                      <a:pt x="558" y="784"/>
                      <a:pt x="558" y="798"/>
                      <a:pt x="544" y="812"/>
                    </a:cubicBezTo>
                    <a:cubicBezTo>
                      <a:pt x="530" y="854"/>
                      <a:pt x="502" y="882"/>
                      <a:pt x="474" y="909"/>
                    </a:cubicBezTo>
                    <a:cubicBezTo>
                      <a:pt x="419" y="951"/>
                      <a:pt x="349" y="979"/>
                      <a:pt x="279" y="979"/>
                    </a:cubicBezTo>
                    <a:cubicBezTo>
                      <a:pt x="251" y="986"/>
                      <a:pt x="223" y="990"/>
                      <a:pt x="195" y="990"/>
                    </a:cubicBezTo>
                    <a:cubicBezTo>
                      <a:pt x="167" y="990"/>
                      <a:pt x="140" y="986"/>
                      <a:pt x="112" y="979"/>
                    </a:cubicBezTo>
                    <a:cubicBezTo>
                      <a:pt x="98" y="1063"/>
                      <a:pt x="70" y="1147"/>
                      <a:pt x="42" y="1230"/>
                    </a:cubicBezTo>
                    <a:cubicBezTo>
                      <a:pt x="70" y="1244"/>
                      <a:pt x="112" y="1244"/>
                      <a:pt x="140" y="1244"/>
                    </a:cubicBezTo>
                    <a:cubicBezTo>
                      <a:pt x="158" y="1246"/>
                      <a:pt x="176" y="1247"/>
                      <a:pt x="194" y="1247"/>
                    </a:cubicBezTo>
                    <a:cubicBezTo>
                      <a:pt x="315" y="1247"/>
                      <a:pt x="433" y="1209"/>
                      <a:pt x="530" y="1161"/>
                    </a:cubicBezTo>
                    <a:cubicBezTo>
                      <a:pt x="600" y="1119"/>
                      <a:pt x="656" y="1077"/>
                      <a:pt x="684" y="1007"/>
                    </a:cubicBezTo>
                    <a:cubicBezTo>
                      <a:pt x="711" y="965"/>
                      <a:pt x="739" y="937"/>
                      <a:pt x="753" y="896"/>
                    </a:cubicBezTo>
                    <a:cubicBezTo>
                      <a:pt x="781" y="812"/>
                      <a:pt x="781" y="742"/>
                      <a:pt x="767" y="658"/>
                    </a:cubicBezTo>
                    <a:cubicBezTo>
                      <a:pt x="767" y="630"/>
                      <a:pt x="753" y="603"/>
                      <a:pt x="725" y="575"/>
                    </a:cubicBezTo>
                    <a:cubicBezTo>
                      <a:pt x="725" y="561"/>
                      <a:pt x="711" y="561"/>
                      <a:pt x="697" y="547"/>
                    </a:cubicBezTo>
                    <a:cubicBezTo>
                      <a:pt x="670" y="519"/>
                      <a:pt x="642" y="505"/>
                      <a:pt x="614" y="505"/>
                    </a:cubicBezTo>
                    <a:cubicBezTo>
                      <a:pt x="593" y="498"/>
                      <a:pt x="575" y="494"/>
                      <a:pt x="558" y="494"/>
                    </a:cubicBezTo>
                    <a:cubicBezTo>
                      <a:pt x="541" y="494"/>
                      <a:pt x="523" y="498"/>
                      <a:pt x="502" y="505"/>
                    </a:cubicBezTo>
                    <a:cubicBezTo>
                      <a:pt x="460" y="519"/>
                      <a:pt x="419" y="533"/>
                      <a:pt x="391" y="547"/>
                    </a:cubicBezTo>
                    <a:cubicBezTo>
                      <a:pt x="362" y="558"/>
                      <a:pt x="340" y="565"/>
                      <a:pt x="324" y="565"/>
                    </a:cubicBezTo>
                    <a:cubicBezTo>
                      <a:pt x="300" y="565"/>
                      <a:pt x="287" y="552"/>
                      <a:pt x="279" y="519"/>
                    </a:cubicBezTo>
                    <a:cubicBezTo>
                      <a:pt x="279" y="435"/>
                      <a:pt x="321" y="365"/>
                      <a:pt x="405" y="338"/>
                    </a:cubicBezTo>
                    <a:cubicBezTo>
                      <a:pt x="446" y="324"/>
                      <a:pt x="492" y="317"/>
                      <a:pt x="539" y="317"/>
                    </a:cubicBezTo>
                    <a:cubicBezTo>
                      <a:pt x="586" y="317"/>
                      <a:pt x="635" y="324"/>
                      <a:pt x="684" y="338"/>
                    </a:cubicBezTo>
                    <a:lnTo>
                      <a:pt x="697" y="3"/>
                    </a:lnTo>
                    <a:cubicBezTo>
                      <a:pt x="677" y="1"/>
                      <a:pt x="656" y="0"/>
                      <a:pt x="635"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84" name="Google Shape;684;p9"/>
            <p:cNvSpPr/>
            <p:nvPr/>
          </p:nvSpPr>
          <p:spPr>
            <a:xfrm>
              <a:off x="1045003" y="2074257"/>
              <a:ext cx="283141" cy="22050"/>
            </a:xfrm>
            <a:custGeom>
              <a:avLst/>
              <a:gdLst/>
              <a:ahLst/>
              <a:cxnLst/>
              <a:rect l="l" t="t" r="r" b="b"/>
              <a:pathLst>
                <a:path w="1451" h="113" extrusionOk="0">
                  <a:moveTo>
                    <a:pt x="0" y="1"/>
                  </a:moveTo>
                  <a:lnTo>
                    <a:pt x="56" y="15"/>
                  </a:lnTo>
                  <a:lnTo>
                    <a:pt x="223" y="43"/>
                  </a:lnTo>
                  <a:cubicBezTo>
                    <a:pt x="363" y="57"/>
                    <a:pt x="544" y="71"/>
                    <a:pt x="725" y="99"/>
                  </a:cubicBezTo>
                  <a:cubicBezTo>
                    <a:pt x="907" y="113"/>
                    <a:pt x="1088" y="113"/>
                    <a:pt x="1214" y="113"/>
                  </a:cubicBezTo>
                  <a:lnTo>
                    <a:pt x="1451" y="113"/>
                  </a:lnTo>
                  <a:lnTo>
                    <a:pt x="1381" y="99"/>
                  </a:lnTo>
                  <a:cubicBezTo>
                    <a:pt x="1339" y="99"/>
                    <a:pt x="1283" y="85"/>
                    <a:pt x="1228" y="71"/>
                  </a:cubicBezTo>
                  <a:cubicBezTo>
                    <a:pt x="1088" y="57"/>
                    <a:pt x="907" y="43"/>
                    <a:pt x="725" y="15"/>
                  </a:cubicBezTo>
                  <a:cubicBezTo>
                    <a:pt x="544" y="1"/>
                    <a:pt x="363" y="1"/>
                    <a:pt x="223"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85" name="Google Shape;685;p9"/>
            <p:cNvGrpSpPr/>
            <p:nvPr/>
          </p:nvGrpSpPr>
          <p:grpSpPr>
            <a:xfrm>
              <a:off x="7892638" y="4097832"/>
              <a:ext cx="1438931" cy="1461953"/>
              <a:chOff x="341738" y="2338370"/>
              <a:chExt cx="1438931" cy="1461953"/>
            </a:xfrm>
          </p:grpSpPr>
          <p:sp>
            <p:nvSpPr>
              <p:cNvPr id="686" name="Google Shape;686;p9"/>
              <p:cNvSpPr/>
              <p:nvPr/>
            </p:nvSpPr>
            <p:spPr>
              <a:xfrm>
                <a:off x="461551" y="2597119"/>
                <a:ext cx="51906" cy="277677"/>
              </a:xfrm>
              <a:custGeom>
                <a:avLst/>
                <a:gdLst/>
                <a:ahLst/>
                <a:cxnLst/>
                <a:rect l="l" t="t" r="r" b="b"/>
                <a:pathLst>
                  <a:path w="266" h="1423" extrusionOk="0">
                    <a:moveTo>
                      <a:pt x="265" y="0"/>
                    </a:moveTo>
                    <a:cubicBezTo>
                      <a:pt x="265" y="0"/>
                      <a:pt x="265" y="14"/>
                      <a:pt x="251" y="56"/>
                    </a:cubicBezTo>
                    <a:cubicBezTo>
                      <a:pt x="238" y="98"/>
                      <a:pt x="224" y="153"/>
                      <a:pt x="210" y="223"/>
                    </a:cubicBezTo>
                    <a:cubicBezTo>
                      <a:pt x="168" y="349"/>
                      <a:pt x="126" y="530"/>
                      <a:pt x="98" y="697"/>
                    </a:cubicBezTo>
                    <a:cubicBezTo>
                      <a:pt x="56" y="879"/>
                      <a:pt x="28" y="1060"/>
                      <a:pt x="14" y="1200"/>
                    </a:cubicBezTo>
                    <a:cubicBezTo>
                      <a:pt x="0" y="1269"/>
                      <a:pt x="0" y="1325"/>
                      <a:pt x="0" y="1367"/>
                    </a:cubicBezTo>
                    <a:lnTo>
                      <a:pt x="0" y="1423"/>
                    </a:lnTo>
                    <a:lnTo>
                      <a:pt x="28" y="1367"/>
                    </a:lnTo>
                    <a:cubicBezTo>
                      <a:pt x="28" y="1325"/>
                      <a:pt x="56" y="1269"/>
                      <a:pt x="70" y="1214"/>
                    </a:cubicBezTo>
                    <a:cubicBezTo>
                      <a:pt x="98" y="1074"/>
                      <a:pt x="140" y="893"/>
                      <a:pt x="182" y="725"/>
                    </a:cubicBezTo>
                    <a:cubicBezTo>
                      <a:pt x="210" y="544"/>
                      <a:pt x="238" y="363"/>
                      <a:pt x="251" y="223"/>
                    </a:cubicBezTo>
                    <a:cubicBezTo>
                      <a:pt x="265" y="153"/>
                      <a:pt x="265" y="98"/>
                      <a:pt x="265" y="56"/>
                    </a:cubicBezTo>
                    <a:lnTo>
                      <a:pt x="265" y="0"/>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9"/>
              <p:cNvSpPr/>
              <p:nvPr/>
            </p:nvSpPr>
            <p:spPr>
              <a:xfrm>
                <a:off x="796404" y="2338370"/>
                <a:ext cx="51906" cy="280604"/>
              </a:xfrm>
              <a:custGeom>
                <a:avLst/>
                <a:gdLst/>
                <a:ahLst/>
                <a:cxnLst/>
                <a:rect l="l" t="t" r="r" b="b"/>
                <a:pathLst>
                  <a:path w="266" h="1438" extrusionOk="0">
                    <a:moveTo>
                      <a:pt x="265" y="1"/>
                    </a:moveTo>
                    <a:cubicBezTo>
                      <a:pt x="265" y="1"/>
                      <a:pt x="251" y="15"/>
                      <a:pt x="237" y="57"/>
                    </a:cubicBezTo>
                    <a:cubicBezTo>
                      <a:pt x="223" y="99"/>
                      <a:pt x="209" y="154"/>
                      <a:pt x="195" y="224"/>
                    </a:cubicBezTo>
                    <a:cubicBezTo>
                      <a:pt x="154" y="350"/>
                      <a:pt x="112" y="531"/>
                      <a:pt x="84" y="712"/>
                    </a:cubicBezTo>
                    <a:cubicBezTo>
                      <a:pt x="56" y="880"/>
                      <a:pt x="28" y="1061"/>
                      <a:pt x="14" y="1201"/>
                    </a:cubicBezTo>
                    <a:cubicBezTo>
                      <a:pt x="0" y="1284"/>
                      <a:pt x="0" y="1340"/>
                      <a:pt x="0" y="1382"/>
                    </a:cubicBezTo>
                    <a:lnTo>
                      <a:pt x="0" y="1438"/>
                    </a:lnTo>
                    <a:lnTo>
                      <a:pt x="14" y="1382"/>
                    </a:lnTo>
                    <a:cubicBezTo>
                      <a:pt x="28" y="1340"/>
                      <a:pt x="42" y="1284"/>
                      <a:pt x="56" y="1214"/>
                    </a:cubicBezTo>
                    <a:cubicBezTo>
                      <a:pt x="98" y="1075"/>
                      <a:pt x="140" y="908"/>
                      <a:pt x="167" y="726"/>
                    </a:cubicBezTo>
                    <a:cubicBezTo>
                      <a:pt x="195" y="559"/>
                      <a:pt x="223" y="378"/>
                      <a:pt x="237" y="238"/>
                    </a:cubicBezTo>
                    <a:cubicBezTo>
                      <a:pt x="265" y="154"/>
                      <a:pt x="265" y="99"/>
                      <a:pt x="265" y="57"/>
                    </a:cubicBezTo>
                    <a:lnTo>
                      <a:pt x="265" y="1"/>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9"/>
              <p:cNvSpPr/>
              <p:nvPr/>
            </p:nvSpPr>
            <p:spPr>
              <a:xfrm>
                <a:off x="494139" y="2648830"/>
                <a:ext cx="38442" cy="209770"/>
              </a:xfrm>
              <a:custGeom>
                <a:avLst/>
                <a:gdLst/>
                <a:ahLst/>
                <a:cxnLst/>
                <a:rect l="l" t="t" r="r" b="b"/>
                <a:pathLst>
                  <a:path w="197" h="1075" extrusionOk="0">
                    <a:moveTo>
                      <a:pt x="196" y="0"/>
                    </a:moveTo>
                    <a:cubicBezTo>
                      <a:pt x="182" y="56"/>
                      <a:pt x="168" y="112"/>
                      <a:pt x="154" y="167"/>
                    </a:cubicBezTo>
                    <a:cubicBezTo>
                      <a:pt x="112" y="265"/>
                      <a:pt x="84" y="391"/>
                      <a:pt x="57" y="530"/>
                    </a:cubicBezTo>
                    <a:cubicBezTo>
                      <a:pt x="43" y="670"/>
                      <a:pt x="15" y="795"/>
                      <a:pt x="15" y="907"/>
                    </a:cubicBezTo>
                    <a:cubicBezTo>
                      <a:pt x="1" y="1004"/>
                      <a:pt x="1" y="1074"/>
                      <a:pt x="1" y="1074"/>
                    </a:cubicBezTo>
                    <a:cubicBezTo>
                      <a:pt x="15" y="1018"/>
                      <a:pt x="43" y="963"/>
                      <a:pt x="57" y="907"/>
                    </a:cubicBezTo>
                    <a:cubicBezTo>
                      <a:pt x="84" y="809"/>
                      <a:pt x="112" y="684"/>
                      <a:pt x="140" y="544"/>
                    </a:cubicBezTo>
                    <a:cubicBezTo>
                      <a:pt x="168" y="419"/>
                      <a:pt x="182" y="279"/>
                      <a:pt x="196" y="167"/>
                    </a:cubicBezTo>
                    <a:cubicBezTo>
                      <a:pt x="196" y="70"/>
                      <a:pt x="196" y="0"/>
                      <a:pt x="196"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9"/>
              <p:cNvSpPr/>
              <p:nvPr/>
            </p:nvSpPr>
            <p:spPr>
              <a:xfrm>
                <a:off x="513262" y="2594387"/>
                <a:ext cx="283336" cy="21855"/>
              </a:xfrm>
              <a:custGeom>
                <a:avLst/>
                <a:gdLst/>
                <a:ahLst/>
                <a:cxnLst/>
                <a:rect l="l" t="t" r="r" b="b"/>
                <a:pathLst>
                  <a:path w="1452" h="112" extrusionOk="0">
                    <a:moveTo>
                      <a:pt x="0" y="0"/>
                    </a:moveTo>
                    <a:lnTo>
                      <a:pt x="70" y="14"/>
                    </a:lnTo>
                    <a:cubicBezTo>
                      <a:pt x="112" y="28"/>
                      <a:pt x="168" y="42"/>
                      <a:pt x="238" y="42"/>
                    </a:cubicBezTo>
                    <a:cubicBezTo>
                      <a:pt x="363" y="70"/>
                      <a:pt x="544" y="84"/>
                      <a:pt x="726" y="98"/>
                    </a:cubicBezTo>
                    <a:cubicBezTo>
                      <a:pt x="907" y="112"/>
                      <a:pt x="1088" y="112"/>
                      <a:pt x="1228" y="112"/>
                    </a:cubicBezTo>
                    <a:lnTo>
                      <a:pt x="1451" y="112"/>
                    </a:lnTo>
                    <a:lnTo>
                      <a:pt x="1409" y="98"/>
                    </a:lnTo>
                    <a:cubicBezTo>
                      <a:pt x="1367" y="98"/>
                      <a:pt x="1312" y="84"/>
                      <a:pt x="1242" y="84"/>
                    </a:cubicBezTo>
                    <a:cubicBezTo>
                      <a:pt x="1102" y="56"/>
                      <a:pt x="921" y="42"/>
                      <a:pt x="740" y="28"/>
                    </a:cubicBezTo>
                    <a:cubicBezTo>
                      <a:pt x="558" y="0"/>
                      <a:pt x="377" y="0"/>
                      <a:pt x="238"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9"/>
              <p:cNvSpPr/>
              <p:nvPr/>
            </p:nvSpPr>
            <p:spPr>
              <a:xfrm>
                <a:off x="918754" y="2842014"/>
                <a:ext cx="51906" cy="280604"/>
              </a:xfrm>
              <a:custGeom>
                <a:avLst/>
                <a:gdLst/>
                <a:ahLst/>
                <a:cxnLst/>
                <a:rect l="l" t="t" r="r" b="b"/>
                <a:pathLst>
                  <a:path w="266" h="1438" extrusionOk="0">
                    <a:moveTo>
                      <a:pt x="266" y="0"/>
                    </a:moveTo>
                    <a:cubicBezTo>
                      <a:pt x="266" y="0"/>
                      <a:pt x="252" y="14"/>
                      <a:pt x="252" y="56"/>
                    </a:cubicBezTo>
                    <a:cubicBezTo>
                      <a:pt x="238" y="98"/>
                      <a:pt x="210" y="154"/>
                      <a:pt x="196" y="224"/>
                    </a:cubicBezTo>
                    <a:cubicBezTo>
                      <a:pt x="168" y="363"/>
                      <a:pt x="126" y="530"/>
                      <a:pt x="84" y="712"/>
                    </a:cubicBezTo>
                    <a:cubicBezTo>
                      <a:pt x="57" y="879"/>
                      <a:pt x="29" y="1061"/>
                      <a:pt x="15" y="1200"/>
                    </a:cubicBezTo>
                    <a:cubicBezTo>
                      <a:pt x="1" y="1270"/>
                      <a:pt x="1" y="1339"/>
                      <a:pt x="1" y="1367"/>
                    </a:cubicBezTo>
                    <a:lnTo>
                      <a:pt x="1" y="1437"/>
                    </a:lnTo>
                    <a:lnTo>
                      <a:pt x="15" y="1381"/>
                    </a:lnTo>
                    <a:cubicBezTo>
                      <a:pt x="29" y="1339"/>
                      <a:pt x="43" y="1284"/>
                      <a:pt x="71" y="1214"/>
                    </a:cubicBezTo>
                    <a:cubicBezTo>
                      <a:pt x="98" y="1088"/>
                      <a:pt x="140" y="907"/>
                      <a:pt x="168" y="726"/>
                    </a:cubicBezTo>
                    <a:cubicBezTo>
                      <a:pt x="210" y="544"/>
                      <a:pt x="238" y="377"/>
                      <a:pt x="252" y="238"/>
                    </a:cubicBezTo>
                    <a:cubicBezTo>
                      <a:pt x="252" y="154"/>
                      <a:pt x="266" y="98"/>
                      <a:pt x="266" y="56"/>
                    </a:cubicBezTo>
                    <a:lnTo>
                      <a:pt x="266" y="0"/>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9"/>
              <p:cNvSpPr/>
              <p:nvPr/>
            </p:nvSpPr>
            <p:spPr>
              <a:xfrm>
                <a:off x="1269999" y="2580728"/>
                <a:ext cx="51906" cy="283141"/>
              </a:xfrm>
              <a:custGeom>
                <a:avLst/>
                <a:gdLst/>
                <a:ahLst/>
                <a:cxnLst/>
                <a:rect l="l" t="t" r="r" b="b"/>
                <a:pathLst>
                  <a:path w="266" h="1451" extrusionOk="0">
                    <a:moveTo>
                      <a:pt x="265" y="0"/>
                    </a:moveTo>
                    <a:cubicBezTo>
                      <a:pt x="265" y="0"/>
                      <a:pt x="251" y="28"/>
                      <a:pt x="251" y="70"/>
                    </a:cubicBezTo>
                    <a:cubicBezTo>
                      <a:pt x="237" y="112"/>
                      <a:pt x="223" y="154"/>
                      <a:pt x="195" y="224"/>
                    </a:cubicBezTo>
                    <a:cubicBezTo>
                      <a:pt x="168" y="363"/>
                      <a:pt x="126" y="530"/>
                      <a:pt x="84" y="712"/>
                    </a:cubicBezTo>
                    <a:cubicBezTo>
                      <a:pt x="56" y="893"/>
                      <a:pt x="28" y="1074"/>
                      <a:pt x="14" y="1214"/>
                    </a:cubicBezTo>
                    <a:cubicBezTo>
                      <a:pt x="0" y="1284"/>
                      <a:pt x="0" y="1339"/>
                      <a:pt x="0" y="1381"/>
                    </a:cubicBezTo>
                    <a:lnTo>
                      <a:pt x="0" y="1451"/>
                    </a:lnTo>
                    <a:lnTo>
                      <a:pt x="14" y="1381"/>
                    </a:lnTo>
                    <a:cubicBezTo>
                      <a:pt x="28" y="1339"/>
                      <a:pt x="42" y="1298"/>
                      <a:pt x="70" y="1228"/>
                    </a:cubicBezTo>
                    <a:cubicBezTo>
                      <a:pt x="98" y="1088"/>
                      <a:pt x="140" y="921"/>
                      <a:pt x="168" y="740"/>
                    </a:cubicBezTo>
                    <a:cubicBezTo>
                      <a:pt x="209" y="558"/>
                      <a:pt x="237" y="377"/>
                      <a:pt x="251" y="237"/>
                    </a:cubicBezTo>
                    <a:cubicBezTo>
                      <a:pt x="251" y="168"/>
                      <a:pt x="265" y="112"/>
                      <a:pt x="265" y="70"/>
                    </a:cubicBezTo>
                    <a:lnTo>
                      <a:pt x="265" y="0"/>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9"/>
              <p:cNvSpPr/>
              <p:nvPr/>
            </p:nvSpPr>
            <p:spPr>
              <a:xfrm>
                <a:off x="635807" y="3100568"/>
                <a:ext cx="283141" cy="22050"/>
              </a:xfrm>
              <a:custGeom>
                <a:avLst/>
                <a:gdLst/>
                <a:ahLst/>
                <a:cxnLst/>
                <a:rect l="l" t="t" r="r" b="b"/>
                <a:pathLst>
                  <a:path w="1451" h="113" extrusionOk="0">
                    <a:moveTo>
                      <a:pt x="0" y="1"/>
                    </a:moveTo>
                    <a:lnTo>
                      <a:pt x="42" y="14"/>
                    </a:lnTo>
                    <a:cubicBezTo>
                      <a:pt x="84" y="14"/>
                      <a:pt x="140" y="28"/>
                      <a:pt x="209" y="42"/>
                    </a:cubicBezTo>
                    <a:cubicBezTo>
                      <a:pt x="349" y="56"/>
                      <a:pt x="530" y="70"/>
                      <a:pt x="712" y="84"/>
                    </a:cubicBezTo>
                    <a:cubicBezTo>
                      <a:pt x="893" y="112"/>
                      <a:pt x="1074" y="112"/>
                      <a:pt x="1214" y="112"/>
                    </a:cubicBezTo>
                    <a:lnTo>
                      <a:pt x="1451" y="112"/>
                    </a:lnTo>
                    <a:lnTo>
                      <a:pt x="1381" y="98"/>
                    </a:lnTo>
                    <a:lnTo>
                      <a:pt x="1228" y="70"/>
                    </a:lnTo>
                    <a:cubicBezTo>
                      <a:pt x="1088" y="56"/>
                      <a:pt x="907" y="42"/>
                      <a:pt x="725" y="14"/>
                    </a:cubicBezTo>
                    <a:cubicBezTo>
                      <a:pt x="544" y="1"/>
                      <a:pt x="363" y="1"/>
                      <a:pt x="223"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9"/>
              <p:cNvSpPr/>
              <p:nvPr/>
            </p:nvSpPr>
            <p:spPr>
              <a:xfrm>
                <a:off x="992320" y="2847478"/>
                <a:ext cx="272408" cy="21855"/>
              </a:xfrm>
              <a:custGeom>
                <a:avLst/>
                <a:gdLst/>
                <a:ahLst/>
                <a:cxnLst/>
                <a:rect l="l" t="t" r="r" b="b"/>
                <a:pathLst>
                  <a:path w="1396" h="112" extrusionOk="0">
                    <a:moveTo>
                      <a:pt x="0" y="0"/>
                    </a:moveTo>
                    <a:cubicBezTo>
                      <a:pt x="42" y="14"/>
                      <a:pt x="98" y="28"/>
                      <a:pt x="168" y="28"/>
                    </a:cubicBezTo>
                    <a:cubicBezTo>
                      <a:pt x="307" y="56"/>
                      <a:pt x="489" y="70"/>
                      <a:pt x="670" y="84"/>
                    </a:cubicBezTo>
                    <a:cubicBezTo>
                      <a:pt x="851" y="112"/>
                      <a:pt x="1033" y="112"/>
                      <a:pt x="1158" y="112"/>
                    </a:cubicBezTo>
                    <a:lnTo>
                      <a:pt x="1395" y="112"/>
                    </a:lnTo>
                    <a:lnTo>
                      <a:pt x="1326" y="98"/>
                    </a:lnTo>
                    <a:cubicBezTo>
                      <a:pt x="1284" y="84"/>
                      <a:pt x="1228" y="70"/>
                      <a:pt x="1172" y="70"/>
                    </a:cubicBezTo>
                    <a:cubicBezTo>
                      <a:pt x="1033" y="42"/>
                      <a:pt x="851" y="28"/>
                      <a:pt x="670" y="14"/>
                    </a:cubicBezTo>
                    <a:cubicBezTo>
                      <a:pt x="489" y="0"/>
                      <a:pt x="307" y="0"/>
                      <a:pt x="168"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9"/>
              <p:cNvSpPr/>
              <p:nvPr/>
            </p:nvSpPr>
            <p:spPr>
              <a:xfrm>
                <a:off x="671127" y="3070712"/>
                <a:ext cx="198843" cy="19123"/>
              </a:xfrm>
              <a:custGeom>
                <a:avLst/>
                <a:gdLst/>
                <a:ahLst/>
                <a:cxnLst/>
                <a:rect l="l" t="t" r="r" b="b"/>
                <a:pathLst>
                  <a:path w="1019" h="98" extrusionOk="0">
                    <a:moveTo>
                      <a:pt x="154" y="0"/>
                    </a:moveTo>
                    <a:cubicBezTo>
                      <a:pt x="70" y="14"/>
                      <a:pt x="0" y="14"/>
                      <a:pt x="0" y="14"/>
                    </a:cubicBezTo>
                    <a:cubicBezTo>
                      <a:pt x="0" y="14"/>
                      <a:pt x="70" y="42"/>
                      <a:pt x="154" y="56"/>
                    </a:cubicBezTo>
                    <a:cubicBezTo>
                      <a:pt x="252" y="70"/>
                      <a:pt x="377" y="84"/>
                      <a:pt x="503" y="98"/>
                    </a:cubicBezTo>
                    <a:lnTo>
                      <a:pt x="851" y="98"/>
                    </a:lnTo>
                    <a:cubicBezTo>
                      <a:pt x="907" y="98"/>
                      <a:pt x="963" y="98"/>
                      <a:pt x="1019" y="84"/>
                    </a:cubicBezTo>
                    <a:cubicBezTo>
                      <a:pt x="1019" y="84"/>
                      <a:pt x="949" y="70"/>
                      <a:pt x="851" y="56"/>
                    </a:cubicBezTo>
                    <a:cubicBezTo>
                      <a:pt x="768" y="42"/>
                      <a:pt x="628" y="14"/>
                      <a:pt x="503" y="14"/>
                    </a:cubicBezTo>
                    <a:cubicBezTo>
                      <a:pt x="391" y="0"/>
                      <a:pt x="252" y="0"/>
                      <a:pt x="154"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9"/>
              <p:cNvSpPr/>
              <p:nvPr/>
            </p:nvSpPr>
            <p:spPr>
              <a:xfrm>
                <a:off x="1495771" y="3503327"/>
                <a:ext cx="237089" cy="22050"/>
              </a:xfrm>
              <a:custGeom>
                <a:avLst/>
                <a:gdLst/>
                <a:ahLst/>
                <a:cxnLst/>
                <a:rect l="l" t="t" r="r" b="b"/>
                <a:pathLst>
                  <a:path w="1215" h="113" extrusionOk="0">
                    <a:moveTo>
                      <a:pt x="1" y="1"/>
                    </a:moveTo>
                    <a:lnTo>
                      <a:pt x="57" y="15"/>
                    </a:lnTo>
                    <a:lnTo>
                      <a:pt x="182" y="43"/>
                    </a:lnTo>
                    <a:cubicBezTo>
                      <a:pt x="294" y="71"/>
                      <a:pt x="447" y="85"/>
                      <a:pt x="601" y="99"/>
                    </a:cubicBezTo>
                    <a:cubicBezTo>
                      <a:pt x="754" y="113"/>
                      <a:pt x="908" y="113"/>
                      <a:pt x="1019" y="113"/>
                    </a:cubicBezTo>
                    <a:lnTo>
                      <a:pt x="1214" y="113"/>
                    </a:lnTo>
                    <a:lnTo>
                      <a:pt x="1159" y="99"/>
                    </a:lnTo>
                    <a:cubicBezTo>
                      <a:pt x="1131" y="99"/>
                      <a:pt x="1075" y="85"/>
                      <a:pt x="1019" y="85"/>
                    </a:cubicBezTo>
                    <a:cubicBezTo>
                      <a:pt x="908" y="57"/>
                      <a:pt x="754" y="43"/>
                      <a:pt x="601" y="29"/>
                    </a:cubicBezTo>
                    <a:cubicBezTo>
                      <a:pt x="461" y="1"/>
                      <a:pt x="308" y="1"/>
                      <a:pt x="196"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9"/>
              <p:cNvSpPr/>
              <p:nvPr/>
            </p:nvSpPr>
            <p:spPr>
              <a:xfrm>
                <a:off x="793672" y="2618779"/>
                <a:ext cx="179719" cy="220698"/>
              </a:xfrm>
              <a:custGeom>
                <a:avLst/>
                <a:gdLst/>
                <a:ahLst/>
                <a:cxnLst/>
                <a:rect l="l" t="t" r="r" b="b"/>
                <a:pathLst>
                  <a:path w="921" h="1131" extrusionOk="0">
                    <a:moveTo>
                      <a:pt x="0" y="1"/>
                    </a:moveTo>
                    <a:lnTo>
                      <a:pt x="42" y="56"/>
                    </a:lnTo>
                    <a:cubicBezTo>
                      <a:pt x="56" y="84"/>
                      <a:pt x="98" y="140"/>
                      <a:pt x="126" y="196"/>
                    </a:cubicBezTo>
                    <a:cubicBezTo>
                      <a:pt x="209" y="308"/>
                      <a:pt x="321" y="447"/>
                      <a:pt x="433" y="586"/>
                    </a:cubicBezTo>
                    <a:cubicBezTo>
                      <a:pt x="544" y="740"/>
                      <a:pt x="670" y="865"/>
                      <a:pt x="753" y="977"/>
                    </a:cubicBezTo>
                    <a:cubicBezTo>
                      <a:pt x="809" y="1019"/>
                      <a:pt x="851" y="1061"/>
                      <a:pt x="865" y="1089"/>
                    </a:cubicBezTo>
                    <a:lnTo>
                      <a:pt x="921" y="1130"/>
                    </a:lnTo>
                    <a:cubicBezTo>
                      <a:pt x="921" y="1130"/>
                      <a:pt x="907" y="1117"/>
                      <a:pt x="879" y="1075"/>
                    </a:cubicBezTo>
                    <a:cubicBezTo>
                      <a:pt x="865" y="1047"/>
                      <a:pt x="837" y="1005"/>
                      <a:pt x="795" y="949"/>
                    </a:cubicBezTo>
                    <a:cubicBezTo>
                      <a:pt x="712" y="824"/>
                      <a:pt x="600" y="684"/>
                      <a:pt x="488" y="545"/>
                    </a:cubicBezTo>
                    <a:cubicBezTo>
                      <a:pt x="377" y="405"/>
                      <a:pt x="265" y="266"/>
                      <a:pt x="168" y="168"/>
                    </a:cubicBezTo>
                    <a:cubicBezTo>
                      <a:pt x="126" y="112"/>
                      <a:pt x="84" y="70"/>
                      <a:pt x="56" y="42"/>
                    </a:cubicBezTo>
                    <a:lnTo>
                      <a:pt x="0" y="1"/>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9"/>
              <p:cNvSpPr/>
              <p:nvPr/>
            </p:nvSpPr>
            <p:spPr>
              <a:xfrm>
                <a:off x="1150185" y="2362957"/>
                <a:ext cx="177183" cy="223430"/>
              </a:xfrm>
              <a:custGeom>
                <a:avLst/>
                <a:gdLst/>
                <a:ahLst/>
                <a:cxnLst/>
                <a:rect l="l" t="t" r="r" b="b"/>
                <a:pathLst>
                  <a:path w="908" h="1145" extrusionOk="0">
                    <a:moveTo>
                      <a:pt x="0" y="0"/>
                    </a:moveTo>
                    <a:lnTo>
                      <a:pt x="28" y="56"/>
                    </a:lnTo>
                    <a:cubicBezTo>
                      <a:pt x="56" y="84"/>
                      <a:pt x="84" y="140"/>
                      <a:pt x="126" y="196"/>
                    </a:cubicBezTo>
                    <a:cubicBezTo>
                      <a:pt x="196" y="307"/>
                      <a:pt x="307" y="461"/>
                      <a:pt x="419" y="600"/>
                    </a:cubicBezTo>
                    <a:cubicBezTo>
                      <a:pt x="530" y="740"/>
                      <a:pt x="656" y="879"/>
                      <a:pt x="754" y="977"/>
                    </a:cubicBezTo>
                    <a:lnTo>
                      <a:pt x="865" y="1088"/>
                    </a:lnTo>
                    <a:lnTo>
                      <a:pt x="907" y="1144"/>
                    </a:lnTo>
                    <a:lnTo>
                      <a:pt x="879" y="1088"/>
                    </a:lnTo>
                    <a:cubicBezTo>
                      <a:pt x="851" y="1047"/>
                      <a:pt x="823" y="1005"/>
                      <a:pt x="782" y="949"/>
                    </a:cubicBezTo>
                    <a:cubicBezTo>
                      <a:pt x="712" y="837"/>
                      <a:pt x="600" y="684"/>
                      <a:pt x="489" y="544"/>
                    </a:cubicBezTo>
                    <a:cubicBezTo>
                      <a:pt x="377" y="405"/>
                      <a:pt x="251" y="265"/>
                      <a:pt x="154" y="168"/>
                    </a:cubicBezTo>
                    <a:cubicBezTo>
                      <a:pt x="112" y="112"/>
                      <a:pt x="70" y="70"/>
                      <a:pt x="42" y="42"/>
                    </a:cubicBezTo>
                    <a:cubicBezTo>
                      <a:pt x="28" y="28"/>
                      <a:pt x="14" y="14"/>
                      <a:pt x="0"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9"/>
              <p:cNvSpPr/>
              <p:nvPr/>
            </p:nvSpPr>
            <p:spPr>
              <a:xfrm>
                <a:off x="973197" y="3269360"/>
                <a:ext cx="51906" cy="280604"/>
              </a:xfrm>
              <a:custGeom>
                <a:avLst/>
                <a:gdLst/>
                <a:ahLst/>
                <a:cxnLst/>
                <a:rect l="l" t="t" r="r" b="b"/>
                <a:pathLst>
                  <a:path w="266" h="1438" extrusionOk="0">
                    <a:moveTo>
                      <a:pt x="266" y="0"/>
                    </a:moveTo>
                    <a:lnTo>
                      <a:pt x="238" y="56"/>
                    </a:lnTo>
                    <a:cubicBezTo>
                      <a:pt x="224" y="98"/>
                      <a:pt x="210" y="154"/>
                      <a:pt x="196" y="224"/>
                    </a:cubicBezTo>
                    <a:cubicBezTo>
                      <a:pt x="154" y="363"/>
                      <a:pt x="112" y="530"/>
                      <a:pt x="84" y="712"/>
                    </a:cubicBezTo>
                    <a:cubicBezTo>
                      <a:pt x="57" y="893"/>
                      <a:pt x="29" y="1060"/>
                      <a:pt x="15" y="1200"/>
                    </a:cubicBezTo>
                    <a:cubicBezTo>
                      <a:pt x="1" y="1284"/>
                      <a:pt x="1" y="1339"/>
                      <a:pt x="1" y="1381"/>
                    </a:cubicBezTo>
                    <a:lnTo>
                      <a:pt x="1" y="1437"/>
                    </a:lnTo>
                    <a:lnTo>
                      <a:pt x="15" y="1381"/>
                    </a:lnTo>
                    <a:cubicBezTo>
                      <a:pt x="29" y="1339"/>
                      <a:pt x="43" y="1284"/>
                      <a:pt x="57" y="1214"/>
                    </a:cubicBezTo>
                    <a:cubicBezTo>
                      <a:pt x="98" y="1074"/>
                      <a:pt x="140" y="907"/>
                      <a:pt x="168" y="726"/>
                    </a:cubicBezTo>
                    <a:cubicBezTo>
                      <a:pt x="196" y="558"/>
                      <a:pt x="224" y="377"/>
                      <a:pt x="238" y="237"/>
                    </a:cubicBezTo>
                    <a:cubicBezTo>
                      <a:pt x="266" y="168"/>
                      <a:pt x="266" y="98"/>
                      <a:pt x="266" y="70"/>
                    </a:cubicBezTo>
                    <a:lnTo>
                      <a:pt x="266" y="0"/>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9"/>
              <p:cNvSpPr/>
              <p:nvPr/>
            </p:nvSpPr>
            <p:spPr>
              <a:xfrm>
                <a:off x="1024908" y="3269360"/>
                <a:ext cx="283336" cy="21855"/>
              </a:xfrm>
              <a:custGeom>
                <a:avLst/>
                <a:gdLst/>
                <a:ahLst/>
                <a:cxnLst/>
                <a:rect l="l" t="t" r="r" b="b"/>
                <a:pathLst>
                  <a:path w="1452" h="112" extrusionOk="0">
                    <a:moveTo>
                      <a:pt x="1" y="0"/>
                    </a:moveTo>
                    <a:lnTo>
                      <a:pt x="57" y="14"/>
                    </a:lnTo>
                    <a:lnTo>
                      <a:pt x="224" y="42"/>
                    </a:lnTo>
                    <a:cubicBezTo>
                      <a:pt x="363" y="56"/>
                      <a:pt x="545" y="70"/>
                      <a:pt x="726" y="98"/>
                    </a:cubicBezTo>
                    <a:cubicBezTo>
                      <a:pt x="907" y="112"/>
                      <a:pt x="1089" y="112"/>
                      <a:pt x="1214" y="112"/>
                    </a:cubicBezTo>
                    <a:lnTo>
                      <a:pt x="1451" y="112"/>
                    </a:lnTo>
                    <a:lnTo>
                      <a:pt x="1382" y="98"/>
                    </a:lnTo>
                    <a:cubicBezTo>
                      <a:pt x="1354" y="98"/>
                      <a:pt x="1284" y="84"/>
                      <a:pt x="1228" y="70"/>
                    </a:cubicBezTo>
                    <a:cubicBezTo>
                      <a:pt x="1089" y="56"/>
                      <a:pt x="907" y="42"/>
                      <a:pt x="726" y="28"/>
                    </a:cubicBezTo>
                    <a:cubicBezTo>
                      <a:pt x="545" y="0"/>
                      <a:pt x="363" y="0"/>
                      <a:pt x="224"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9"/>
              <p:cNvSpPr/>
              <p:nvPr/>
            </p:nvSpPr>
            <p:spPr>
              <a:xfrm>
                <a:off x="1446792" y="3511522"/>
                <a:ext cx="51906" cy="283336"/>
              </a:xfrm>
              <a:custGeom>
                <a:avLst/>
                <a:gdLst/>
                <a:ahLst/>
                <a:cxnLst/>
                <a:rect l="l" t="t" r="r" b="b"/>
                <a:pathLst>
                  <a:path w="266" h="1452" extrusionOk="0">
                    <a:moveTo>
                      <a:pt x="266" y="1"/>
                    </a:moveTo>
                    <a:cubicBezTo>
                      <a:pt x="266" y="1"/>
                      <a:pt x="252" y="29"/>
                      <a:pt x="252" y="71"/>
                    </a:cubicBezTo>
                    <a:cubicBezTo>
                      <a:pt x="238" y="112"/>
                      <a:pt x="224" y="154"/>
                      <a:pt x="196" y="224"/>
                    </a:cubicBezTo>
                    <a:cubicBezTo>
                      <a:pt x="168" y="363"/>
                      <a:pt x="126" y="531"/>
                      <a:pt x="85" y="712"/>
                    </a:cubicBezTo>
                    <a:cubicBezTo>
                      <a:pt x="57" y="893"/>
                      <a:pt x="29" y="1075"/>
                      <a:pt x="15" y="1214"/>
                    </a:cubicBezTo>
                    <a:cubicBezTo>
                      <a:pt x="1" y="1284"/>
                      <a:pt x="1" y="1340"/>
                      <a:pt x="1" y="1382"/>
                    </a:cubicBezTo>
                    <a:lnTo>
                      <a:pt x="1" y="1451"/>
                    </a:lnTo>
                    <a:lnTo>
                      <a:pt x="15" y="1382"/>
                    </a:lnTo>
                    <a:cubicBezTo>
                      <a:pt x="29" y="1340"/>
                      <a:pt x="43" y="1298"/>
                      <a:pt x="71" y="1228"/>
                    </a:cubicBezTo>
                    <a:cubicBezTo>
                      <a:pt x="98" y="1089"/>
                      <a:pt x="140" y="921"/>
                      <a:pt x="168" y="740"/>
                    </a:cubicBezTo>
                    <a:cubicBezTo>
                      <a:pt x="210" y="559"/>
                      <a:pt x="238" y="377"/>
                      <a:pt x="252" y="238"/>
                    </a:cubicBezTo>
                    <a:cubicBezTo>
                      <a:pt x="252" y="168"/>
                      <a:pt x="266" y="112"/>
                      <a:pt x="266" y="71"/>
                    </a:cubicBezTo>
                    <a:lnTo>
                      <a:pt x="266" y="1"/>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9"/>
              <p:cNvSpPr/>
              <p:nvPr/>
            </p:nvSpPr>
            <p:spPr>
              <a:xfrm>
                <a:off x="1155649" y="3778272"/>
                <a:ext cx="283141" cy="22050"/>
              </a:xfrm>
              <a:custGeom>
                <a:avLst/>
                <a:gdLst/>
                <a:ahLst/>
                <a:cxnLst/>
                <a:rect l="l" t="t" r="r" b="b"/>
                <a:pathLst>
                  <a:path w="1451" h="113" extrusionOk="0">
                    <a:moveTo>
                      <a:pt x="0" y="1"/>
                    </a:moveTo>
                    <a:lnTo>
                      <a:pt x="56" y="15"/>
                    </a:lnTo>
                    <a:cubicBezTo>
                      <a:pt x="98" y="15"/>
                      <a:pt x="154" y="43"/>
                      <a:pt x="223" y="43"/>
                    </a:cubicBezTo>
                    <a:cubicBezTo>
                      <a:pt x="349" y="57"/>
                      <a:pt x="530" y="70"/>
                      <a:pt x="712" y="98"/>
                    </a:cubicBezTo>
                    <a:cubicBezTo>
                      <a:pt x="893" y="112"/>
                      <a:pt x="1074" y="112"/>
                      <a:pt x="1214" y="112"/>
                    </a:cubicBezTo>
                    <a:lnTo>
                      <a:pt x="1451" y="112"/>
                    </a:lnTo>
                    <a:lnTo>
                      <a:pt x="1381" y="98"/>
                    </a:lnTo>
                    <a:cubicBezTo>
                      <a:pt x="1339" y="98"/>
                      <a:pt x="1284" y="84"/>
                      <a:pt x="1214" y="70"/>
                    </a:cubicBezTo>
                    <a:cubicBezTo>
                      <a:pt x="1088" y="57"/>
                      <a:pt x="907" y="43"/>
                      <a:pt x="726" y="15"/>
                    </a:cubicBezTo>
                    <a:cubicBezTo>
                      <a:pt x="544" y="1"/>
                      <a:pt x="363" y="1"/>
                      <a:pt x="223"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9"/>
              <p:cNvSpPr/>
              <p:nvPr/>
            </p:nvSpPr>
            <p:spPr>
              <a:xfrm>
                <a:off x="973197" y="3549769"/>
                <a:ext cx="177183" cy="220503"/>
              </a:xfrm>
              <a:custGeom>
                <a:avLst/>
                <a:gdLst/>
                <a:ahLst/>
                <a:cxnLst/>
                <a:rect l="l" t="t" r="r" b="b"/>
                <a:pathLst>
                  <a:path w="908" h="1130" extrusionOk="0">
                    <a:moveTo>
                      <a:pt x="1" y="0"/>
                    </a:moveTo>
                    <a:cubicBezTo>
                      <a:pt x="1" y="0"/>
                      <a:pt x="1" y="28"/>
                      <a:pt x="29" y="56"/>
                    </a:cubicBezTo>
                    <a:cubicBezTo>
                      <a:pt x="43" y="84"/>
                      <a:pt x="84" y="140"/>
                      <a:pt x="112" y="195"/>
                    </a:cubicBezTo>
                    <a:cubicBezTo>
                      <a:pt x="196" y="307"/>
                      <a:pt x="308" y="446"/>
                      <a:pt x="419" y="600"/>
                    </a:cubicBezTo>
                    <a:cubicBezTo>
                      <a:pt x="531" y="739"/>
                      <a:pt x="656" y="879"/>
                      <a:pt x="740" y="976"/>
                    </a:cubicBezTo>
                    <a:cubicBezTo>
                      <a:pt x="796" y="1018"/>
                      <a:pt x="838" y="1060"/>
                      <a:pt x="852" y="1088"/>
                    </a:cubicBezTo>
                    <a:lnTo>
                      <a:pt x="907" y="1130"/>
                    </a:lnTo>
                    <a:cubicBezTo>
                      <a:pt x="893" y="1116"/>
                      <a:pt x="880" y="1102"/>
                      <a:pt x="866" y="1088"/>
                    </a:cubicBezTo>
                    <a:cubicBezTo>
                      <a:pt x="852" y="1046"/>
                      <a:pt x="824" y="1004"/>
                      <a:pt x="782" y="949"/>
                    </a:cubicBezTo>
                    <a:cubicBezTo>
                      <a:pt x="698" y="837"/>
                      <a:pt x="587" y="684"/>
                      <a:pt x="475" y="544"/>
                    </a:cubicBezTo>
                    <a:cubicBezTo>
                      <a:pt x="363" y="405"/>
                      <a:pt x="252" y="265"/>
                      <a:pt x="154" y="167"/>
                    </a:cubicBezTo>
                    <a:cubicBezTo>
                      <a:pt x="112" y="112"/>
                      <a:pt x="71" y="70"/>
                      <a:pt x="43" y="42"/>
                    </a:cubicBezTo>
                    <a:lnTo>
                      <a:pt x="1" y="0"/>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9"/>
              <p:cNvSpPr/>
              <p:nvPr/>
            </p:nvSpPr>
            <p:spPr>
              <a:xfrm>
                <a:off x="1327174" y="3293752"/>
                <a:ext cx="176987" cy="223430"/>
              </a:xfrm>
              <a:custGeom>
                <a:avLst/>
                <a:gdLst/>
                <a:ahLst/>
                <a:cxnLst/>
                <a:rect l="l" t="t" r="r" b="b"/>
                <a:pathLst>
                  <a:path w="907" h="1145" extrusionOk="0">
                    <a:moveTo>
                      <a:pt x="0" y="1"/>
                    </a:moveTo>
                    <a:lnTo>
                      <a:pt x="28" y="57"/>
                    </a:lnTo>
                    <a:cubicBezTo>
                      <a:pt x="56" y="99"/>
                      <a:pt x="84" y="140"/>
                      <a:pt x="126" y="196"/>
                    </a:cubicBezTo>
                    <a:cubicBezTo>
                      <a:pt x="195" y="308"/>
                      <a:pt x="307" y="461"/>
                      <a:pt x="419" y="601"/>
                    </a:cubicBezTo>
                    <a:cubicBezTo>
                      <a:pt x="530" y="740"/>
                      <a:pt x="656" y="880"/>
                      <a:pt x="753" y="977"/>
                    </a:cubicBezTo>
                    <a:cubicBezTo>
                      <a:pt x="795" y="1033"/>
                      <a:pt x="837" y="1061"/>
                      <a:pt x="865" y="1103"/>
                    </a:cubicBezTo>
                    <a:lnTo>
                      <a:pt x="907" y="1145"/>
                    </a:lnTo>
                    <a:lnTo>
                      <a:pt x="879" y="1089"/>
                    </a:lnTo>
                    <a:cubicBezTo>
                      <a:pt x="851" y="1047"/>
                      <a:pt x="823" y="1005"/>
                      <a:pt x="781" y="949"/>
                    </a:cubicBezTo>
                    <a:cubicBezTo>
                      <a:pt x="711" y="838"/>
                      <a:pt x="600" y="684"/>
                      <a:pt x="488" y="545"/>
                    </a:cubicBezTo>
                    <a:cubicBezTo>
                      <a:pt x="377" y="405"/>
                      <a:pt x="251" y="266"/>
                      <a:pt x="154" y="168"/>
                    </a:cubicBezTo>
                    <a:cubicBezTo>
                      <a:pt x="112" y="112"/>
                      <a:pt x="70" y="85"/>
                      <a:pt x="42" y="57"/>
                    </a:cubicBezTo>
                    <a:lnTo>
                      <a:pt x="0" y="1"/>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9"/>
              <p:cNvSpPr/>
              <p:nvPr/>
            </p:nvSpPr>
            <p:spPr>
              <a:xfrm>
                <a:off x="807137" y="2670490"/>
                <a:ext cx="117276" cy="144400"/>
              </a:xfrm>
              <a:custGeom>
                <a:avLst/>
                <a:gdLst/>
                <a:ahLst/>
                <a:cxnLst/>
                <a:rect l="l" t="t" r="r" b="b"/>
                <a:pathLst>
                  <a:path w="601" h="740" extrusionOk="0">
                    <a:moveTo>
                      <a:pt x="1" y="1"/>
                    </a:moveTo>
                    <a:cubicBezTo>
                      <a:pt x="15" y="43"/>
                      <a:pt x="43" y="84"/>
                      <a:pt x="71" y="126"/>
                    </a:cubicBezTo>
                    <a:cubicBezTo>
                      <a:pt x="126" y="224"/>
                      <a:pt x="196" y="308"/>
                      <a:pt x="266" y="405"/>
                    </a:cubicBezTo>
                    <a:cubicBezTo>
                      <a:pt x="336" y="489"/>
                      <a:pt x="405" y="559"/>
                      <a:pt x="489" y="642"/>
                    </a:cubicBezTo>
                    <a:cubicBezTo>
                      <a:pt x="517" y="670"/>
                      <a:pt x="559" y="712"/>
                      <a:pt x="601" y="740"/>
                    </a:cubicBezTo>
                    <a:cubicBezTo>
                      <a:pt x="601" y="740"/>
                      <a:pt x="573" y="684"/>
                      <a:pt x="517" y="614"/>
                    </a:cubicBezTo>
                    <a:cubicBezTo>
                      <a:pt x="391" y="433"/>
                      <a:pt x="266" y="252"/>
                      <a:pt x="112" y="98"/>
                    </a:cubicBezTo>
                    <a:cubicBezTo>
                      <a:pt x="43" y="43"/>
                      <a:pt x="1" y="1"/>
                      <a:pt x="1"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9"/>
              <p:cNvSpPr/>
              <p:nvPr/>
            </p:nvSpPr>
            <p:spPr>
              <a:xfrm>
                <a:off x="390717" y="2439255"/>
                <a:ext cx="114544" cy="144400"/>
              </a:xfrm>
              <a:custGeom>
                <a:avLst/>
                <a:gdLst/>
                <a:ahLst/>
                <a:cxnLst/>
                <a:rect l="l" t="t" r="r" b="b"/>
                <a:pathLst>
                  <a:path w="587" h="740" extrusionOk="0">
                    <a:moveTo>
                      <a:pt x="1" y="0"/>
                    </a:moveTo>
                    <a:cubicBezTo>
                      <a:pt x="15" y="42"/>
                      <a:pt x="43" y="84"/>
                      <a:pt x="71" y="126"/>
                    </a:cubicBezTo>
                    <a:cubicBezTo>
                      <a:pt x="126" y="223"/>
                      <a:pt x="196" y="307"/>
                      <a:pt x="266" y="391"/>
                    </a:cubicBezTo>
                    <a:cubicBezTo>
                      <a:pt x="336" y="474"/>
                      <a:pt x="405" y="558"/>
                      <a:pt x="475" y="642"/>
                    </a:cubicBezTo>
                    <a:cubicBezTo>
                      <a:pt x="545" y="697"/>
                      <a:pt x="587" y="739"/>
                      <a:pt x="587" y="739"/>
                    </a:cubicBezTo>
                    <a:cubicBezTo>
                      <a:pt x="587" y="739"/>
                      <a:pt x="573" y="684"/>
                      <a:pt x="517" y="614"/>
                    </a:cubicBezTo>
                    <a:cubicBezTo>
                      <a:pt x="475" y="530"/>
                      <a:pt x="405" y="432"/>
                      <a:pt x="322" y="349"/>
                    </a:cubicBezTo>
                    <a:cubicBezTo>
                      <a:pt x="252" y="251"/>
                      <a:pt x="182" y="181"/>
                      <a:pt x="112" y="98"/>
                    </a:cubicBezTo>
                    <a:cubicBezTo>
                      <a:pt x="43" y="42"/>
                      <a:pt x="1" y="0"/>
                      <a:pt x="1"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9"/>
              <p:cNvSpPr/>
              <p:nvPr/>
            </p:nvSpPr>
            <p:spPr>
              <a:xfrm>
                <a:off x="1259071" y="2869138"/>
                <a:ext cx="473788" cy="656239"/>
              </a:xfrm>
              <a:custGeom>
                <a:avLst/>
                <a:gdLst/>
                <a:ahLst/>
                <a:cxnLst/>
                <a:rect l="l" t="t" r="r" b="b"/>
                <a:pathLst>
                  <a:path w="2428" h="3363" extrusionOk="0">
                    <a:moveTo>
                      <a:pt x="0" y="1"/>
                    </a:moveTo>
                    <a:lnTo>
                      <a:pt x="98" y="154"/>
                    </a:lnTo>
                    <a:cubicBezTo>
                      <a:pt x="168" y="252"/>
                      <a:pt x="251" y="391"/>
                      <a:pt x="363" y="545"/>
                    </a:cubicBezTo>
                    <a:cubicBezTo>
                      <a:pt x="475" y="698"/>
                      <a:pt x="600" y="894"/>
                      <a:pt x="740" y="1089"/>
                    </a:cubicBezTo>
                    <a:lnTo>
                      <a:pt x="1186" y="1717"/>
                    </a:lnTo>
                    <a:lnTo>
                      <a:pt x="1632" y="2330"/>
                    </a:lnTo>
                    <a:cubicBezTo>
                      <a:pt x="1772" y="2512"/>
                      <a:pt x="1911" y="2693"/>
                      <a:pt x="2023" y="2846"/>
                    </a:cubicBezTo>
                    <a:cubicBezTo>
                      <a:pt x="2135" y="3000"/>
                      <a:pt x="2246" y="3125"/>
                      <a:pt x="2316" y="3223"/>
                    </a:cubicBezTo>
                    <a:lnTo>
                      <a:pt x="2427" y="3363"/>
                    </a:lnTo>
                    <a:lnTo>
                      <a:pt x="2330" y="3209"/>
                    </a:lnTo>
                    <a:cubicBezTo>
                      <a:pt x="2260" y="3111"/>
                      <a:pt x="2176" y="2986"/>
                      <a:pt x="2065" y="2819"/>
                    </a:cubicBezTo>
                    <a:cubicBezTo>
                      <a:pt x="1953" y="2665"/>
                      <a:pt x="1828" y="2470"/>
                      <a:pt x="1688" y="2275"/>
                    </a:cubicBezTo>
                    <a:lnTo>
                      <a:pt x="1242" y="1661"/>
                    </a:lnTo>
                    <a:lnTo>
                      <a:pt x="795" y="1047"/>
                    </a:lnTo>
                    <a:cubicBezTo>
                      <a:pt x="656" y="852"/>
                      <a:pt x="516" y="670"/>
                      <a:pt x="405" y="517"/>
                    </a:cubicBezTo>
                    <a:cubicBezTo>
                      <a:pt x="279" y="364"/>
                      <a:pt x="182" y="238"/>
                      <a:pt x="112" y="140"/>
                    </a:cubicBezTo>
                    <a:lnTo>
                      <a:pt x="0" y="1"/>
                    </a:lnTo>
                    <a:close/>
                    <a:moveTo>
                      <a:pt x="2427" y="3363"/>
                    </a:moveTo>
                    <a:lnTo>
                      <a:pt x="2427" y="3363"/>
                    </a:lnTo>
                    <a:lnTo>
                      <a:pt x="2427" y="3363"/>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9"/>
              <p:cNvSpPr/>
              <p:nvPr/>
            </p:nvSpPr>
            <p:spPr>
              <a:xfrm>
                <a:off x="913290" y="3125155"/>
                <a:ext cx="114544" cy="141668"/>
              </a:xfrm>
              <a:custGeom>
                <a:avLst/>
                <a:gdLst/>
                <a:ahLst/>
                <a:cxnLst/>
                <a:rect l="l" t="t" r="r" b="b"/>
                <a:pathLst>
                  <a:path w="587" h="726" extrusionOk="0">
                    <a:moveTo>
                      <a:pt x="1" y="0"/>
                    </a:moveTo>
                    <a:lnTo>
                      <a:pt x="1" y="0"/>
                    </a:lnTo>
                    <a:cubicBezTo>
                      <a:pt x="29" y="42"/>
                      <a:pt x="43" y="84"/>
                      <a:pt x="71" y="126"/>
                    </a:cubicBezTo>
                    <a:cubicBezTo>
                      <a:pt x="140" y="209"/>
                      <a:pt x="196" y="307"/>
                      <a:pt x="266" y="391"/>
                    </a:cubicBezTo>
                    <a:cubicBezTo>
                      <a:pt x="336" y="474"/>
                      <a:pt x="405" y="558"/>
                      <a:pt x="489" y="628"/>
                    </a:cubicBezTo>
                    <a:cubicBezTo>
                      <a:pt x="545" y="698"/>
                      <a:pt x="587" y="725"/>
                      <a:pt x="587" y="725"/>
                    </a:cubicBezTo>
                    <a:cubicBezTo>
                      <a:pt x="587" y="725"/>
                      <a:pt x="573" y="670"/>
                      <a:pt x="517" y="600"/>
                    </a:cubicBezTo>
                    <a:cubicBezTo>
                      <a:pt x="475" y="530"/>
                      <a:pt x="405" y="432"/>
                      <a:pt x="336" y="335"/>
                    </a:cubicBezTo>
                    <a:cubicBezTo>
                      <a:pt x="266" y="251"/>
                      <a:pt x="182" y="167"/>
                      <a:pt x="112" y="98"/>
                    </a:cubicBezTo>
                    <a:cubicBezTo>
                      <a:pt x="71" y="56"/>
                      <a:pt x="43" y="28"/>
                      <a:pt x="1"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9"/>
              <p:cNvSpPr/>
              <p:nvPr/>
            </p:nvSpPr>
            <p:spPr>
              <a:xfrm>
                <a:off x="608488" y="3100568"/>
                <a:ext cx="22050" cy="185378"/>
              </a:xfrm>
              <a:custGeom>
                <a:avLst/>
                <a:gdLst/>
                <a:ahLst/>
                <a:cxnLst/>
                <a:rect l="l" t="t" r="r" b="b"/>
                <a:pathLst>
                  <a:path w="113" h="950" extrusionOk="0">
                    <a:moveTo>
                      <a:pt x="112" y="1"/>
                    </a:moveTo>
                    <a:cubicBezTo>
                      <a:pt x="84" y="56"/>
                      <a:pt x="84" y="98"/>
                      <a:pt x="70" y="154"/>
                    </a:cubicBezTo>
                    <a:cubicBezTo>
                      <a:pt x="42" y="238"/>
                      <a:pt x="29" y="349"/>
                      <a:pt x="15" y="475"/>
                    </a:cubicBezTo>
                    <a:cubicBezTo>
                      <a:pt x="1" y="572"/>
                      <a:pt x="1" y="684"/>
                      <a:pt x="1" y="796"/>
                    </a:cubicBezTo>
                    <a:cubicBezTo>
                      <a:pt x="1" y="851"/>
                      <a:pt x="1" y="893"/>
                      <a:pt x="1" y="949"/>
                    </a:cubicBezTo>
                    <a:cubicBezTo>
                      <a:pt x="15" y="893"/>
                      <a:pt x="29" y="851"/>
                      <a:pt x="42" y="796"/>
                    </a:cubicBezTo>
                    <a:cubicBezTo>
                      <a:pt x="56" y="698"/>
                      <a:pt x="70" y="586"/>
                      <a:pt x="84" y="475"/>
                    </a:cubicBezTo>
                    <a:cubicBezTo>
                      <a:pt x="112" y="363"/>
                      <a:pt x="112" y="238"/>
                      <a:pt x="112" y="154"/>
                    </a:cubicBezTo>
                    <a:cubicBezTo>
                      <a:pt x="112" y="98"/>
                      <a:pt x="112" y="56"/>
                      <a:pt x="112"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9"/>
              <p:cNvSpPr/>
              <p:nvPr/>
            </p:nvSpPr>
            <p:spPr>
              <a:xfrm>
                <a:off x="461551" y="2874601"/>
                <a:ext cx="177183" cy="223430"/>
              </a:xfrm>
              <a:custGeom>
                <a:avLst/>
                <a:gdLst/>
                <a:ahLst/>
                <a:cxnLst/>
                <a:rect l="l" t="t" r="r" b="b"/>
                <a:pathLst>
                  <a:path w="908" h="1145" extrusionOk="0">
                    <a:moveTo>
                      <a:pt x="0" y="1"/>
                    </a:moveTo>
                    <a:lnTo>
                      <a:pt x="28" y="57"/>
                    </a:lnTo>
                    <a:cubicBezTo>
                      <a:pt x="56" y="84"/>
                      <a:pt x="84" y="140"/>
                      <a:pt x="126" y="196"/>
                    </a:cubicBezTo>
                    <a:cubicBezTo>
                      <a:pt x="210" y="308"/>
                      <a:pt x="307" y="461"/>
                      <a:pt x="419" y="601"/>
                    </a:cubicBezTo>
                    <a:cubicBezTo>
                      <a:pt x="544" y="740"/>
                      <a:pt x="656" y="880"/>
                      <a:pt x="754" y="977"/>
                    </a:cubicBezTo>
                    <a:lnTo>
                      <a:pt x="865" y="1089"/>
                    </a:lnTo>
                    <a:lnTo>
                      <a:pt x="907" y="1145"/>
                    </a:lnTo>
                    <a:cubicBezTo>
                      <a:pt x="907" y="1117"/>
                      <a:pt x="893" y="1103"/>
                      <a:pt x="879" y="1089"/>
                    </a:cubicBezTo>
                    <a:cubicBezTo>
                      <a:pt x="851" y="1047"/>
                      <a:pt x="823" y="1005"/>
                      <a:pt x="782" y="949"/>
                    </a:cubicBezTo>
                    <a:cubicBezTo>
                      <a:pt x="712" y="838"/>
                      <a:pt x="600" y="684"/>
                      <a:pt x="489" y="545"/>
                    </a:cubicBezTo>
                    <a:cubicBezTo>
                      <a:pt x="377" y="405"/>
                      <a:pt x="251" y="266"/>
                      <a:pt x="168" y="168"/>
                    </a:cubicBezTo>
                    <a:cubicBezTo>
                      <a:pt x="112" y="112"/>
                      <a:pt x="70" y="71"/>
                      <a:pt x="42" y="43"/>
                    </a:cubicBezTo>
                    <a:lnTo>
                      <a:pt x="0" y="1"/>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9"/>
              <p:cNvSpPr/>
              <p:nvPr/>
            </p:nvSpPr>
            <p:spPr>
              <a:xfrm>
                <a:off x="1683687" y="3486545"/>
                <a:ext cx="96982" cy="74737"/>
              </a:xfrm>
              <a:custGeom>
                <a:avLst/>
                <a:gdLst/>
                <a:ahLst/>
                <a:cxnLst/>
                <a:rect l="l" t="t" r="r" b="b"/>
                <a:pathLst>
                  <a:path w="497" h="383" extrusionOk="0">
                    <a:moveTo>
                      <a:pt x="250" y="0"/>
                    </a:moveTo>
                    <a:cubicBezTo>
                      <a:pt x="206" y="0"/>
                      <a:pt x="162" y="15"/>
                      <a:pt x="126" y="45"/>
                    </a:cubicBezTo>
                    <a:cubicBezTo>
                      <a:pt x="0" y="143"/>
                      <a:pt x="56" y="366"/>
                      <a:pt x="224" y="380"/>
                    </a:cubicBezTo>
                    <a:cubicBezTo>
                      <a:pt x="234" y="382"/>
                      <a:pt x="245" y="383"/>
                      <a:pt x="255" y="383"/>
                    </a:cubicBezTo>
                    <a:cubicBezTo>
                      <a:pt x="405" y="383"/>
                      <a:pt x="496" y="203"/>
                      <a:pt x="405" y="73"/>
                    </a:cubicBezTo>
                    <a:cubicBezTo>
                      <a:pt x="365" y="25"/>
                      <a:pt x="308" y="0"/>
                      <a:pt x="250"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9"/>
              <p:cNvSpPr/>
              <p:nvPr/>
            </p:nvSpPr>
            <p:spPr>
              <a:xfrm>
                <a:off x="341738" y="2401594"/>
                <a:ext cx="97568" cy="76103"/>
              </a:xfrm>
              <a:custGeom>
                <a:avLst/>
                <a:gdLst/>
                <a:ahLst/>
                <a:cxnLst/>
                <a:rect l="l" t="t" r="r" b="b"/>
                <a:pathLst>
                  <a:path w="500" h="390" extrusionOk="0">
                    <a:moveTo>
                      <a:pt x="247" y="0"/>
                    </a:moveTo>
                    <a:cubicBezTo>
                      <a:pt x="210" y="0"/>
                      <a:pt x="173" y="12"/>
                      <a:pt x="140" y="40"/>
                    </a:cubicBezTo>
                    <a:cubicBezTo>
                      <a:pt x="1" y="137"/>
                      <a:pt x="56" y="360"/>
                      <a:pt x="224" y="388"/>
                    </a:cubicBezTo>
                    <a:cubicBezTo>
                      <a:pt x="230" y="389"/>
                      <a:pt x="235" y="389"/>
                      <a:pt x="241" y="389"/>
                    </a:cubicBezTo>
                    <a:cubicBezTo>
                      <a:pt x="399" y="389"/>
                      <a:pt x="500" y="203"/>
                      <a:pt x="405" y="81"/>
                    </a:cubicBezTo>
                    <a:cubicBezTo>
                      <a:pt x="363" y="30"/>
                      <a:pt x="304" y="0"/>
                      <a:pt x="247"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9"/>
              <p:cNvSpPr/>
              <p:nvPr/>
            </p:nvSpPr>
            <p:spPr>
              <a:xfrm>
                <a:off x="560680" y="3250432"/>
                <a:ext cx="101665" cy="72980"/>
              </a:xfrm>
              <a:custGeom>
                <a:avLst/>
                <a:gdLst/>
                <a:ahLst/>
                <a:cxnLst/>
                <a:rect l="l" t="t" r="r" b="b"/>
                <a:pathLst>
                  <a:path w="521" h="374" extrusionOk="0">
                    <a:moveTo>
                      <a:pt x="258" y="0"/>
                    </a:moveTo>
                    <a:cubicBezTo>
                      <a:pt x="125" y="0"/>
                      <a:pt x="1" y="150"/>
                      <a:pt x="92" y="293"/>
                    </a:cubicBezTo>
                    <a:cubicBezTo>
                      <a:pt x="138" y="350"/>
                      <a:pt x="195" y="374"/>
                      <a:pt x="249" y="374"/>
                    </a:cubicBezTo>
                    <a:cubicBezTo>
                      <a:pt x="392" y="374"/>
                      <a:pt x="521" y="207"/>
                      <a:pt x="399" y="56"/>
                    </a:cubicBezTo>
                    <a:lnTo>
                      <a:pt x="399" y="56"/>
                    </a:lnTo>
                    <a:lnTo>
                      <a:pt x="399" y="69"/>
                    </a:lnTo>
                    <a:cubicBezTo>
                      <a:pt x="358" y="21"/>
                      <a:pt x="307" y="0"/>
                      <a:pt x="258"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3" name="Google Shape;713;p9"/>
            <p:cNvGrpSpPr/>
            <p:nvPr/>
          </p:nvGrpSpPr>
          <p:grpSpPr>
            <a:xfrm>
              <a:off x="8231364" y="1954574"/>
              <a:ext cx="2155860" cy="1697090"/>
              <a:chOff x="7123839" y="1954574"/>
              <a:chExt cx="2155860" cy="1697090"/>
            </a:xfrm>
          </p:grpSpPr>
          <p:sp>
            <p:nvSpPr>
              <p:cNvPr id="714" name="Google Shape;714;p9"/>
              <p:cNvSpPr/>
              <p:nvPr/>
            </p:nvSpPr>
            <p:spPr>
              <a:xfrm>
                <a:off x="7123839" y="1995357"/>
                <a:ext cx="520035" cy="329583"/>
              </a:xfrm>
              <a:custGeom>
                <a:avLst/>
                <a:gdLst/>
                <a:ahLst/>
                <a:cxnLst/>
                <a:rect l="l" t="t" r="r" b="b"/>
                <a:pathLst>
                  <a:path w="2665" h="1689" extrusionOk="0">
                    <a:moveTo>
                      <a:pt x="1" y="1"/>
                    </a:moveTo>
                    <a:lnTo>
                      <a:pt x="112" y="98"/>
                    </a:lnTo>
                    <a:cubicBezTo>
                      <a:pt x="182" y="140"/>
                      <a:pt x="280" y="224"/>
                      <a:pt x="391" y="308"/>
                    </a:cubicBezTo>
                    <a:cubicBezTo>
                      <a:pt x="628" y="489"/>
                      <a:pt x="963" y="712"/>
                      <a:pt x="1284" y="921"/>
                    </a:cubicBezTo>
                    <a:cubicBezTo>
                      <a:pt x="1619" y="1131"/>
                      <a:pt x="1954" y="1326"/>
                      <a:pt x="2219" y="1465"/>
                    </a:cubicBezTo>
                    <a:cubicBezTo>
                      <a:pt x="2344" y="1549"/>
                      <a:pt x="2456" y="1591"/>
                      <a:pt x="2539" y="1633"/>
                    </a:cubicBezTo>
                    <a:lnTo>
                      <a:pt x="2665" y="1689"/>
                    </a:lnTo>
                    <a:lnTo>
                      <a:pt x="2665" y="1689"/>
                    </a:lnTo>
                    <a:lnTo>
                      <a:pt x="2553" y="1605"/>
                    </a:lnTo>
                    <a:cubicBezTo>
                      <a:pt x="2484" y="1563"/>
                      <a:pt x="2400" y="1479"/>
                      <a:pt x="2274" y="1382"/>
                    </a:cubicBezTo>
                    <a:cubicBezTo>
                      <a:pt x="2037" y="1214"/>
                      <a:pt x="1716" y="991"/>
                      <a:pt x="1382" y="782"/>
                    </a:cubicBezTo>
                    <a:cubicBezTo>
                      <a:pt x="1047" y="559"/>
                      <a:pt x="712" y="364"/>
                      <a:pt x="447" y="224"/>
                    </a:cubicBezTo>
                    <a:cubicBezTo>
                      <a:pt x="322" y="154"/>
                      <a:pt x="210" y="98"/>
                      <a:pt x="126" y="57"/>
                    </a:cubicBezTo>
                    <a:cubicBezTo>
                      <a:pt x="57" y="29"/>
                      <a:pt x="1" y="1"/>
                      <a:pt x="1"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9"/>
              <p:cNvSpPr/>
              <p:nvPr/>
            </p:nvSpPr>
            <p:spPr>
              <a:xfrm>
                <a:off x="8710684" y="3024305"/>
                <a:ext cx="359439" cy="288605"/>
              </a:xfrm>
              <a:custGeom>
                <a:avLst/>
                <a:gdLst/>
                <a:ahLst/>
                <a:cxnLst/>
                <a:rect l="l" t="t" r="r" b="b"/>
                <a:pathLst>
                  <a:path w="1842" h="1479" extrusionOk="0">
                    <a:moveTo>
                      <a:pt x="1" y="0"/>
                    </a:moveTo>
                    <a:lnTo>
                      <a:pt x="1" y="0"/>
                    </a:lnTo>
                    <a:cubicBezTo>
                      <a:pt x="1" y="0"/>
                      <a:pt x="98" y="112"/>
                      <a:pt x="266" y="265"/>
                    </a:cubicBezTo>
                    <a:cubicBezTo>
                      <a:pt x="419" y="419"/>
                      <a:pt x="642" y="628"/>
                      <a:pt x="866" y="809"/>
                    </a:cubicBezTo>
                    <a:cubicBezTo>
                      <a:pt x="1103" y="991"/>
                      <a:pt x="1340" y="1172"/>
                      <a:pt x="1521" y="1284"/>
                    </a:cubicBezTo>
                    <a:cubicBezTo>
                      <a:pt x="1716" y="1409"/>
                      <a:pt x="1842" y="1479"/>
                      <a:pt x="1842" y="1479"/>
                    </a:cubicBezTo>
                    <a:cubicBezTo>
                      <a:pt x="1842" y="1479"/>
                      <a:pt x="1744" y="1367"/>
                      <a:pt x="1591" y="1214"/>
                    </a:cubicBezTo>
                    <a:cubicBezTo>
                      <a:pt x="1437" y="1061"/>
                      <a:pt x="1214" y="851"/>
                      <a:pt x="977" y="670"/>
                    </a:cubicBezTo>
                    <a:cubicBezTo>
                      <a:pt x="754" y="489"/>
                      <a:pt x="517" y="307"/>
                      <a:pt x="322" y="182"/>
                    </a:cubicBezTo>
                    <a:cubicBezTo>
                      <a:pt x="140" y="70"/>
                      <a:pt x="1" y="0"/>
                      <a:pt x="1"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9"/>
              <p:cNvSpPr/>
              <p:nvPr/>
            </p:nvSpPr>
            <p:spPr>
              <a:xfrm>
                <a:off x="8653509" y="3127726"/>
                <a:ext cx="359634" cy="288800"/>
              </a:xfrm>
              <a:custGeom>
                <a:avLst/>
                <a:gdLst/>
                <a:ahLst/>
                <a:cxnLst/>
                <a:rect l="l" t="t" r="r" b="b"/>
                <a:pathLst>
                  <a:path w="1843" h="1480" extrusionOk="0">
                    <a:moveTo>
                      <a:pt x="1" y="0"/>
                    </a:moveTo>
                    <a:cubicBezTo>
                      <a:pt x="1" y="1"/>
                      <a:pt x="98" y="112"/>
                      <a:pt x="266" y="265"/>
                    </a:cubicBezTo>
                    <a:cubicBezTo>
                      <a:pt x="419" y="419"/>
                      <a:pt x="642" y="628"/>
                      <a:pt x="866" y="809"/>
                    </a:cubicBezTo>
                    <a:cubicBezTo>
                      <a:pt x="1103" y="991"/>
                      <a:pt x="1340" y="1172"/>
                      <a:pt x="1521" y="1298"/>
                    </a:cubicBezTo>
                    <a:cubicBezTo>
                      <a:pt x="1633" y="1367"/>
                      <a:pt x="1730" y="1423"/>
                      <a:pt x="1842" y="1479"/>
                    </a:cubicBezTo>
                    <a:cubicBezTo>
                      <a:pt x="1842" y="1479"/>
                      <a:pt x="1744" y="1367"/>
                      <a:pt x="1591" y="1214"/>
                    </a:cubicBezTo>
                    <a:cubicBezTo>
                      <a:pt x="1424" y="1061"/>
                      <a:pt x="1200" y="865"/>
                      <a:pt x="977" y="670"/>
                    </a:cubicBezTo>
                    <a:cubicBezTo>
                      <a:pt x="754" y="489"/>
                      <a:pt x="503" y="307"/>
                      <a:pt x="322" y="196"/>
                    </a:cubicBezTo>
                    <a:cubicBezTo>
                      <a:pt x="140" y="70"/>
                      <a:pt x="1" y="1"/>
                      <a:pt x="1"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9"/>
              <p:cNvSpPr/>
              <p:nvPr/>
            </p:nvSpPr>
            <p:spPr>
              <a:xfrm>
                <a:off x="7385126" y="3086943"/>
                <a:ext cx="288800" cy="359439"/>
              </a:xfrm>
              <a:custGeom>
                <a:avLst/>
                <a:gdLst/>
                <a:ahLst/>
                <a:cxnLst/>
                <a:rect l="l" t="t" r="r" b="b"/>
                <a:pathLst>
                  <a:path w="1480" h="1842" extrusionOk="0">
                    <a:moveTo>
                      <a:pt x="1479" y="0"/>
                    </a:moveTo>
                    <a:cubicBezTo>
                      <a:pt x="1396" y="84"/>
                      <a:pt x="1298" y="168"/>
                      <a:pt x="1214" y="251"/>
                    </a:cubicBezTo>
                    <a:cubicBezTo>
                      <a:pt x="1061" y="419"/>
                      <a:pt x="866" y="642"/>
                      <a:pt x="670" y="865"/>
                    </a:cubicBezTo>
                    <a:cubicBezTo>
                      <a:pt x="489" y="1102"/>
                      <a:pt x="308" y="1339"/>
                      <a:pt x="196" y="1521"/>
                    </a:cubicBezTo>
                    <a:cubicBezTo>
                      <a:pt x="71" y="1702"/>
                      <a:pt x="1" y="1841"/>
                      <a:pt x="1" y="1841"/>
                    </a:cubicBezTo>
                    <a:cubicBezTo>
                      <a:pt x="84" y="1758"/>
                      <a:pt x="182" y="1674"/>
                      <a:pt x="266" y="1590"/>
                    </a:cubicBezTo>
                    <a:cubicBezTo>
                      <a:pt x="419" y="1423"/>
                      <a:pt x="615" y="1200"/>
                      <a:pt x="810" y="977"/>
                    </a:cubicBezTo>
                    <a:cubicBezTo>
                      <a:pt x="991" y="740"/>
                      <a:pt x="1172" y="502"/>
                      <a:pt x="1298" y="321"/>
                    </a:cubicBezTo>
                    <a:cubicBezTo>
                      <a:pt x="1410" y="140"/>
                      <a:pt x="1479" y="0"/>
                      <a:pt x="1479"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9"/>
              <p:cNvSpPr/>
              <p:nvPr/>
            </p:nvSpPr>
            <p:spPr>
              <a:xfrm>
                <a:off x="7281704" y="3029769"/>
                <a:ext cx="288800" cy="359439"/>
              </a:xfrm>
              <a:custGeom>
                <a:avLst/>
                <a:gdLst/>
                <a:ahLst/>
                <a:cxnLst/>
                <a:rect l="l" t="t" r="r" b="b"/>
                <a:pathLst>
                  <a:path w="1480" h="1842" extrusionOk="0">
                    <a:moveTo>
                      <a:pt x="1479" y="0"/>
                    </a:moveTo>
                    <a:cubicBezTo>
                      <a:pt x="1479" y="0"/>
                      <a:pt x="1368" y="98"/>
                      <a:pt x="1214" y="251"/>
                    </a:cubicBezTo>
                    <a:cubicBezTo>
                      <a:pt x="1061" y="419"/>
                      <a:pt x="852" y="628"/>
                      <a:pt x="670" y="865"/>
                    </a:cubicBezTo>
                    <a:cubicBezTo>
                      <a:pt x="489" y="1088"/>
                      <a:pt x="308" y="1339"/>
                      <a:pt x="182" y="1521"/>
                    </a:cubicBezTo>
                    <a:cubicBezTo>
                      <a:pt x="112" y="1618"/>
                      <a:pt x="57" y="1730"/>
                      <a:pt x="1" y="1842"/>
                    </a:cubicBezTo>
                    <a:cubicBezTo>
                      <a:pt x="1" y="1842"/>
                      <a:pt x="112" y="1744"/>
                      <a:pt x="266" y="1590"/>
                    </a:cubicBezTo>
                    <a:cubicBezTo>
                      <a:pt x="419" y="1423"/>
                      <a:pt x="628" y="1200"/>
                      <a:pt x="810" y="977"/>
                    </a:cubicBezTo>
                    <a:cubicBezTo>
                      <a:pt x="991" y="740"/>
                      <a:pt x="1158" y="502"/>
                      <a:pt x="1284" y="321"/>
                    </a:cubicBezTo>
                    <a:cubicBezTo>
                      <a:pt x="1409" y="126"/>
                      <a:pt x="1479" y="0"/>
                      <a:pt x="1479"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9"/>
              <p:cNvSpPr/>
              <p:nvPr/>
            </p:nvSpPr>
            <p:spPr>
              <a:xfrm>
                <a:off x="8182646" y="2996986"/>
                <a:ext cx="460323" cy="411345"/>
              </a:xfrm>
              <a:custGeom>
                <a:avLst/>
                <a:gdLst/>
                <a:ahLst/>
                <a:cxnLst/>
                <a:rect l="l" t="t" r="r" b="b"/>
                <a:pathLst>
                  <a:path w="2359" h="2108" extrusionOk="0">
                    <a:moveTo>
                      <a:pt x="2358" y="1"/>
                    </a:moveTo>
                    <a:lnTo>
                      <a:pt x="2246" y="85"/>
                    </a:lnTo>
                    <a:cubicBezTo>
                      <a:pt x="2177" y="126"/>
                      <a:pt x="2065" y="196"/>
                      <a:pt x="1954" y="294"/>
                    </a:cubicBezTo>
                    <a:cubicBezTo>
                      <a:pt x="1716" y="475"/>
                      <a:pt x="1410" y="726"/>
                      <a:pt x="1117" y="991"/>
                    </a:cubicBezTo>
                    <a:cubicBezTo>
                      <a:pt x="824" y="1256"/>
                      <a:pt x="545" y="1521"/>
                      <a:pt x="335" y="1731"/>
                    </a:cubicBezTo>
                    <a:cubicBezTo>
                      <a:pt x="238" y="1842"/>
                      <a:pt x="154" y="1940"/>
                      <a:pt x="98" y="1996"/>
                    </a:cubicBezTo>
                    <a:lnTo>
                      <a:pt x="1" y="2107"/>
                    </a:lnTo>
                    <a:lnTo>
                      <a:pt x="1" y="2107"/>
                    </a:lnTo>
                    <a:lnTo>
                      <a:pt x="126" y="2023"/>
                    </a:lnTo>
                    <a:cubicBezTo>
                      <a:pt x="182" y="1968"/>
                      <a:pt x="294" y="1898"/>
                      <a:pt x="405" y="1814"/>
                    </a:cubicBezTo>
                    <a:cubicBezTo>
                      <a:pt x="642" y="1633"/>
                      <a:pt x="949" y="1382"/>
                      <a:pt x="1242" y="1117"/>
                    </a:cubicBezTo>
                    <a:cubicBezTo>
                      <a:pt x="1535" y="852"/>
                      <a:pt x="1814" y="587"/>
                      <a:pt x="2023" y="364"/>
                    </a:cubicBezTo>
                    <a:cubicBezTo>
                      <a:pt x="2121" y="266"/>
                      <a:pt x="2205" y="168"/>
                      <a:pt x="2260" y="99"/>
                    </a:cubicBezTo>
                    <a:cubicBezTo>
                      <a:pt x="2330" y="43"/>
                      <a:pt x="2358" y="1"/>
                      <a:pt x="2358"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9"/>
              <p:cNvSpPr/>
              <p:nvPr/>
            </p:nvSpPr>
            <p:spPr>
              <a:xfrm>
                <a:off x="7725443" y="2996986"/>
                <a:ext cx="457396" cy="411345"/>
              </a:xfrm>
              <a:custGeom>
                <a:avLst/>
                <a:gdLst/>
                <a:ahLst/>
                <a:cxnLst/>
                <a:rect l="l" t="t" r="r" b="b"/>
                <a:pathLst>
                  <a:path w="2344" h="2108" extrusionOk="0">
                    <a:moveTo>
                      <a:pt x="0" y="1"/>
                    </a:moveTo>
                    <a:cubicBezTo>
                      <a:pt x="0" y="1"/>
                      <a:pt x="28" y="43"/>
                      <a:pt x="98" y="113"/>
                    </a:cubicBezTo>
                    <a:cubicBezTo>
                      <a:pt x="154" y="168"/>
                      <a:pt x="237" y="266"/>
                      <a:pt x="335" y="364"/>
                    </a:cubicBezTo>
                    <a:cubicBezTo>
                      <a:pt x="544" y="587"/>
                      <a:pt x="823" y="852"/>
                      <a:pt x="1116" y="1117"/>
                    </a:cubicBezTo>
                    <a:cubicBezTo>
                      <a:pt x="1409" y="1382"/>
                      <a:pt x="1716" y="1633"/>
                      <a:pt x="1953" y="1814"/>
                    </a:cubicBezTo>
                    <a:cubicBezTo>
                      <a:pt x="2065" y="1898"/>
                      <a:pt x="2162" y="1968"/>
                      <a:pt x="2232" y="2023"/>
                    </a:cubicBezTo>
                    <a:lnTo>
                      <a:pt x="2344" y="2107"/>
                    </a:lnTo>
                    <a:cubicBezTo>
                      <a:pt x="2344" y="2107"/>
                      <a:pt x="2316" y="2065"/>
                      <a:pt x="2260" y="1996"/>
                    </a:cubicBezTo>
                    <a:cubicBezTo>
                      <a:pt x="2204" y="1940"/>
                      <a:pt x="2121" y="1842"/>
                      <a:pt x="2023" y="1745"/>
                    </a:cubicBezTo>
                    <a:cubicBezTo>
                      <a:pt x="1814" y="1521"/>
                      <a:pt x="1521" y="1256"/>
                      <a:pt x="1228" y="991"/>
                    </a:cubicBezTo>
                    <a:cubicBezTo>
                      <a:pt x="935" y="726"/>
                      <a:pt x="642" y="461"/>
                      <a:pt x="405" y="294"/>
                    </a:cubicBezTo>
                    <a:cubicBezTo>
                      <a:pt x="293" y="196"/>
                      <a:pt x="182" y="126"/>
                      <a:pt x="112" y="85"/>
                    </a:cubicBezTo>
                    <a:lnTo>
                      <a:pt x="0" y="1"/>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9"/>
              <p:cNvSpPr/>
              <p:nvPr/>
            </p:nvSpPr>
            <p:spPr>
              <a:xfrm>
                <a:off x="7690123" y="1954574"/>
                <a:ext cx="460128" cy="408418"/>
              </a:xfrm>
              <a:custGeom>
                <a:avLst/>
                <a:gdLst/>
                <a:ahLst/>
                <a:cxnLst/>
                <a:rect l="l" t="t" r="r" b="b"/>
                <a:pathLst>
                  <a:path w="2358" h="2093" extrusionOk="0">
                    <a:moveTo>
                      <a:pt x="2357" y="1"/>
                    </a:moveTo>
                    <a:lnTo>
                      <a:pt x="2246" y="70"/>
                    </a:lnTo>
                    <a:cubicBezTo>
                      <a:pt x="2176" y="126"/>
                      <a:pt x="2064" y="196"/>
                      <a:pt x="1953" y="294"/>
                    </a:cubicBezTo>
                    <a:cubicBezTo>
                      <a:pt x="1716" y="475"/>
                      <a:pt x="1409" y="726"/>
                      <a:pt x="1116" y="991"/>
                    </a:cubicBezTo>
                    <a:cubicBezTo>
                      <a:pt x="823" y="1242"/>
                      <a:pt x="544" y="1521"/>
                      <a:pt x="335" y="1730"/>
                    </a:cubicBezTo>
                    <a:cubicBezTo>
                      <a:pt x="237" y="1842"/>
                      <a:pt x="153" y="1926"/>
                      <a:pt x="98" y="1995"/>
                    </a:cubicBezTo>
                    <a:cubicBezTo>
                      <a:pt x="42" y="2065"/>
                      <a:pt x="0" y="2093"/>
                      <a:pt x="0" y="2093"/>
                    </a:cubicBezTo>
                    <a:lnTo>
                      <a:pt x="112" y="2023"/>
                    </a:lnTo>
                    <a:cubicBezTo>
                      <a:pt x="181" y="1967"/>
                      <a:pt x="293" y="1898"/>
                      <a:pt x="405" y="1814"/>
                    </a:cubicBezTo>
                    <a:cubicBezTo>
                      <a:pt x="642" y="1619"/>
                      <a:pt x="949" y="1368"/>
                      <a:pt x="1241" y="1117"/>
                    </a:cubicBezTo>
                    <a:cubicBezTo>
                      <a:pt x="1534" y="851"/>
                      <a:pt x="1813" y="573"/>
                      <a:pt x="2023" y="363"/>
                    </a:cubicBezTo>
                    <a:cubicBezTo>
                      <a:pt x="2120" y="252"/>
                      <a:pt x="2204" y="168"/>
                      <a:pt x="2260" y="98"/>
                    </a:cubicBezTo>
                    <a:cubicBezTo>
                      <a:pt x="2315" y="42"/>
                      <a:pt x="2357" y="1"/>
                      <a:pt x="2357"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9"/>
              <p:cNvSpPr/>
              <p:nvPr/>
            </p:nvSpPr>
            <p:spPr>
              <a:xfrm>
                <a:off x="8171719" y="1954574"/>
                <a:ext cx="457592" cy="408418"/>
              </a:xfrm>
              <a:custGeom>
                <a:avLst/>
                <a:gdLst/>
                <a:ahLst/>
                <a:cxnLst/>
                <a:rect l="l" t="t" r="r" b="b"/>
                <a:pathLst>
                  <a:path w="2345" h="2093" extrusionOk="0">
                    <a:moveTo>
                      <a:pt x="1" y="1"/>
                    </a:moveTo>
                    <a:cubicBezTo>
                      <a:pt x="1" y="1"/>
                      <a:pt x="29" y="42"/>
                      <a:pt x="85" y="98"/>
                    </a:cubicBezTo>
                    <a:cubicBezTo>
                      <a:pt x="154" y="168"/>
                      <a:pt x="224" y="252"/>
                      <a:pt x="336" y="363"/>
                    </a:cubicBezTo>
                    <a:cubicBezTo>
                      <a:pt x="545" y="573"/>
                      <a:pt x="824" y="838"/>
                      <a:pt x="1117" y="1117"/>
                    </a:cubicBezTo>
                    <a:cubicBezTo>
                      <a:pt x="1410" y="1382"/>
                      <a:pt x="1717" y="1633"/>
                      <a:pt x="1954" y="1814"/>
                    </a:cubicBezTo>
                    <a:cubicBezTo>
                      <a:pt x="2065" y="1898"/>
                      <a:pt x="2163" y="1967"/>
                      <a:pt x="2233" y="2023"/>
                    </a:cubicBezTo>
                    <a:lnTo>
                      <a:pt x="2344" y="2093"/>
                    </a:lnTo>
                    <a:cubicBezTo>
                      <a:pt x="2344" y="2093"/>
                      <a:pt x="2316" y="2065"/>
                      <a:pt x="2261" y="1995"/>
                    </a:cubicBezTo>
                    <a:cubicBezTo>
                      <a:pt x="2191" y="1939"/>
                      <a:pt x="2121" y="1842"/>
                      <a:pt x="2010" y="1730"/>
                    </a:cubicBezTo>
                    <a:cubicBezTo>
                      <a:pt x="1800" y="1521"/>
                      <a:pt x="1521" y="1256"/>
                      <a:pt x="1228" y="991"/>
                    </a:cubicBezTo>
                    <a:cubicBezTo>
                      <a:pt x="935" y="726"/>
                      <a:pt x="629" y="461"/>
                      <a:pt x="405" y="294"/>
                    </a:cubicBezTo>
                    <a:cubicBezTo>
                      <a:pt x="280" y="196"/>
                      <a:pt x="182" y="126"/>
                      <a:pt x="112" y="70"/>
                    </a:cubicBezTo>
                    <a:lnTo>
                      <a:pt x="1" y="1"/>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9"/>
              <p:cNvSpPr/>
              <p:nvPr/>
            </p:nvSpPr>
            <p:spPr>
              <a:xfrm>
                <a:off x="8615458" y="2384652"/>
                <a:ext cx="38246" cy="612529"/>
              </a:xfrm>
              <a:custGeom>
                <a:avLst/>
                <a:gdLst/>
                <a:ahLst/>
                <a:cxnLst/>
                <a:rect l="l" t="t" r="r" b="b"/>
                <a:pathLst>
                  <a:path w="196" h="3139" extrusionOk="0">
                    <a:moveTo>
                      <a:pt x="70" y="0"/>
                    </a:moveTo>
                    <a:cubicBezTo>
                      <a:pt x="70" y="0"/>
                      <a:pt x="56" y="56"/>
                      <a:pt x="56" y="140"/>
                    </a:cubicBezTo>
                    <a:cubicBezTo>
                      <a:pt x="56" y="224"/>
                      <a:pt x="28" y="335"/>
                      <a:pt x="28" y="489"/>
                    </a:cubicBezTo>
                    <a:cubicBezTo>
                      <a:pt x="14" y="782"/>
                      <a:pt x="1" y="1186"/>
                      <a:pt x="14" y="1577"/>
                    </a:cubicBezTo>
                    <a:cubicBezTo>
                      <a:pt x="28" y="1967"/>
                      <a:pt x="42" y="2358"/>
                      <a:pt x="70" y="2651"/>
                    </a:cubicBezTo>
                    <a:cubicBezTo>
                      <a:pt x="84" y="2790"/>
                      <a:pt x="98" y="2916"/>
                      <a:pt x="112" y="2999"/>
                    </a:cubicBezTo>
                    <a:cubicBezTo>
                      <a:pt x="140" y="3083"/>
                      <a:pt x="140" y="3139"/>
                      <a:pt x="140" y="3139"/>
                    </a:cubicBezTo>
                    <a:cubicBezTo>
                      <a:pt x="140" y="3139"/>
                      <a:pt x="140" y="3083"/>
                      <a:pt x="154" y="2999"/>
                    </a:cubicBezTo>
                    <a:cubicBezTo>
                      <a:pt x="154" y="2916"/>
                      <a:pt x="182" y="2790"/>
                      <a:pt x="182" y="2637"/>
                    </a:cubicBezTo>
                    <a:cubicBezTo>
                      <a:pt x="196" y="2344"/>
                      <a:pt x="196" y="1953"/>
                      <a:pt x="196" y="1563"/>
                    </a:cubicBezTo>
                    <a:cubicBezTo>
                      <a:pt x="182" y="1172"/>
                      <a:pt x="154" y="782"/>
                      <a:pt x="126" y="475"/>
                    </a:cubicBezTo>
                    <a:cubicBezTo>
                      <a:pt x="112" y="335"/>
                      <a:pt x="112" y="224"/>
                      <a:pt x="98" y="126"/>
                    </a:cubicBezTo>
                    <a:cubicBezTo>
                      <a:pt x="70" y="42"/>
                      <a:pt x="70" y="0"/>
                      <a:pt x="70"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9"/>
              <p:cNvSpPr/>
              <p:nvPr/>
            </p:nvSpPr>
            <p:spPr>
              <a:xfrm>
                <a:off x="7671000" y="2352064"/>
                <a:ext cx="38246" cy="612529"/>
              </a:xfrm>
              <a:custGeom>
                <a:avLst/>
                <a:gdLst/>
                <a:ahLst/>
                <a:cxnLst/>
                <a:rect l="l" t="t" r="r" b="b"/>
                <a:pathLst>
                  <a:path w="196" h="3139" extrusionOk="0">
                    <a:moveTo>
                      <a:pt x="70" y="0"/>
                    </a:moveTo>
                    <a:cubicBezTo>
                      <a:pt x="70" y="0"/>
                      <a:pt x="70" y="56"/>
                      <a:pt x="56" y="140"/>
                    </a:cubicBezTo>
                    <a:cubicBezTo>
                      <a:pt x="56" y="223"/>
                      <a:pt x="28" y="335"/>
                      <a:pt x="28" y="488"/>
                    </a:cubicBezTo>
                    <a:cubicBezTo>
                      <a:pt x="14" y="781"/>
                      <a:pt x="0" y="1172"/>
                      <a:pt x="14" y="1576"/>
                    </a:cubicBezTo>
                    <a:cubicBezTo>
                      <a:pt x="28" y="1967"/>
                      <a:pt x="42" y="2357"/>
                      <a:pt x="70" y="2650"/>
                    </a:cubicBezTo>
                    <a:cubicBezTo>
                      <a:pt x="84" y="2790"/>
                      <a:pt x="98" y="2915"/>
                      <a:pt x="112" y="2999"/>
                    </a:cubicBezTo>
                    <a:cubicBezTo>
                      <a:pt x="126" y="3083"/>
                      <a:pt x="140" y="3139"/>
                      <a:pt x="140" y="3139"/>
                    </a:cubicBezTo>
                    <a:lnTo>
                      <a:pt x="154" y="2999"/>
                    </a:lnTo>
                    <a:cubicBezTo>
                      <a:pt x="154" y="2915"/>
                      <a:pt x="182" y="2804"/>
                      <a:pt x="182" y="2650"/>
                    </a:cubicBezTo>
                    <a:cubicBezTo>
                      <a:pt x="196" y="2357"/>
                      <a:pt x="196" y="1967"/>
                      <a:pt x="196" y="1562"/>
                    </a:cubicBezTo>
                    <a:cubicBezTo>
                      <a:pt x="182" y="1172"/>
                      <a:pt x="154" y="781"/>
                      <a:pt x="126" y="488"/>
                    </a:cubicBezTo>
                    <a:cubicBezTo>
                      <a:pt x="112" y="349"/>
                      <a:pt x="112" y="223"/>
                      <a:pt x="98" y="140"/>
                    </a:cubicBezTo>
                    <a:cubicBezTo>
                      <a:pt x="70" y="56"/>
                      <a:pt x="70" y="0"/>
                      <a:pt x="70"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9"/>
              <p:cNvSpPr/>
              <p:nvPr/>
            </p:nvSpPr>
            <p:spPr>
              <a:xfrm>
                <a:off x="7820669" y="2330209"/>
                <a:ext cx="705218" cy="686095"/>
              </a:xfrm>
              <a:custGeom>
                <a:avLst/>
                <a:gdLst/>
                <a:ahLst/>
                <a:cxnLst/>
                <a:rect l="l" t="t" r="r" b="b"/>
                <a:pathLst>
                  <a:path w="3614" h="3516" extrusionOk="0">
                    <a:moveTo>
                      <a:pt x="1298" y="3460"/>
                    </a:moveTo>
                    <a:cubicBezTo>
                      <a:pt x="1354" y="3474"/>
                      <a:pt x="1423" y="3488"/>
                      <a:pt x="1493" y="3502"/>
                    </a:cubicBezTo>
                    <a:cubicBezTo>
                      <a:pt x="1423" y="3488"/>
                      <a:pt x="1368" y="3474"/>
                      <a:pt x="1298" y="3460"/>
                    </a:cubicBezTo>
                    <a:close/>
                    <a:moveTo>
                      <a:pt x="1493" y="3502"/>
                    </a:moveTo>
                    <a:lnTo>
                      <a:pt x="1493" y="3502"/>
                    </a:lnTo>
                    <a:cubicBezTo>
                      <a:pt x="1535" y="3502"/>
                      <a:pt x="1577" y="3516"/>
                      <a:pt x="1633" y="3516"/>
                    </a:cubicBezTo>
                    <a:cubicBezTo>
                      <a:pt x="1591" y="3516"/>
                      <a:pt x="1535" y="3502"/>
                      <a:pt x="1493" y="3502"/>
                    </a:cubicBezTo>
                    <a:close/>
                    <a:moveTo>
                      <a:pt x="1758" y="1"/>
                    </a:moveTo>
                    <a:cubicBezTo>
                      <a:pt x="1577" y="1"/>
                      <a:pt x="1409" y="28"/>
                      <a:pt x="1228" y="84"/>
                    </a:cubicBezTo>
                    <a:cubicBezTo>
                      <a:pt x="1075" y="140"/>
                      <a:pt x="907" y="210"/>
                      <a:pt x="768" y="307"/>
                    </a:cubicBezTo>
                    <a:cubicBezTo>
                      <a:pt x="628" y="405"/>
                      <a:pt x="503" y="531"/>
                      <a:pt x="391" y="656"/>
                    </a:cubicBezTo>
                    <a:cubicBezTo>
                      <a:pt x="280" y="782"/>
                      <a:pt x="196" y="935"/>
                      <a:pt x="140" y="1089"/>
                    </a:cubicBezTo>
                    <a:cubicBezTo>
                      <a:pt x="70" y="1228"/>
                      <a:pt x="28" y="1395"/>
                      <a:pt x="14" y="1549"/>
                    </a:cubicBezTo>
                    <a:cubicBezTo>
                      <a:pt x="1" y="1619"/>
                      <a:pt x="1" y="1702"/>
                      <a:pt x="1" y="1772"/>
                    </a:cubicBezTo>
                    <a:cubicBezTo>
                      <a:pt x="1" y="1856"/>
                      <a:pt x="1" y="1925"/>
                      <a:pt x="14" y="2009"/>
                    </a:cubicBezTo>
                    <a:cubicBezTo>
                      <a:pt x="56" y="2274"/>
                      <a:pt x="154" y="2539"/>
                      <a:pt x="321" y="2762"/>
                    </a:cubicBezTo>
                    <a:cubicBezTo>
                      <a:pt x="447" y="2958"/>
                      <a:pt x="614" y="3125"/>
                      <a:pt x="810" y="3251"/>
                    </a:cubicBezTo>
                    <a:cubicBezTo>
                      <a:pt x="963" y="3334"/>
                      <a:pt x="1130" y="3418"/>
                      <a:pt x="1298" y="3460"/>
                    </a:cubicBezTo>
                    <a:cubicBezTo>
                      <a:pt x="1130" y="3404"/>
                      <a:pt x="963" y="3334"/>
                      <a:pt x="824" y="3237"/>
                    </a:cubicBezTo>
                    <a:cubicBezTo>
                      <a:pt x="628" y="3111"/>
                      <a:pt x="461" y="2944"/>
                      <a:pt x="349" y="2748"/>
                    </a:cubicBezTo>
                    <a:cubicBezTo>
                      <a:pt x="196" y="2525"/>
                      <a:pt x="112" y="2260"/>
                      <a:pt x="84" y="1995"/>
                    </a:cubicBezTo>
                    <a:lnTo>
                      <a:pt x="84" y="1786"/>
                    </a:lnTo>
                    <a:cubicBezTo>
                      <a:pt x="98" y="1716"/>
                      <a:pt x="98" y="1633"/>
                      <a:pt x="112" y="1563"/>
                    </a:cubicBezTo>
                    <a:cubicBezTo>
                      <a:pt x="140" y="1409"/>
                      <a:pt x="182" y="1270"/>
                      <a:pt x="252" y="1144"/>
                    </a:cubicBezTo>
                    <a:cubicBezTo>
                      <a:pt x="377" y="851"/>
                      <a:pt x="586" y="614"/>
                      <a:pt x="851" y="447"/>
                    </a:cubicBezTo>
                    <a:cubicBezTo>
                      <a:pt x="1100" y="277"/>
                      <a:pt x="1397" y="181"/>
                      <a:pt x="1697" y="181"/>
                    </a:cubicBezTo>
                    <a:cubicBezTo>
                      <a:pt x="1718" y="181"/>
                      <a:pt x="1738" y="181"/>
                      <a:pt x="1758" y="182"/>
                    </a:cubicBezTo>
                    <a:cubicBezTo>
                      <a:pt x="1911" y="182"/>
                      <a:pt x="2079" y="196"/>
                      <a:pt x="2232" y="238"/>
                    </a:cubicBezTo>
                    <a:cubicBezTo>
                      <a:pt x="2386" y="293"/>
                      <a:pt x="2525" y="349"/>
                      <a:pt x="2665" y="447"/>
                    </a:cubicBezTo>
                    <a:cubicBezTo>
                      <a:pt x="2916" y="614"/>
                      <a:pt x="3139" y="851"/>
                      <a:pt x="3265" y="1144"/>
                    </a:cubicBezTo>
                    <a:cubicBezTo>
                      <a:pt x="3390" y="1409"/>
                      <a:pt x="3446" y="1702"/>
                      <a:pt x="3418" y="1995"/>
                    </a:cubicBezTo>
                    <a:cubicBezTo>
                      <a:pt x="3390" y="2260"/>
                      <a:pt x="3306" y="2525"/>
                      <a:pt x="3167" y="2748"/>
                    </a:cubicBezTo>
                    <a:cubicBezTo>
                      <a:pt x="3041" y="2944"/>
                      <a:pt x="2888" y="3111"/>
                      <a:pt x="2693" y="3237"/>
                    </a:cubicBezTo>
                    <a:cubicBezTo>
                      <a:pt x="2553" y="3334"/>
                      <a:pt x="2386" y="3404"/>
                      <a:pt x="2218" y="3460"/>
                    </a:cubicBezTo>
                    <a:cubicBezTo>
                      <a:pt x="2149" y="3474"/>
                      <a:pt x="2093" y="3488"/>
                      <a:pt x="2023" y="3502"/>
                    </a:cubicBezTo>
                    <a:cubicBezTo>
                      <a:pt x="1967" y="3502"/>
                      <a:pt x="1925" y="3516"/>
                      <a:pt x="1884" y="3516"/>
                    </a:cubicBezTo>
                    <a:cubicBezTo>
                      <a:pt x="1939" y="3516"/>
                      <a:pt x="1981" y="3502"/>
                      <a:pt x="2037" y="3502"/>
                    </a:cubicBezTo>
                    <a:cubicBezTo>
                      <a:pt x="2093" y="3488"/>
                      <a:pt x="2163" y="3474"/>
                      <a:pt x="2232" y="3460"/>
                    </a:cubicBezTo>
                    <a:cubicBezTo>
                      <a:pt x="2400" y="3404"/>
                      <a:pt x="2567" y="3334"/>
                      <a:pt x="2707" y="3237"/>
                    </a:cubicBezTo>
                    <a:cubicBezTo>
                      <a:pt x="2902" y="3111"/>
                      <a:pt x="3069" y="2958"/>
                      <a:pt x="3209" y="2762"/>
                    </a:cubicBezTo>
                    <a:cubicBezTo>
                      <a:pt x="3543" y="2274"/>
                      <a:pt x="3613" y="1633"/>
                      <a:pt x="3376" y="1089"/>
                    </a:cubicBezTo>
                    <a:cubicBezTo>
                      <a:pt x="3251" y="768"/>
                      <a:pt x="3027" y="503"/>
                      <a:pt x="2748" y="307"/>
                    </a:cubicBezTo>
                    <a:cubicBezTo>
                      <a:pt x="2609" y="210"/>
                      <a:pt x="2442" y="140"/>
                      <a:pt x="2274" y="84"/>
                    </a:cubicBezTo>
                    <a:cubicBezTo>
                      <a:pt x="2107" y="28"/>
                      <a:pt x="1939" y="1"/>
                      <a:pt x="1758"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9"/>
              <p:cNvSpPr/>
              <p:nvPr/>
            </p:nvSpPr>
            <p:spPr>
              <a:xfrm>
                <a:off x="9034609" y="3331838"/>
                <a:ext cx="245090" cy="240797"/>
              </a:xfrm>
              <a:custGeom>
                <a:avLst/>
                <a:gdLst/>
                <a:ahLst/>
                <a:cxnLst/>
                <a:rect l="l" t="t" r="r" b="b"/>
                <a:pathLst>
                  <a:path w="1256" h="1234" extrusionOk="0">
                    <a:moveTo>
                      <a:pt x="949" y="84"/>
                    </a:moveTo>
                    <a:lnTo>
                      <a:pt x="949" y="84"/>
                    </a:lnTo>
                    <a:cubicBezTo>
                      <a:pt x="977" y="98"/>
                      <a:pt x="1005" y="126"/>
                      <a:pt x="1033" y="154"/>
                    </a:cubicBezTo>
                    <a:lnTo>
                      <a:pt x="1075" y="182"/>
                    </a:lnTo>
                    <a:lnTo>
                      <a:pt x="1047" y="154"/>
                    </a:lnTo>
                    <a:cubicBezTo>
                      <a:pt x="1019" y="126"/>
                      <a:pt x="977" y="98"/>
                      <a:pt x="949" y="84"/>
                    </a:cubicBezTo>
                    <a:close/>
                    <a:moveTo>
                      <a:pt x="1075" y="182"/>
                    </a:moveTo>
                    <a:lnTo>
                      <a:pt x="1103" y="210"/>
                    </a:lnTo>
                    <a:lnTo>
                      <a:pt x="1103" y="210"/>
                    </a:lnTo>
                    <a:lnTo>
                      <a:pt x="1075" y="182"/>
                    </a:lnTo>
                    <a:close/>
                    <a:moveTo>
                      <a:pt x="1103" y="210"/>
                    </a:moveTo>
                    <a:lnTo>
                      <a:pt x="1103" y="210"/>
                    </a:lnTo>
                    <a:cubicBezTo>
                      <a:pt x="1108" y="216"/>
                      <a:pt x="1114" y="221"/>
                      <a:pt x="1118" y="227"/>
                    </a:cubicBezTo>
                    <a:lnTo>
                      <a:pt x="1118" y="227"/>
                    </a:lnTo>
                    <a:cubicBezTo>
                      <a:pt x="1118" y="226"/>
                      <a:pt x="1117" y="225"/>
                      <a:pt x="1117" y="224"/>
                    </a:cubicBezTo>
                    <a:lnTo>
                      <a:pt x="1103" y="210"/>
                    </a:lnTo>
                    <a:close/>
                    <a:moveTo>
                      <a:pt x="1118" y="227"/>
                    </a:moveTo>
                    <a:lnTo>
                      <a:pt x="1118" y="227"/>
                    </a:lnTo>
                    <a:cubicBezTo>
                      <a:pt x="1133" y="254"/>
                      <a:pt x="1159" y="281"/>
                      <a:pt x="1172" y="321"/>
                    </a:cubicBezTo>
                    <a:cubicBezTo>
                      <a:pt x="1180" y="329"/>
                      <a:pt x="1187" y="340"/>
                      <a:pt x="1195" y="354"/>
                    </a:cubicBezTo>
                    <a:lnTo>
                      <a:pt x="1195" y="354"/>
                    </a:lnTo>
                    <a:cubicBezTo>
                      <a:pt x="1186" y="334"/>
                      <a:pt x="1172" y="317"/>
                      <a:pt x="1172" y="307"/>
                    </a:cubicBezTo>
                    <a:cubicBezTo>
                      <a:pt x="1150" y="274"/>
                      <a:pt x="1137" y="250"/>
                      <a:pt x="1118" y="227"/>
                    </a:cubicBezTo>
                    <a:close/>
                    <a:moveTo>
                      <a:pt x="1195" y="354"/>
                    </a:moveTo>
                    <a:cubicBezTo>
                      <a:pt x="1198" y="361"/>
                      <a:pt x="1200" y="369"/>
                      <a:pt x="1200" y="377"/>
                    </a:cubicBezTo>
                    <a:cubicBezTo>
                      <a:pt x="1207" y="391"/>
                      <a:pt x="1214" y="405"/>
                      <a:pt x="1221" y="420"/>
                    </a:cubicBezTo>
                    <a:lnTo>
                      <a:pt x="1221" y="420"/>
                    </a:lnTo>
                    <a:cubicBezTo>
                      <a:pt x="1217" y="410"/>
                      <a:pt x="1214" y="400"/>
                      <a:pt x="1214" y="391"/>
                    </a:cubicBezTo>
                    <a:cubicBezTo>
                      <a:pt x="1208" y="378"/>
                      <a:pt x="1201" y="365"/>
                      <a:pt x="1195" y="354"/>
                    </a:cubicBezTo>
                    <a:close/>
                    <a:moveTo>
                      <a:pt x="545" y="1"/>
                    </a:moveTo>
                    <a:cubicBezTo>
                      <a:pt x="447" y="15"/>
                      <a:pt x="363" y="56"/>
                      <a:pt x="280" y="98"/>
                    </a:cubicBezTo>
                    <a:cubicBezTo>
                      <a:pt x="182" y="168"/>
                      <a:pt x="112" y="252"/>
                      <a:pt x="70" y="363"/>
                    </a:cubicBezTo>
                    <a:cubicBezTo>
                      <a:pt x="15" y="475"/>
                      <a:pt x="1" y="600"/>
                      <a:pt x="15" y="712"/>
                    </a:cubicBezTo>
                    <a:cubicBezTo>
                      <a:pt x="29" y="782"/>
                      <a:pt x="42" y="838"/>
                      <a:pt x="84" y="893"/>
                    </a:cubicBezTo>
                    <a:cubicBezTo>
                      <a:pt x="112" y="963"/>
                      <a:pt x="154" y="1005"/>
                      <a:pt x="196" y="1061"/>
                    </a:cubicBezTo>
                    <a:cubicBezTo>
                      <a:pt x="294" y="1144"/>
                      <a:pt x="405" y="1200"/>
                      <a:pt x="545" y="1228"/>
                    </a:cubicBezTo>
                    <a:cubicBezTo>
                      <a:pt x="571" y="1231"/>
                      <a:pt x="598" y="1233"/>
                      <a:pt x="626" y="1233"/>
                    </a:cubicBezTo>
                    <a:cubicBezTo>
                      <a:pt x="715" y="1233"/>
                      <a:pt x="808" y="1215"/>
                      <a:pt x="893" y="1172"/>
                    </a:cubicBezTo>
                    <a:cubicBezTo>
                      <a:pt x="949" y="1158"/>
                      <a:pt x="1005" y="1117"/>
                      <a:pt x="1047" y="1089"/>
                    </a:cubicBezTo>
                    <a:lnTo>
                      <a:pt x="1103" y="1033"/>
                    </a:lnTo>
                    <a:cubicBezTo>
                      <a:pt x="1117" y="1019"/>
                      <a:pt x="1130" y="991"/>
                      <a:pt x="1144" y="963"/>
                    </a:cubicBezTo>
                    <a:cubicBezTo>
                      <a:pt x="1200" y="893"/>
                      <a:pt x="1242" y="796"/>
                      <a:pt x="1256" y="698"/>
                    </a:cubicBezTo>
                    <a:cubicBezTo>
                      <a:pt x="1256" y="656"/>
                      <a:pt x="1256" y="614"/>
                      <a:pt x="1256" y="573"/>
                    </a:cubicBezTo>
                    <a:cubicBezTo>
                      <a:pt x="1242" y="531"/>
                      <a:pt x="1242" y="503"/>
                      <a:pt x="1242" y="461"/>
                    </a:cubicBezTo>
                    <a:cubicBezTo>
                      <a:pt x="1235" y="447"/>
                      <a:pt x="1228" y="433"/>
                      <a:pt x="1221" y="420"/>
                    </a:cubicBezTo>
                    <a:lnTo>
                      <a:pt x="1221" y="420"/>
                    </a:lnTo>
                    <a:cubicBezTo>
                      <a:pt x="1230" y="439"/>
                      <a:pt x="1242" y="461"/>
                      <a:pt x="1242" y="489"/>
                    </a:cubicBezTo>
                    <a:cubicBezTo>
                      <a:pt x="1242" y="517"/>
                      <a:pt x="1242" y="559"/>
                      <a:pt x="1242" y="586"/>
                    </a:cubicBezTo>
                    <a:cubicBezTo>
                      <a:pt x="1228" y="628"/>
                      <a:pt x="1228" y="670"/>
                      <a:pt x="1214" y="712"/>
                    </a:cubicBezTo>
                    <a:cubicBezTo>
                      <a:pt x="1200" y="796"/>
                      <a:pt x="1144" y="865"/>
                      <a:pt x="1089" y="935"/>
                    </a:cubicBezTo>
                    <a:cubicBezTo>
                      <a:pt x="1075" y="949"/>
                      <a:pt x="1061" y="963"/>
                      <a:pt x="1047" y="977"/>
                    </a:cubicBezTo>
                    <a:lnTo>
                      <a:pt x="977" y="1019"/>
                    </a:lnTo>
                    <a:cubicBezTo>
                      <a:pt x="949" y="1047"/>
                      <a:pt x="907" y="1061"/>
                      <a:pt x="851" y="1075"/>
                    </a:cubicBezTo>
                    <a:cubicBezTo>
                      <a:pt x="810" y="1089"/>
                      <a:pt x="764" y="1096"/>
                      <a:pt x="717" y="1096"/>
                    </a:cubicBezTo>
                    <a:cubicBezTo>
                      <a:pt x="670" y="1096"/>
                      <a:pt x="621" y="1089"/>
                      <a:pt x="573" y="1075"/>
                    </a:cubicBezTo>
                    <a:cubicBezTo>
                      <a:pt x="475" y="1047"/>
                      <a:pt x="391" y="1005"/>
                      <a:pt x="321" y="935"/>
                    </a:cubicBezTo>
                    <a:cubicBezTo>
                      <a:pt x="294" y="907"/>
                      <a:pt x="266" y="865"/>
                      <a:pt x="238" y="824"/>
                    </a:cubicBezTo>
                    <a:cubicBezTo>
                      <a:pt x="210" y="782"/>
                      <a:pt x="196" y="740"/>
                      <a:pt x="182" y="698"/>
                    </a:cubicBezTo>
                    <a:cubicBezTo>
                      <a:pt x="168" y="600"/>
                      <a:pt x="168" y="503"/>
                      <a:pt x="182" y="405"/>
                    </a:cubicBezTo>
                    <a:cubicBezTo>
                      <a:pt x="210" y="321"/>
                      <a:pt x="266" y="238"/>
                      <a:pt x="335" y="168"/>
                    </a:cubicBezTo>
                    <a:cubicBezTo>
                      <a:pt x="391" y="112"/>
                      <a:pt x="475" y="70"/>
                      <a:pt x="559" y="42"/>
                    </a:cubicBezTo>
                    <a:cubicBezTo>
                      <a:pt x="600" y="42"/>
                      <a:pt x="628" y="29"/>
                      <a:pt x="670" y="29"/>
                    </a:cubicBezTo>
                    <a:lnTo>
                      <a:pt x="782" y="29"/>
                    </a:lnTo>
                    <a:lnTo>
                      <a:pt x="879" y="56"/>
                    </a:lnTo>
                    <a:cubicBezTo>
                      <a:pt x="893" y="56"/>
                      <a:pt x="921" y="70"/>
                      <a:pt x="949" y="84"/>
                    </a:cubicBezTo>
                    <a:lnTo>
                      <a:pt x="949" y="84"/>
                    </a:lnTo>
                    <a:cubicBezTo>
                      <a:pt x="921" y="70"/>
                      <a:pt x="893" y="56"/>
                      <a:pt x="865" y="42"/>
                    </a:cubicBezTo>
                    <a:lnTo>
                      <a:pt x="782" y="15"/>
                    </a:lnTo>
                    <a:cubicBezTo>
                      <a:pt x="740" y="15"/>
                      <a:pt x="712" y="1"/>
                      <a:pt x="670"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9"/>
              <p:cNvSpPr/>
              <p:nvPr/>
            </p:nvSpPr>
            <p:spPr>
              <a:xfrm>
                <a:off x="7132035" y="3410868"/>
                <a:ext cx="242358" cy="240797"/>
              </a:xfrm>
              <a:custGeom>
                <a:avLst/>
                <a:gdLst/>
                <a:ahLst/>
                <a:cxnLst/>
                <a:rect l="l" t="t" r="r" b="b"/>
                <a:pathLst>
                  <a:path w="1242" h="1234" extrusionOk="0">
                    <a:moveTo>
                      <a:pt x="42" y="391"/>
                    </a:moveTo>
                    <a:lnTo>
                      <a:pt x="42" y="391"/>
                    </a:lnTo>
                    <a:cubicBezTo>
                      <a:pt x="28" y="419"/>
                      <a:pt x="14" y="446"/>
                      <a:pt x="14" y="460"/>
                    </a:cubicBezTo>
                    <a:cubicBezTo>
                      <a:pt x="14" y="482"/>
                      <a:pt x="11" y="504"/>
                      <a:pt x="7" y="524"/>
                    </a:cubicBezTo>
                    <a:lnTo>
                      <a:pt x="7" y="524"/>
                    </a:lnTo>
                    <a:cubicBezTo>
                      <a:pt x="12" y="504"/>
                      <a:pt x="20" y="484"/>
                      <a:pt x="28" y="460"/>
                    </a:cubicBezTo>
                    <a:cubicBezTo>
                      <a:pt x="28" y="433"/>
                      <a:pt x="42" y="405"/>
                      <a:pt x="42" y="391"/>
                    </a:cubicBezTo>
                    <a:close/>
                    <a:moveTo>
                      <a:pt x="7" y="524"/>
                    </a:moveTo>
                    <a:lnTo>
                      <a:pt x="7" y="524"/>
                    </a:lnTo>
                    <a:cubicBezTo>
                      <a:pt x="3" y="539"/>
                      <a:pt x="1" y="554"/>
                      <a:pt x="1" y="572"/>
                    </a:cubicBezTo>
                    <a:cubicBezTo>
                      <a:pt x="1" y="559"/>
                      <a:pt x="4" y="542"/>
                      <a:pt x="7" y="524"/>
                    </a:cubicBezTo>
                    <a:close/>
                    <a:moveTo>
                      <a:pt x="1" y="614"/>
                    </a:moveTo>
                    <a:lnTo>
                      <a:pt x="1" y="656"/>
                    </a:lnTo>
                    <a:cubicBezTo>
                      <a:pt x="1" y="698"/>
                      <a:pt x="14" y="739"/>
                      <a:pt x="28" y="767"/>
                    </a:cubicBezTo>
                    <a:cubicBezTo>
                      <a:pt x="14" y="725"/>
                      <a:pt x="14" y="684"/>
                      <a:pt x="14" y="656"/>
                    </a:cubicBezTo>
                    <a:lnTo>
                      <a:pt x="1" y="614"/>
                    </a:lnTo>
                    <a:close/>
                    <a:moveTo>
                      <a:pt x="28" y="768"/>
                    </a:moveTo>
                    <a:cubicBezTo>
                      <a:pt x="29" y="796"/>
                      <a:pt x="42" y="823"/>
                      <a:pt x="42" y="851"/>
                    </a:cubicBezTo>
                    <a:lnTo>
                      <a:pt x="98" y="935"/>
                    </a:lnTo>
                    <a:lnTo>
                      <a:pt x="56" y="851"/>
                    </a:lnTo>
                    <a:cubicBezTo>
                      <a:pt x="43" y="823"/>
                      <a:pt x="29" y="796"/>
                      <a:pt x="28" y="768"/>
                    </a:cubicBezTo>
                    <a:close/>
                    <a:moveTo>
                      <a:pt x="586" y="0"/>
                    </a:moveTo>
                    <a:cubicBezTo>
                      <a:pt x="558" y="0"/>
                      <a:pt x="531" y="0"/>
                      <a:pt x="503" y="14"/>
                    </a:cubicBezTo>
                    <a:cubicBezTo>
                      <a:pt x="405" y="28"/>
                      <a:pt x="321" y="70"/>
                      <a:pt x="238" y="126"/>
                    </a:cubicBezTo>
                    <a:lnTo>
                      <a:pt x="154" y="209"/>
                    </a:lnTo>
                    <a:cubicBezTo>
                      <a:pt x="126" y="237"/>
                      <a:pt x="112" y="265"/>
                      <a:pt x="84" y="293"/>
                    </a:cubicBezTo>
                    <a:lnTo>
                      <a:pt x="42" y="391"/>
                    </a:lnTo>
                    <a:lnTo>
                      <a:pt x="98" y="307"/>
                    </a:lnTo>
                    <a:cubicBezTo>
                      <a:pt x="112" y="279"/>
                      <a:pt x="140" y="251"/>
                      <a:pt x="168" y="223"/>
                    </a:cubicBezTo>
                    <a:cubicBezTo>
                      <a:pt x="196" y="195"/>
                      <a:pt x="238" y="168"/>
                      <a:pt x="266" y="154"/>
                    </a:cubicBezTo>
                    <a:cubicBezTo>
                      <a:pt x="335" y="112"/>
                      <a:pt x="419" y="84"/>
                      <a:pt x="517" y="84"/>
                    </a:cubicBezTo>
                    <a:lnTo>
                      <a:pt x="572" y="84"/>
                    </a:lnTo>
                    <a:lnTo>
                      <a:pt x="656" y="98"/>
                    </a:lnTo>
                    <a:cubicBezTo>
                      <a:pt x="698" y="112"/>
                      <a:pt x="740" y="126"/>
                      <a:pt x="782" y="140"/>
                    </a:cubicBezTo>
                    <a:cubicBezTo>
                      <a:pt x="865" y="195"/>
                      <a:pt x="935" y="265"/>
                      <a:pt x="991" y="349"/>
                    </a:cubicBezTo>
                    <a:cubicBezTo>
                      <a:pt x="1033" y="419"/>
                      <a:pt x="1061" y="516"/>
                      <a:pt x="1061" y="614"/>
                    </a:cubicBezTo>
                    <a:cubicBezTo>
                      <a:pt x="1061" y="712"/>
                      <a:pt x="1033" y="809"/>
                      <a:pt x="991" y="893"/>
                    </a:cubicBezTo>
                    <a:cubicBezTo>
                      <a:pt x="935" y="977"/>
                      <a:pt x="865" y="1046"/>
                      <a:pt x="782" y="1088"/>
                    </a:cubicBezTo>
                    <a:cubicBezTo>
                      <a:pt x="713" y="1123"/>
                      <a:pt x="634" y="1148"/>
                      <a:pt x="562" y="1148"/>
                    </a:cubicBezTo>
                    <a:cubicBezTo>
                      <a:pt x="547" y="1148"/>
                      <a:pt x="531" y="1146"/>
                      <a:pt x="517" y="1144"/>
                    </a:cubicBezTo>
                    <a:cubicBezTo>
                      <a:pt x="419" y="1144"/>
                      <a:pt x="335" y="1130"/>
                      <a:pt x="266" y="1088"/>
                    </a:cubicBezTo>
                    <a:cubicBezTo>
                      <a:pt x="238" y="1060"/>
                      <a:pt x="196" y="1032"/>
                      <a:pt x="168" y="1018"/>
                    </a:cubicBezTo>
                    <a:cubicBezTo>
                      <a:pt x="140" y="977"/>
                      <a:pt x="112" y="963"/>
                      <a:pt x="98" y="935"/>
                    </a:cubicBezTo>
                    <a:lnTo>
                      <a:pt x="98" y="935"/>
                    </a:lnTo>
                    <a:cubicBezTo>
                      <a:pt x="112" y="963"/>
                      <a:pt x="140" y="990"/>
                      <a:pt x="154" y="1018"/>
                    </a:cubicBezTo>
                    <a:lnTo>
                      <a:pt x="252" y="1116"/>
                    </a:lnTo>
                    <a:cubicBezTo>
                      <a:pt x="321" y="1172"/>
                      <a:pt x="419" y="1200"/>
                      <a:pt x="517" y="1228"/>
                    </a:cubicBezTo>
                    <a:cubicBezTo>
                      <a:pt x="547" y="1231"/>
                      <a:pt x="576" y="1233"/>
                      <a:pt x="606" y="1233"/>
                    </a:cubicBezTo>
                    <a:cubicBezTo>
                      <a:pt x="687" y="1233"/>
                      <a:pt x="766" y="1220"/>
                      <a:pt x="837" y="1200"/>
                    </a:cubicBezTo>
                    <a:cubicBezTo>
                      <a:pt x="949" y="1158"/>
                      <a:pt x="1061" y="1074"/>
                      <a:pt x="1130" y="977"/>
                    </a:cubicBezTo>
                    <a:cubicBezTo>
                      <a:pt x="1200" y="879"/>
                      <a:pt x="1242" y="753"/>
                      <a:pt x="1242" y="628"/>
                    </a:cubicBezTo>
                    <a:cubicBezTo>
                      <a:pt x="1242" y="558"/>
                      <a:pt x="1228" y="488"/>
                      <a:pt x="1214" y="433"/>
                    </a:cubicBezTo>
                    <a:cubicBezTo>
                      <a:pt x="1200" y="363"/>
                      <a:pt x="1172" y="307"/>
                      <a:pt x="1130" y="251"/>
                    </a:cubicBezTo>
                    <a:cubicBezTo>
                      <a:pt x="1061" y="154"/>
                      <a:pt x="949" y="70"/>
                      <a:pt x="837" y="28"/>
                    </a:cubicBezTo>
                    <a:cubicBezTo>
                      <a:pt x="782" y="14"/>
                      <a:pt x="726" y="0"/>
                      <a:pt x="670"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8" name="Google Shape;728;p9"/>
            <p:cNvGrpSpPr/>
            <p:nvPr/>
          </p:nvGrpSpPr>
          <p:grpSpPr>
            <a:xfrm>
              <a:off x="2468948" y="268150"/>
              <a:ext cx="996362" cy="533694"/>
              <a:chOff x="2056836" y="640013"/>
              <a:chExt cx="996362" cy="533694"/>
            </a:xfrm>
          </p:grpSpPr>
          <p:sp>
            <p:nvSpPr>
              <p:cNvPr id="729" name="Google Shape;729;p9"/>
              <p:cNvSpPr/>
              <p:nvPr/>
            </p:nvSpPr>
            <p:spPr>
              <a:xfrm>
                <a:off x="2056836" y="669868"/>
                <a:ext cx="343047" cy="503839"/>
              </a:xfrm>
              <a:custGeom>
                <a:avLst/>
                <a:gdLst/>
                <a:ahLst/>
                <a:cxnLst/>
                <a:rect l="l" t="t" r="r" b="b"/>
                <a:pathLst>
                  <a:path w="1758" h="2582" extrusionOk="0">
                    <a:moveTo>
                      <a:pt x="1758" y="1"/>
                    </a:moveTo>
                    <a:cubicBezTo>
                      <a:pt x="1604" y="1"/>
                      <a:pt x="1479" y="15"/>
                      <a:pt x="1339" y="15"/>
                    </a:cubicBezTo>
                    <a:cubicBezTo>
                      <a:pt x="1200" y="15"/>
                      <a:pt x="1060" y="29"/>
                      <a:pt x="921" y="29"/>
                    </a:cubicBezTo>
                    <a:lnTo>
                      <a:pt x="70" y="85"/>
                    </a:lnTo>
                    <a:lnTo>
                      <a:pt x="0" y="85"/>
                    </a:lnTo>
                    <a:lnTo>
                      <a:pt x="0" y="154"/>
                    </a:lnTo>
                    <a:cubicBezTo>
                      <a:pt x="28" y="949"/>
                      <a:pt x="56" y="1731"/>
                      <a:pt x="112" y="2512"/>
                    </a:cubicBezTo>
                    <a:lnTo>
                      <a:pt x="112" y="2581"/>
                    </a:lnTo>
                    <a:lnTo>
                      <a:pt x="181" y="2581"/>
                    </a:lnTo>
                    <a:lnTo>
                      <a:pt x="963" y="2540"/>
                    </a:lnTo>
                    <a:lnTo>
                      <a:pt x="1353" y="2512"/>
                    </a:lnTo>
                    <a:cubicBezTo>
                      <a:pt x="1493" y="2512"/>
                      <a:pt x="1618" y="2498"/>
                      <a:pt x="1758" y="2484"/>
                    </a:cubicBezTo>
                    <a:cubicBezTo>
                      <a:pt x="1618" y="2470"/>
                      <a:pt x="1493" y="2470"/>
                      <a:pt x="1353" y="2470"/>
                    </a:cubicBezTo>
                    <a:lnTo>
                      <a:pt x="963" y="2456"/>
                    </a:lnTo>
                    <a:lnTo>
                      <a:pt x="250" y="2443"/>
                    </a:lnTo>
                    <a:lnTo>
                      <a:pt x="250" y="2443"/>
                    </a:lnTo>
                    <a:cubicBezTo>
                      <a:pt x="235" y="1709"/>
                      <a:pt x="197" y="963"/>
                      <a:pt x="157" y="228"/>
                    </a:cubicBezTo>
                    <a:lnTo>
                      <a:pt x="157" y="228"/>
                    </a:lnTo>
                    <a:lnTo>
                      <a:pt x="921" y="126"/>
                    </a:lnTo>
                    <a:cubicBezTo>
                      <a:pt x="1060" y="112"/>
                      <a:pt x="1200" y="85"/>
                      <a:pt x="1339" y="71"/>
                    </a:cubicBezTo>
                    <a:cubicBezTo>
                      <a:pt x="1479" y="43"/>
                      <a:pt x="1618" y="29"/>
                      <a:pt x="1758"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9"/>
              <p:cNvSpPr/>
              <p:nvPr/>
            </p:nvSpPr>
            <p:spPr>
              <a:xfrm>
                <a:off x="2712687" y="640013"/>
                <a:ext cx="340511" cy="503643"/>
              </a:xfrm>
              <a:custGeom>
                <a:avLst/>
                <a:gdLst/>
                <a:ahLst/>
                <a:cxnLst/>
                <a:rect l="l" t="t" r="r" b="b"/>
                <a:pathLst>
                  <a:path w="1745" h="2581" extrusionOk="0">
                    <a:moveTo>
                      <a:pt x="1563" y="0"/>
                    </a:moveTo>
                    <a:lnTo>
                      <a:pt x="782" y="28"/>
                    </a:lnTo>
                    <a:cubicBezTo>
                      <a:pt x="656" y="42"/>
                      <a:pt x="517" y="56"/>
                      <a:pt x="391" y="56"/>
                    </a:cubicBezTo>
                    <a:lnTo>
                      <a:pt x="1" y="98"/>
                    </a:lnTo>
                    <a:cubicBezTo>
                      <a:pt x="126" y="98"/>
                      <a:pt x="266" y="112"/>
                      <a:pt x="391" y="112"/>
                    </a:cubicBezTo>
                    <a:lnTo>
                      <a:pt x="782" y="126"/>
                    </a:lnTo>
                    <a:lnTo>
                      <a:pt x="1494" y="139"/>
                    </a:lnTo>
                    <a:lnTo>
                      <a:pt x="1494" y="139"/>
                    </a:lnTo>
                    <a:cubicBezTo>
                      <a:pt x="1509" y="872"/>
                      <a:pt x="1548" y="1606"/>
                      <a:pt x="1600" y="2352"/>
                    </a:cubicBezTo>
                    <a:lnTo>
                      <a:pt x="1600" y="2352"/>
                    </a:lnTo>
                    <a:lnTo>
                      <a:pt x="824" y="2455"/>
                    </a:lnTo>
                    <a:cubicBezTo>
                      <a:pt x="698" y="2469"/>
                      <a:pt x="559" y="2497"/>
                      <a:pt x="419" y="2511"/>
                    </a:cubicBezTo>
                    <a:cubicBezTo>
                      <a:pt x="280" y="2525"/>
                      <a:pt x="140" y="2553"/>
                      <a:pt x="1" y="2581"/>
                    </a:cubicBezTo>
                    <a:cubicBezTo>
                      <a:pt x="140" y="2581"/>
                      <a:pt x="280" y="2567"/>
                      <a:pt x="419" y="2567"/>
                    </a:cubicBezTo>
                    <a:cubicBezTo>
                      <a:pt x="559" y="2553"/>
                      <a:pt x="698" y="2553"/>
                      <a:pt x="838" y="2539"/>
                    </a:cubicBezTo>
                    <a:lnTo>
                      <a:pt x="1675" y="2497"/>
                    </a:lnTo>
                    <a:lnTo>
                      <a:pt x="1744" y="2497"/>
                    </a:lnTo>
                    <a:lnTo>
                      <a:pt x="1744" y="2414"/>
                    </a:lnTo>
                    <a:cubicBezTo>
                      <a:pt x="1730" y="1632"/>
                      <a:pt x="1688" y="851"/>
                      <a:pt x="1633" y="70"/>
                    </a:cubicBezTo>
                    <a:lnTo>
                      <a:pt x="1633" y="0"/>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9"/>
              <p:cNvSpPr/>
              <p:nvPr/>
            </p:nvSpPr>
            <p:spPr>
              <a:xfrm>
                <a:off x="2233629" y="705383"/>
                <a:ext cx="217966" cy="334852"/>
              </a:xfrm>
              <a:custGeom>
                <a:avLst/>
                <a:gdLst/>
                <a:ahLst/>
                <a:cxnLst/>
                <a:rect l="l" t="t" r="r" b="b"/>
                <a:pathLst>
                  <a:path w="1117" h="1716" extrusionOk="0">
                    <a:moveTo>
                      <a:pt x="1117" y="0"/>
                    </a:moveTo>
                    <a:cubicBezTo>
                      <a:pt x="991" y="70"/>
                      <a:pt x="852" y="140"/>
                      <a:pt x="712" y="196"/>
                    </a:cubicBezTo>
                    <a:cubicBezTo>
                      <a:pt x="712" y="405"/>
                      <a:pt x="698" y="572"/>
                      <a:pt x="698" y="712"/>
                    </a:cubicBezTo>
                    <a:lnTo>
                      <a:pt x="601" y="558"/>
                    </a:lnTo>
                    <a:cubicBezTo>
                      <a:pt x="503" y="405"/>
                      <a:pt x="405" y="251"/>
                      <a:pt x="336" y="98"/>
                    </a:cubicBezTo>
                    <a:lnTo>
                      <a:pt x="1" y="293"/>
                    </a:lnTo>
                    <a:lnTo>
                      <a:pt x="1" y="991"/>
                    </a:lnTo>
                    <a:cubicBezTo>
                      <a:pt x="1" y="1144"/>
                      <a:pt x="1" y="1311"/>
                      <a:pt x="1" y="1507"/>
                    </a:cubicBezTo>
                    <a:cubicBezTo>
                      <a:pt x="154" y="1437"/>
                      <a:pt x="280" y="1381"/>
                      <a:pt x="363" y="1339"/>
                    </a:cubicBezTo>
                    <a:lnTo>
                      <a:pt x="349" y="1102"/>
                    </a:lnTo>
                    <a:lnTo>
                      <a:pt x="349" y="851"/>
                    </a:lnTo>
                    <a:cubicBezTo>
                      <a:pt x="517" y="1130"/>
                      <a:pt x="670" y="1423"/>
                      <a:pt x="810" y="1716"/>
                    </a:cubicBezTo>
                    <a:cubicBezTo>
                      <a:pt x="879" y="1646"/>
                      <a:pt x="963" y="1604"/>
                      <a:pt x="1061" y="1562"/>
                    </a:cubicBezTo>
                    <a:lnTo>
                      <a:pt x="1089" y="265"/>
                    </a:lnTo>
                    <a:cubicBezTo>
                      <a:pt x="1103" y="168"/>
                      <a:pt x="1117" y="70"/>
                      <a:pt x="1117"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9"/>
              <p:cNvSpPr/>
              <p:nvPr/>
            </p:nvSpPr>
            <p:spPr>
              <a:xfrm>
                <a:off x="2475987" y="778754"/>
                <a:ext cx="201574" cy="231625"/>
              </a:xfrm>
              <a:custGeom>
                <a:avLst/>
                <a:gdLst/>
                <a:ahLst/>
                <a:cxnLst/>
                <a:rect l="l" t="t" r="r" b="b"/>
                <a:pathLst>
                  <a:path w="1033" h="1187" extrusionOk="0">
                    <a:moveTo>
                      <a:pt x="628" y="377"/>
                    </a:moveTo>
                    <a:cubicBezTo>
                      <a:pt x="684" y="377"/>
                      <a:pt x="712" y="419"/>
                      <a:pt x="725" y="475"/>
                    </a:cubicBezTo>
                    <a:cubicBezTo>
                      <a:pt x="725" y="573"/>
                      <a:pt x="698" y="656"/>
                      <a:pt x="642" y="726"/>
                    </a:cubicBezTo>
                    <a:cubicBezTo>
                      <a:pt x="586" y="782"/>
                      <a:pt x="516" y="824"/>
                      <a:pt x="447" y="852"/>
                    </a:cubicBezTo>
                    <a:cubicBezTo>
                      <a:pt x="434" y="853"/>
                      <a:pt x="423" y="854"/>
                      <a:pt x="412" y="854"/>
                    </a:cubicBezTo>
                    <a:cubicBezTo>
                      <a:pt x="339" y="854"/>
                      <a:pt x="307" y="813"/>
                      <a:pt x="307" y="740"/>
                    </a:cubicBezTo>
                    <a:cubicBezTo>
                      <a:pt x="321" y="684"/>
                      <a:pt x="335" y="629"/>
                      <a:pt x="363" y="587"/>
                    </a:cubicBezTo>
                    <a:cubicBezTo>
                      <a:pt x="419" y="475"/>
                      <a:pt x="516" y="405"/>
                      <a:pt x="628" y="377"/>
                    </a:cubicBezTo>
                    <a:close/>
                    <a:moveTo>
                      <a:pt x="670" y="1"/>
                    </a:moveTo>
                    <a:cubicBezTo>
                      <a:pt x="586" y="1"/>
                      <a:pt x="502" y="15"/>
                      <a:pt x="433" y="43"/>
                    </a:cubicBezTo>
                    <a:cubicBezTo>
                      <a:pt x="349" y="98"/>
                      <a:pt x="265" y="154"/>
                      <a:pt x="209" y="238"/>
                    </a:cubicBezTo>
                    <a:cubicBezTo>
                      <a:pt x="181" y="266"/>
                      <a:pt x="154" y="308"/>
                      <a:pt x="126" y="336"/>
                    </a:cubicBezTo>
                    <a:cubicBezTo>
                      <a:pt x="98" y="405"/>
                      <a:pt x="70" y="461"/>
                      <a:pt x="42" y="531"/>
                    </a:cubicBezTo>
                    <a:cubicBezTo>
                      <a:pt x="14" y="629"/>
                      <a:pt x="0" y="726"/>
                      <a:pt x="0" y="824"/>
                    </a:cubicBezTo>
                    <a:cubicBezTo>
                      <a:pt x="14" y="908"/>
                      <a:pt x="42" y="977"/>
                      <a:pt x="84" y="1047"/>
                    </a:cubicBezTo>
                    <a:cubicBezTo>
                      <a:pt x="140" y="1131"/>
                      <a:pt x="223" y="1173"/>
                      <a:pt x="321" y="1186"/>
                    </a:cubicBezTo>
                    <a:cubicBezTo>
                      <a:pt x="391" y="1173"/>
                      <a:pt x="460" y="1145"/>
                      <a:pt x="530" y="1117"/>
                    </a:cubicBezTo>
                    <a:cubicBezTo>
                      <a:pt x="614" y="1075"/>
                      <a:pt x="698" y="1019"/>
                      <a:pt x="767" y="963"/>
                    </a:cubicBezTo>
                    <a:cubicBezTo>
                      <a:pt x="865" y="880"/>
                      <a:pt x="935" y="796"/>
                      <a:pt x="991" y="684"/>
                    </a:cubicBezTo>
                    <a:cubicBezTo>
                      <a:pt x="1004" y="629"/>
                      <a:pt x="1018" y="573"/>
                      <a:pt x="1032" y="503"/>
                    </a:cubicBezTo>
                    <a:cubicBezTo>
                      <a:pt x="1032" y="447"/>
                      <a:pt x="1018" y="377"/>
                      <a:pt x="1004" y="322"/>
                    </a:cubicBezTo>
                    <a:cubicBezTo>
                      <a:pt x="977" y="224"/>
                      <a:pt x="935" y="140"/>
                      <a:pt x="851" y="71"/>
                    </a:cubicBezTo>
                    <a:cubicBezTo>
                      <a:pt x="809" y="29"/>
                      <a:pt x="739" y="1"/>
                      <a:pt x="670"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9"/>
              <p:cNvSpPr/>
              <p:nvPr/>
            </p:nvSpPr>
            <p:spPr>
              <a:xfrm>
                <a:off x="2699028" y="897981"/>
                <a:ext cx="139131" cy="170158"/>
              </a:xfrm>
              <a:custGeom>
                <a:avLst/>
                <a:gdLst/>
                <a:ahLst/>
                <a:cxnLst/>
                <a:rect l="l" t="t" r="r" b="b"/>
                <a:pathLst>
                  <a:path w="713" h="872" extrusionOk="0">
                    <a:moveTo>
                      <a:pt x="420" y="0"/>
                    </a:moveTo>
                    <a:cubicBezTo>
                      <a:pt x="301" y="0"/>
                      <a:pt x="176" y="31"/>
                      <a:pt x="71" y="101"/>
                    </a:cubicBezTo>
                    <a:cubicBezTo>
                      <a:pt x="85" y="171"/>
                      <a:pt x="113" y="241"/>
                      <a:pt x="154" y="310"/>
                    </a:cubicBezTo>
                    <a:cubicBezTo>
                      <a:pt x="210" y="255"/>
                      <a:pt x="294" y="227"/>
                      <a:pt x="364" y="227"/>
                    </a:cubicBezTo>
                    <a:cubicBezTo>
                      <a:pt x="405" y="241"/>
                      <a:pt x="405" y="283"/>
                      <a:pt x="378" y="310"/>
                    </a:cubicBezTo>
                    <a:cubicBezTo>
                      <a:pt x="336" y="338"/>
                      <a:pt x="294" y="352"/>
                      <a:pt x="238" y="352"/>
                    </a:cubicBezTo>
                    <a:cubicBezTo>
                      <a:pt x="238" y="394"/>
                      <a:pt x="238" y="450"/>
                      <a:pt x="238" y="492"/>
                    </a:cubicBezTo>
                    <a:cubicBezTo>
                      <a:pt x="364" y="492"/>
                      <a:pt x="433" y="520"/>
                      <a:pt x="447" y="575"/>
                    </a:cubicBezTo>
                    <a:cubicBezTo>
                      <a:pt x="447" y="633"/>
                      <a:pt x="414" y="664"/>
                      <a:pt x="357" y="664"/>
                    </a:cubicBezTo>
                    <a:cubicBezTo>
                      <a:pt x="331" y="664"/>
                      <a:pt x="301" y="658"/>
                      <a:pt x="266" y="645"/>
                    </a:cubicBezTo>
                    <a:cubicBezTo>
                      <a:pt x="210" y="617"/>
                      <a:pt x="168" y="575"/>
                      <a:pt x="140" y="520"/>
                    </a:cubicBezTo>
                    <a:cubicBezTo>
                      <a:pt x="85" y="548"/>
                      <a:pt x="43" y="603"/>
                      <a:pt x="1" y="659"/>
                    </a:cubicBezTo>
                    <a:cubicBezTo>
                      <a:pt x="85" y="771"/>
                      <a:pt x="196" y="841"/>
                      <a:pt x="336" y="868"/>
                    </a:cubicBezTo>
                    <a:cubicBezTo>
                      <a:pt x="350" y="871"/>
                      <a:pt x="365" y="872"/>
                      <a:pt x="380" y="872"/>
                    </a:cubicBezTo>
                    <a:cubicBezTo>
                      <a:pt x="452" y="872"/>
                      <a:pt x="529" y="845"/>
                      <a:pt x="587" y="799"/>
                    </a:cubicBezTo>
                    <a:cubicBezTo>
                      <a:pt x="684" y="729"/>
                      <a:pt x="712" y="603"/>
                      <a:pt x="670" y="492"/>
                    </a:cubicBezTo>
                    <a:cubicBezTo>
                      <a:pt x="643" y="450"/>
                      <a:pt x="601" y="422"/>
                      <a:pt x="559" y="394"/>
                    </a:cubicBezTo>
                    <a:cubicBezTo>
                      <a:pt x="615" y="352"/>
                      <a:pt x="657" y="310"/>
                      <a:pt x="684" y="241"/>
                    </a:cubicBezTo>
                    <a:cubicBezTo>
                      <a:pt x="698" y="115"/>
                      <a:pt x="629" y="31"/>
                      <a:pt x="489" y="4"/>
                    </a:cubicBezTo>
                    <a:cubicBezTo>
                      <a:pt x="467" y="1"/>
                      <a:pt x="444" y="0"/>
                      <a:pt x="420"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4" name="Google Shape;734;p9"/>
            <p:cNvGrpSpPr/>
            <p:nvPr/>
          </p:nvGrpSpPr>
          <p:grpSpPr>
            <a:xfrm>
              <a:off x="273043" y="4353198"/>
              <a:ext cx="816838" cy="590283"/>
              <a:chOff x="273043" y="4353198"/>
              <a:chExt cx="816838" cy="590283"/>
            </a:xfrm>
          </p:grpSpPr>
          <p:sp>
            <p:nvSpPr>
              <p:cNvPr id="735" name="Google Shape;735;p9"/>
              <p:cNvSpPr/>
              <p:nvPr/>
            </p:nvSpPr>
            <p:spPr>
              <a:xfrm>
                <a:off x="273043" y="4486670"/>
                <a:ext cx="305191" cy="456811"/>
              </a:xfrm>
              <a:custGeom>
                <a:avLst/>
                <a:gdLst/>
                <a:ahLst/>
                <a:cxnLst/>
                <a:rect l="l" t="t" r="r" b="b"/>
                <a:pathLst>
                  <a:path w="1564" h="2341" extrusionOk="0">
                    <a:moveTo>
                      <a:pt x="1089" y="0"/>
                    </a:moveTo>
                    <a:cubicBezTo>
                      <a:pt x="1005" y="28"/>
                      <a:pt x="935" y="84"/>
                      <a:pt x="866" y="126"/>
                    </a:cubicBezTo>
                    <a:cubicBezTo>
                      <a:pt x="740" y="209"/>
                      <a:pt x="642" y="293"/>
                      <a:pt x="545" y="405"/>
                    </a:cubicBezTo>
                    <a:cubicBezTo>
                      <a:pt x="405" y="558"/>
                      <a:pt x="294" y="725"/>
                      <a:pt x="196" y="907"/>
                    </a:cubicBezTo>
                    <a:cubicBezTo>
                      <a:pt x="140" y="1032"/>
                      <a:pt x="84" y="1158"/>
                      <a:pt x="57" y="1297"/>
                    </a:cubicBezTo>
                    <a:cubicBezTo>
                      <a:pt x="1" y="1520"/>
                      <a:pt x="15" y="1744"/>
                      <a:pt x="98" y="1967"/>
                    </a:cubicBezTo>
                    <a:cubicBezTo>
                      <a:pt x="126" y="2037"/>
                      <a:pt x="168" y="2106"/>
                      <a:pt x="224" y="2162"/>
                    </a:cubicBezTo>
                    <a:cubicBezTo>
                      <a:pt x="266" y="2204"/>
                      <a:pt x="308" y="2232"/>
                      <a:pt x="363" y="2260"/>
                    </a:cubicBezTo>
                    <a:cubicBezTo>
                      <a:pt x="477" y="2311"/>
                      <a:pt x="599" y="2340"/>
                      <a:pt x="722" y="2340"/>
                    </a:cubicBezTo>
                    <a:cubicBezTo>
                      <a:pt x="765" y="2340"/>
                      <a:pt x="808" y="2337"/>
                      <a:pt x="852" y="2329"/>
                    </a:cubicBezTo>
                    <a:cubicBezTo>
                      <a:pt x="1005" y="2288"/>
                      <a:pt x="1145" y="2218"/>
                      <a:pt x="1256" y="2134"/>
                    </a:cubicBezTo>
                    <a:cubicBezTo>
                      <a:pt x="1382" y="2050"/>
                      <a:pt x="1479" y="1967"/>
                      <a:pt x="1563" y="1869"/>
                    </a:cubicBezTo>
                    <a:lnTo>
                      <a:pt x="1256" y="1395"/>
                    </a:lnTo>
                    <a:cubicBezTo>
                      <a:pt x="1242" y="1437"/>
                      <a:pt x="1228" y="1479"/>
                      <a:pt x="1200" y="1506"/>
                    </a:cubicBezTo>
                    <a:cubicBezTo>
                      <a:pt x="1131" y="1618"/>
                      <a:pt x="1019" y="1716"/>
                      <a:pt x="880" y="1758"/>
                    </a:cubicBezTo>
                    <a:lnTo>
                      <a:pt x="796" y="1758"/>
                    </a:lnTo>
                    <a:cubicBezTo>
                      <a:pt x="670" y="1716"/>
                      <a:pt x="615" y="1576"/>
                      <a:pt x="642" y="1367"/>
                    </a:cubicBezTo>
                    <a:cubicBezTo>
                      <a:pt x="684" y="1227"/>
                      <a:pt x="740" y="1116"/>
                      <a:pt x="838" y="1018"/>
                    </a:cubicBezTo>
                    <a:cubicBezTo>
                      <a:pt x="921" y="921"/>
                      <a:pt x="1047" y="851"/>
                      <a:pt x="1172" y="823"/>
                    </a:cubicBezTo>
                    <a:lnTo>
                      <a:pt x="1089" y="0"/>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9"/>
              <p:cNvSpPr/>
              <p:nvPr/>
            </p:nvSpPr>
            <p:spPr>
              <a:xfrm>
                <a:off x="539793" y="4353198"/>
                <a:ext cx="302459" cy="560818"/>
              </a:xfrm>
              <a:custGeom>
                <a:avLst/>
                <a:gdLst/>
                <a:ahLst/>
                <a:cxnLst/>
                <a:rect l="l" t="t" r="r" b="b"/>
                <a:pathLst>
                  <a:path w="1550" h="2874" extrusionOk="0">
                    <a:moveTo>
                      <a:pt x="1270" y="1"/>
                    </a:moveTo>
                    <a:cubicBezTo>
                      <a:pt x="1117" y="112"/>
                      <a:pt x="949" y="224"/>
                      <a:pt x="782" y="307"/>
                    </a:cubicBezTo>
                    <a:cubicBezTo>
                      <a:pt x="852" y="698"/>
                      <a:pt x="893" y="1005"/>
                      <a:pt x="921" y="1228"/>
                    </a:cubicBezTo>
                    <a:lnTo>
                      <a:pt x="796" y="1326"/>
                    </a:lnTo>
                    <a:lnTo>
                      <a:pt x="684" y="1409"/>
                    </a:lnTo>
                    <a:cubicBezTo>
                      <a:pt x="614" y="963"/>
                      <a:pt x="559" y="517"/>
                      <a:pt x="517" y="56"/>
                    </a:cubicBezTo>
                    <a:cubicBezTo>
                      <a:pt x="349" y="168"/>
                      <a:pt x="182" y="266"/>
                      <a:pt x="1" y="349"/>
                    </a:cubicBezTo>
                    <a:cubicBezTo>
                      <a:pt x="140" y="1144"/>
                      <a:pt x="266" y="1981"/>
                      <a:pt x="377" y="2874"/>
                    </a:cubicBezTo>
                    <a:lnTo>
                      <a:pt x="601" y="2734"/>
                    </a:lnTo>
                    <a:lnTo>
                      <a:pt x="838" y="2553"/>
                    </a:lnTo>
                    <a:cubicBezTo>
                      <a:pt x="782" y="2218"/>
                      <a:pt x="754" y="2023"/>
                      <a:pt x="754" y="1967"/>
                    </a:cubicBezTo>
                    <a:lnTo>
                      <a:pt x="991" y="1800"/>
                    </a:lnTo>
                    <a:cubicBezTo>
                      <a:pt x="1061" y="2302"/>
                      <a:pt x="1117" y="2637"/>
                      <a:pt x="1158" y="2832"/>
                    </a:cubicBezTo>
                    <a:cubicBezTo>
                      <a:pt x="1214" y="2776"/>
                      <a:pt x="1270" y="2721"/>
                      <a:pt x="1326" y="2665"/>
                    </a:cubicBezTo>
                    <a:cubicBezTo>
                      <a:pt x="1368" y="2623"/>
                      <a:pt x="1437" y="2567"/>
                      <a:pt x="1521" y="2497"/>
                    </a:cubicBezTo>
                    <a:lnTo>
                      <a:pt x="1549" y="2469"/>
                    </a:lnTo>
                    <a:cubicBezTo>
                      <a:pt x="1465" y="1981"/>
                      <a:pt x="1368" y="1158"/>
                      <a:pt x="1270"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9"/>
              <p:cNvSpPr/>
              <p:nvPr/>
            </p:nvSpPr>
            <p:spPr>
              <a:xfrm>
                <a:off x="909966" y="4701514"/>
                <a:ext cx="179914" cy="213087"/>
              </a:xfrm>
              <a:custGeom>
                <a:avLst/>
                <a:gdLst/>
                <a:ahLst/>
                <a:cxnLst/>
                <a:rect l="l" t="t" r="r" b="b"/>
                <a:pathLst>
                  <a:path w="922" h="1092" extrusionOk="0">
                    <a:moveTo>
                      <a:pt x="461" y="1"/>
                    </a:moveTo>
                    <a:cubicBezTo>
                      <a:pt x="280" y="29"/>
                      <a:pt x="126" y="113"/>
                      <a:pt x="1" y="238"/>
                    </a:cubicBezTo>
                    <a:cubicBezTo>
                      <a:pt x="29" y="322"/>
                      <a:pt x="84" y="405"/>
                      <a:pt x="154" y="461"/>
                    </a:cubicBezTo>
                    <a:cubicBezTo>
                      <a:pt x="252" y="364"/>
                      <a:pt x="322" y="308"/>
                      <a:pt x="377" y="308"/>
                    </a:cubicBezTo>
                    <a:cubicBezTo>
                      <a:pt x="433" y="308"/>
                      <a:pt x="447" y="364"/>
                      <a:pt x="419" y="405"/>
                    </a:cubicBezTo>
                    <a:cubicBezTo>
                      <a:pt x="377" y="447"/>
                      <a:pt x="336" y="489"/>
                      <a:pt x="280" y="503"/>
                    </a:cubicBezTo>
                    <a:cubicBezTo>
                      <a:pt x="280" y="559"/>
                      <a:pt x="294" y="615"/>
                      <a:pt x="322" y="657"/>
                    </a:cubicBezTo>
                    <a:cubicBezTo>
                      <a:pt x="366" y="648"/>
                      <a:pt x="406" y="643"/>
                      <a:pt x="441" y="643"/>
                    </a:cubicBezTo>
                    <a:cubicBezTo>
                      <a:pt x="516" y="643"/>
                      <a:pt x="568" y="665"/>
                      <a:pt x="587" y="712"/>
                    </a:cubicBezTo>
                    <a:cubicBezTo>
                      <a:pt x="598" y="802"/>
                      <a:pt x="555" y="846"/>
                      <a:pt x="467" y="846"/>
                    </a:cubicBezTo>
                    <a:cubicBezTo>
                      <a:pt x="444" y="846"/>
                      <a:pt x="419" y="843"/>
                      <a:pt x="391" y="838"/>
                    </a:cubicBezTo>
                    <a:cubicBezTo>
                      <a:pt x="308" y="824"/>
                      <a:pt x="238" y="782"/>
                      <a:pt x="196" y="726"/>
                    </a:cubicBezTo>
                    <a:cubicBezTo>
                      <a:pt x="140" y="782"/>
                      <a:pt x="98" y="866"/>
                      <a:pt x="70" y="936"/>
                    </a:cubicBezTo>
                    <a:cubicBezTo>
                      <a:pt x="183" y="1036"/>
                      <a:pt x="330" y="1091"/>
                      <a:pt x="480" y="1091"/>
                    </a:cubicBezTo>
                    <a:cubicBezTo>
                      <a:pt x="497" y="1091"/>
                      <a:pt x="514" y="1090"/>
                      <a:pt x="531" y="1089"/>
                    </a:cubicBezTo>
                    <a:cubicBezTo>
                      <a:pt x="642" y="1075"/>
                      <a:pt x="754" y="1019"/>
                      <a:pt x="824" y="936"/>
                    </a:cubicBezTo>
                    <a:cubicBezTo>
                      <a:pt x="921" y="824"/>
                      <a:pt x="921" y="657"/>
                      <a:pt x="824" y="545"/>
                    </a:cubicBezTo>
                    <a:cubicBezTo>
                      <a:pt x="768" y="503"/>
                      <a:pt x="712" y="475"/>
                      <a:pt x="642" y="447"/>
                    </a:cubicBezTo>
                    <a:cubicBezTo>
                      <a:pt x="712" y="392"/>
                      <a:pt x="754" y="322"/>
                      <a:pt x="754" y="238"/>
                    </a:cubicBezTo>
                    <a:cubicBezTo>
                      <a:pt x="740" y="71"/>
                      <a:pt x="642" y="1"/>
                      <a:pt x="461"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8" name="Google Shape;738;p9"/>
            <p:cNvGrpSpPr/>
            <p:nvPr/>
          </p:nvGrpSpPr>
          <p:grpSpPr>
            <a:xfrm>
              <a:off x="4664984" y="4111478"/>
              <a:ext cx="1154423" cy="1687724"/>
              <a:chOff x="3970809" y="4111478"/>
              <a:chExt cx="1154423" cy="1687724"/>
            </a:xfrm>
          </p:grpSpPr>
          <p:sp>
            <p:nvSpPr>
              <p:cNvPr id="739" name="Google Shape;739;p9"/>
              <p:cNvSpPr/>
              <p:nvPr/>
            </p:nvSpPr>
            <p:spPr>
              <a:xfrm>
                <a:off x="4145066" y="4707616"/>
                <a:ext cx="275140" cy="242358"/>
              </a:xfrm>
              <a:custGeom>
                <a:avLst/>
                <a:gdLst/>
                <a:ahLst/>
                <a:cxnLst/>
                <a:rect l="l" t="t" r="r" b="b"/>
                <a:pathLst>
                  <a:path w="1410" h="1242" extrusionOk="0">
                    <a:moveTo>
                      <a:pt x="1409" y="1"/>
                    </a:moveTo>
                    <a:lnTo>
                      <a:pt x="1340" y="42"/>
                    </a:lnTo>
                    <a:cubicBezTo>
                      <a:pt x="1298" y="70"/>
                      <a:pt x="1228" y="112"/>
                      <a:pt x="1158" y="168"/>
                    </a:cubicBezTo>
                    <a:cubicBezTo>
                      <a:pt x="1019" y="279"/>
                      <a:pt x="838" y="433"/>
                      <a:pt x="670" y="586"/>
                    </a:cubicBezTo>
                    <a:cubicBezTo>
                      <a:pt x="489" y="740"/>
                      <a:pt x="321" y="907"/>
                      <a:pt x="196" y="1033"/>
                    </a:cubicBezTo>
                    <a:cubicBezTo>
                      <a:pt x="140" y="1089"/>
                      <a:pt x="84" y="1144"/>
                      <a:pt x="56" y="1186"/>
                    </a:cubicBezTo>
                    <a:lnTo>
                      <a:pt x="1" y="1242"/>
                    </a:lnTo>
                    <a:lnTo>
                      <a:pt x="70" y="1200"/>
                    </a:lnTo>
                    <a:cubicBezTo>
                      <a:pt x="112" y="1172"/>
                      <a:pt x="168" y="1130"/>
                      <a:pt x="238" y="1075"/>
                    </a:cubicBezTo>
                    <a:cubicBezTo>
                      <a:pt x="391" y="963"/>
                      <a:pt x="572" y="823"/>
                      <a:pt x="740" y="656"/>
                    </a:cubicBezTo>
                    <a:cubicBezTo>
                      <a:pt x="921" y="503"/>
                      <a:pt x="1089" y="349"/>
                      <a:pt x="1200" y="210"/>
                    </a:cubicBezTo>
                    <a:cubicBezTo>
                      <a:pt x="1270" y="154"/>
                      <a:pt x="1312" y="98"/>
                      <a:pt x="1354" y="56"/>
                    </a:cubicBezTo>
                    <a:cubicBezTo>
                      <a:pt x="1381" y="28"/>
                      <a:pt x="1409" y="1"/>
                      <a:pt x="1409"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9"/>
              <p:cNvSpPr/>
              <p:nvPr/>
            </p:nvSpPr>
            <p:spPr>
              <a:xfrm>
                <a:off x="4191313" y="4775718"/>
                <a:ext cx="207038" cy="185183"/>
              </a:xfrm>
              <a:custGeom>
                <a:avLst/>
                <a:gdLst/>
                <a:ahLst/>
                <a:cxnLst/>
                <a:rect l="l" t="t" r="r" b="b"/>
                <a:pathLst>
                  <a:path w="1061" h="949" extrusionOk="0">
                    <a:moveTo>
                      <a:pt x="1061" y="0"/>
                    </a:moveTo>
                    <a:cubicBezTo>
                      <a:pt x="991" y="28"/>
                      <a:pt x="935" y="70"/>
                      <a:pt x="866" y="126"/>
                    </a:cubicBezTo>
                    <a:cubicBezTo>
                      <a:pt x="768" y="196"/>
                      <a:pt x="628" y="307"/>
                      <a:pt x="489" y="433"/>
                    </a:cubicBezTo>
                    <a:cubicBezTo>
                      <a:pt x="363" y="544"/>
                      <a:pt x="238" y="670"/>
                      <a:pt x="140" y="767"/>
                    </a:cubicBezTo>
                    <a:cubicBezTo>
                      <a:pt x="57" y="865"/>
                      <a:pt x="1" y="949"/>
                      <a:pt x="1" y="949"/>
                    </a:cubicBezTo>
                    <a:cubicBezTo>
                      <a:pt x="1" y="949"/>
                      <a:pt x="84" y="893"/>
                      <a:pt x="182" y="823"/>
                    </a:cubicBezTo>
                    <a:cubicBezTo>
                      <a:pt x="294" y="740"/>
                      <a:pt x="433" y="628"/>
                      <a:pt x="559" y="516"/>
                    </a:cubicBezTo>
                    <a:cubicBezTo>
                      <a:pt x="698" y="391"/>
                      <a:pt x="824" y="279"/>
                      <a:pt x="907" y="168"/>
                    </a:cubicBezTo>
                    <a:cubicBezTo>
                      <a:pt x="1005" y="70"/>
                      <a:pt x="1061" y="0"/>
                      <a:pt x="1061"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9"/>
              <p:cNvSpPr/>
              <p:nvPr/>
            </p:nvSpPr>
            <p:spPr>
              <a:xfrm>
                <a:off x="4417280" y="4707616"/>
                <a:ext cx="275140" cy="242358"/>
              </a:xfrm>
              <a:custGeom>
                <a:avLst/>
                <a:gdLst/>
                <a:ahLst/>
                <a:cxnLst/>
                <a:rect l="l" t="t" r="r" b="b"/>
                <a:pathLst>
                  <a:path w="1410" h="1242" extrusionOk="0">
                    <a:moveTo>
                      <a:pt x="0" y="1"/>
                    </a:moveTo>
                    <a:lnTo>
                      <a:pt x="11" y="7"/>
                    </a:lnTo>
                    <a:lnTo>
                      <a:pt x="11" y="7"/>
                    </a:lnTo>
                    <a:cubicBezTo>
                      <a:pt x="8" y="5"/>
                      <a:pt x="4" y="2"/>
                      <a:pt x="0" y="1"/>
                    </a:cubicBezTo>
                    <a:close/>
                    <a:moveTo>
                      <a:pt x="11" y="7"/>
                    </a:moveTo>
                    <a:cubicBezTo>
                      <a:pt x="32" y="22"/>
                      <a:pt x="44" y="44"/>
                      <a:pt x="56" y="56"/>
                    </a:cubicBezTo>
                    <a:cubicBezTo>
                      <a:pt x="98" y="98"/>
                      <a:pt x="140" y="154"/>
                      <a:pt x="210" y="210"/>
                    </a:cubicBezTo>
                    <a:cubicBezTo>
                      <a:pt x="321" y="349"/>
                      <a:pt x="503" y="503"/>
                      <a:pt x="670" y="656"/>
                    </a:cubicBezTo>
                    <a:cubicBezTo>
                      <a:pt x="851" y="823"/>
                      <a:pt x="1033" y="963"/>
                      <a:pt x="1172" y="1075"/>
                    </a:cubicBezTo>
                    <a:cubicBezTo>
                      <a:pt x="1242" y="1130"/>
                      <a:pt x="1298" y="1172"/>
                      <a:pt x="1340" y="1200"/>
                    </a:cubicBezTo>
                    <a:lnTo>
                      <a:pt x="1409" y="1242"/>
                    </a:lnTo>
                    <a:lnTo>
                      <a:pt x="1353" y="1186"/>
                    </a:lnTo>
                    <a:cubicBezTo>
                      <a:pt x="1326" y="1144"/>
                      <a:pt x="1270" y="1089"/>
                      <a:pt x="1214" y="1033"/>
                    </a:cubicBezTo>
                    <a:cubicBezTo>
                      <a:pt x="1088" y="907"/>
                      <a:pt x="921" y="740"/>
                      <a:pt x="740" y="586"/>
                    </a:cubicBezTo>
                    <a:cubicBezTo>
                      <a:pt x="572" y="433"/>
                      <a:pt x="391" y="279"/>
                      <a:pt x="252" y="168"/>
                    </a:cubicBezTo>
                    <a:cubicBezTo>
                      <a:pt x="182" y="112"/>
                      <a:pt x="112" y="70"/>
                      <a:pt x="70" y="42"/>
                    </a:cubicBezTo>
                    <a:lnTo>
                      <a:pt x="11" y="7"/>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9"/>
              <p:cNvSpPr/>
              <p:nvPr/>
            </p:nvSpPr>
            <p:spPr>
              <a:xfrm>
                <a:off x="4417280" y="5317413"/>
                <a:ext cx="275140" cy="245090"/>
              </a:xfrm>
              <a:custGeom>
                <a:avLst/>
                <a:gdLst/>
                <a:ahLst/>
                <a:cxnLst/>
                <a:rect l="l" t="t" r="r" b="b"/>
                <a:pathLst>
                  <a:path w="1410" h="1256" extrusionOk="0">
                    <a:moveTo>
                      <a:pt x="1409" y="0"/>
                    </a:moveTo>
                    <a:lnTo>
                      <a:pt x="1340" y="42"/>
                    </a:lnTo>
                    <a:cubicBezTo>
                      <a:pt x="1298" y="84"/>
                      <a:pt x="1242" y="126"/>
                      <a:pt x="1172" y="167"/>
                    </a:cubicBezTo>
                    <a:cubicBezTo>
                      <a:pt x="1019" y="279"/>
                      <a:pt x="851" y="432"/>
                      <a:pt x="670" y="586"/>
                    </a:cubicBezTo>
                    <a:cubicBezTo>
                      <a:pt x="503" y="739"/>
                      <a:pt x="321" y="907"/>
                      <a:pt x="210" y="1032"/>
                    </a:cubicBezTo>
                    <a:cubicBezTo>
                      <a:pt x="140" y="1102"/>
                      <a:pt x="98" y="1144"/>
                      <a:pt x="56" y="1186"/>
                    </a:cubicBezTo>
                    <a:cubicBezTo>
                      <a:pt x="28" y="1227"/>
                      <a:pt x="0" y="1255"/>
                      <a:pt x="0" y="1255"/>
                    </a:cubicBezTo>
                    <a:lnTo>
                      <a:pt x="70" y="1200"/>
                    </a:lnTo>
                    <a:cubicBezTo>
                      <a:pt x="112" y="1172"/>
                      <a:pt x="182" y="1130"/>
                      <a:pt x="252" y="1074"/>
                    </a:cubicBezTo>
                    <a:cubicBezTo>
                      <a:pt x="391" y="976"/>
                      <a:pt x="572" y="823"/>
                      <a:pt x="740" y="670"/>
                    </a:cubicBezTo>
                    <a:cubicBezTo>
                      <a:pt x="921" y="502"/>
                      <a:pt x="1088" y="349"/>
                      <a:pt x="1214" y="223"/>
                    </a:cubicBezTo>
                    <a:cubicBezTo>
                      <a:pt x="1270" y="153"/>
                      <a:pt x="1326" y="98"/>
                      <a:pt x="1353" y="56"/>
                    </a:cubicBezTo>
                    <a:lnTo>
                      <a:pt x="1409" y="0"/>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9"/>
              <p:cNvSpPr/>
              <p:nvPr/>
            </p:nvSpPr>
            <p:spPr>
              <a:xfrm>
                <a:off x="4145066" y="5317413"/>
                <a:ext cx="275140" cy="245090"/>
              </a:xfrm>
              <a:custGeom>
                <a:avLst/>
                <a:gdLst/>
                <a:ahLst/>
                <a:cxnLst/>
                <a:rect l="l" t="t" r="r" b="b"/>
                <a:pathLst>
                  <a:path w="1410" h="1256" extrusionOk="0">
                    <a:moveTo>
                      <a:pt x="1" y="0"/>
                    </a:moveTo>
                    <a:lnTo>
                      <a:pt x="56" y="56"/>
                    </a:lnTo>
                    <a:cubicBezTo>
                      <a:pt x="84" y="98"/>
                      <a:pt x="140" y="153"/>
                      <a:pt x="196" y="223"/>
                    </a:cubicBezTo>
                    <a:cubicBezTo>
                      <a:pt x="321" y="349"/>
                      <a:pt x="489" y="502"/>
                      <a:pt x="670" y="670"/>
                    </a:cubicBezTo>
                    <a:cubicBezTo>
                      <a:pt x="838" y="823"/>
                      <a:pt x="1019" y="976"/>
                      <a:pt x="1158" y="1074"/>
                    </a:cubicBezTo>
                    <a:cubicBezTo>
                      <a:pt x="1242" y="1130"/>
                      <a:pt x="1298" y="1172"/>
                      <a:pt x="1340" y="1200"/>
                    </a:cubicBezTo>
                    <a:lnTo>
                      <a:pt x="1409" y="1255"/>
                    </a:lnTo>
                    <a:lnTo>
                      <a:pt x="1354" y="1186"/>
                    </a:lnTo>
                    <a:cubicBezTo>
                      <a:pt x="1312" y="1158"/>
                      <a:pt x="1270" y="1102"/>
                      <a:pt x="1200" y="1032"/>
                    </a:cubicBezTo>
                    <a:cubicBezTo>
                      <a:pt x="1089" y="907"/>
                      <a:pt x="921" y="739"/>
                      <a:pt x="740" y="586"/>
                    </a:cubicBezTo>
                    <a:cubicBezTo>
                      <a:pt x="559" y="432"/>
                      <a:pt x="377" y="279"/>
                      <a:pt x="238" y="167"/>
                    </a:cubicBezTo>
                    <a:cubicBezTo>
                      <a:pt x="168" y="126"/>
                      <a:pt x="112" y="84"/>
                      <a:pt x="70" y="42"/>
                    </a:cubicBezTo>
                    <a:lnTo>
                      <a:pt x="1" y="0"/>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9"/>
              <p:cNvSpPr/>
              <p:nvPr/>
            </p:nvSpPr>
            <p:spPr>
              <a:xfrm>
                <a:off x="4202241" y="5317413"/>
                <a:ext cx="196111" cy="174256"/>
              </a:xfrm>
              <a:custGeom>
                <a:avLst/>
                <a:gdLst/>
                <a:ahLst/>
                <a:cxnLst/>
                <a:rect l="l" t="t" r="r" b="b"/>
                <a:pathLst>
                  <a:path w="1005" h="893" extrusionOk="0">
                    <a:moveTo>
                      <a:pt x="1" y="0"/>
                    </a:moveTo>
                    <a:lnTo>
                      <a:pt x="1" y="0"/>
                    </a:lnTo>
                    <a:cubicBezTo>
                      <a:pt x="42" y="56"/>
                      <a:pt x="84" y="112"/>
                      <a:pt x="140" y="167"/>
                    </a:cubicBezTo>
                    <a:cubicBezTo>
                      <a:pt x="224" y="265"/>
                      <a:pt x="349" y="377"/>
                      <a:pt x="461" y="488"/>
                    </a:cubicBezTo>
                    <a:cubicBezTo>
                      <a:pt x="586" y="586"/>
                      <a:pt x="698" y="683"/>
                      <a:pt x="823" y="781"/>
                    </a:cubicBezTo>
                    <a:cubicBezTo>
                      <a:pt x="879" y="823"/>
                      <a:pt x="935" y="865"/>
                      <a:pt x="1005" y="893"/>
                    </a:cubicBezTo>
                    <a:cubicBezTo>
                      <a:pt x="1005" y="893"/>
                      <a:pt x="949" y="823"/>
                      <a:pt x="865" y="739"/>
                    </a:cubicBezTo>
                    <a:cubicBezTo>
                      <a:pt x="782" y="642"/>
                      <a:pt x="656" y="530"/>
                      <a:pt x="531" y="418"/>
                    </a:cubicBezTo>
                    <a:cubicBezTo>
                      <a:pt x="405" y="293"/>
                      <a:pt x="279" y="195"/>
                      <a:pt x="182" y="126"/>
                    </a:cubicBezTo>
                    <a:cubicBezTo>
                      <a:pt x="84" y="56"/>
                      <a:pt x="1" y="0"/>
                      <a:pt x="1"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9"/>
              <p:cNvSpPr/>
              <p:nvPr/>
            </p:nvSpPr>
            <p:spPr>
              <a:xfrm>
                <a:off x="4681299" y="4949779"/>
                <a:ext cx="22050" cy="367634"/>
              </a:xfrm>
              <a:custGeom>
                <a:avLst/>
                <a:gdLst/>
                <a:ahLst/>
                <a:cxnLst/>
                <a:rect l="l" t="t" r="r" b="b"/>
                <a:pathLst>
                  <a:path w="113" h="1884" extrusionOk="0">
                    <a:moveTo>
                      <a:pt x="28" y="1"/>
                    </a:moveTo>
                    <a:cubicBezTo>
                      <a:pt x="28" y="1"/>
                      <a:pt x="28" y="29"/>
                      <a:pt x="28" y="85"/>
                    </a:cubicBezTo>
                    <a:cubicBezTo>
                      <a:pt x="28" y="140"/>
                      <a:pt x="14" y="210"/>
                      <a:pt x="14" y="294"/>
                    </a:cubicBezTo>
                    <a:cubicBezTo>
                      <a:pt x="0" y="475"/>
                      <a:pt x="0" y="712"/>
                      <a:pt x="0" y="949"/>
                    </a:cubicBezTo>
                    <a:cubicBezTo>
                      <a:pt x="14" y="1173"/>
                      <a:pt x="28" y="1410"/>
                      <a:pt x="42" y="1591"/>
                    </a:cubicBezTo>
                    <a:cubicBezTo>
                      <a:pt x="42" y="1675"/>
                      <a:pt x="56" y="1745"/>
                      <a:pt x="56" y="1800"/>
                    </a:cubicBezTo>
                    <a:cubicBezTo>
                      <a:pt x="70" y="1856"/>
                      <a:pt x="70" y="1884"/>
                      <a:pt x="70" y="1884"/>
                    </a:cubicBezTo>
                    <a:cubicBezTo>
                      <a:pt x="70" y="1884"/>
                      <a:pt x="70" y="1856"/>
                      <a:pt x="70" y="1800"/>
                    </a:cubicBezTo>
                    <a:cubicBezTo>
                      <a:pt x="84" y="1745"/>
                      <a:pt x="98" y="1675"/>
                      <a:pt x="98" y="1591"/>
                    </a:cubicBezTo>
                    <a:cubicBezTo>
                      <a:pt x="98" y="1410"/>
                      <a:pt x="112" y="1173"/>
                      <a:pt x="98" y="936"/>
                    </a:cubicBezTo>
                    <a:cubicBezTo>
                      <a:pt x="98" y="712"/>
                      <a:pt x="84" y="475"/>
                      <a:pt x="70" y="294"/>
                    </a:cubicBezTo>
                    <a:cubicBezTo>
                      <a:pt x="56" y="210"/>
                      <a:pt x="56" y="140"/>
                      <a:pt x="42" y="85"/>
                    </a:cubicBezTo>
                    <a:cubicBezTo>
                      <a:pt x="28" y="29"/>
                      <a:pt x="28" y="1"/>
                      <a:pt x="28"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9"/>
              <p:cNvSpPr/>
              <p:nvPr/>
            </p:nvSpPr>
            <p:spPr>
              <a:xfrm>
                <a:off x="4651443" y="5015149"/>
                <a:ext cx="21855" cy="237089"/>
              </a:xfrm>
              <a:custGeom>
                <a:avLst/>
                <a:gdLst/>
                <a:ahLst/>
                <a:cxnLst/>
                <a:rect l="l" t="t" r="r" b="b"/>
                <a:pathLst>
                  <a:path w="112" h="1215" extrusionOk="0">
                    <a:moveTo>
                      <a:pt x="42" y="1"/>
                    </a:moveTo>
                    <a:cubicBezTo>
                      <a:pt x="28" y="57"/>
                      <a:pt x="28" y="126"/>
                      <a:pt x="14" y="196"/>
                    </a:cubicBezTo>
                    <a:cubicBezTo>
                      <a:pt x="0" y="335"/>
                      <a:pt x="0" y="475"/>
                      <a:pt x="0" y="614"/>
                    </a:cubicBezTo>
                    <a:cubicBezTo>
                      <a:pt x="14" y="768"/>
                      <a:pt x="14" y="921"/>
                      <a:pt x="28" y="1033"/>
                    </a:cubicBezTo>
                    <a:cubicBezTo>
                      <a:pt x="42" y="1089"/>
                      <a:pt x="56" y="1158"/>
                      <a:pt x="70" y="1214"/>
                    </a:cubicBezTo>
                    <a:cubicBezTo>
                      <a:pt x="84" y="1158"/>
                      <a:pt x="84" y="1089"/>
                      <a:pt x="98" y="1033"/>
                    </a:cubicBezTo>
                    <a:cubicBezTo>
                      <a:pt x="112" y="921"/>
                      <a:pt x="112" y="768"/>
                      <a:pt x="112" y="614"/>
                    </a:cubicBezTo>
                    <a:cubicBezTo>
                      <a:pt x="112" y="461"/>
                      <a:pt x="98" y="322"/>
                      <a:pt x="70" y="196"/>
                    </a:cubicBezTo>
                    <a:cubicBezTo>
                      <a:pt x="70" y="126"/>
                      <a:pt x="56" y="57"/>
                      <a:pt x="42"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9"/>
              <p:cNvSpPr/>
              <p:nvPr/>
            </p:nvSpPr>
            <p:spPr>
              <a:xfrm>
                <a:off x="4406353" y="4449062"/>
                <a:ext cx="22050" cy="236894"/>
              </a:xfrm>
              <a:custGeom>
                <a:avLst/>
                <a:gdLst/>
                <a:ahLst/>
                <a:cxnLst/>
                <a:rect l="l" t="t" r="r" b="b"/>
                <a:pathLst>
                  <a:path w="113" h="1214" extrusionOk="0">
                    <a:moveTo>
                      <a:pt x="56" y="0"/>
                    </a:moveTo>
                    <a:cubicBezTo>
                      <a:pt x="43" y="56"/>
                      <a:pt x="29" y="126"/>
                      <a:pt x="29" y="182"/>
                    </a:cubicBezTo>
                    <a:cubicBezTo>
                      <a:pt x="15" y="321"/>
                      <a:pt x="1" y="461"/>
                      <a:pt x="15" y="614"/>
                    </a:cubicBezTo>
                    <a:cubicBezTo>
                      <a:pt x="15" y="754"/>
                      <a:pt x="29" y="893"/>
                      <a:pt x="43" y="1033"/>
                    </a:cubicBezTo>
                    <a:cubicBezTo>
                      <a:pt x="56" y="1144"/>
                      <a:pt x="70" y="1214"/>
                      <a:pt x="70" y="1214"/>
                    </a:cubicBezTo>
                    <a:cubicBezTo>
                      <a:pt x="84" y="1158"/>
                      <a:pt x="98" y="1088"/>
                      <a:pt x="98" y="1033"/>
                    </a:cubicBezTo>
                    <a:cubicBezTo>
                      <a:pt x="112" y="879"/>
                      <a:pt x="112" y="740"/>
                      <a:pt x="112" y="600"/>
                    </a:cubicBezTo>
                    <a:cubicBezTo>
                      <a:pt x="112" y="461"/>
                      <a:pt x="98" y="321"/>
                      <a:pt x="84" y="182"/>
                    </a:cubicBezTo>
                    <a:cubicBezTo>
                      <a:pt x="70" y="126"/>
                      <a:pt x="70" y="56"/>
                      <a:pt x="56"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9"/>
              <p:cNvSpPr/>
              <p:nvPr/>
            </p:nvSpPr>
            <p:spPr>
              <a:xfrm>
                <a:off x="4403621" y="5562308"/>
                <a:ext cx="19318" cy="236894"/>
              </a:xfrm>
              <a:custGeom>
                <a:avLst/>
                <a:gdLst/>
                <a:ahLst/>
                <a:cxnLst/>
                <a:rect l="l" t="t" r="r" b="b"/>
                <a:pathLst>
                  <a:path w="99" h="1214" extrusionOk="0">
                    <a:moveTo>
                      <a:pt x="43" y="0"/>
                    </a:moveTo>
                    <a:cubicBezTo>
                      <a:pt x="29" y="56"/>
                      <a:pt x="15" y="126"/>
                      <a:pt x="15" y="182"/>
                    </a:cubicBezTo>
                    <a:cubicBezTo>
                      <a:pt x="1" y="321"/>
                      <a:pt x="1" y="461"/>
                      <a:pt x="1" y="600"/>
                    </a:cubicBezTo>
                    <a:cubicBezTo>
                      <a:pt x="1" y="754"/>
                      <a:pt x="15" y="907"/>
                      <a:pt x="29" y="1033"/>
                    </a:cubicBezTo>
                    <a:cubicBezTo>
                      <a:pt x="43" y="1144"/>
                      <a:pt x="70" y="1214"/>
                      <a:pt x="70" y="1214"/>
                    </a:cubicBezTo>
                    <a:cubicBezTo>
                      <a:pt x="70" y="1158"/>
                      <a:pt x="84" y="1088"/>
                      <a:pt x="98" y="1019"/>
                    </a:cubicBezTo>
                    <a:cubicBezTo>
                      <a:pt x="98" y="907"/>
                      <a:pt x="98" y="754"/>
                      <a:pt x="98" y="600"/>
                    </a:cubicBezTo>
                    <a:cubicBezTo>
                      <a:pt x="98" y="461"/>
                      <a:pt x="98" y="321"/>
                      <a:pt x="70" y="182"/>
                    </a:cubicBezTo>
                    <a:cubicBezTo>
                      <a:pt x="70" y="126"/>
                      <a:pt x="57" y="56"/>
                      <a:pt x="43"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9"/>
              <p:cNvSpPr/>
              <p:nvPr/>
            </p:nvSpPr>
            <p:spPr>
              <a:xfrm>
                <a:off x="4697691" y="4775718"/>
                <a:ext cx="166255" cy="171524"/>
              </a:xfrm>
              <a:custGeom>
                <a:avLst/>
                <a:gdLst/>
                <a:ahLst/>
                <a:cxnLst/>
                <a:rect l="l" t="t" r="r" b="b"/>
                <a:pathLst>
                  <a:path w="852" h="879" extrusionOk="0">
                    <a:moveTo>
                      <a:pt x="851" y="0"/>
                    </a:moveTo>
                    <a:lnTo>
                      <a:pt x="851" y="0"/>
                    </a:lnTo>
                    <a:cubicBezTo>
                      <a:pt x="795" y="42"/>
                      <a:pt x="739" y="84"/>
                      <a:pt x="698" y="126"/>
                    </a:cubicBezTo>
                    <a:cubicBezTo>
                      <a:pt x="586" y="209"/>
                      <a:pt x="488" y="307"/>
                      <a:pt x="391" y="405"/>
                    </a:cubicBezTo>
                    <a:cubicBezTo>
                      <a:pt x="293" y="502"/>
                      <a:pt x="195" y="614"/>
                      <a:pt x="112" y="726"/>
                    </a:cubicBezTo>
                    <a:cubicBezTo>
                      <a:pt x="70" y="781"/>
                      <a:pt x="42" y="823"/>
                      <a:pt x="0" y="879"/>
                    </a:cubicBezTo>
                    <a:cubicBezTo>
                      <a:pt x="0" y="879"/>
                      <a:pt x="70" y="837"/>
                      <a:pt x="154" y="767"/>
                    </a:cubicBezTo>
                    <a:cubicBezTo>
                      <a:pt x="265" y="684"/>
                      <a:pt x="363" y="586"/>
                      <a:pt x="460" y="474"/>
                    </a:cubicBezTo>
                    <a:cubicBezTo>
                      <a:pt x="558" y="377"/>
                      <a:pt x="656" y="265"/>
                      <a:pt x="739" y="154"/>
                    </a:cubicBezTo>
                    <a:cubicBezTo>
                      <a:pt x="781" y="112"/>
                      <a:pt x="809" y="56"/>
                      <a:pt x="851"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9"/>
              <p:cNvSpPr/>
              <p:nvPr/>
            </p:nvSpPr>
            <p:spPr>
              <a:xfrm>
                <a:off x="4694959" y="5314681"/>
                <a:ext cx="171524" cy="166060"/>
              </a:xfrm>
              <a:custGeom>
                <a:avLst/>
                <a:gdLst/>
                <a:ahLst/>
                <a:cxnLst/>
                <a:rect l="l" t="t" r="r" b="b"/>
                <a:pathLst>
                  <a:path w="879" h="851" extrusionOk="0">
                    <a:moveTo>
                      <a:pt x="0" y="0"/>
                    </a:moveTo>
                    <a:cubicBezTo>
                      <a:pt x="0" y="0"/>
                      <a:pt x="42" y="70"/>
                      <a:pt x="112" y="153"/>
                    </a:cubicBezTo>
                    <a:cubicBezTo>
                      <a:pt x="195" y="251"/>
                      <a:pt x="293" y="363"/>
                      <a:pt x="405" y="460"/>
                    </a:cubicBezTo>
                    <a:cubicBezTo>
                      <a:pt x="516" y="558"/>
                      <a:pt x="628" y="670"/>
                      <a:pt x="726" y="739"/>
                    </a:cubicBezTo>
                    <a:cubicBezTo>
                      <a:pt x="767" y="781"/>
                      <a:pt x="823" y="809"/>
                      <a:pt x="879" y="851"/>
                    </a:cubicBezTo>
                    <a:cubicBezTo>
                      <a:pt x="837" y="795"/>
                      <a:pt x="809" y="739"/>
                      <a:pt x="767" y="697"/>
                    </a:cubicBezTo>
                    <a:cubicBezTo>
                      <a:pt x="670" y="586"/>
                      <a:pt x="572" y="488"/>
                      <a:pt x="474" y="391"/>
                    </a:cubicBezTo>
                    <a:cubicBezTo>
                      <a:pt x="377" y="293"/>
                      <a:pt x="265" y="195"/>
                      <a:pt x="154" y="112"/>
                    </a:cubicBezTo>
                    <a:cubicBezTo>
                      <a:pt x="70" y="42"/>
                      <a:pt x="0" y="0"/>
                      <a:pt x="0"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9"/>
              <p:cNvSpPr/>
              <p:nvPr/>
            </p:nvSpPr>
            <p:spPr>
              <a:xfrm>
                <a:off x="3973541" y="5314681"/>
                <a:ext cx="166255" cy="171524"/>
              </a:xfrm>
              <a:custGeom>
                <a:avLst/>
                <a:gdLst/>
                <a:ahLst/>
                <a:cxnLst/>
                <a:rect l="l" t="t" r="r" b="b"/>
                <a:pathLst>
                  <a:path w="852" h="879" extrusionOk="0">
                    <a:moveTo>
                      <a:pt x="852" y="0"/>
                    </a:moveTo>
                    <a:cubicBezTo>
                      <a:pt x="852" y="0"/>
                      <a:pt x="782" y="42"/>
                      <a:pt x="698" y="112"/>
                    </a:cubicBezTo>
                    <a:cubicBezTo>
                      <a:pt x="587" y="209"/>
                      <a:pt x="475" y="307"/>
                      <a:pt x="391" y="405"/>
                    </a:cubicBezTo>
                    <a:cubicBezTo>
                      <a:pt x="294" y="502"/>
                      <a:pt x="196" y="614"/>
                      <a:pt x="112" y="725"/>
                    </a:cubicBezTo>
                    <a:cubicBezTo>
                      <a:pt x="43" y="809"/>
                      <a:pt x="1" y="879"/>
                      <a:pt x="1" y="879"/>
                    </a:cubicBezTo>
                    <a:cubicBezTo>
                      <a:pt x="57" y="837"/>
                      <a:pt x="98" y="809"/>
                      <a:pt x="154" y="767"/>
                    </a:cubicBezTo>
                    <a:cubicBezTo>
                      <a:pt x="266" y="670"/>
                      <a:pt x="363" y="572"/>
                      <a:pt x="461" y="474"/>
                    </a:cubicBezTo>
                    <a:cubicBezTo>
                      <a:pt x="559" y="363"/>
                      <a:pt x="670" y="251"/>
                      <a:pt x="740" y="153"/>
                    </a:cubicBezTo>
                    <a:cubicBezTo>
                      <a:pt x="768" y="112"/>
                      <a:pt x="810" y="56"/>
                      <a:pt x="852"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9"/>
              <p:cNvSpPr/>
              <p:nvPr/>
            </p:nvSpPr>
            <p:spPr>
              <a:xfrm>
                <a:off x="3970809" y="4781182"/>
                <a:ext cx="171719" cy="166060"/>
              </a:xfrm>
              <a:custGeom>
                <a:avLst/>
                <a:gdLst/>
                <a:ahLst/>
                <a:cxnLst/>
                <a:rect l="l" t="t" r="r" b="b"/>
                <a:pathLst>
                  <a:path w="880" h="851" extrusionOk="0">
                    <a:moveTo>
                      <a:pt x="1" y="0"/>
                    </a:moveTo>
                    <a:lnTo>
                      <a:pt x="1" y="0"/>
                    </a:lnTo>
                    <a:cubicBezTo>
                      <a:pt x="29" y="56"/>
                      <a:pt x="71" y="112"/>
                      <a:pt x="112" y="154"/>
                    </a:cubicBezTo>
                    <a:cubicBezTo>
                      <a:pt x="196" y="265"/>
                      <a:pt x="294" y="363"/>
                      <a:pt x="405" y="460"/>
                    </a:cubicBezTo>
                    <a:cubicBezTo>
                      <a:pt x="503" y="558"/>
                      <a:pt x="601" y="656"/>
                      <a:pt x="712" y="739"/>
                    </a:cubicBezTo>
                    <a:cubicBezTo>
                      <a:pt x="768" y="781"/>
                      <a:pt x="824" y="809"/>
                      <a:pt x="880" y="851"/>
                    </a:cubicBezTo>
                    <a:cubicBezTo>
                      <a:pt x="880" y="851"/>
                      <a:pt x="838" y="781"/>
                      <a:pt x="754" y="698"/>
                    </a:cubicBezTo>
                    <a:cubicBezTo>
                      <a:pt x="670" y="586"/>
                      <a:pt x="573" y="488"/>
                      <a:pt x="475" y="391"/>
                    </a:cubicBezTo>
                    <a:cubicBezTo>
                      <a:pt x="364" y="293"/>
                      <a:pt x="252" y="181"/>
                      <a:pt x="154" y="112"/>
                    </a:cubicBezTo>
                    <a:cubicBezTo>
                      <a:pt x="57" y="42"/>
                      <a:pt x="1" y="0"/>
                      <a:pt x="1"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9"/>
              <p:cNvSpPr/>
              <p:nvPr/>
            </p:nvSpPr>
            <p:spPr>
              <a:xfrm>
                <a:off x="4136870" y="4949779"/>
                <a:ext cx="22050" cy="367634"/>
              </a:xfrm>
              <a:custGeom>
                <a:avLst/>
                <a:gdLst/>
                <a:ahLst/>
                <a:cxnLst/>
                <a:rect l="l" t="t" r="r" b="b"/>
                <a:pathLst>
                  <a:path w="113" h="1884" extrusionOk="0">
                    <a:moveTo>
                      <a:pt x="43" y="1"/>
                    </a:moveTo>
                    <a:cubicBezTo>
                      <a:pt x="43" y="1"/>
                      <a:pt x="43" y="29"/>
                      <a:pt x="29" y="85"/>
                    </a:cubicBezTo>
                    <a:cubicBezTo>
                      <a:pt x="29" y="140"/>
                      <a:pt x="15" y="210"/>
                      <a:pt x="15" y="294"/>
                    </a:cubicBezTo>
                    <a:cubicBezTo>
                      <a:pt x="15" y="475"/>
                      <a:pt x="1" y="712"/>
                      <a:pt x="15" y="949"/>
                    </a:cubicBezTo>
                    <a:cubicBezTo>
                      <a:pt x="15" y="1173"/>
                      <a:pt x="29" y="1410"/>
                      <a:pt x="43" y="1591"/>
                    </a:cubicBezTo>
                    <a:cubicBezTo>
                      <a:pt x="57" y="1675"/>
                      <a:pt x="57" y="1745"/>
                      <a:pt x="70" y="1800"/>
                    </a:cubicBezTo>
                    <a:cubicBezTo>
                      <a:pt x="84" y="1856"/>
                      <a:pt x="84" y="1884"/>
                      <a:pt x="84" y="1884"/>
                    </a:cubicBezTo>
                    <a:cubicBezTo>
                      <a:pt x="84" y="1884"/>
                      <a:pt x="84" y="1856"/>
                      <a:pt x="84" y="1800"/>
                    </a:cubicBezTo>
                    <a:cubicBezTo>
                      <a:pt x="98" y="1745"/>
                      <a:pt x="98" y="1675"/>
                      <a:pt x="98" y="1591"/>
                    </a:cubicBezTo>
                    <a:cubicBezTo>
                      <a:pt x="112" y="1410"/>
                      <a:pt x="112" y="1173"/>
                      <a:pt x="112" y="936"/>
                    </a:cubicBezTo>
                    <a:cubicBezTo>
                      <a:pt x="112" y="712"/>
                      <a:pt x="98" y="475"/>
                      <a:pt x="84" y="294"/>
                    </a:cubicBezTo>
                    <a:cubicBezTo>
                      <a:pt x="70" y="210"/>
                      <a:pt x="70" y="140"/>
                      <a:pt x="57" y="85"/>
                    </a:cubicBezTo>
                    <a:cubicBezTo>
                      <a:pt x="43" y="29"/>
                      <a:pt x="43" y="1"/>
                      <a:pt x="43"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9"/>
              <p:cNvSpPr/>
              <p:nvPr/>
            </p:nvSpPr>
            <p:spPr>
              <a:xfrm>
                <a:off x="4267611" y="4211192"/>
                <a:ext cx="158059" cy="175426"/>
              </a:xfrm>
              <a:custGeom>
                <a:avLst/>
                <a:gdLst/>
                <a:ahLst/>
                <a:cxnLst/>
                <a:rect l="l" t="t" r="r" b="b"/>
                <a:pathLst>
                  <a:path w="810" h="899" extrusionOk="0">
                    <a:moveTo>
                      <a:pt x="516" y="285"/>
                    </a:moveTo>
                    <a:cubicBezTo>
                      <a:pt x="544" y="299"/>
                      <a:pt x="572" y="327"/>
                      <a:pt x="586" y="369"/>
                    </a:cubicBezTo>
                    <a:cubicBezTo>
                      <a:pt x="572" y="438"/>
                      <a:pt x="544" y="508"/>
                      <a:pt x="488" y="564"/>
                    </a:cubicBezTo>
                    <a:cubicBezTo>
                      <a:pt x="447" y="606"/>
                      <a:pt x="391" y="634"/>
                      <a:pt x="335" y="648"/>
                    </a:cubicBezTo>
                    <a:cubicBezTo>
                      <a:pt x="265" y="648"/>
                      <a:pt x="237" y="620"/>
                      <a:pt x="237" y="550"/>
                    </a:cubicBezTo>
                    <a:cubicBezTo>
                      <a:pt x="265" y="424"/>
                      <a:pt x="377" y="313"/>
                      <a:pt x="516" y="285"/>
                    </a:cubicBezTo>
                    <a:close/>
                    <a:moveTo>
                      <a:pt x="514" y="0"/>
                    </a:moveTo>
                    <a:cubicBezTo>
                      <a:pt x="469" y="0"/>
                      <a:pt x="426" y="10"/>
                      <a:pt x="377" y="20"/>
                    </a:cubicBezTo>
                    <a:cubicBezTo>
                      <a:pt x="307" y="62"/>
                      <a:pt x="251" y="104"/>
                      <a:pt x="196" y="159"/>
                    </a:cubicBezTo>
                    <a:cubicBezTo>
                      <a:pt x="168" y="187"/>
                      <a:pt x="154" y="201"/>
                      <a:pt x="126" y="229"/>
                    </a:cubicBezTo>
                    <a:cubicBezTo>
                      <a:pt x="98" y="285"/>
                      <a:pt x="70" y="327"/>
                      <a:pt x="56" y="382"/>
                    </a:cubicBezTo>
                    <a:cubicBezTo>
                      <a:pt x="14" y="452"/>
                      <a:pt x="0" y="522"/>
                      <a:pt x="0" y="606"/>
                    </a:cubicBezTo>
                    <a:cubicBezTo>
                      <a:pt x="0" y="661"/>
                      <a:pt x="14" y="731"/>
                      <a:pt x="42" y="773"/>
                    </a:cubicBezTo>
                    <a:cubicBezTo>
                      <a:pt x="84" y="843"/>
                      <a:pt x="140" y="885"/>
                      <a:pt x="223" y="899"/>
                    </a:cubicBezTo>
                    <a:cubicBezTo>
                      <a:pt x="279" y="899"/>
                      <a:pt x="335" y="885"/>
                      <a:pt x="377" y="857"/>
                    </a:cubicBezTo>
                    <a:cubicBezTo>
                      <a:pt x="447" y="829"/>
                      <a:pt x="516" y="801"/>
                      <a:pt x="572" y="759"/>
                    </a:cubicBezTo>
                    <a:cubicBezTo>
                      <a:pt x="656" y="703"/>
                      <a:pt x="712" y="634"/>
                      <a:pt x="767" y="550"/>
                    </a:cubicBezTo>
                    <a:cubicBezTo>
                      <a:pt x="795" y="508"/>
                      <a:pt x="809" y="466"/>
                      <a:pt x="809" y="410"/>
                    </a:cubicBezTo>
                    <a:cubicBezTo>
                      <a:pt x="809" y="369"/>
                      <a:pt x="809" y="313"/>
                      <a:pt x="809" y="271"/>
                    </a:cubicBezTo>
                    <a:cubicBezTo>
                      <a:pt x="795" y="201"/>
                      <a:pt x="754" y="131"/>
                      <a:pt x="712" y="62"/>
                    </a:cubicBezTo>
                    <a:cubicBezTo>
                      <a:pt x="670" y="34"/>
                      <a:pt x="614" y="6"/>
                      <a:pt x="572" y="6"/>
                    </a:cubicBezTo>
                    <a:cubicBezTo>
                      <a:pt x="552" y="2"/>
                      <a:pt x="533" y="0"/>
                      <a:pt x="514"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9"/>
              <p:cNvSpPr/>
              <p:nvPr/>
            </p:nvSpPr>
            <p:spPr>
              <a:xfrm>
                <a:off x="4436404" y="4111478"/>
                <a:ext cx="171524" cy="318655"/>
              </a:xfrm>
              <a:custGeom>
                <a:avLst/>
                <a:gdLst/>
                <a:ahLst/>
                <a:cxnLst/>
                <a:rect l="l" t="t" r="r" b="b"/>
                <a:pathLst>
                  <a:path w="879" h="1633" extrusionOk="0">
                    <a:moveTo>
                      <a:pt x="446" y="1"/>
                    </a:moveTo>
                    <a:lnTo>
                      <a:pt x="446" y="1"/>
                    </a:lnTo>
                    <a:cubicBezTo>
                      <a:pt x="335" y="43"/>
                      <a:pt x="223" y="71"/>
                      <a:pt x="112" y="98"/>
                    </a:cubicBezTo>
                    <a:cubicBezTo>
                      <a:pt x="98" y="559"/>
                      <a:pt x="56" y="1047"/>
                      <a:pt x="0" y="1563"/>
                    </a:cubicBezTo>
                    <a:lnTo>
                      <a:pt x="140" y="1507"/>
                    </a:lnTo>
                    <a:lnTo>
                      <a:pt x="293" y="1451"/>
                    </a:lnTo>
                    <a:cubicBezTo>
                      <a:pt x="307" y="1242"/>
                      <a:pt x="321" y="1131"/>
                      <a:pt x="321" y="1103"/>
                    </a:cubicBezTo>
                    <a:lnTo>
                      <a:pt x="488" y="1033"/>
                    </a:lnTo>
                    <a:lnTo>
                      <a:pt x="488" y="1033"/>
                    </a:lnTo>
                    <a:cubicBezTo>
                      <a:pt x="446" y="1326"/>
                      <a:pt x="433" y="1521"/>
                      <a:pt x="433" y="1633"/>
                    </a:cubicBezTo>
                    <a:cubicBezTo>
                      <a:pt x="474" y="1605"/>
                      <a:pt x="516" y="1591"/>
                      <a:pt x="558" y="1563"/>
                    </a:cubicBezTo>
                    <a:cubicBezTo>
                      <a:pt x="600" y="1535"/>
                      <a:pt x="642" y="1521"/>
                      <a:pt x="684" y="1493"/>
                    </a:cubicBezTo>
                    <a:lnTo>
                      <a:pt x="711" y="1493"/>
                    </a:lnTo>
                    <a:cubicBezTo>
                      <a:pt x="739" y="1200"/>
                      <a:pt x="781" y="726"/>
                      <a:pt x="879" y="71"/>
                    </a:cubicBezTo>
                    <a:lnTo>
                      <a:pt x="879" y="71"/>
                    </a:lnTo>
                    <a:cubicBezTo>
                      <a:pt x="781" y="112"/>
                      <a:pt x="670" y="154"/>
                      <a:pt x="572" y="182"/>
                    </a:cubicBezTo>
                    <a:cubicBezTo>
                      <a:pt x="558" y="405"/>
                      <a:pt x="544" y="573"/>
                      <a:pt x="530" y="698"/>
                    </a:cubicBezTo>
                    <a:lnTo>
                      <a:pt x="446" y="740"/>
                    </a:lnTo>
                    <a:lnTo>
                      <a:pt x="377" y="768"/>
                    </a:lnTo>
                    <a:cubicBezTo>
                      <a:pt x="391" y="517"/>
                      <a:pt x="419" y="252"/>
                      <a:pt x="446"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9"/>
              <p:cNvSpPr/>
              <p:nvPr/>
            </p:nvSpPr>
            <p:spPr>
              <a:xfrm>
                <a:off x="4909998" y="4566143"/>
                <a:ext cx="215234" cy="207038"/>
              </a:xfrm>
              <a:custGeom>
                <a:avLst/>
                <a:gdLst/>
                <a:ahLst/>
                <a:cxnLst/>
                <a:rect l="l" t="t" r="r" b="b"/>
                <a:pathLst>
                  <a:path w="1103" h="1061" extrusionOk="0">
                    <a:moveTo>
                      <a:pt x="488" y="0"/>
                    </a:moveTo>
                    <a:lnTo>
                      <a:pt x="209" y="56"/>
                    </a:lnTo>
                    <a:cubicBezTo>
                      <a:pt x="154" y="293"/>
                      <a:pt x="126" y="460"/>
                      <a:pt x="98" y="586"/>
                    </a:cubicBezTo>
                    <a:cubicBezTo>
                      <a:pt x="84" y="698"/>
                      <a:pt x="42" y="837"/>
                      <a:pt x="0" y="1032"/>
                    </a:cubicBezTo>
                    <a:cubicBezTo>
                      <a:pt x="140" y="1004"/>
                      <a:pt x="237" y="991"/>
                      <a:pt x="307" y="977"/>
                    </a:cubicBezTo>
                    <a:lnTo>
                      <a:pt x="349" y="753"/>
                    </a:lnTo>
                    <a:lnTo>
                      <a:pt x="391" y="558"/>
                    </a:lnTo>
                    <a:cubicBezTo>
                      <a:pt x="447" y="726"/>
                      <a:pt x="502" y="893"/>
                      <a:pt x="586" y="1060"/>
                    </a:cubicBezTo>
                    <a:cubicBezTo>
                      <a:pt x="656" y="1032"/>
                      <a:pt x="725" y="1004"/>
                      <a:pt x="795" y="1004"/>
                    </a:cubicBezTo>
                    <a:cubicBezTo>
                      <a:pt x="879" y="712"/>
                      <a:pt x="977" y="405"/>
                      <a:pt x="1102" y="98"/>
                    </a:cubicBezTo>
                    <a:lnTo>
                      <a:pt x="1102" y="98"/>
                    </a:lnTo>
                    <a:cubicBezTo>
                      <a:pt x="991" y="126"/>
                      <a:pt x="879" y="154"/>
                      <a:pt x="767" y="168"/>
                    </a:cubicBezTo>
                    <a:cubicBezTo>
                      <a:pt x="739" y="321"/>
                      <a:pt x="698" y="447"/>
                      <a:pt x="670" y="544"/>
                    </a:cubicBezTo>
                    <a:cubicBezTo>
                      <a:pt x="656" y="502"/>
                      <a:pt x="642" y="460"/>
                      <a:pt x="614" y="419"/>
                    </a:cubicBezTo>
                    <a:cubicBezTo>
                      <a:pt x="572" y="265"/>
                      <a:pt x="530" y="126"/>
                      <a:pt x="488"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9"/>
              <p:cNvSpPr/>
              <p:nvPr/>
            </p:nvSpPr>
            <p:spPr>
              <a:xfrm>
                <a:off x="4915462" y="5327756"/>
                <a:ext cx="152596" cy="243333"/>
              </a:xfrm>
              <a:custGeom>
                <a:avLst/>
                <a:gdLst/>
                <a:ahLst/>
                <a:cxnLst/>
                <a:rect l="l" t="t" r="r" b="b"/>
                <a:pathLst>
                  <a:path w="782" h="1247" extrusionOk="0">
                    <a:moveTo>
                      <a:pt x="635" y="0"/>
                    </a:moveTo>
                    <a:cubicBezTo>
                      <a:pt x="489" y="0"/>
                      <a:pt x="345" y="43"/>
                      <a:pt x="223" y="128"/>
                    </a:cubicBezTo>
                    <a:cubicBezTo>
                      <a:pt x="167" y="156"/>
                      <a:pt x="126" y="212"/>
                      <a:pt x="98" y="268"/>
                    </a:cubicBezTo>
                    <a:cubicBezTo>
                      <a:pt x="70" y="324"/>
                      <a:pt x="42" y="365"/>
                      <a:pt x="28" y="421"/>
                    </a:cubicBezTo>
                    <a:cubicBezTo>
                      <a:pt x="0" y="505"/>
                      <a:pt x="0" y="589"/>
                      <a:pt x="14" y="672"/>
                    </a:cubicBezTo>
                    <a:cubicBezTo>
                      <a:pt x="14" y="700"/>
                      <a:pt x="28" y="728"/>
                      <a:pt x="56" y="756"/>
                    </a:cubicBezTo>
                    <a:cubicBezTo>
                      <a:pt x="70" y="784"/>
                      <a:pt x="98" y="798"/>
                      <a:pt x="140" y="812"/>
                    </a:cubicBezTo>
                    <a:cubicBezTo>
                      <a:pt x="167" y="826"/>
                      <a:pt x="209" y="826"/>
                      <a:pt x="251" y="826"/>
                    </a:cubicBezTo>
                    <a:lnTo>
                      <a:pt x="307" y="826"/>
                    </a:lnTo>
                    <a:cubicBezTo>
                      <a:pt x="349" y="812"/>
                      <a:pt x="391" y="798"/>
                      <a:pt x="419" y="784"/>
                    </a:cubicBezTo>
                    <a:cubicBezTo>
                      <a:pt x="460" y="770"/>
                      <a:pt x="488" y="756"/>
                      <a:pt x="530" y="742"/>
                    </a:cubicBezTo>
                    <a:cubicBezTo>
                      <a:pt x="544" y="742"/>
                      <a:pt x="558" y="756"/>
                      <a:pt x="558" y="770"/>
                    </a:cubicBezTo>
                    <a:cubicBezTo>
                      <a:pt x="558" y="784"/>
                      <a:pt x="558" y="798"/>
                      <a:pt x="544" y="812"/>
                    </a:cubicBezTo>
                    <a:cubicBezTo>
                      <a:pt x="530" y="854"/>
                      <a:pt x="502" y="882"/>
                      <a:pt x="474" y="909"/>
                    </a:cubicBezTo>
                    <a:cubicBezTo>
                      <a:pt x="419" y="951"/>
                      <a:pt x="349" y="979"/>
                      <a:pt x="279" y="979"/>
                    </a:cubicBezTo>
                    <a:cubicBezTo>
                      <a:pt x="251" y="986"/>
                      <a:pt x="223" y="990"/>
                      <a:pt x="195" y="990"/>
                    </a:cubicBezTo>
                    <a:cubicBezTo>
                      <a:pt x="167" y="990"/>
                      <a:pt x="140" y="986"/>
                      <a:pt x="112" y="979"/>
                    </a:cubicBezTo>
                    <a:cubicBezTo>
                      <a:pt x="98" y="1063"/>
                      <a:pt x="70" y="1147"/>
                      <a:pt x="42" y="1230"/>
                    </a:cubicBezTo>
                    <a:cubicBezTo>
                      <a:pt x="70" y="1244"/>
                      <a:pt x="112" y="1244"/>
                      <a:pt x="140" y="1244"/>
                    </a:cubicBezTo>
                    <a:cubicBezTo>
                      <a:pt x="158" y="1246"/>
                      <a:pt x="176" y="1247"/>
                      <a:pt x="194" y="1247"/>
                    </a:cubicBezTo>
                    <a:cubicBezTo>
                      <a:pt x="315" y="1247"/>
                      <a:pt x="433" y="1209"/>
                      <a:pt x="530" y="1161"/>
                    </a:cubicBezTo>
                    <a:cubicBezTo>
                      <a:pt x="600" y="1119"/>
                      <a:pt x="656" y="1077"/>
                      <a:pt x="684" y="1007"/>
                    </a:cubicBezTo>
                    <a:cubicBezTo>
                      <a:pt x="711" y="965"/>
                      <a:pt x="739" y="937"/>
                      <a:pt x="753" y="896"/>
                    </a:cubicBezTo>
                    <a:cubicBezTo>
                      <a:pt x="781" y="812"/>
                      <a:pt x="781" y="742"/>
                      <a:pt x="767" y="658"/>
                    </a:cubicBezTo>
                    <a:cubicBezTo>
                      <a:pt x="767" y="630"/>
                      <a:pt x="753" y="603"/>
                      <a:pt x="725" y="575"/>
                    </a:cubicBezTo>
                    <a:cubicBezTo>
                      <a:pt x="725" y="561"/>
                      <a:pt x="711" y="561"/>
                      <a:pt x="697" y="547"/>
                    </a:cubicBezTo>
                    <a:cubicBezTo>
                      <a:pt x="670" y="519"/>
                      <a:pt x="642" y="505"/>
                      <a:pt x="614" y="505"/>
                    </a:cubicBezTo>
                    <a:cubicBezTo>
                      <a:pt x="593" y="498"/>
                      <a:pt x="575" y="494"/>
                      <a:pt x="558" y="494"/>
                    </a:cubicBezTo>
                    <a:cubicBezTo>
                      <a:pt x="541" y="494"/>
                      <a:pt x="523" y="498"/>
                      <a:pt x="502" y="505"/>
                    </a:cubicBezTo>
                    <a:cubicBezTo>
                      <a:pt x="460" y="519"/>
                      <a:pt x="419" y="533"/>
                      <a:pt x="391" y="547"/>
                    </a:cubicBezTo>
                    <a:cubicBezTo>
                      <a:pt x="362" y="558"/>
                      <a:pt x="340" y="565"/>
                      <a:pt x="324" y="565"/>
                    </a:cubicBezTo>
                    <a:cubicBezTo>
                      <a:pt x="300" y="565"/>
                      <a:pt x="287" y="552"/>
                      <a:pt x="279" y="519"/>
                    </a:cubicBezTo>
                    <a:cubicBezTo>
                      <a:pt x="279" y="435"/>
                      <a:pt x="321" y="365"/>
                      <a:pt x="405" y="338"/>
                    </a:cubicBezTo>
                    <a:cubicBezTo>
                      <a:pt x="446" y="324"/>
                      <a:pt x="492" y="317"/>
                      <a:pt x="539" y="317"/>
                    </a:cubicBezTo>
                    <a:cubicBezTo>
                      <a:pt x="586" y="317"/>
                      <a:pt x="635" y="324"/>
                      <a:pt x="684" y="338"/>
                    </a:cubicBezTo>
                    <a:lnTo>
                      <a:pt x="697" y="3"/>
                    </a:lnTo>
                    <a:cubicBezTo>
                      <a:pt x="677" y="1"/>
                      <a:pt x="656" y="0"/>
                      <a:pt x="635"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760"/>
        <p:cNvGrpSpPr/>
        <p:nvPr/>
      </p:nvGrpSpPr>
      <p:grpSpPr>
        <a:xfrm>
          <a:off x="0" y="0"/>
          <a:ext cx="0" cy="0"/>
          <a:chOff x="0" y="0"/>
          <a:chExt cx="0" cy="0"/>
        </a:xfrm>
      </p:grpSpPr>
      <p:sp>
        <p:nvSpPr>
          <p:cNvPr id="761" name="Google Shape;761;p11"/>
          <p:cNvSpPr txBox="1">
            <a:spLocks noGrp="1"/>
          </p:cNvSpPr>
          <p:nvPr>
            <p:ph type="title" hasCustomPrompt="1"/>
          </p:nvPr>
        </p:nvSpPr>
        <p:spPr>
          <a:xfrm>
            <a:off x="2130625" y="1558475"/>
            <a:ext cx="4882800" cy="1511100"/>
          </a:xfrm>
          <a:prstGeom prst="rect">
            <a:avLst/>
          </a:prstGeom>
          <a:ln w="1905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lvl1pPr lvl="0" algn="ctr">
              <a:spcBef>
                <a:spcPts val="0"/>
              </a:spcBef>
              <a:spcAft>
                <a:spcPts val="0"/>
              </a:spcAft>
              <a:buSzPts val="9600"/>
              <a:buNone/>
              <a:defRPr sz="9600">
                <a:solidFill>
                  <a:schemeClr val="accent6"/>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762" name="Google Shape;762;p11"/>
          <p:cNvSpPr txBox="1">
            <a:spLocks noGrp="1"/>
          </p:cNvSpPr>
          <p:nvPr>
            <p:ph type="subTitle" idx="1"/>
          </p:nvPr>
        </p:nvSpPr>
        <p:spPr>
          <a:xfrm>
            <a:off x="2130625" y="3249350"/>
            <a:ext cx="4882800" cy="456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grpSp>
        <p:nvGrpSpPr>
          <p:cNvPr id="763" name="Google Shape;763;p11"/>
          <p:cNvGrpSpPr/>
          <p:nvPr/>
        </p:nvGrpSpPr>
        <p:grpSpPr>
          <a:xfrm>
            <a:off x="1152737" y="4471185"/>
            <a:ext cx="402226" cy="274636"/>
            <a:chOff x="5467216" y="5440421"/>
            <a:chExt cx="149437" cy="102035"/>
          </a:xfrm>
        </p:grpSpPr>
        <p:sp>
          <p:nvSpPr>
            <p:cNvPr id="764" name="Google Shape;764;p11"/>
            <p:cNvSpPr/>
            <p:nvPr/>
          </p:nvSpPr>
          <p:spPr>
            <a:xfrm>
              <a:off x="5467216" y="5440421"/>
              <a:ext cx="54565" cy="102035"/>
            </a:xfrm>
            <a:custGeom>
              <a:avLst/>
              <a:gdLst/>
              <a:ahLst/>
              <a:cxnLst/>
              <a:rect l="l" t="t" r="r" b="b"/>
              <a:pathLst>
                <a:path w="754" h="1410" extrusionOk="0">
                  <a:moveTo>
                    <a:pt x="377" y="1"/>
                  </a:moveTo>
                  <a:cubicBezTo>
                    <a:pt x="293" y="29"/>
                    <a:pt x="196" y="56"/>
                    <a:pt x="98" y="84"/>
                  </a:cubicBezTo>
                  <a:cubicBezTo>
                    <a:pt x="84" y="475"/>
                    <a:pt x="56" y="893"/>
                    <a:pt x="1" y="1340"/>
                  </a:cubicBezTo>
                  <a:lnTo>
                    <a:pt x="126" y="1298"/>
                  </a:lnTo>
                  <a:lnTo>
                    <a:pt x="252" y="1242"/>
                  </a:lnTo>
                  <a:cubicBezTo>
                    <a:pt x="266" y="1061"/>
                    <a:pt x="280" y="977"/>
                    <a:pt x="280" y="949"/>
                  </a:cubicBezTo>
                  <a:lnTo>
                    <a:pt x="419" y="893"/>
                  </a:lnTo>
                  <a:lnTo>
                    <a:pt x="419" y="893"/>
                  </a:lnTo>
                  <a:cubicBezTo>
                    <a:pt x="391" y="1130"/>
                    <a:pt x="377" y="1312"/>
                    <a:pt x="377" y="1409"/>
                  </a:cubicBezTo>
                  <a:cubicBezTo>
                    <a:pt x="419" y="1395"/>
                    <a:pt x="447" y="1368"/>
                    <a:pt x="489" y="1354"/>
                  </a:cubicBezTo>
                  <a:cubicBezTo>
                    <a:pt x="517" y="1326"/>
                    <a:pt x="558" y="1312"/>
                    <a:pt x="600" y="1298"/>
                  </a:cubicBezTo>
                  <a:lnTo>
                    <a:pt x="614" y="1298"/>
                  </a:lnTo>
                  <a:cubicBezTo>
                    <a:pt x="628" y="1047"/>
                    <a:pt x="670" y="642"/>
                    <a:pt x="754" y="70"/>
                  </a:cubicBezTo>
                  <a:lnTo>
                    <a:pt x="754" y="70"/>
                  </a:lnTo>
                  <a:cubicBezTo>
                    <a:pt x="670" y="112"/>
                    <a:pt x="572" y="140"/>
                    <a:pt x="489" y="154"/>
                  </a:cubicBezTo>
                  <a:cubicBezTo>
                    <a:pt x="475" y="349"/>
                    <a:pt x="461" y="503"/>
                    <a:pt x="447" y="600"/>
                  </a:cubicBezTo>
                  <a:lnTo>
                    <a:pt x="377" y="642"/>
                  </a:lnTo>
                  <a:lnTo>
                    <a:pt x="321" y="670"/>
                  </a:lnTo>
                  <a:cubicBezTo>
                    <a:pt x="335" y="447"/>
                    <a:pt x="349" y="224"/>
                    <a:pt x="377"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11"/>
            <p:cNvSpPr/>
            <p:nvPr/>
          </p:nvSpPr>
          <p:spPr>
            <a:xfrm>
              <a:off x="5520695" y="5498531"/>
              <a:ext cx="30394" cy="35821"/>
            </a:xfrm>
            <a:custGeom>
              <a:avLst/>
              <a:gdLst/>
              <a:ahLst/>
              <a:cxnLst/>
              <a:rect l="l" t="t" r="r" b="b"/>
              <a:pathLst>
                <a:path w="420" h="495" extrusionOk="0">
                  <a:moveTo>
                    <a:pt x="230" y="1"/>
                  </a:moveTo>
                  <a:cubicBezTo>
                    <a:pt x="219" y="1"/>
                    <a:pt x="208" y="3"/>
                    <a:pt x="196" y="7"/>
                  </a:cubicBezTo>
                  <a:cubicBezTo>
                    <a:pt x="126" y="7"/>
                    <a:pt x="57" y="48"/>
                    <a:pt x="15" y="118"/>
                  </a:cubicBezTo>
                  <a:cubicBezTo>
                    <a:pt x="1" y="160"/>
                    <a:pt x="15" y="202"/>
                    <a:pt x="29" y="244"/>
                  </a:cubicBezTo>
                  <a:cubicBezTo>
                    <a:pt x="71" y="230"/>
                    <a:pt x="112" y="216"/>
                    <a:pt x="154" y="216"/>
                  </a:cubicBezTo>
                  <a:cubicBezTo>
                    <a:pt x="168" y="202"/>
                    <a:pt x="168" y="202"/>
                    <a:pt x="154" y="188"/>
                  </a:cubicBezTo>
                  <a:cubicBezTo>
                    <a:pt x="154" y="160"/>
                    <a:pt x="168" y="146"/>
                    <a:pt x="182" y="132"/>
                  </a:cubicBezTo>
                  <a:cubicBezTo>
                    <a:pt x="210" y="132"/>
                    <a:pt x="224" y="146"/>
                    <a:pt x="224" y="174"/>
                  </a:cubicBezTo>
                  <a:cubicBezTo>
                    <a:pt x="224" y="174"/>
                    <a:pt x="224" y="188"/>
                    <a:pt x="224" y="202"/>
                  </a:cubicBezTo>
                  <a:cubicBezTo>
                    <a:pt x="196" y="258"/>
                    <a:pt x="154" y="314"/>
                    <a:pt x="112" y="355"/>
                  </a:cubicBezTo>
                  <a:cubicBezTo>
                    <a:pt x="71" y="383"/>
                    <a:pt x="57" y="439"/>
                    <a:pt x="71" y="495"/>
                  </a:cubicBezTo>
                  <a:cubicBezTo>
                    <a:pt x="94" y="472"/>
                    <a:pt x="134" y="461"/>
                    <a:pt x="193" y="461"/>
                  </a:cubicBezTo>
                  <a:cubicBezTo>
                    <a:pt x="241" y="461"/>
                    <a:pt x="302" y="468"/>
                    <a:pt x="377" y="481"/>
                  </a:cubicBezTo>
                  <a:cubicBezTo>
                    <a:pt x="377" y="425"/>
                    <a:pt x="391" y="383"/>
                    <a:pt x="419" y="355"/>
                  </a:cubicBezTo>
                  <a:cubicBezTo>
                    <a:pt x="387" y="339"/>
                    <a:pt x="354" y="332"/>
                    <a:pt x="321" y="332"/>
                  </a:cubicBezTo>
                  <a:cubicBezTo>
                    <a:pt x="298" y="332"/>
                    <a:pt x="275" y="336"/>
                    <a:pt x="252" y="341"/>
                  </a:cubicBezTo>
                  <a:cubicBezTo>
                    <a:pt x="322" y="286"/>
                    <a:pt x="363" y="216"/>
                    <a:pt x="363" y="132"/>
                  </a:cubicBezTo>
                  <a:cubicBezTo>
                    <a:pt x="363" y="90"/>
                    <a:pt x="336" y="35"/>
                    <a:pt x="294" y="21"/>
                  </a:cubicBezTo>
                  <a:cubicBezTo>
                    <a:pt x="274" y="11"/>
                    <a:pt x="254" y="1"/>
                    <a:pt x="230"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11"/>
            <p:cNvSpPr/>
            <p:nvPr/>
          </p:nvSpPr>
          <p:spPr>
            <a:xfrm>
              <a:off x="5553042" y="5464663"/>
              <a:ext cx="63611" cy="70122"/>
            </a:xfrm>
            <a:custGeom>
              <a:avLst/>
              <a:gdLst/>
              <a:ahLst/>
              <a:cxnLst/>
              <a:rect l="l" t="t" r="r" b="b"/>
              <a:pathLst>
                <a:path w="879" h="969" extrusionOk="0">
                  <a:moveTo>
                    <a:pt x="516" y="391"/>
                  </a:moveTo>
                  <a:cubicBezTo>
                    <a:pt x="586" y="391"/>
                    <a:pt x="628" y="419"/>
                    <a:pt x="614" y="489"/>
                  </a:cubicBezTo>
                  <a:cubicBezTo>
                    <a:pt x="614" y="530"/>
                    <a:pt x="586" y="572"/>
                    <a:pt x="558" y="614"/>
                  </a:cubicBezTo>
                  <a:cubicBezTo>
                    <a:pt x="516" y="698"/>
                    <a:pt x="419" y="754"/>
                    <a:pt x="321" y="782"/>
                  </a:cubicBezTo>
                  <a:cubicBezTo>
                    <a:pt x="293" y="782"/>
                    <a:pt x="265" y="740"/>
                    <a:pt x="251" y="684"/>
                  </a:cubicBezTo>
                  <a:cubicBezTo>
                    <a:pt x="265" y="530"/>
                    <a:pt x="377" y="419"/>
                    <a:pt x="516" y="391"/>
                  </a:cubicBezTo>
                  <a:close/>
                  <a:moveTo>
                    <a:pt x="628" y="0"/>
                  </a:moveTo>
                  <a:cubicBezTo>
                    <a:pt x="572" y="0"/>
                    <a:pt x="516" y="14"/>
                    <a:pt x="460" y="42"/>
                  </a:cubicBezTo>
                  <a:cubicBezTo>
                    <a:pt x="377" y="70"/>
                    <a:pt x="307" y="112"/>
                    <a:pt x="237" y="154"/>
                  </a:cubicBezTo>
                  <a:cubicBezTo>
                    <a:pt x="182" y="224"/>
                    <a:pt x="112" y="307"/>
                    <a:pt x="70" y="391"/>
                  </a:cubicBezTo>
                  <a:cubicBezTo>
                    <a:pt x="28" y="489"/>
                    <a:pt x="0" y="600"/>
                    <a:pt x="14" y="698"/>
                  </a:cubicBezTo>
                  <a:cubicBezTo>
                    <a:pt x="28" y="768"/>
                    <a:pt x="56" y="837"/>
                    <a:pt x="112" y="893"/>
                  </a:cubicBezTo>
                  <a:cubicBezTo>
                    <a:pt x="154" y="935"/>
                    <a:pt x="195" y="963"/>
                    <a:pt x="265" y="963"/>
                  </a:cubicBezTo>
                  <a:cubicBezTo>
                    <a:pt x="282" y="967"/>
                    <a:pt x="299" y="969"/>
                    <a:pt x="317" y="969"/>
                  </a:cubicBezTo>
                  <a:cubicBezTo>
                    <a:pt x="362" y="969"/>
                    <a:pt x="411" y="959"/>
                    <a:pt x="460" y="949"/>
                  </a:cubicBezTo>
                  <a:cubicBezTo>
                    <a:pt x="530" y="907"/>
                    <a:pt x="600" y="865"/>
                    <a:pt x="656" y="809"/>
                  </a:cubicBezTo>
                  <a:cubicBezTo>
                    <a:pt x="684" y="782"/>
                    <a:pt x="712" y="754"/>
                    <a:pt x="739" y="726"/>
                  </a:cubicBezTo>
                  <a:cubicBezTo>
                    <a:pt x="767" y="670"/>
                    <a:pt x="795" y="614"/>
                    <a:pt x="823" y="558"/>
                  </a:cubicBezTo>
                  <a:cubicBezTo>
                    <a:pt x="851" y="489"/>
                    <a:pt x="865" y="405"/>
                    <a:pt x="865" y="321"/>
                  </a:cubicBezTo>
                  <a:cubicBezTo>
                    <a:pt x="879" y="251"/>
                    <a:pt x="851" y="182"/>
                    <a:pt x="823" y="126"/>
                  </a:cubicBezTo>
                  <a:cubicBezTo>
                    <a:pt x="781" y="56"/>
                    <a:pt x="712" y="14"/>
                    <a:pt x="628"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7" name="Google Shape;767;p11"/>
          <p:cNvGrpSpPr/>
          <p:nvPr/>
        </p:nvGrpSpPr>
        <p:grpSpPr>
          <a:xfrm>
            <a:off x="260661" y="166845"/>
            <a:ext cx="1532541" cy="1092327"/>
            <a:chOff x="5724623" y="4011117"/>
            <a:chExt cx="569379" cy="405828"/>
          </a:xfrm>
        </p:grpSpPr>
        <p:sp>
          <p:nvSpPr>
            <p:cNvPr id="768" name="Google Shape;768;p11"/>
            <p:cNvSpPr/>
            <p:nvPr/>
          </p:nvSpPr>
          <p:spPr>
            <a:xfrm>
              <a:off x="5908361" y="4114094"/>
              <a:ext cx="54565" cy="74753"/>
            </a:xfrm>
            <a:custGeom>
              <a:avLst/>
              <a:gdLst/>
              <a:ahLst/>
              <a:cxnLst/>
              <a:rect l="l" t="t" r="r" b="b"/>
              <a:pathLst>
                <a:path w="754" h="1033" extrusionOk="0">
                  <a:moveTo>
                    <a:pt x="572" y="0"/>
                  </a:moveTo>
                  <a:cubicBezTo>
                    <a:pt x="377" y="70"/>
                    <a:pt x="195" y="112"/>
                    <a:pt x="0" y="140"/>
                  </a:cubicBezTo>
                  <a:lnTo>
                    <a:pt x="84" y="684"/>
                  </a:lnTo>
                  <a:cubicBezTo>
                    <a:pt x="126" y="642"/>
                    <a:pt x="181" y="600"/>
                    <a:pt x="237" y="586"/>
                  </a:cubicBezTo>
                  <a:cubicBezTo>
                    <a:pt x="276" y="579"/>
                    <a:pt x="310" y="576"/>
                    <a:pt x="339" y="576"/>
                  </a:cubicBezTo>
                  <a:cubicBezTo>
                    <a:pt x="428" y="576"/>
                    <a:pt x="478" y="607"/>
                    <a:pt x="488" y="670"/>
                  </a:cubicBezTo>
                  <a:cubicBezTo>
                    <a:pt x="498" y="741"/>
                    <a:pt x="464" y="760"/>
                    <a:pt x="413" y="760"/>
                  </a:cubicBezTo>
                  <a:cubicBezTo>
                    <a:pt x="394" y="760"/>
                    <a:pt x="372" y="757"/>
                    <a:pt x="349" y="753"/>
                  </a:cubicBezTo>
                  <a:cubicBezTo>
                    <a:pt x="293" y="739"/>
                    <a:pt x="251" y="712"/>
                    <a:pt x="209" y="684"/>
                  </a:cubicBezTo>
                  <a:cubicBezTo>
                    <a:pt x="167" y="753"/>
                    <a:pt x="112" y="809"/>
                    <a:pt x="56" y="865"/>
                  </a:cubicBezTo>
                  <a:cubicBezTo>
                    <a:pt x="154" y="963"/>
                    <a:pt x="293" y="1018"/>
                    <a:pt x="432" y="1032"/>
                  </a:cubicBezTo>
                  <a:cubicBezTo>
                    <a:pt x="516" y="1032"/>
                    <a:pt x="586" y="990"/>
                    <a:pt x="656" y="935"/>
                  </a:cubicBezTo>
                  <a:cubicBezTo>
                    <a:pt x="725" y="837"/>
                    <a:pt x="753" y="739"/>
                    <a:pt x="753" y="628"/>
                  </a:cubicBezTo>
                  <a:cubicBezTo>
                    <a:pt x="739" y="544"/>
                    <a:pt x="711" y="474"/>
                    <a:pt x="642" y="419"/>
                  </a:cubicBezTo>
                  <a:cubicBezTo>
                    <a:pt x="581" y="370"/>
                    <a:pt x="500" y="332"/>
                    <a:pt x="406" y="332"/>
                  </a:cubicBezTo>
                  <a:cubicBezTo>
                    <a:pt x="392" y="332"/>
                    <a:pt x="377" y="333"/>
                    <a:pt x="363" y="335"/>
                  </a:cubicBezTo>
                  <a:cubicBezTo>
                    <a:pt x="335" y="335"/>
                    <a:pt x="293" y="335"/>
                    <a:pt x="265" y="349"/>
                  </a:cubicBezTo>
                  <a:lnTo>
                    <a:pt x="251" y="307"/>
                  </a:lnTo>
                  <a:cubicBezTo>
                    <a:pt x="377" y="279"/>
                    <a:pt x="502" y="265"/>
                    <a:pt x="628" y="265"/>
                  </a:cubicBezTo>
                  <a:cubicBezTo>
                    <a:pt x="600" y="181"/>
                    <a:pt x="586" y="98"/>
                    <a:pt x="572"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11"/>
            <p:cNvSpPr/>
            <p:nvPr/>
          </p:nvSpPr>
          <p:spPr>
            <a:xfrm>
              <a:off x="5724623" y="4051497"/>
              <a:ext cx="76782" cy="116363"/>
            </a:xfrm>
            <a:custGeom>
              <a:avLst/>
              <a:gdLst/>
              <a:ahLst/>
              <a:cxnLst/>
              <a:rect l="l" t="t" r="r" b="b"/>
              <a:pathLst>
                <a:path w="1061" h="1608" extrusionOk="0">
                  <a:moveTo>
                    <a:pt x="823" y="0"/>
                  </a:moveTo>
                  <a:cubicBezTo>
                    <a:pt x="768" y="14"/>
                    <a:pt x="712" y="42"/>
                    <a:pt x="656" y="70"/>
                  </a:cubicBezTo>
                  <a:cubicBezTo>
                    <a:pt x="572" y="126"/>
                    <a:pt x="489" y="182"/>
                    <a:pt x="419" y="251"/>
                  </a:cubicBezTo>
                  <a:cubicBezTo>
                    <a:pt x="321" y="349"/>
                    <a:pt x="224" y="461"/>
                    <a:pt x="154" y="586"/>
                  </a:cubicBezTo>
                  <a:cubicBezTo>
                    <a:pt x="112" y="656"/>
                    <a:pt x="70" y="754"/>
                    <a:pt x="42" y="837"/>
                  </a:cubicBezTo>
                  <a:cubicBezTo>
                    <a:pt x="0" y="991"/>
                    <a:pt x="0" y="1158"/>
                    <a:pt x="42" y="1311"/>
                  </a:cubicBezTo>
                  <a:cubicBezTo>
                    <a:pt x="56" y="1367"/>
                    <a:pt x="84" y="1423"/>
                    <a:pt x="126" y="1465"/>
                  </a:cubicBezTo>
                  <a:cubicBezTo>
                    <a:pt x="154" y="1493"/>
                    <a:pt x="182" y="1521"/>
                    <a:pt x="210" y="1535"/>
                  </a:cubicBezTo>
                  <a:cubicBezTo>
                    <a:pt x="302" y="1581"/>
                    <a:pt x="395" y="1608"/>
                    <a:pt x="487" y="1608"/>
                  </a:cubicBezTo>
                  <a:cubicBezTo>
                    <a:pt x="506" y="1608"/>
                    <a:pt x="525" y="1607"/>
                    <a:pt x="544" y="1604"/>
                  </a:cubicBezTo>
                  <a:cubicBezTo>
                    <a:pt x="656" y="1590"/>
                    <a:pt x="754" y="1549"/>
                    <a:pt x="851" y="1493"/>
                  </a:cubicBezTo>
                  <a:cubicBezTo>
                    <a:pt x="921" y="1437"/>
                    <a:pt x="1005" y="1381"/>
                    <a:pt x="1061" y="1311"/>
                  </a:cubicBezTo>
                  <a:lnTo>
                    <a:pt x="879" y="977"/>
                  </a:lnTo>
                  <a:cubicBezTo>
                    <a:pt x="865" y="1005"/>
                    <a:pt x="851" y="1019"/>
                    <a:pt x="837" y="1046"/>
                  </a:cubicBezTo>
                  <a:cubicBezTo>
                    <a:pt x="782" y="1116"/>
                    <a:pt x="698" y="1172"/>
                    <a:pt x="600" y="1200"/>
                  </a:cubicBezTo>
                  <a:lnTo>
                    <a:pt x="530" y="1200"/>
                  </a:lnTo>
                  <a:cubicBezTo>
                    <a:pt x="447" y="1158"/>
                    <a:pt x="419" y="1074"/>
                    <a:pt x="447" y="921"/>
                  </a:cubicBezTo>
                  <a:cubicBezTo>
                    <a:pt x="475" y="837"/>
                    <a:pt x="530" y="754"/>
                    <a:pt x="600" y="684"/>
                  </a:cubicBezTo>
                  <a:cubicBezTo>
                    <a:pt x="670" y="628"/>
                    <a:pt x="754" y="586"/>
                    <a:pt x="837" y="572"/>
                  </a:cubicBezTo>
                  <a:lnTo>
                    <a:pt x="823" y="0"/>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11"/>
            <p:cNvSpPr/>
            <p:nvPr/>
          </p:nvSpPr>
          <p:spPr>
            <a:xfrm>
              <a:off x="5813416" y="4011117"/>
              <a:ext cx="69762" cy="141401"/>
            </a:xfrm>
            <a:custGeom>
              <a:avLst/>
              <a:gdLst/>
              <a:ahLst/>
              <a:cxnLst/>
              <a:rect l="l" t="t" r="r" b="b"/>
              <a:pathLst>
                <a:path w="964" h="1954" extrusionOk="0">
                  <a:moveTo>
                    <a:pt x="364" y="0"/>
                  </a:moveTo>
                  <a:cubicBezTo>
                    <a:pt x="238" y="70"/>
                    <a:pt x="126" y="126"/>
                    <a:pt x="1" y="182"/>
                  </a:cubicBezTo>
                  <a:cubicBezTo>
                    <a:pt x="57" y="726"/>
                    <a:pt x="99" y="1325"/>
                    <a:pt x="126" y="1939"/>
                  </a:cubicBezTo>
                  <a:lnTo>
                    <a:pt x="294" y="1856"/>
                  </a:lnTo>
                  <a:lnTo>
                    <a:pt x="475" y="1744"/>
                  </a:lnTo>
                  <a:cubicBezTo>
                    <a:pt x="447" y="1521"/>
                    <a:pt x="433" y="1381"/>
                    <a:pt x="433" y="1339"/>
                  </a:cubicBezTo>
                  <a:lnTo>
                    <a:pt x="615" y="1242"/>
                  </a:lnTo>
                  <a:cubicBezTo>
                    <a:pt x="629" y="1591"/>
                    <a:pt x="643" y="1814"/>
                    <a:pt x="670" y="1953"/>
                  </a:cubicBezTo>
                  <a:cubicBezTo>
                    <a:pt x="712" y="1911"/>
                    <a:pt x="754" y="1883"/>
                    <a:pt x="810" y="1842"/>
                  </a:cubicBezTo>
                  <a:cubicBezTo>
                    <a:pt x="852" y="1814"/>
                    <a:pt x="894" y="1772"/>
                    <a:pt x="935" y="1744"/>
                  </a:cubicBezTo>
                  <a:lnTo>
                    <a:pt x="963" y="1730"/>
                  </a:lnTo>
                  <a:cubicBezTo>
                    <a:pt x="935" y="1381"/>
                    <a:pt x="908" y="795"/>
                    <a:pt x="894" y="0"/>
                  </a:cubicBezTo>
                  <a:cubicBezTo>
                    <a:pt x="782" y="70"/>
                    <a:pt x="656" y="140"/>
                    <a:pt x="531" y="196"/>
                  </a:cubicBezTo>
                  <a:cubicBezTo>
                    <a:pt x="559" y="461"/>
                    <a:pt x="587" y="684"/>
                    <a:pt x="587" y="823"/>
                  </a:cubicBezTo>
                  <a:lnTo>
                    <a:pt x="503" y="893"/>
                  </a:lnTo>
                  <a:cubicBezTo>
                    <a:pt x="475" y="907"/>
                    <a:pt x="447" y="921"/>
                    <a:pt x="419" y="949"/>
                  </a:cubicBezTo>
                  <a:cubicBezTo>
                    <a:pt x="391" y="628"/>
                    <a:pt x="378" y="321"/>
                    <a:pt x="364"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11"/>
            <p:cNvSpPr/>
            <p:nvPr/>
          </p:nvSpPr>
          <p:spPr>
            <a:xfrm>
              <a:off x="6135446" y="4196808"/>
              <a:ext cx="76782" cy="115422"/>
            </a:xfrm>
            <a:custGeom>
              <a:avLst/>
              <a:gdLst/>
              <a:ahLst/>
              <a:cxnLst/>
              <a:rect l="l" t="t" r="r" b="b"/>
              <a:pathLst>
                <a:path w="1061" h="1595" extrusionOk="0">
                  <a:moveTo>
                    <a:pt x="823" y="1"/>
                  </a:moveTo>
                  <a:cubicBezTo>
                    <a:pt x="768" y="15"/>
                    <a:pt x="712" y="43"/>
                    <a:pt x="656" y="71"/>
                  </a:cubicBezTo>
                  <a:cubicBezTo>
                    <a:pt x="572" y="126"/>
                    <a:pt x="503" y="182"/>
                    <a:pt x="419" y="252"/>
                  </a:cubicBezTo>
                  <a:cubicBezTo>
                    <a:pt x="321" y="350"/>
                    <a:pt x="238" y="461"/>
                    <a:pt x="168" y="573"/>
                  </a:cubicBezTo>
                  <a:cubicBezTo>
                    <a:pt x="112" y="657"/>
                    <a:pt x="70" y="740"/>
                    <a:pt x="56" y="838"/>
                  </a:cubicBezTo>
                  <a:cubicBezTo>
                    <a:pt x="1" y="991"/>
                    <a:pt x="1" y="1159"/>
                    <a:pt x="56" y="1312"/>
                  </a:cubicBezTo>
                  <a:cubicBezTo>
                    <a:pt x="70" y="1354"/>
                    <a:pt x="98" y="1410"/>
                    <a:pt x="126" y="1452"/>
                  </a:cubicBezTo>
                  <a:cubicBezTo>
                    <a:pt x="154" y="1479"/>
                    <a:pt x="182" y="1507"/>
                    <a:pt x="210" y="1521"/>
                  </a:cubicBezTo>
                  <a:cubicBezTo>
                    <a:pt x="302" y="1568"/>
                    <a:pt x="395" y="1595"/>
                    <a:pt x="487" y="1595"/>
                  </a:cubicBezTo>
                  <a:cubicBezTo>
                    <a:pt x="506" y="1595"/>
                    <a:pt x="525" y="1593"/>
                    <a:pt x="545" y="1591"/>
                  </a:cubicBezTo>
                  <a:cubicBezTo>
                    <a:pt x="656" y="1577"/>
                    <a:pt x="754" y="1535"/>
                    <a:pt x="837" y="1479"/>
                  </a:cubicBezTo>
                  <a:cubicBezTo>
                    <a:pt x="921" y="1438"/>
                    <a:pt x="1005" y="1382"/>
                    <a:pt x="1061" y="1312"/>
                  </a:cubicBezTo>
                  <a:lnTo>
                    <a:pt x="879" y="977"/>
                  </a:lnTo>
                  <a:cubicBezTo>
                    <a:pt x="879" y="977"/>
                    <a:pt x="865" y="1005"/>
                    <a:pt x="837" y="1047"/>
                  </a:cubicBezTo>
                  <a:cubicBezTo>
                    <a:pt x="782" y="1117"/>
                    <a:pt x="698" y="1173"/>
                    <a:pt x="600" y="1201"/>
                  </a:cubicBezTo>
                  <a:lnTo>
                    <a:pt x="545" y="1201"/>
                  </a:lnTo>
                  <a:cubicBezTo>
                    <a:pt x="447" y="1159"/>
                    <a:pt x="419" y="1061"/>
                    <a:pt x="447" y="922"/>
                  </a:cubicBezTo>
                  <a:cubicBezTo>
                    <a:pt x="489" y="838"/>
                    <a:pt x="531" y="754"/>
                    <a:pt x="600" y="684"/>
                  </a:cubicBezTo>
                  <a:cubicBezTo>
                    <a:pt x="670" y="629"/>
                    <a:pt x="754" y="587"/>
                    <a:pt x="837" y="573"/>
                  </a:cubicBezTo>
                  <a:lnTo>
                    <a:pt x="823" y="1"/>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11"/>
            <p:cNvSpPr/>
            <p:nvPr/>
          </p:nvSpPr>
          <p:spPr>
            <a:xfrm>
              <a:off x="6224239" y="4156428"/>
              <a:ext cx="69762" cy="141401"/>
            </a:xfrm>
            <a:custGeom>
              <a:avLst/>
              <a:gdLst/>
              <a:ahLst/>
              <a:cxnLst/>
              <a:rect l="l" t="t" r="r" b="b"/>
              <a:pathLst>
                <a:path w="964" h="1954" extrusionOk="0">
                  <a:moveTo>
                    <a:pt x="364" y="1"/>
                  </a:moveTo>
                  <a:cubicBezTo>
                    <a:pt x="252" y="71"/>
                    <a:pt x="127" y="127"/>
                    <a:pt x="1" y="168"/>
                  </a:cubicBezTo>
                  <a:cubicBezTo>
                    <a:pt x="57" y="726"/>
                    <a:pt x="99" y="1326"/>
                    <a:pt x="140" y="1940"/>
                  </a:cubicBezTo>
                  <a:lnTo>
                    <a:pt x="294" y="1856"/>
                  </a:lnTo>
                  <a:lnTo>
                    <a:pt x="461" y="1745"/>
                  </a:lnTo>
                  <a:cubicBezTo>
                    <a:pt x="447" y="1521"/>
                    <a:pt x="433" y="1382"/>
                    <a:pt x="433" y="1340"/>
                  </a:cubicBezTo>
                  <a:lnTo>
                    <a:pt x="615" y="1228"/>
                  </a:lnTo>
                  <a:cubicBezTo>
                    <a:pt x="629" y="1577"/>
                    <a:pt x="643" y="1814"/>
                    <a:pt x="671" y="1954"/>
                  </a:cubicBezTo>
                  <a:cubicBezTo>
                    <a:pt x="712" y="1926"/>
                    <a:pt x="754" y="1884"/>
                    <a:pt x="810" y="1842"/>
                  </a:cubicBezTo>
                  <a:cubicBezTo>
                    <a:pt x="852" y="1814"/>
                    <a:pt x="894" y="1772"/>
                    <a:pt x="949" y="1745"/>
                  </a:cubicBezTo>
                  <a:lnTo>
                    <a:pt x="963" y="1731"/>
                  </a:lnTo>
                  <a:cubicBezTo>
                    <a:pt x="936" y="1382"/>
                    <a:pt x="908" y="810"/>
                    <a:pt x="894" y="1"/>
                  </a:cubicBezTo>
                  <a:cubicBezTo>
                    <a:pt x="782" y="71"/>
                    <a:pt x="671" y="140"/>
                    <a:pt x="545" y="182"/>
                  </a:cubicBezTo>
                  <a:cubicBezTo>
                    <a:pt x="573" y="461"/>
                    <a:pt x="587" y="671"/>
                    <a:pt x="587" y="824"/>
                  </a:cubicBezTo>
                  <a:lnTo>
                    <a:pt x="503" y="894"/>
                  </a:lnTo>
                  <a:cubicBezTo>
                    <a:pt x="503" y="894"/>
                    <a:pt x="475" y="908"/>
                    <a:pt x="419" y="936"/>
                  </a:cubicBezTo>
                  <a:cubicBezTo>
                    <a:pt x="392" y="629"/>
                    <a:pt x="378" y="308"/>
                    <a:pt x="364"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11"/>
            <p:cNvSpPr/>
            <p:nvPr/>
          </p:nvSpPr>
          <p:spPr>
            <a:xfrm>
              <a:off x="5930505" y="4333725"/>
              <a:ext cx="67736" cy="83220"/>
            </a:xfrm>
            <a:custGeom>
              <a:avLst/>
              <a:gdLst/>
              <a:ahLst/>
              <a:cxnLst/>
              <a:rect l="l" t="t" r="r" b="b"/>
              <a:pathLst>
                <a:path w="936" h="1150" extrusionOk="0">
                  <a:moveTo>
                    <a:pt x="506" y="0"/>
                  </a:moveTo>
                  <a:cubicBezTo>
                    <a:pt x="486" y="0"/>
                    <a:pt x="466" y="2"/>
                    <a:pt x="447" y="6"/>
                  </a:cubicBezTo>
                  <a:cubicBezTo>
                    <a:pt x="266" y="6"/>
                    <a:pt x="99" y="118"/>
                    <a:pt x="29" y="285"/>
                  </a:cubicBezTo>
                  <a:cubicBezTo>
                    <a:pt x="1" y="383"/>
                    <a:pt x="1" y="480"/>
                    <a:pt x="57" y="578"/>
                  </a:cubicBezTo>
                  <a:cubicBezTo>
                    <a:pt x="137" y="543"/>
                    <a:pt x="217" y="518"/>
                    <a:pt x="306" y="518"/>
                  </a:cubicBezTo>
                  <a:cubicBezTo>
                    <a:pt x="325" y="518"/>
                    <a:pt x="344" y="520"/>
                    <a:pt x="364" y="522"/>
                  </a:cubicBezTo>
                  <a:cubicBezTo>
                    <a:pt x="364" y="494"/>
                    <a:pt x="364" y="466"/>
                    <a:pt x="350" y="438"/>
                  </a:cubicBezTo>
                  <a:cubicBezTo>
                    <a:pt x="336" y="396"/>
                    <a:pt x="364" y="341"/>
                    <a:pt x="392" y="327"/>
                  </a:cubicBezTo>
                  <a:cubicBezTo>
                    <a:pt x="461" y="327"/>
                    <a:pt x="475" y="355"/>
                    <a:pt x="489" y="396"/>
                  </a:cubicBezTo>
                  <a:cubicBezTo>
                    <a:pt x="489" y="424"/>
                    <a:pt x="475" y="438"/>
                    <a:pt x="475" y="466"/>
                  </a:cubicBezTo>
                  <a:cubicBezTo>
                    <a:pt x="405" y="592"/>
                    <a:pt x="308" y="717"/>
                    <a:pt x="196" y="829"/>
                  </a:cubicBezTo>
                  <a:cubicBezTo>
                    <a:pt x="113" y="899"/>
                    <a:pt x="71" y="1038"/>
                    <a:pt x="113" y="1150"/>
                  </a:cubicBezTo>
                  <a:cubicBezTo>
                    <a:pt x="176" y="1102"/>
                    <a:pt x="280" y="1077"/>
                    <a:pt x="421" y="1077"/>
                  </a:cubicBezTo>
                  <a:cubicBezTo>
                    <a:pt x="529" y="1077"/>
                    <a:pt x="659" y="1092"/>
                    <a:pt x="810" y="1122"/>
                  </a:cubicBezTo>
                  <a:cubicBezTo>
                    <a:pt x="824" y="1010"/>
                    <a:pt x="866" y="899"/>
                    <a:pt x="936" y="815"/>
                  </a:cubicBezTo>
                  <a:cubicBezTo>
                    <a:pt x="854" y="795"/>
                    <a:pt x="765" y="782"/>
                    <a:pt x="673" y="782"/>
                  </a:cubicBezTo>
                  <a:cubicBezTo>
                    <a:pt x="640" y="782"/>
                    <a:pt x="606" y="783"/>
                    <a:pt x="573" y="787"/>
                  </a:cubicBezTo>
                  <a:cubicBezTo>
                    <a:pt x="726" y="675"/>
                    <a:pt x="824" y="508"/>
                    <a:pt x="852" y="327"/>
                  </a:cubicBezTo>
                  <a:cubicBezTo>
                    <a:pt x="852" y="201"/>
                    <a:pt x="782" y="90"/>
                    <a:pt x="670" y="34"/>
                  </a:cubicBezTo>
                  <a:cubicBezTo>
                    <a:pt x="619" y="13"/>
                    <a:pt x="561" y="0"/>
                    <a:pt x="506"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11"/>
            <p:cNvSpPr/>
            <p:nvPr/>
          </p:nvSpPr>
          <p:spPr>
            <a:xfrm>
              <a:off x="5751905" y="4285674"/>
              <a:ext cx="77795" cy="115422"/>
            </a:xfrm>
            <a:custGeom>
              <a:avLst/>
              <a:gdLst/>
              <a:ahLst/>
              <a:cxnLst/>
              <a:rect l="l" t="t" r="r" b="b"/>
              <a:pathLst>
                <a:path w="1075" h="1595" extrusionOk="0">
                  <a:moveTo>
                    <a:pt x="823" y="0"/>
                  </a:moveTo>
                  <a:cubicBezTo>
                    <a:pt x="767" y="14"/>
                    <a:pt x="711" y="42"/>
                    <a:pt x="656" y="70"/>
                  </a:cubicBezTo>
                  <a:cubicBezTo>
                    <a:pt x="572" y="126"/>
                    <a:pt x="488" y="182"/>
                    <a:pt x="419" y="251"/>
                  </a:cubicBezTo>
                  <a:cubicBezTo>
                    <a:pt x="321" y="349"/>
                    <a:pt x="237" y="461"/>
                    <a:pt x="153" y="586"/>
                  </a:cubicBezTo>
                  <a:cubicBezTo>
                    <a:pt x="112" y="656"/>
                    <a:pt x="70" y="754"/>
                    <a:pt x="42" y="837"/>
                  </a:cubicBezTo>
                  <a:cubicBezTo>
                    <a:pt x="0" y="991"/>
                    <a:pt x="0" y="1158"/>
                    <a:pt x="42" y="1312"/>
                  </a:cubicBezTo>
                  <a:cubicBezTo>
                    <a:pt x="70" y="1353"/>
                    <a:pt x="98" y="1409"/>
                    <a:pt x="126" y="1451"/>
                  </a:cubicBezTo>
                  <a:cubicBezTo>
                    <a:pt x="153" y="1479"/>
                    <a:pt x="181" y="1507"/>
                    <a:pt x="209" y="1521"/>
                  </a:cubicBezTo>
                  <a:cubicBezTo>
                    <a:pt x="302" y="1567"/>
                    <a:pt x="394" y="1594"/>
                    <a:pt x="487" y="1594"/>
                  </a:cubicBezTo>
                  <a:cubicBezTo>
                    <a:pt x="506" y="1594"/>
                    <a:pt x="525" y="1593"/>
                    <a:pt x="544" y="1591"/>
                  </a:cubicBezTo>
                  <a:cubicBezTo>
                    <a:pt x="656" y="1577"/>
                    <a:pt x="753" y="1535"/>
                    <a:pt x="851" y="1479"/>
                  </a:cubicBezTo>
                  <a:cubicBezTo>
                    <a:pt x="921" y="1437"/>
                    <a:pt x="1004" y="1381"/>
                    <a:pt x="1074" y="1312"/>
                  </a:cubicBezTo>
                  <a:lnTo>
                    <a:pt x="879" y="977"/>
                  </a:lnTo>
                  <a:cubicBezTo>
                    <a:pt x="879" y="977"/>
                    <a:pt x="865" y="1005"/>
                    <a:pt x="837" y="1047"/>
                  </a:cubicBezTo>
                  <a:cubicBezTo>
                    <a:pt x="781" y="1116"/>
                    <a:pt x="697" y="1172"/>
                    <a:pt x="600" y="1200"/>
                  </a:cubicBezTo>
                  <a:lnTo>
                    <a:pt x="544" y="1200"/>
                  </a:lnTo>
                  <a:cubicBezTo>
                    <a:pt x="460" y="1158"/>
                    <a:pt x="419" y="1060"/>
                    <a:pt x="446" y="921"/>
                  </a:cubicBezTo>
                  <a:cubicBezTo>
                    <a:pt x="488" y="837"/>
                    <a:pt x="544" y="754"/>
                    <a:pt x="600" y="684"/>
                  </a:cubicBezTo>
                  <a:cubicBezTo>
                    <a:pt x="670" y="628"/>
                    <a:pt x="753" y="586"/>
                    <a:pt x="851" y="572"/>
                  </a:cubicBezTo>
                  <a:lnTo>
                    <a:pt x="823" y="0"/>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11"/>
            <p:cNvSpPr/>
            <p:nvPr/>
          </p:nvSpPr>
          <p:spPr>
            <a:xfrm>
              <a:off x="5840698" y="4245294"/>
              <a:ext cx="69690" cy="142414"/>
            </a:xfrm>
            <a:custGeom>
              <a:avLst/>
              <a:gdLst/>
              <a:ahLst/>
              <a:cxnLst/>
              <a:rect l="l" t="t" r="r" b="b"/>
              <a:pathLst>
                <a:path w="963" h="1968" extrusionOk="0">
                  <a:moveTo>
                    <a:pt x="363" y="0"/>
                  </a:moveTo>
                  <a:cubicBezTo>
                    <a:pt x="238" y="70"/>
                    <a:pt x="126" y="126"/>
                    <a:pt x="1" y="182"/>
                  </a:cubicBezTo>
                  <a:cubicBezTo>
                    <a:pt x="56" y="740"/>
                    <a:pt x="98" y="1326"/>
                    <a:pt x="126" y="1939"/>
                  </a:cubicBezTo>
                  <a:lnTo>
                    <a:pt x="293" y="1856"/>
                  </a:lnTo>
                  <a:lnTo>
                    <a:pt x="461" y="1744"/>
                  </a:lnTo>
                  <a:cubicBezTo>
                    <a:pt x="447" y="1521"/>
                    <a:pt x="433" y="1381"/>
                    <a:pt x="433" y="1340"/>
                  </a:cubicBezTo>
                  <a:lnTo>
                    <a:pt x="600" y="1242"/>
                  </a:lnTo>
                  <a:cubicBezTo>
                    <a:pt x="628" y="1591"/>
                    <a:pt x="642" y="1828"/>
                    <a:pt x="670" y="1967"/>
                  </a:cubicBezTo>
                  <a:cubicBezTo>
                    <a:pt x="712" y="1925"/>
                    <a:pt x="754" y="1884"/>
                    <a:pt x="796" y="1856"/>
                  </a:cubicBezTo>
                  <a:cubicBezTo>
                    <a:pt x="837" y="1828"/>
                    <a:pt x="879" y="1786"/>
                    <a:pt x="935" y="1744"/>
                  </a:cubicBezTo>
                  <a:lnTo>
                    <a:pt x="963" y="1730"/>
                  </a:lnTo>
                  <a:cubicBezTo>
                    <a:pt x="935" y="1381"/>
                    <a:pt x="907" y="809"/>
                    <a:pt x="893" y="0"/>
                  </a:cubicBezTo>
                  <a:cubicBezTo>
                    <a:pt x="782" y="70"/>
                    <a:pt x="656" y="140"/>
                    <a:pt x="531" y="196"/>
                  </a:cubicBezTo>
                  <a:cubicBezTo>
                    <a:pt x="558" y="461"/>
                    <a:pt x="586" y="684"/>
                    <a:pt x="586" y="837"/>
                  </a:cubicBezTo>
                  <a:cubicBezTo>
                    <a:pt x="558" y="851"/>
                    <a:pt x="531" y="879"/>
                    <a:pt x="503" y="893"/>
                  </a:cubicBezTo>
                  <a:lnTo>
                    <a:pt x="419" y="949"/>
                  </a:lnTo>
                  <a:cubicBezTo>
                    <a:pt x="391" y="628"/>
                    <a:pt x="363" y="321"/>
                    <a:pt x="363"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11"/>
            <p:cNvSpPr/>
            <p:nvPr/>
          </p:nvSpPr>
          <p:spPr>
            <a:xfrm>
              <a:off x="5995128" y="4170612"/>
              <a:ext cx="112097" cy="65635"/>
            </a:xfrm>
            <a:custGeom>
              <a:avLst/>
              <a:gdLst/>
              <a:ahLst/>
              <a:cxnLst/>
              <a:rect l="l" t="t" r="r" b="b"/>
              <a:pathLst>
                <a:path w="1549" h="907" extrusionOk="0">
                  <a:moveTo>
                    <a:pt x="1" y="0"/>
                  </a:moveTo>
                  <a:cubicBezTo>
                    <a:pt x="29" y="14"/>
                    <a:pt x="43" y="28"/>
                    <a:pt x="56" y="42"/>
                  </a:cubicBezTo>
                  <a:cubicBezTo>
                    <a:pt x="112" y="70"/>
                    <a:pt x="168" y="112"/>
                    <a:pt x="238" y="168"/>
                  </a:cubicBezTo>
                  <a:cubicBezTo>
                    <a:pt x="377" y="265"/>
                    <a:pt x="559" y="377"/>
                    <a:pt x="754" y="488"/>
                  </a:cubicBezTo>
                  <a:cubicBezTo>
                    <a:pt x="963" y="614"/>
                    <a:pt x="1144" y="712"/>
                    <a:pt x="1298" y="781"/>
                  </a:cubicBezTo>
                  <a:cubicBezTo>
                    <a:pt x="1368" y="823"/>
                    <a:pt x="1437" y="851"/>
                    <a:pt x="1479" y="865"/>
                  </a:cubicBezTo>
                  <a:lnTo>
                    <a:pt x="1549" y="907"/>
                  </a:lnTo>
                  <a:lnTo>
                    <a:pt x="1493" y="851"/>
                  </a:lnTo>
                  <a:cubicBezTo>
                    <a:pt x="1451" y="823"/>
                    <a:pt x="1396" y="781"/>
                    <a:pt x="1326" y="740"/>
                  </a:cubicBezTo>
                  <a:cubicBezTo>
                    <a:pt x="1186" y="642"/>
                    <a:pt x="991" y="516"/>
                    <a:pt x="796" y="405"/>
                  </a:cubicBezTo>
                  <a:cubicBezTo>
                    <a:pt x="600" y="293"/>
                    <a:pt x="405" y="196"/>
                    <a:pt x="252" y="112"/>
                  </a:cubicBezTo>
                  <a:cubicBezTo>
                    <a:pt x="182" y="84"/>
                    <a:pt x="112" y="56"/>
                    <a:pt x="70" y="28"/>
                  </a:cubicBezTo>
                  <a:lnTo>
                    <a:pt x="1" y="0"/>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11"/>
            <p:cNvSpPr/>
            <p:nvPr/>
          </p:nvSpPr>
          <p:spPr>
            <a:xfrm>
              <a:off x="6009239" y="4305864"/>
              <a:ext cx="116222" cy="56589"/>
            </a:xfrm>
            <a:custGeom>
              <a:avLst/>
              <a:gdLst/>
              <a:ahLst/>
              <a:cxnLst/>
              <a:rect l="l" t="t" r="r" b="b"/>
              <a:pathLst>
                <a:path w="1606" h="782" extrusionOk="0">
                  <a:moveTo>
                    <a:pt x="1605" y="0"/>
                  </a:moveTo>
                  <a:lnTo>
                    <a:pt x="1535" y="28"/>
                  </a:lnTo>
                  <a:cubicBezTo>
                    <a:pt x="1479" y="42"/>
                    <a:pt x="1424" y="70"/>
                    <a:pt x="1340" y="98"/>
                  </a:cubicBezTo>
                  <a:cubicBezTo>
                    <a:pt x="1187" y="154"/>
                    <a:pt x="977" y="251"/>
                    <a:pt x="782" y="349"/>
                  </a:cubicBezTo>
                  <a:cubicBezTo>
                    <a:pt x="573" y="447"/>
                    <a:pt x="378" y="544"/>
                    <a:pt x="238" y="628"/>
                  </a:cubicBezTo>
                  <a:cubicBezTo>
                    <a:pt x="168" y="670"/>
                    <a:pt x="99" y="712"/>
                    <a:pt x="57" y="740"/>
                  </a:cubicBezTo>
                  <a:lnTo>
                    <a:pt x="1" y="781"/>
                  </a:lnTo>
                  <a:lnTo>
                    <a:pt x="71" y="754"/>
                  </a:lnTo>
                  <a:cubicBezTo>
                    <a:pt x="113" y="740"/>
                    <a:pt x="182" y="712"/>
                    <a:pt x="266" y="684"/>
                  </a:cubicBezTo>
                  <a:cubicBezTo>
                    <a:pt x="419" y="614"/>
                    <a:pt x="615" y="530"/>
                    <a:pt x="824" y="433"/>
                  </a:cubicBezTo>
                  <a:cubicBezTo>
                    <a:pt x="1019" y="335"/>
                    <a:pt x="1214" y="238"/>
                    <a:pt x="1368" y="140"/>
                  </a:cubicBezTo>
                  <a:cubicBezTo>
                    <a:pt x="1438" y="98"/>
                    <a:pt x="1493" y="70"/>
                    <a:pt x="1535" y="42"/>
                  </a:cubicBezTo>
                  <a:lnTo>
                    <a:pt x="1605" y="0"/>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8" name="Google Shape;778;p11"/>
          <p:cNvGrpSpPr/>
          <p:nvPr/>
        </p:nvGrpSpPr>
        <p:grpSpPr>
          <a:xfrm>
            <a:off x="7999725" y="3036539"/>
            <a:ext cx="1298606" cy="2151921"/>
            <a:chOff x="6559512" y="4669794"/>
            <a:chExt cx="482466" cy="799495"/>
          </a:xfrm>
        </p:grpSpPr>
        <p:sp>
          <p:nvSpPr>
            <p:cNvPr id="779" name="Google Shape;779;p11"/>
            <p:cNvSpPr/>
            <p:nvPr/>
          </p:nvSpPr>
          <p:spPr>
            <a:xfrm>
              <a:off x="6644181" y="4779284"/>
              <a:ext cx="97986" cy="215069"/>
            </a:xfrm>
            <a:custGeom>
              <a:avLst/>
              <a:gdLst/>
              <a:ahLst/>
              <a:cxnLst/>
              <a:rect l="l" t="t" r="r" b="b"/>
              <a:pathLst>
                <a:path w="1354" h="2972" extrusionOk="0">
                  <a:moveTo>
                    <a:pt x="1354" y="0"/>
                  </a:moveTo>
                  <a:lnTo>
                    <a:pt x="1354" y="0"/>
                  </a:lnTo>
                  <a:cubicBezTo>
                    <a:pt x="1354" y="0"/>
                    <a:pt x="1340" y="14"/>
                    <a:pt x="1298" y="42"/>
                  </a:cubicBezTo>
                  <a:cubicBezTo>
                    <a:pt x="1256" y="70"/>
                    <a:pt x="1200" y="112"/>
                    <a:pt x="1130" y="154"/>
                  </a:cubicBezTo>
                  <a:cubicBezTo>
                    <a:pt x="1005" y="265"/>
                    <a:pt x="824" y="405"/>
                    <a:pt x="656" y="558"/>
                  </a:cubicBezTo>
                  <a:cubicBezTo>
                    <a:pt x="489" y="698"/>
                    <a:pt x="335" y="851"/>
                    <a:pt x="210" y="977"/>
                  </a:cubicBezTo>
                  <a:cubicBezTo>
                    <a:pt x="154" y="1032"/>
                    <a:pt x="112" y="1088"/>
                    <a:pt x="84" y="1130"/>
                  </a:cubicBezTo>
                  <a:lnTo>
                    <a:pt x="29" y="1186"/>
                  </a:lnTo>
                  <a:cubicBezTo>
                    <a:pt x="29" y="1186"/>
                    <a:pt x="56" y="1172"/>
                    <a:pt x="84" y="1144"/>
                  </a:cubicBezTo>
                  <a:cubicBezTo>
                    <a:pt x="126" y="1102"/>
                    <a:pt x="182" y="1074"/>
                    <a:pt x="252" y="1019"/>
                  </a:cubicBezTo>
                  <a:cubicBezTo>
                    <a:pt x="391" y="921"/>
                    <a:pt x="559" y="767"/>
                    <a:pt x="726" y="628"/>
                  </a:cubicBezTo>
                  <a:cubicBezTo>
                    <a:pt x="893" y="475"/>
                    <a:pt x="1047" y="321"/>
                    <a:pt x="1172" y="196"/>
                  </a:cubicBezTo>
                  <a:cubicBezTo>
                    <a:pt x="1228" y="140"/>
                    <a:pt x="1270" y="84"/>
                    <a:pt x="1312" y="56"/>
                  </a:cubicBezTo>
                  <a:lnTo>
                    <a:pt x="1354" y="0"/>
                  </a:lnTo>
                  <a:close/>
                  <a:moveTo>
                    <a:pt x="29" y="1186"/>
                  </a:moveTo>
                  <a:cubicBezTo>
                    <a:pt x="29" y="1214"/>
                    <a:pt x="29" y="1228"/>
                    <a:pt x="29" y="1256"/>
                  </a:cubicBezTo>
                  <a:cubicBezTo>
                    <a:pt x="29" y="1311"/>
                    <a:pt x="15" y="1381"/>
                    <a:pt x="15" y="1465"/>
                  </a:cubicBezTo>
                  <a:cubicBezTo>
                    <a:pt x="1" y="1632"/>
                    <a:pt x="1" y="1855"/>
                    <a:pt x="1" y="2079"/>
                  </a:cubicBezTo>
                  <a:cubicBezTo>
                    <a:pt x="1" y="2302"/>
                    <a:pt x="15" y="2525"/>
                    <a:pt x="42" y="2692"/>
                  </a:cubicBezTo>
                  <a:cubicBezTo>
                    <a:pt x="42" y="2776"/>
                    <a:pt x="56" y="2846"/>
                    <a:pt x="56" y="2888"/>
                  </a:cubicBezTo>
                  <a:cubicBezTo>
                    <a:pt x="70" y="2943"/>
                    <a:pt x="70" y="2971"/>
                    <a:pt x="70" y="2971"/>
                  </a:cubicBezTo>
                  <a:lnTo>
                    <a:pt x="70" y="2888"/>
                  </a:lnTo>
                  <a:cubicBezTo>
                    <a:pt x="70" y="2846"/>
                    <a:pt x="84" y="2776"/>
                    <a:pt x="84" y="2692"/>
                  </a:cubicBezTo>
                  <a:cubicBezTo>
                    <a:pt x="98" y="2511"/>
                    <a:pt x="98" y="2302"/>
                    <a:pt x="98" y="2079"/>
                  </a:cubicBezTo>
                  <a:cubicBezTo>
                    <a:pt x="84" y="1855"/>
                    <a:pt x="70" y="1632"/>
                    <a:pt x="56" y="1465"/>
                  </a:cubicBezTo>
                  <a:cubicBezTo>
                    <a:pt x="56" y="1381"/>
                    <a:pt x="42" y="1311"/>
                    <a:pt x="42" y="1256"/>
                  </a:cubicBezTo>
                  <a:cubicBezTo>
                    <a:pt x="29" y="1214"/>
                    <a:pt x="29" y="1186"/>
                    <a:pt x="29" y="1186"/>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11"/>
            <p:cNvSpPr/>
            <p:nvPr/>
          </p:nvSpPr>
          <p:spPr>
            <a:xfrm>
              <a:off x="6742093" y="4779284"/>
              <a:ext cx="191846" cy="214056"/>
            </a:xfrm>
            <a:custGeom>
              <a:avLst/>
              <a:gdLst/>
              <a:ahLst/>
              <a:cxnLst/>
              <a:rect l="l" t="t" r="r" b="b"/>
              <a:pathLst>
                <a:path w="2651" h="2958" extrusionOk="0">
                  <a:moveTo>
                    <a:pt x="1" y="0"/>
                  </a:moveTo>
                  <a:lnTo>
                    <a:pt x="56" y="56"/>
                  </a:lnTo>
                  <a:cubicBezTo>
                    <a:pt x="84" y="84"/>
                    <a:pt x="140" y="140"/>
                    <a:pt x="196" y="196"/>
                  </a:cubicBezTo>
                  <a:cubicBezTo>
                    <a:pt x="307" y="321"/>
                    <a:pt x="475" y="475"/>
                    <a:pt x="642" y="628"/>
                  </a:cubicBezTo>
                  <a:cubicBezTo>
                    <a:pt x="810" y="781"/>
                    <a:pt x="977" y="921"/>
                    <a:pt x="1117" y="1019"/>
                  </a:cubicBezTo>
                  <a:cubicBezTo>
                    <a:pt x="1172" y="1074"/>
                    <a:pt x="1228" y="1102"/>
                    <a:pt x="1270" y="1144"/>
                  </a:cubicBezTo>
                  <a:lnTo>
                    <a:pt x="1326" y="1172"/>
                  </a:lnTo>
                  <a:lnTo>
                    <a:pt x="1284" y="1130"/>
                  </a:lnTo>
                  <a:cubicBezTo>
                    <a:pt x="1256" y="1088"/>
                    <a:pt x="1200" y="1032"/>
                    <a:pt x="1144" y="977"/>
                  </a:cubicBezTo>
                  <a:cubicBezTo>
                    <a:pt x="1033" y="851"/>
                    <a:pt x="865" y="698"/>
                    <a:pt x="698" y="558"/>
                  </a:cubicBezTo>
                  <a:cubicBezTo>
                    <a:pt x="545" y="405"/>
                    <a:pt x="363" y="265"/>
                    <a:pt x="238" y="154"/>
                  </a:cubicBezTo>
                  <a:cubicBezTo>
                    <a:pt x="168" y="112"/>
                    <a:pt x="112" y="70"/>
                    <a:pt x="70" y="42"/>
                  </a:cubicBezTo>
                  <a:cubicBezTo>
                    <a:pt x="42" y="28"/>
                    <a:pt x="29" y="14"/>
                    <a:pt x="1" y="0"/>
                  </a:cubicBezTo>
                  <a:close/>
                  <a:moveTo>
                    <a:pt x="2651" y="0"/>
                  </a:moveTo>
                  <a:lnTo>
                    <a:pt x="2651" y="0"/>
                  </a:lnTo>
                  <a:cubicBezTo>
                    <a:pt x="2623" y="14"/>
                    <a:pt x="2595" y="28"/>
                    <a:pt x="2581" y="42"/>
                  </a:cubicBezTo>
                  <a:cubicBezTo>
                    <a:pt x="2539" y="70"/>
                    <a:pt x="2483" y="112"/>
                    <a:pt x="2414" y="154"/>
                  </a:cubicBezTo>
                  <a:cubicBezTo>
                    <a:pt x="2288" y="265"/>
                    <a:pt x="2107" y="405"/>
                    <a:pt x="1953" y="558"/>
                  </a:cubicBezTo>
                  <a:cubicBezTo>
                    <a:pt x="1786" y="698"/>
                    <a:pt x="1619" y="851"/>
                    <a:pt x="1507" y="977"/>
                  </a:cubicBezTo>
                  <a:cubicBezTo>
                    <a:pt x="1451" y="1032"/>
                    <a:pt x="1409" y="1088"/>
                    <a:pt x="1368" y="1130"/>
                  </a:cubicBezTo>
                  <a:lnTo>
                    <a:pt x="1326" y="1172"/>
                  </a:lnTo>
                  <a:lnTo>
                    <a:pt x="1382" y="1144"/>
                  </a:lnTo>
                  <a:cubicBezTo>
                    <a:pt x="1423" y="1102"/>
                    <a:pt x="1479" y="1074"/>
                    <a:pt x="1535" y="1019"/>
                  </a:cubicBezTo>
                  <a:cubicBezTo>
                    <a:pt x="1674" y="921"/>
                    <a:pt x="1842" y="767"/>
                    <a:pt x="2009" y="628"/>
                  </a:cubicBezTo>
                  <a:cubicBezTo>
                    <a:pt x="2177" y="475"/>
                    <a:pt x="2344" y="321"/>
                    <a:pt x="2456" y="196"/>
                  </a:cubicBezTo>
                  <a:cubicBezTo>
                    <a:pt x="2511" y="140"/>
                    <a:pt x="2567" y="84"/>
                    <a:pt x="2595" y="56"/>
                  </a:cubicBezTo>
                  <a:lnTo>
                    <a:pt x="2651" y="0"/>
                  </a:lnTo>
                  <a:close/>
                  <a:moveTo>
                    <a:pt x="1326" y="1172"/>
                  </a:moveTo>
                  <a:lnTo>
                    <a:pt x="1326" y="1256"/>
                  </a:lnTo>
                  <a:cubicBezTo>
                    <a:pt x="1326" y="1297"/>
                    <a:pt x="1312" y="1367"/>
                    <a:pt x="1312" y="1451"/>
                  </a:cubicBezTo>
                  <a:cubicBezTo>
                    <a:pt x="1298" y="1632"/>
                    <a:pt x="1298" y="1841"/>
                    <a:pt x="1312" y="2065"/>
                  </a:cubicBezTo>
                  <a:cubicBezTo>
                    <a:pt x="1326" y="2288"/>
                    <a:pt x="1326" y="2511"/>
                    <a:pt x="1340" y="2678"/>
                  </a:cubicBezTo>
                  <a:cubicBezTo>
                    <a:pt x="1340" y="2762"/>
                    <a:pt x="1368" y="2832"/>
                    <a:pt x="1368" y="2888"/>
                  </a:cubicBezTo>
                  <a:cubicBezTo>
                    <a:pt x="1368" y="2929"/>
                    <a:pt x="1382" y="2957"/>
                    <a:pt x="1382" y="2957"/>
                  </a:cubicBezTo>
                  <a:lnTo>
                    <a:pt x="1382" y="2888"/>
                  </a:lnTo>
                  <a:cubicBezTo>
                    <a:pt x="1382" y="2832"/>
                    <a:pt x="1382" y="2762"/>
                    <a:pt x="1395" y="2678"/>
                  </a:cubicBezTo>
                  <a:cubicBezTo>
                    <a:pt x="1395" y="2511"/>
                    <a:pt x="1409" y="2288"/>
                    <a:pt x="1395" y="2065"/>
                  </a:cubicBezTo>
                  <a:cubicBezTo>
                    <a:pt x="1382" y="1841"/>
                    <a:pt x="1368" y="1618"/>
                    <a:pt x="1354" y="1451"/>
                  </a:cubicBezTo>
                  <a:cubicBezTo>
                    <a:pt x="1354" y="1367"/>
                    <a:pt x="1340" y="1297"/>
                    <a:pt x="1340" y="1256"/>
                  </a:cubicBezTo>
                  <a:cubicBezTo>
                    <a:pt x="1326" y="1200"/>
                    <a:pt x="1326" y="1172"/>
                    <a:pt x="1326" y="1172"/>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11"/>
            <p:cNvSpPr/>
            <p:nvPr/>
          </p:nvSpPr>
          <p:spPr>
            <a:xfrm>
              <a:off x="6661332" y="4803526"/>
              <a:ext cx="72802" cy="64622"/>
            </a:xfrm>
            <a:custGeom>
              <a:avLst/>
              <a:gdLst/>
              <a:ahLst/>
              <a:cxnLst/>
              <a:rect l="l" t="t" r="r" b="b"/>
              <a:pathLst>
                <a:path w="1006" h="893" extrusionOk="0">
                  <a:moveTo>
                    <a:pt x="1005" y="0"/>
                  </a:moveTo>
                  <a:lnTo>
                    <a:pt x="1005" y="0"/>
                  </a:lnTo>
                  <a:cubicBezTo>
                    <a:pt x="949" y="28"/>
                    <a:pt x="893" y="70"/>
                    <a:pt x="838" y="112"/>
                  </a:cubicBezTo>
                  <a:cubicBezTo>
                    <a:pt x="726" y="181"/>
                    <a:pt x="601" y="293"/>
                    <a:pt x="475" y="405"/>
                  </a:cubicBezTo>
                  <a:cubicBezTo>
                    <a:pt x="349" y="516"/>
                    <a:pt x="224" y="628"/>
                    <a:pt x="140" y="725"/>
                  </a:cubicBezTo>
                  <a:cubicBezTo>
                    <a:pt x="98" y="781"/>
                    <a:pt x="43" y="837"/>
                    <a:pt x="1" y="893"/>
                  </a:cubicBezTo>
                  <a:cubicBezTo>
                    <a:pt x="1" y="893"/>
                    <a:pt x="84" y="851"/>
                    <a:pt x="182" y="767"/>
                  </a:cubicBezTo>
                  <a:cubicBezTo>
                    <a:pt x="280" y="697"/>
                    <a:pt x="419" y="600"/>
                    <a:pt x="545" y="474"/>
                  </a:cubicBezTo>
                  <a:cubicBezTo>
                    <a:pt x="670" y="363"/>
                    <a:pt x="782" y="251"/>
                    <a:pt x="866" y="153"/>
                  </a:cubicBezTo>
                  <a:cubicBezTo>
                    <a:pt x="963" y="56"/>
                    <a:pt x="1005" y="0"/>
                    <a:pt x="1005"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11"/>
            <p:cNvSpPr/>
            <p:nvPr/>
          </p:nvSpPr>
          <p:spPr>
            <a:xfrm>
              <a:off x="6933863" y="4779284"/>
              <a:ext cx="95959" cy="85825"/>
            </a:xfrm>
            <a:custGeom>
              <a:avLst/>
              <a:gdLst/>
              <a:ahLst/>
              <a:cxnLst/>
              <a:rect l="l" t="t" r="r" b="b"/>
              <a:pathLst>
                <a:path w="1326" h="1186" extrusionOk="0">
                  <a:moveTo>
                    <a:pt x="1" y="0"/>
                  </a:moveTo>
                  <a:lnTo>
                    <a:pt x="57" y="56"/>
                  </a:lnTo>
                  <a:cubicBezTo>
                    <a:pt x="85" y="84"/>
                    <a:pt x="126" y="140"/>
                    <a:pt x="196" y="196"/>
                  </a:cubicBezTo>
                  <a:cubicBezTo>
                    <a:pt x="308" y="321"/>
                    <a:pt x="461" y="475"/>
                    <a:pt x="629" y="628"/>
                  </a:cubicBezTo>
                  <a:cubicBezTo>
                    <a:pt x="796" y="781"/>
                    <a:pt x="977" y="921"/>
                    <a:pt x="1103" y="1019"/>
                  </a:cubicBezTo>
                  <a:cubicBezTo>
                    <a:pt x="1173" y="1074"/>
                    <a:pt x="1228" y="1116"/>
                    <a:pt x="1270" y="1144"/>
                  </a:cubicBezTo>
                  <a:cubicBezTo>
                    <a:pt x="1312" y="1172"/>
                    <a:pt x="1326" y="1186"/>
                    <a:pt x="1326" y="1186"/>
                  </a:cubicBezTo>
                  <a:lnTo>
                    <a:pt x="1284" y="1130"/>
                  </a:lnTo>
                  <a:cubicBezTo>
                    <a:pt x="1242" y="1088"/>
                    <a:pt x="1200" y="1032"/>
                    <a:pt x="1145" y="977"/>
                  </a:cubicBezTo>
                  <a:cubicBezTo>
                    <a:pt x="1033" y="851"/>
                    <a:pt x="866" y="698"/>
                    <a:pt x="698" y="558"/>
                  </a:cubicBezTo>
                  <a:cubicBezTo>
                    <a:pt x="531" y="405"/>
                    <a:pt x="364" y="265"/>
                    <a:pt x="224" y="154"/>
                  </a:cubicBezTo>
                  <a:cubicBezTo>
                    <a:pt x="168" y="112"/>
                    <a:pt x="98" y="70"/>
                    <a:pt x="71" y="42"/>
                  </a:cubicBezTo>
                  <a:cubicBezTo>
                    <a:pt x="29" y="14"/>
                    <a:pt x="1" y="0"/>
                    <a:pt x="1"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11"/>
            <p:cNvSpPr/>
            <p:nvPr/>
          </p:nvSpPr>
          <p:spPr>
            <a:xfrm>
              <a:off x="6743106" y="4994283"/>
              <a:ext cx="95959" cy="85825"/>
            </a:xfrm>
            <a:custGeom>
              <a:avLst/>
              <a:gdLst/>
              <a:ahLst/>
              <a:cxnLst/>
              <a:rect l="l" t="t" r="r" b="b"/>
              <a:pathLst>
                <a:path w="1326" h="1186" extrusionOk="0">
                  <a:moveTo>
                    <a:pt x="1326" y="0"/>
                  </a:moveTo>
                  <a:cubicBezTo>
                    <a:pt x="1312" y="14"/>
                    <a:pt x="1284" y="28"/>
                    <a:pt x="1270" y="42"/>
                  </a:cubicBezTo>
                  <a:cubicBezTo>
                    <a:pt x="1228" y="70"/>
                    <a:pt x="1172" y="112"/>
                    <a:pt x="1103" y="168"/>
                  </a:cubicBezTo>
                  <a:cubicBezTo>
                    <a:pt x="977" y="265"/>
                    <a:pt x="796" y="405"/>
                    <a:pt x="628" y="558"/>
                  </a:cubicBezTo>
                  <a:cubicBezTo>
                    <a:pt x="461" y="698"/>
                    <a:pt x="307" y="851"/>
                    <a:pt x="196" y="977"/>
                  </a:cubicBezTo>
                  <a:cubicBezTo>
                    <a:pt x="126" y="1033"/>
                    <a:pt x="84" y="1088"/>
                    <a:pt x="56" y="1130"/>
                  </a:cubicBezTo>
                  <a:lnTo>
                    <a:pt x="1" y="1186"/>
                  </a:lnTo>
                  <a:cubicBezTo>
                    <a:pt x="15" y="1172"/>
                    <a:pt x="42" y="1158"/>
                    <a:pt x="70" y="1144"/>
                  </a:cubicBezTo>
                  <a:cubicBezTo>
                    <a:pt x="98" y="1116"/>
                    <a:pt x="154" y="1074"/>
                    <a:pt x="224" y="1019"/>
                  </a:cubicBezTo>
                  <a:cubicBezTo>
                    <a:pt x="363" y="921"/>
                    <a:pt x="531" y="781"/>
                    <a:pt x="698" y="628"/>
                  </a:cubicBezTo>
                  <a:cubicBezTo>
                    <a:pt x="865" y="475"/>
                    <a:pt x="1033" y="321"/>
                    <a:pt x="1144" y="210"/>
                  </a:cubicBezTo>
                  <a:cubicBezTo>
                    <a:pt x="1200" y="140"/>
                    <a:pt x="1242" y="84"/>
                    <a:pt x="1284" y="56"/>
                  </a:cubicBezTo>
                  <a:lnTo>
                    <a:pt x="1326" y="0"/>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11"/>
            <p:cNvSpPr/>
            <p:nvPr/>
          </p:nvSpPr>
          <p:spPr>
            <a:xfrm>
              <a:off x="6940955" y="4998336"/>
              <a:ext cx="96972" cy="85825"/>
            </a:xfrm>
            <a:custGeom>
              <a:avLst/>
              <a:gdLst/>
              <a:ahLst/>
              <a:cxnLst/>
              <a:rect l="l" t="t" r="r" b="b"/>
              <a:pathLst>
                <a:path w="1340" h="1186" extrusionOk="0">
                  <a:moveTo>
                    <a:pt x="1340" y="0"/>
                  </a:moveTo>
                  <a:cubicBezTo>
                    <a:pt x="1340" y="0"/>
                    <a:pt x="1312" y="14"/>
                    <a:pt x="1270" y="42"/>
                  </a:cubicBezTo>
                  <a:cubicBezTo>
                    <a:pt x="1228" y="70"/>
                    <a:pt x="1172" y="112"/>
                    <a:pt x="1102" y="154"/>
                  </a:cubicBezTo>
                  <a:cubicBezTo>
                    <a:pt x="977" y="265"/>
                    <a:pt x="810" y="405"/>
                    <a:pt x="642" y="544"/>
                  </a:cubicBezTo>
                  <a:cubicBezTo>
                    <a:pt x="475" y="698"/>
                    <a:pt x="307" y="851"/>
                    <a:pt x="196" y="977"/>
                  </a:cubicBezTo>
                  <a:cubicBezTo>
                    <a:pt x="140" y="1032"/>
                    <a:pt x="84" y="1088"/>
                    <a:pt x="56" y="1130"/>
                  </a:cubicBezTo>
                  <a:lnTo>
                    <a:pt x="0" y="1186"/>
                  </a:lnTo>
                  <a:cubicBezTo>
                    <a:pt x="0" y="1186"/>
                    <a:pt x="28" y="1172"/>
                    <a:pt x="70" y="1144"/>
                  </a:cubicBezTo>
                  <a:cubicBezTo>
                    <a:pt x="112" y="1102"/>
                    <a:pt x="168" y="1074"/>
                    <a:pt x="238" y="1018"/>
                  </a:cubicBezTo>
                  <a:cubicBezTo>
                    <a:pt x="363" y="921"/>
                    <a:pt x="531" y="767"/>
                    <a:pt x="698" y="628"/>
                  </a:cubicBezTo>
                  <a:cubicBezTo>
                    <a:pt x="865" y="474"/>
                    <a:pt x="1033" y="321"/>
                    <a:pt x="1144" y="195"/>
                  </a:cubicBezTo>
                  <a:cubicBezTo>
                    <a:pt x="1200" y="140"/>
                    <a:pt x="1256" y="84"/>
                    <a:pt x="1284" y="56"/>
                  </a:cubicBezTo>
                  <a:lnTo>
                    <a:pt x="1340" y="0"/>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11"/>
            <p:cNvSpPr/>
            <p:nvPr/>
          </p:nvSpPr>
          <p:spPr>
            <a:xfrm>
              <a:off x="6646207" y="4994283"/>
              <a:ext cx="95959" cy="85825"/>
            </a:xfrm>
            <a:custGeom>
              <a:avLst/>
              <a:gdLst/>
              <a:ahLst/>
              <a:cxnLst/>
              <a:rect l="l" t="t" r="r" b="b"/>
              <a:pathLst>
                <a:path w="1326" h="1186" extrusionOk="0">
                  <a:moveTo>
                    <a:pt x="1" y="0"/>
                  </a:moveTo>
                  <a:lnTo>
                    <a:pt x="56" y="56"/>
                  </a:lnTo>
                  <a:cubicBezTo>
                    <a:pt x="84" y="84"/>
                    <a:pt x="126" y="140"/>
                    <a:pt x="182" y="196"/>
                  </a:cubicBezTo>
                  <a:cubicBezTo>
                    <a:pt x="307" y="321"/>
                    <a:pt x="461" y="475"/>
                    <a:pt x="628" y="628"/>
                  </a:cubicBezTo>
                  <a:cubicBezTo>
                    <a:pt x="796" y="781"/>
                    <a:pt x="977" y="921"/>
                    <a:pt x="1102" y="1019"/>
                  </a:cubicBezTo>
                  <a:cubicBezTo>
                    <a:pt x="1172" y="1074"/>
                    <a:pt x="1228" y="1116"/>
                    <a:pt x="1270" y="1144"/>
                  </a:cubicBezTo>
                  <a:cubicBezTo>
                    <a:pt x="1312" y="1172"/>
                    <a:pt x="1326" y="1186"/>
                    <a:pt x="1326" y="1186"/>
                  </a:cubicBezTo>
                  <a:lnTo>
                    <a:pt x="1284" y="1130"/>
                  </a:lnTo>
                  <a:cubicBezTo>
                    <a:pt x="1242" y="1088"/>
                    <a:pt x="1200" y="1033"/>
                    <a:pt x="1144" y="977"/>
                  </a:cubicBezTo>
                  <a:cubicBezTo>
                    <a:pt x="1019" y="851"/>
                    <a:pt x="865" y="698"/>
                    <a:pt x="698" y="558"/>
                  </a:cubicBezTo>
                  <a:cubicBezTo>
                    <a:pt x="531" y="405"/>
                    <a:pt x="363" y="265"/>
                    <a:pt x="224" y="168"/>
                  </a:cubicBezTo>
                  <a:cubicBezTo>
                    <a:pt x="154" y="112"/>
                    <a:pt x="98" y="70"/>
                    <a:pt x="56" y="42"/>
                  </a:cubicBezTo>
                  <a:cubicBezTo>
                    <a:pt x="28" y="14"/>
                    <a:pt x="1" y="0"/>
                    <a:pt x="1"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11"/>
            <p:cNvSpPr/>
            <p:nvPr/>
          </p:nvSpPr>
          <p:spPr>
            <a:xfrm>
              <a:off x="6840004" y="4998336"/>
              <a:ext cx="96972" cy="85825"/>
            </a:xfrm>
            <a:custGeom>
              <a:avLst/>
              <a:gdLst/>
              <a:ahLst/>
              <a:cxnLst/>
              <a:rect l="l" t="t" r="r" b="b"/>
              <a:pathLst>
                <a:path w="1340" h="1186" extrusionOk="0">
                  <a:moveTo>
                    <a:pt x="1" y="0"/>
                  </a:moveTo>
                  <a:lnTo>
                    <a:pt x="56" y="56"/>
                  </a:lnTo>
                  <a:cubicBezTo>
                    <a:pt x="84" y="84"/>
                    <a:pt x="126" y="140"/>
                    <a:pt x="196" y="195"/>
                  </a:cubicBezTo>
                  <a:cubicBezTo>
                    <a:pt x="308" y="321"/>
                    <a:pt x="475" y="474"/>
                    <a:pt x="628" y="628"/>
                  </a:cubicBezTo>
                  <a:cubicBezTo>
                    <a:pt x="796" y="781"/>
                    <a:pt x="977" y="921"/>
                    <a:pt x="1103" y="1018"/>
                  </a:cubicBezTo>
                  <a:cubicBezTo>
                    <a:pt x="1172" y="1074"/>
                    <a:pt x="1228" y="1102"/>
                    <a:pt x="1270" y="1144"/>
                  </a:cubicBezTo>
                  <a:cubicBezTo>
                    <a:pt x="1284" y="1158"/>
                    <a:pt x="1312" y="1172"/>
                    <a:pt x="1340" y="1186"/>
                  </a:cubicBezTo>
                  <a:lnTo>
                    <a:pt x="1284" y="1130"/>
                  </a:lnTo>
                  <a:cubicBezTo>
                    <a:pt x="1242" y="1088"/>
                    <a:pt x="1200" y="1032"/>
                    <a:pt x="1144" y="977"/>
                  </a:cubicBezTo>
                  <a:cubicBezTo>
                    <a:pt x="1033" y="851"/>
                    <a:pt x="865" y="698"/>
                    <a:pt x="698" y="544"/>
                  </a:cubicBezTo>
                  <a:cubicBezTo>
                    <a:pt x="531" y="405"/>
                    <a:pt x="363" y="265"/>
                    <a:pt x="224" y="154"/>
                  </a:cubicBezTo>
                  <a:cubicBezTo>
                    <a:pt x="168" y="112"/>
                    <a:pt x="98" y="70"/>
                    <a:pt x="70" y="42"/>
                  </a:cubicBezTo>
                  <a:cubicBezTo>
                    <a:pt x="42" y="28"/>
                    <a:pt x="29" y="14"/>
                    <a:pt x="1"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11"/>
            <p:cNvSpPr/>
            <p:nvPr/>
          </p:nvSpPr>
          <p:spPr>
            <a:xfrm>
              <a:off x="6665384" y="4994283"/>
              <a:ext cx="68749" cy="61655"/>
            </a:xfrm>
            <a:custGeom>
              <a:avLst/>
              <a:gdLst/>
              <a:ahLst/>
              <a:cxnLst/>
              <a:rect l="l" t="t" r="r" b="b"/>
              <a:pathLst>
                <a:path w="950" h="852" extrusionOk="0">
                  <a:moveTo>
                    <a:pt x="1" y="0"/>
                  </a:moveTo>
                  <a:cubicBezTo>
                    <a:pt x="42" y="56"/>
                    <a:pt x="84" y="112"/>
                    <a:pt x="126" y="154"/>
                  </a:cubicBezTo>
                  <a:cubicBezTo>
                    <a:pt x="224" y="265"/>
                    <a:pt x="321" y="363"/>
                    <a:pt x="433" y="461"/>
                  </a:cubicBezTo>
                  <a:cubicBezTo>
                    <a:pt x="558" y="572"/>
                    <a:pt x="684" y="670"/>
                    <a:pt x="782" y="740"/>
                  </a:cubicBezTo>
                  <a:cubicBezTo>
                    <a:pt x="837" y="781"/>
                    <a:pt x="893" y="809"/>
                    <a:pt x="949" y="851"/>
                  </a:cubicBezTo>
                  <a:cubicBezTo>
                    <a:pt x="949" y="851"/>
                    <a:pt x="907" y="781"/>
                    <a:pt x="823" y="698"/>
                  </a:cubicBezTo>
                  <a:cubicBezTo>
                    <a:pt x="740" y="600"/>
                    <a:pt x="642" y="489"/>
                    <a:pt x="517" y="391"/>
                  </a:cubicBezTo>
                  <a:cubicBezTo>
                    <a:pt x="405" y="293"/>
                    <a:pt x="293" y="196"/>
                    <a:pt x="168" y="112"/>
                  </a:cubicBezTo>
                  <a:cubicBezTo>
                    <a:pt x="70" y="42"/>
                    <a:pt x="1" y="0"/>
                    <a:pt x="1"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11"/>
            <p:cNvSpPr/>
            <p:nvPr/>
          </p:nvSpPr>
          <p:spPr>
            <a:xfrm>
              <a:off x="7033801" y="4871116"/>
              <a:ext cx="8178" cy="129316"/>
            </a:xfrm>
            <a:custGeom>
              <a:avLst/>
              <a:gdLst/>
              <a:ahLst/>
              <a:cxnLst/>
              <a:rect l="l" t="t" r="r" b="b"/>
              <a:pathLst>
                <a:path w="113" h="1787" extrusionOk="0">
                  <a:moveTo>
                    <a:pt x="29" y="1"/>
                  </a:moveTo>
                  <a:lnTo>
                    <a:pt x="29" y="84"/>
                  </a:lnTo>
                  <a:cubicBezTo>
                    <a:pt x="29" y="126"/>
                    <a:pt x="29" y="196"/>
                    <a:pt x="15" y="280"/>
                  </a:cubicBezTo>
                  <a:cubicBezTo>
                    <a:pt x="15" y="461"/>
                    <a:pt x="1" y="670"/>
                    <a:pt x="15" y="893"/>
                  </a:cubicBezTo>
                  <a:cubicBezTo>
                    <a:pt x="29" y="1116"/>
                    <a:pt x="43" y="1340"/>
                    <a:pt x="57" y="1507"/>
                  </a:cubicBezTo>
                  <a:cubicBezTo>
                    <a:pt x="57" y="1591"/>
                    <a:pt x="71" y="1660"/>
                    <a:pt x="71" y="1716"/>
                  </a:cubicBezTo>
                  <a:cubicBezTo>
                    <a:pt x="84" y="1758"/>
                    <a:pt x="84" y="1786"/>
                    <a:pt x="84" y="1786"/>
                  </a:cubicBezTo>
                  <a:lnTo>
                    <a:pt x="84" y="1716"/>
                  </a:lnTo>
                  <a:cubicBezTo>
                    <a:pt x="84" y="1660"/>
                    <a:pt x="98" y="1591"/>
                    <a:pt x="98" y="1507"/>
                  </a:cubicBezTo>
                  <a:cubicBezTo>
                    <a:pt x="112" y="1340"/>
                    <a:pt x="112" y="1116"/>
                    <a:pt x="112" y="893"/>
                  </a:cubicBezTo>
                  <a:cubicBezTo>
                    <a:pt x="112" y="670"/>
                    <a:pt x="84" y="447"/>
                    <a:pt x="71" y="280"/>
                  </a:cubicBezTo>
                  <a:cubicBezTo>
                    <a:pt x="71" y="196"/>
                    <a:pt x="57" y="126"/>
                    <a:pt x="43" y="84"/>
                  </a:cubicBezTo>
                  <a:cubicBezTo>
                    <a:pt x="43" y="28"/>
                    <a:pt x="29" y="1"/>
                    <a:pt x="29"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11"/>
            <p:cNvSpPr/>
            <p:nvPr/>
          </p:nvSpPr>
          <p:spPr>
            <a:xfrm>
              <a:off x="6640128" y="5163837"/>
              <a:ext cx="98999" cy="215069"/>
            </a:xfrm>
            <a:custGeom>
              <a:avLst/>
              <a:gdLst/>
              <a:ahLst/>
              <a:cxnLst/>
              <a:rect l="l" t="t" r="r" b="b"/>
              <a:pathLst>
                <a:path w="1368" h="2972" extrusionOk="0">
                  <a:moveTo>
                    <a:pt x="1368" y="1"/>
                  </a:moveTo>
                  <a:cubicBezTo>
                    <a:pt x="1354" y="15"/>
                    <a:pt x="1326" y="29"/>
                    <a:pt x="1312" y="43"/>
                  </a:cubicBezTo>
                  <a:cubicBezTo>
                    <a:pt x="1270" y="84"/>
                    <a:pt x="1200" y="112"/>
                    <a:pt x="1145" y="168"/>
                  </a:cubicBezTo>
                  <a:cubicBezTo>
                    <a:pt x="1005" y="266"/>
                    <a:pt x="838" y="419"/>
                    <a:pt x="670" y="559"/>
                  </a:cubicBezTo>
                  <a:cubicBezTo>
                    <a:pt x="503" y="712"/>
                    <a:pt x="336" y="866"/>
                    <a:pt x="224" y="991"/>
                  </a:cubicBezTo>
                  <a:cubicBezTo>
                    <a:pt x="168" y="1047"/>
                    <a:pt x="126" y="1103"/>
                    <a:pt x="85" y="1131"/>
                  </a:cubicBezTo>
                  <a:lnTo>
                    <a:pt x="29" y="1186"/>
                  </a:lnTo>
                  <a:lnTo>
                    <a:pt x="29" y="1270"/>
                  </a:lnTo>
                  <a:cubicBezTo>
                    <a:pt x="29" y="1312"/>
                    <a:pt x="29" y="1382"/>
                    <a:pt x="15" y="1465"/>
                  </a:cubicBezTo>
                  <a:cubicBezTo>
                    <a:pt x="15" y="1647"/>
                    <a:pt x="1" y="1856"/>
                    <a:pt x="15" y="2079"/>
                  </a:cubicBezTo>
                  <a:cubicBezTo>
                    <a:pt x="29" y="2302"/>
                    <a:pt x="43" y="2525"/>
                    <a:pt x="57" y="2693"/>
                  </a:cubicBezTo>
                  <a:cubicBezTo>
                    <a:pt x="57" y="2776"/>
                    <a:pt x="71" y="2846"/>
                    <a:pt x="71" y="2902"/>
                  </a:cubicBezTo>
                  <a:cubicBezTo>
                    <a:pt x="85" y="2944"/>
                    <a:pt x="85" y="2972"/>
                    <a:pt x="85" y="2972"/>
                  </a:cubicBezTo>
                  <a:cubicBezTo>
                    <a:pt x="85" y="2958"/>
                    <a:pt x="85" y="2930"/>
                    <a:pt x="85" y="2902"/>
                  </a:cubicBezTo>
                  <a:cubicBezTo>
                    <a:pt x="85" y="2846"/>
                    <a:pt x="98" y="2776"/>
                    <a:pt x="98" y="2693"/>
                  </a:cubicBezTo>
                  <a:cubicBezTo>
                    <a:pt x="112" y="2525"/>
                    <a:pt x="112" y="2302"/>
                    <a:pt x="112" y="2079"/>
                  </a:cubicBezTo>
                  <a:cubicBezTo>
                    <a:pt x="112" y="1856"/>
                    <a:pt x="98" y="1633"/>
                    <a:pt x="71" y="1465"/>
                  </a:cubicBezTo>
                  <a:cubicBezTo>
                    <a:pt x="71" y="1382"/>
                    <a:pt x="57" y="1312"/>
                    <a:pt x="57" y="1270"/>
                  </a:cubicBezTo>
                  <a:cubicBezTo>
                    <a:pt x="43" y="1214"/>
                    <a:pt x="43" y="1186"/>
                    <a:pt x="43" y="1186"/>
                  </a:cubicBezTo>
                  <a:cubicBezTo>
                    <a:pt x="57" y="1172"/>
                    <a:pt x="85" y="1158"/>
                    <a:pt x="112" y="1144"/>
                  </a:cubicBezTo>
                  <a:cubicBezTo>
                    <a:pt x="140" y="1117"/>
                    <a:pt x="196" y="1075"/>
                    <a:pt x="266" y="1033"/>
                  </a:cubicBezTo>
                  <a:cubicBezTo>
                    <a:pt x="405" y="921"/>
                    <a:pt x="573" y="782"/>
                    <a:pt x="740" y="628"/>
                  </a:cubicBezTo>
                  <a:cubicBezTo>
                    <a:pt x="907" y="489"/>
                    <a:pt x="1075" y="335"/>
                    <a:pt x="1186" y="210"/>
                  </a:cubicBezTo>
                  <a:cubicBezTo>
                    <a:pt x="1242" y="154"/>
                    <a:pt x="1284" y="98"/>
                    <a:pt x="1326" y="56"/>
                  </a:cubicBezTo>
                  <a:lnTo>
                    <a:pt x="1368" y="1"/>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11"/>
            <p:cNvSpPr/>
            <p:nvPr/>
          </p:nvSpPr>
          <p:spPr>
            <a:xfrm>
              <a:off x="6739053" y="5163837"/>
              <a:ext cx="95959" cy="85897"/>
            </a:xfrm>
            <a:custGeom>
              <a:avLst/>
              <a:gdLst/>
              <a:ahLst/>
              <a:cxnLst/>
              <a:rect l="l" t="t" r="r" b="b"/>
              <a:pathLst>
                <a:path w="1326" h="1187" extrusionOk="0">
                  <a:moveTo>
                    <a:pt x="1" y="1"/>
                  </a:moveTo>
                  <a:lnTo>
                    <a:pt x="43" y="56"/>
                  </a:lnTo>
                  <a:cubicBezTo>
                    <a:pt x="84" y="98"/>
                    <a:pt x="126" y="154"/>
                    <a:pt x="182" y="210"/>
                  </a:cubicBezTo>
                  <a:cubicBezTo>
                    <a:pt x="308" y="335"/>
                    <a:pt x="461" y="489"/>
                    <a:pt x="628" y="642"/>
                  </a:cubicBezTo>
                  <a:cubicBezTo>
                    <a:pt x="810" y="782"/>
                    <a:pt x="963" y="921"/>
                    <a:pt x="1103" y="1033"/>
                  </a:cubicBezTo>
                  <a:cubicBezTo>
                    <a:pt x="1172" y="1075"/>
                    <a:pt x="1228" y="1117"/>
                    <a:pt x="1270" y="1144"/>
                  </a:cubicBezTo>
                  <a:cubicBezTo>
                    <a:pt x="1284" y="1158"/>
                    <a:pt x="1312" y="1172"/>
                    <a:pt x="1326" y="1186"/>
                  </a:cubicBezTo>
                  <a:lnTo>
                    <a:pt x="1284" y="1131"/>
                  </a:lnTo>
                  <a:cubicBezTo>
                    <a:pt x="1242" y="1103"/>
                    <a:pt x="1200" y="1047"/>
                    <a:pt x="1145" y="991"/>
                  </a:cubicBezTo>
                  <a:cubicBezTo>
                    <a:pt x="1019" y="866"/>
                    <a:pt x="866" y="712"/>
                    <a:pt x="698" y="559"/>
                  </a:cubicBezTo>
                  <a:cubicBezTo>
                    <a:pt x="531" y="405"/>
                    <a:pt x="349" y="266"/>
                    <a:pt x="224" y="168"/>
                  </a:cubicBezTo>
                  <a:cubicBezTo>
                    <a:pt x="154" y="112"/>
                    <a:pt x="98" y="84"/>
                    <a:pt x="57" y="43"/>
                  </a:cubicBezTo>
                  <a:cubicBezTo>
                    <a:pt x="15" y="15"/>
                    <a:pt x="1" y="1"/>
                    <a:pt x="1"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11"/>
            <p:cNvSpPr/>
            <p:nvPr/>
          </p:nvSpPr>
          <p:spPr>
            <a:xfrm>
              <a:off x="6746145" y="5382890"/>
              <a:ext cx="96972" cy="85897"/>
            </a:xfrm>
            <a:custGeom>
              <a:avLst/>
              <a:gdLst/>
              <a:ahLst/>
              <a:cxnLst/>
              <a:rect l="l" t="t" r="r" b="b"/>
              <a:pathLst>
                <a:path w="1340" h="1187" extrusionOk="0">
                  <a:moveTo>
                    <a:pt x="1339" y="1"/>
                  </a:moveTo>
                  <a:cubicBezTo>
                    <a:pt x="1312" y="14"/>
                    <a:pt x="1284" y="28"/>
                    <a:pt x="1270" y="42"/>
                  </a:cubicBezTo>
                  <a:cubicBezTo>
                    <a:pt x="1228" y="70"/>
                    <a:pt x="1172" y="112"/>
                    <a:pt x="1102" y="168"/>
                  </a:cubicBezTo>
                  <a:cubicBezTo>
                    <a:pt x="977" y="266"/>
                    <a:pt x="795" y="419"/>
                    <a:pt x="642" y="558"/>
                  </a:cubicBezTo>
                  <a:cubicBezTo>
                    <a:pt x="475" y="712"/>
                    <a:pt x="307" y="865"/>
                    <a:pt x="196" y="991"/>
                  </a:cubicBezTo>
                  <a:cubicBezTo>
                    <a:pt x="140" y="1047"/>
                    <a:pt x="84" y="1102"/>
                    <a:pt x="56" y="1130"/>
                  </a:cubicBezTo>
                  <a:lnTo>
                    <a:pt x="0" y="1186"/>
                  </a:lnTo>
                  <a:cubicBezTo>
                    <a:pt x="0" y="1186"/>
                    <a:pt x="28" y="1172"/>
                    <a:pt x="70" y="1144"/>
                  </a:cubicBezTo>
                  <a:cubicBezTo>
                    <a:pt x="98" y="1116"/>
                    <a:pt x="168" y="1075"/>
                    <a:pt x="224" y="1033"/>
                  </a:cubicBezTo>
                  <a:cubicBezTo>
                    <a:pt x="363" y="921"/>
                    <a:pt x="530" y="782"/>
                    <a:pt x="698" y="628"/>
                  </a:cubicBezTo>
                  <a:cubicBezTo>
                    <a:pt x="865" y="489"/>
                    <a:pt x="1033" y="335"/>
                    <a:pt x="1144" y="210"/>
                  </a:cubicBezTo>
                  <a:cubicBezTo>
                    <a:pt x="1200" y="154"/>
                    <a:pt x="1256" y="98"/>
                    <a:pt x="1284" y="56"/>
                  </a:cubicBezTo>
                  <a:lnTo>
                    <a:pt x="1339" y="1"/>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11"/>
            <p:cNvSpPr/>
            <p:nvPr/>
          </p:nvSpPr>
          <p:spPr>
            <a:xfrm>
              <a:off x="6645194" y="5382890"/>
              <a:ext cx="95959" cy="85897"/>
            </a:xfrm>
            <a:custGeom>
              <a:avLst/>
              <a:gdLst/>
              <a:ahLst/>
              <a:cxnLst/>
              <a:rect l="l" t="t" r="r" b="b"/>
              <a:pathLst>
                <a:path w="1326" h="1187" extrusionOk="0">
                  <a:moveTo>
                    <a:pt x="1" y="1"/>
                  </a:moveTo>
                  <a:lnTo>
                    <a:pt x="56" y="56"/>
                  </a:lnTo>
                  <a:cubicBezTo>
                    <a:pt x="84" y="98"/>
                    <a:pt x="126" y="154"/>
                    <a:pt x="196" y="210"/>
                  </a:cubicBezTo>
                  <a:cubicBezTo>
                    <a:pt x="307" y="335"/>
                    <a:pt x="461" y="489"/>
                    <a:pt x="628" y="628"/>
                  </a:cubicBezTo>
                  <a:cubicBezTo>
                    <a:pt x="796" y="782"/>
                    <a:pt x="977" y="921"/>
                    <a:pt x="1102" y="1033"/>
                  </a:cubicBezTo>
                  <a:cubicBezTo>
                    <a:pt x="1172" y="1075"/>
                    <a:pt x="1228" y="1116"/>
                    <a:pt x="1270" y="1144"/>
                  </a:cubicBezTo>
                  <a:cubicBezTo>
                    <a:pt x="1312" y="1172"/>
                    <a:pt x="1326" y="1186"/>
                    <a:pt x="1326" y="1186"/>
                  </a:cubicBezTo>
                  <a:lnTo>
                    <a:pt x="1284" y="1130"/>
                  </a:lnTo>
                  <a:cubicBezTo>
                    <a:pt x="1242" y="1102"/>
                    <a:pt x="1200" y="1047"/>
                    <a:pt x="1144" y="991"/>
                  </a:cubicBezTo>
                  <a:cubicBezTo>
                    <a:pt x="1033" y="865"/>
                    <a:pt x="865" y="712"/>
                    <a:pt x="698" y="558"/>
                  </a:cubicBezTo>
                  <a:cubicBezTo>
                    <a:pt x="531" y="405"/>
                    <a:pt x="363" y="266"/>
                    <a:pt x="224" y="168"/>
                  </a:cubicBezTo>
                  <a:cubicBezTo>
                    <a:pt x="168" y="112"/>
                    <a:pt x="98" y="70"/>
                    <a:pt x="70" y="42"/>
                  </a:cubicBezTo>
                  <a:cubicBezTo>
                    <a:pt x="42" y="28"/>
                    <a:pt x="15" y="15"/>
                    <a:pt x="1"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11"/>
            <p:cNvSpPr/>
            <p:nvPr/>
          </p:nvSpPr>
          <p:spPr>
            <a:xfrm>
              <a:off x="6824880" y="4888267"/>
              <a:ext cx="7164" cy="82858"/>
            </a:xfrm>
            <a:custGeom>
              <a:avLst/>
              <a:gdLst/>
              <a:ahLst/>
              <a:cxnLst/>
              <a:rect l="l" t="t" r="r" b="b"/>
              <a:pathLst>
                <a:path w="99" h="1145" extrusionOk="0">
                  <a:moveTo>
                    <a:pt x="42" y="1"/>
                  </a:moveTo>
                  <a:cubicBezTo>
                    <a:pt x="42" y="1"/>
                    <a:pt x="28" y="70"/>
                    <a:pt x="14" y="182"/>
                  </a:cubicBezTo>
                  <a:cubicBezTo>
                    <a:pt x="0" y="308"/>
                    <a:pt x="0" y="447"/>
                    <a:pt x="0" y="573"/>
                  </a:cubicBezTo>
                  <a:cubicBezTo>
                    <a:pt x="0" y="712"/>
                    <a:pt x="14" y="838"/>
                    <a:pt x="28" y="977"/>
                  </a:cubicBezTo>
                  <a:cubicBezTo>
                    <a:pt x="42" y="1075"/>
                    <a:pt x="56" y="1145"/>
                    <a:pt x="56" y="1145"/>
                  </a:cubicBezTo>
                  <a:cubicBezTo>
                    <a:pt x="70" y="1089"/>
                    <a:pt x="84" y="1033"/>
                    <a:pt x="84" y="977"/>
                  </a:cubicBezTo>
                  <a:cubicBezTo>
                    <a:pt x="98" y="838"/>
                    <a:pt x="98" y="712"/>
                    <a:pt x="98" y="573"/>
                  </a:cubicBezTo>
                  <a:cubicBezTo>
                    <a:pt x="98" y="433"/>
                    <a:pt x="84" y="280"/>
                    <a:pt x="70" y="182"/>
                  </a:cubicBezTo>
                  <a:cubicBezTo>
                    <a:pt x="56" y="112"/>
                    <a:pt x="56" y="57"/>
                    <a:pt x="42"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11"/>
            <p:cNvSpPr/>
            <p:nvPr/>
          </p:nvSpPr>
          <p:spPr>
            <a:xfrm>
              <a:off x="6737027" y="5080037"/>
              <a:ext cx="7164" cy="83871"/>
            </a:xfrm>
            <a:custGeom>
              <a:avLst/>
              <a:gdLst/>
              <a:ahLst/>
              <a:cxnLst/>
              <a:rect l="l" t="t" r="r" b="b"/>
              <a:pathLst>
                <a:path w="99" h="1159" extrusionOk="0">
                  <a:moveTo>
                    <a:pt x="43" y="1"/>
                  </a:moveTo>
                  <a:cubicBezTo>
                    <a:pt x="43" y="1"/>
                    <a:pt x="29" y="71"/>
                    <a:pt x="15" y="182"/>
                  </a:cubicBezTo>
                  <a:cubicBezTo>
                    <a:pt x="1" y="322"/>
                    <a:pt x="1" y="447"/>
                    <a:pt x="1" y="587"/>
                  </a:cubicBezTo>
                  <a:cubicBezTo>
                    <a:pt x="1" y="726"/>
                    <a:pt x="15" y="866"/>
                    <a:pt x="29" y="977"/>
                  </a:cubicBezTo>
                  <a:cubicBezTo>
                    <a:pt x="43" y="1033"/>
                    <a:pt x="43" y="1103"/>
                    <a:pt x="71" y="1159"/>
                  </a:cubicBezTo>
                  <a:cubicBezTo>
                    <a:pt x="71" y="1159"/>
                    <a:pt x="85" y="1075"/>
                    <a:pt x="85" y="977"/>
                  </a:cubicBezTo>
                  <a:cubicBezTo>
                    <a:pt x="99" y="852"/>
                    <a:pt x="99" y="712"/>
                    <a:pt x="99" y="587"/>
                  </a:cubicBezTo>
                  <a:cubicBezTo>
                    <a:pt x="99" y="447"/>
                    <a:pt x="85" y="308"/>
                    <a:pt x="71" y="182"/>
                  </a:cubicBezTo>
                  <a:cubicBezTo>
                    <a:pt x="71" y="126"/>
                    <a:pt x="57" y="57"/>
                    <a:pt x="43"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11"/>
            <p:cNvSpPr/>
            <p:nvPr/>
          </p:nvSpPr>
          <p:spPr>
            <a:xfrm>
              <a:off x="6559512" y="4993270"/>
              <a:ext cx="84742" cy="78950"/>
            </a:xfrm>
            <a:custGeom>
              <a:avLst/>
              <a:gdLst/>
              <a:ahLst/>
              <a:cxnLst/>
              <a:rect l="l" t="t" r="r" b="b"/>
              <a:pathLst>
                <a:path w="1171" h="1091" extrusionOk="0">
                  <a:moveTo>
                    <a:pt x="1171" y="0"/>
                  </a:moveTo>
                  <a:cubicBezTo>
                    <a:pt x="1115" y="28"/>
                    <a:pt x="1059" y="70"/>
                    <a:pt x="1017" y="112"/>
                  </a:cubicBezTo>
                  <a:cubicBezTo>
                    <a:pt x="920" y="196"/>
                    <a:pt x="822" y="279"/>
                    <a:pt x="724" y="377"/>
                  </a:cubicBezTo>
                  <a:cubicBezTo>
                    <a:pt x="641" y="475"/>
                    <a:pt x="557" y="558"/>
                    <a:pt x="501" y="642"/>
                  </a:cubicBezTo>
                  <a:cubicBezTo>
                    <a:pt x="452" y="607"/>
                    <a:pt x="402" y="591"/>
                    <a:pt x="353" y="591"/>
                  </a:cubicBezTo>
                  <a:cubicBezTo>
                    <a:pt x="155" y="591"/>
                    <a:pt x="1" y="850"/>
                    <a:pt x="180" y="1019"/>
                  </a:cubicBezTo>
                  <a:cubicBezTo>
                    <a:pt x="234" y="1069"/>
                    <a:pt x="293" y="1090"/>
                    <a:pt x="351" y="1090"/>
                  </a:cubicBezTo>
                  <a:cubicBezTo>
                    <a:pt x="533" y="1090"/>
                    <a:pt x="691" y="875"/>
                    <a:pt x="543" y="684"/>
                  </a:cubicBezTo>
                  <a:cubicBezTo>
                    <a:pt x="627" y="614"/>
                    <a:pt x="710" y="530"/>
                    <a:pt x="794" y="447"/>
                  </a:cubicBezTo>
                  <a:cubicBezTo>
                    <a:pt x="892" y="349"/>
                    <a:pt x="975" y="251"/>
                    <a:pt x="1059" y="140"/>
                  </a:cubicBezTo>
                  <a:cubicBezTo>
                    <a:pt x="1101" y="98"/>
                    <a:pt x="1129" y="42"/>
                    <a:pt x="1171"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11"/>
            <p:cNvSpPr/>
            <p:nvPr/>
          </p:nvSpPr>
          <p:spPr>
            <a:xfrm>
              <a:off x="6840004" y="5084090"/>
              <a:ext cx="102038" cy="385199"/>
            </a:xfrm>
            <a:custGeom>
              <a:avLst/>
              <a:gdLst/>
              <a:ahLst/>
              <a:cxnLst/>
              <a:rect l="l" t="t" r="r" b="b"/>
              <a:pathLst>
                <a:path w="1410" h="5323" extrusionOk="0">
                  <a:moveTo>
                    <a:pt x="1326" y="1"/>
                  </a:moveTo>
                  <a:cubicBezTo>
                    <a:pt x="1326" y="1"/>
                    <a:pt x="1326" y="84"/>
                    <a:pt x="1312" y="224"/>
                  </a:cubicBezTo>
                  <a:cubicBezTo>
                    <a:pt x="1298" y="363"/>
                    <a:pt x="1284" y="559"/>
                    <a:pt x="1270" y="796"/>
                  </a:cubicBezTo>
                  <a:cubicBezTo>
                    <a:pt x="1256" y="1033"/>
                    <a:pt x="1242" y="1312"/>
                    <a:pt x="1228" y="1605"/>
                  </a:cubicBezTo>
                  <a:cubicBezTo>
                    <a:pt x="1214" y="1898"/>
                    <a:pt x="1200" y="2219"/>
                    <a:pt x="1186" y="2539"/>
                  </a:cubicBezTo>
                  <a:cubicBezTo>
                    <a:pt x="1172" y="2860"/>
                    <a:pt x="1172" y="3181"/>
                    <a:pt x="1172" y="3474"/>
                  </a:cubicBezTo>
                  <a:cubicBezTo>
                    <a:pt x="1158" y="3767"/>
                    <a:pt x="1172" y="4046"/>
                    <a:pt x="1158" y="4283"/>
                  </a:cubicBezTo>
                  <a:cubicBezTo>
                    <a:pt x="1144" y="4534"/>
                    <a:pt x="1158" y="4715"/>
                    <a:pt x="1158" y="4855"/>
                  </a:cubicBezTo>
                  <a:cubicBezTo>
                    <a:pt x="1103" y="4855"/>
                    <a:pt x="1047" y="4869"/>
                    <a:pt x="1005" y="4911"/>
                  </a:cubicBezTo>
                  <a:cubicBezTo>
                    <a:pt x="907" y="4813"/>
                    <a:pt x="782" y="4674"/>
                    <a:pt x="642" y="4548"/>
                  </a:cubicBezTo>
                  <a:cubicBezTo>
                    <a:pt x="503" y="4422"/>
                    <a:pt x="363" y="4297"/>
                    <a:pt x="252" y="4213"/>
                  </a:cubicBezTo>
                  <a:cubicBezTo>
                    <a:pt x="196" y="4171"/>
                    <a:pt x="140" y="4143"/>
                    <a:pt x="112" y="4116"/>
                  </a:cubicBezTo>
                  <a:lnTo>
                    <a:pt x="70" y="4088"/>
                  </a:lnTo>
                  <a:cubicBezTo>
                    <a:pt x="70" y="4032"/>
                    <a:pt x="84" y="3976"/>
                    <a:pt x="84" y="3892"/>
                  </a:cubicBezTo>
                  <a:cubicBezTo>
                    <a:pt x="98" y="3725"/>
                    <a:pt x="98" y="3502"/>
                    <a:pt x="98" y="3279"/>
                  </a:cubicBezTo>
                  <a:cubicBezTo>
                    <a:pt x="84" y="3056"/>
                    <a:pt x="70" y="2832"/>
                    <a:pt x="56" y="2665"/>
                  </a:cubicBezTo>
                  <a:cubicBezTo>
                    <a:pt x="56" y="2581"/>
                    <a:pt x="42" y="2512"/>
                    <a:pt x="42" y="2470"/>
                  </a:cubicBezTo>
                  <a:cubicBezTo>
                    <a:pt x="29" y="2414"/>
                    <a:pt x="29" y="2386"/>
                    <a:pt x="29" y="2386"/>
                  </a:cubicBezTo>
                  <a:lnTo>
                    <a:pt x="29" y="2470"/>
                  </a:lnTo>
                  <a:cubicBezTo>
                    <a:pt x="29" y="2512"/>
                    <a:pt x="15" y="2581"/>
                    <a:pt x="15" y="2665"/>
                  </a:cubicBezTo>
                  <a:cubicBezTo>
                    <a:pt x="15" y="2846"/>
                    <a:pt x="1" y="3056"/>
                    <a:pt x="15" y="3279"/>
                  </a:cubicBezTo>
                  <a:cubicBezTo>
                    <a:pt x="15" y="3502"/>
                    <a:pt x="29" y="3725"/>
                    <a:pt x="42" y="3892"/>
                  </a:cubicBezTo>
                  <a:cubicBezTo>
                    <a:pt x="42" y="3976"/>
                    <a:pt x="56" y="4046"/>
                    <a:pt x="70" y="4102"/>
                  </a:cubicBezTo>
                  <a:lnTo>
                    <a:pt x="112" y="4143"/>
                  </a:lnTo>
                  <a:cubicBezTo>
                    <a:pt x="140" y="4171"/>
                    <a:pt x="168" y="4213"/>
                    <a:pt x="224" y="4269"/>
                  </a:cubicBezTo>
                  <a:cubicBezTo>
                    <a:pt x="321" y="4367"/>
                    <a:pt x="447" y="4506"/>
                    <a:pt x="586" y="4632"/>
                  </a:cubicBezTo>
                  <a:cubicBezTo>
                    <a:pt x="726" y="4757"/>
                    <a:pt x="865" y="4869"/>
                    <a:pt x="977" y="4953"/>
                  </a:cubicBezTo>
                  <a:cubicBezTo>
                    <a:pt x="949" y="4994"/>
                    <a:pt x="935" y="5036"/>
                    <a:pt x="935" y="5092"/>
                  </a:cubicBezTo>
                  <a:cubicBezTo>
                    <a:pt x="935" y="5245"/>
                    <a:pt x="1050" y="5322"/>
                    <a:pt x="1165" y="5322"/>
                  </a:cubicBezTo>
                  <a:cubicBezTo>
                    <a:pt x="1280" y="5322"/>
                    <a:pt x="1395" y="5245"/>
                    <a:pt x="1395" y="5092"/>
                  </a:cubicBezTo>
                  <a:cubicBezTo>
                    <a:pt x="1409" y="4966"/>
                    <a:pt x="1298" y="4855"/>
                    <a:pt x="1172" y="4855"/>
                  </a:cubicBezTo>
                  <a:cubicBezTo>
                    <a:pt x="1186" y="4715"/>
                    <a:pt x="1200" y="4520"/>
                    <a:pt x="1214" y="4297"/>
                  </a:cubicBezTo>
                  <a:cubicBezTo>
                    <a:pt x="1228" y="4060"/>
                    <a:pt x="1242" y="3767"/>
                    <a:pt x="1256" y="3474"/>
                  </a:cubicBezTo>
                  <a:cubicBezTo>
                    <a:pt x="1270" y="3181"/>
                    <a:pt x="1270" y="2860"/>
                    <a:pt x="1284" y="2539"/>
                  </a:cubicBezTo>
                  <a:cubicBezTo>
                    <a:pt x="1298" y="2233"/>
                    <a:pt x="1298" y="1912"/>
                    <a:pt x="1312" y="1605"/>
                  </a:cubicBezTo>
                  <a:cubicBezTo>
                    <a:pt x="1326" y="1312"/>
                    <a:pt x="1312" y="1033"/>
                    <a:pt x="1326" y="796"/>
                  </a:cubicBezTo>
                  <a:cubicBezTo>
                    <a:pt x="1340" y="559"/>
                    <a:pt x="1326" y="363"/>
                    <a:pt x="1326" y="224"/>
                  </a:cubicBezTo>
                  <a:lnTo>
                    <a:pt x="1326" y="1"/>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11"/>
            <p:cNvSpPr/>
            <p:nvPr/>
          </p:nvSpPr>
          <p:spPr>
            <a:xfrm>
              <a:off x="6718863" y="4669794"/>
              <a:ext cx="40164" cy="100443"/>
            </a:xfrm>
            <a:custGeom>
              <a:avLst/>
              <a:gdLst/>
              <a:ahLst/>
              <a:cxnLst/>
              <a:rect l="l" t="t" r="r" b="b"/>
              <a:pathLst>
                <a:path w="555" h="1388" extrusionOk="0">
                  <a:moveTo>
                    <a:pt x="312" y="1"/>
                  </a:moveTo>
                  <a:cubicBezTo>
                    <a:pt x="257" y="1"/>
                    <a:pt x="201" y="20"/>
                    <a:pt x="154" y="63"/>
                  </a:cubicBezTo>
                  <a:cubicBezTo>
                    <a:pt x="1" y="188"/>
                    <a:pt x="84" y="453"/>
                    <a:pt x="280" y="467"/>
                  </a:cubicBezTo>
                  <a:cubicBezTo>
                    <a:pt x="280" y="579"/>
                    <a:pt x="280" y="690"/>
                    <a:pt x="280" y="816"/>
                  </a:cubicBezTo>
                  <a:cubicBezTo>
                    <a:pt x="280" y="955"/>
                    <a:pt x="294" y="1081"/>
                    <a:pt x="308" y="1220"/>
                  </a:cubicBezTo>
                  <a:cubicBezTo>
                    <a:pt x="308" y="1276"/>
                    <a:pt x="322" y="1332"/>
                    <a:pt x="336" y="1388"/>
                  </a:cubicBezTo>
                  <a:cubicBezTo>
                    <a:pt x="350" y="1332"/>
                    <a:pt x="363" y="1276"/>
                    <a:pt x="363" y="1220"/>
                  </a:cubicBezTo>
                  <a:cubicBezTo>
                    <a:pt x="377" y="1081"/>
                    <a:pt x="377" y="955"/>
                    <a:pt x="377" y="816"/>
                  </a:cubicBezTo>
                  <a:cubicBezTo>
                    <a:pt x="377" y="690"/>
                    <a:pt x="363" y="565"/>
                    <a:pt x="350" y="467"/>
                  </a:cubicBezTo>
                  <a:cubicBezTo>
                    <a:pt x="461" y="453"/>
                    <a:pt x="545" y="356"/>
                    <a:pt x="545" y="244"/>
                  </a:cubicBezTo>
                  <a:cubicBezTo>
                    <a:pt x="554" y="99"/>
                    <a:pt x="437" y="1"/>
                    <a:pt x="312"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8" name="Google Shape;798;p11"/>
          <p:cNvGrpSpPr/>
          <p:nvPr/>
        </p:nvGrpSpPr>
        <p:grpSpPr>
          <a:xfrm>
            <a:off x="4306852" y="4137068"/>
            <a:ext cx="1064486" cy="713396"/>
            <a:chOff x="181096" y="315758"/>
            <a:chExt cx="654303" cy="438500"/>
          </a:xfrm>
        </p:grpSpPr>
        <p:sp>
          <p:nvSpPr>
            <p:cNvPr id="799" name="Google Shape;799;p11"/>
            <p:cNvSpPr/>
            <p:nvPr/>
          </p:nvSpPr>
          <p:spPr>
            <a:xfrm>
              <a:off x="708673" y="557277"/>
              <a:ext cx="126727" cy="173619"/>
            </a:xfrm>
            <a:custGeom>
              <a:avLst/>
              <a:gdLst/>
              <a:ahLst/>
              <a:cxnLst/>
              <a:rect l="l" t="t" r="r" b="b"/>
              <a:pathLst>
                <a:path w="754" h="1033" extrusionOk="0">
                  <a:moveTo>
                    <a:pt x="572" y="0"/>
                  </a:moveTo>
                  <a:cubicBezTo>
                    <a:pt x="391" y="56"/>
                    <a:pt x="196" y="98"/>
                    <a:pt x="0" y="140"/>
                  </a:cubicBezTo>
                  <a:lnTo>
                    <a:pt x="98" y="684"/>
                  </a:lnTo>
                  <a:cubicBezTo>
                    <a:pt x="126" y="642"/>
                    <a:pt x="182" y="600"/>
                    <a:pt x="237" y="572"/>
                  </a:cubicBezTo>
                  <a:cubicBezTo>
                    <a:pt x="275" y="565"/>
                    <a:pt x="308" y="562"/>
                    <a:pt x="337" y="562"/>
                  </a:cubicBezTo>
                  <a:cubicBezTo>
                    <a:pt x="427" y="562"/>
                    <a:pt x="478" y="596"/>
                    <a:pt x="488" y="670"/>
                  </a:cubicBezTo>
                  <a:cubicBezTo>
                    <a:pt x="499" y="735"/>
                    <a:pt x="459" y="758"/>
                    <a:pt x="400" y="758"/>
                  </a:cubicBezTo>
                  <a:cubicBezTo>
                    <a:pt x="384" y="758"/>
                    <a:pt x="367" y="756"/>
                    <a:pt x="349" y="753"/>
                  </a:cubicBezTo>
                  <a:cubicBezTo>
                    <a:pt x="293" y="739"/>
                    <a:pt x="251" y="711"/>
                    <a:pt x="210" y="684"/>
                  </a:cubicBezTo>
                  <a:cubicBezTo>
                    <a:pt x="168" y="739"/>
                    <a:pt x="112" y="809"/>
                    <a:pt x="56" y="865"/>
                  </a:cubicBezTo>
                  <a:cubicBezTo>
                    <a:pt x="154" y="962"/>
                    <a:pt x="279" y="1018"/>
                    <a:pt x="433" y="1032"/>
                  </a:cubicBezTo>
                  <a:cubicBezTo>
                    <a:pt x="516" y="1018"/>
                    <a:pt x="586" y="990"/>
                    <a:pt x="656" y="921"/>
                  </a:cubicBezTo>
                  <a:cubicBezTo>
                    <a:pt x="726" y="837"/>
                    <a:pt x="754" y="725"/>
                    <a:pt x="754" y="614"/>
                  </a:cubicBezTo>
                  <a:cubicBezTo>
                    <a:pt x="740" y="544"/>
                    <a:pt x="712" y="474"/>
                    <a:pt x="642" y="418"/>
                  </a:cubicBezTo>
                  <a:cubicBezTo>
                    <a:pt x="572" y="349"/>
                    <a:pt x="475" y="321"/>
                    <a:pt x="363" y="321"/>
                  </a:cubicBezTo>
                  <a:cubicBezTo>
                    <a:pt x="335" y="321"/>
                    <a:pt x="293" y="335"/>
                    <a:pt x="265" y="349"/>
                  </a:cubicBezTo>
                  <a:lnTo>
                    <a:pt x="265" y="307"/>
                  </a:lnTo>
                  <a:cubicBezTo>
                    <a:pt x="391" y="279"/>
                    <a:pt x="502" y="251"/>
                    <a:pt x="628" y="251"/>
                  </a:cubicBezTo>
                  <a:cubicBezTo>
                    <a:pt x="614" y="167"/>
                    <a:pt x="586" y="84"/>
                    <a:pt x="572"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11"/>
            <p:cNvSpPr/>
            <p:nvPr/>
          </p:nvSpPr>
          <p:spPr>
            <a:xfrm>
              <a:off x="181096" y="404836"/>
              <a:ext cx="178325" cy="268076"/>
            </a:xfrm>
            <a:custGeom>
              <a:avLst/>
              <a:gdLst/>
              <a:ahLst/>
              <a:cxnLst/>
              <a:rect l="l" t="t" r="r" b="b"/>
              <a:pathLst>
                <a:path w="1061" h="1595" extrusionOk="0">
                  <a:moveTo>
                    <a:pt x="824" y="0"/>
                  </a:moveTo>
                  <a:cubicBezTo>
                    <a:pt x="768" y="14"/>
                    <a:pt x="712" y="42"/>
                    <a:pt x="656" y="70"/>
                  </a:cubicBezTo>
                  <a:cubicBezTo>
                    <a:pt x="573" y="126"/>
                    <a:pt x="489" y="182"/>
                    <a:pt x="419" y="251"/>
                  </a:cubicBezTo>
                  <a:cubicBezTo>
                    <a:pt x="322" y="349"/>
                    <a:pt x="224" y="461"/>
                    <a:pt x="154" y="586"/>
                  </a:cubicBezTo>
                  <a:cubicBezTo>
                    <a:pt x="112" y="656"/>
                    <a:pt x="71" y="754"/>
                    <a:pt x="43" y="837"/>
                  </a:cubicBezTo>
                  <a:cubicBezTo>
                    <a:pt x="1" y="991"/>
                    <a:pt x="1" y="1158"/>
                    <a:pt x="43" y="1312"/>
                  </a:cubicBezTo>
                  <a:cubicBezTo>
                    <a:pt x="57" y="1353"/>
                    <a:pt x="85" y="1409"/>
                    <a:pt x="126" y="1451"/>
                  </a:cubicBezTo>
                  <a:cubicBezTo>
                    <a:pt x="140" y="1479"/>
                    <a:pt x="182" y="1507"/>
                    <a:pt x="210" y="1521"/>
                  </a:cubicBezTo>
                  <a:cubicBezTo>
                    <a:pt x="291" y="1567"/>
                    <a:pt x="391" y="1594"/>
                    <a:pt x="486" y="1594"/>
                  </a:cubicBezTo>
                  <a:cubicBezTo>
                    <a:pt x="506" y="1594"/>
                    <a:pt x="526" y="1593"/>
                    <a:pt x="545" y="1591"/>
                  </a:cubicBezTo>
                  <a:cubicBezTo>
                    <a:pt x="656" y="1577"/>
                    <a:pt x="754" y="1535"/>
                    <a:pt x="838" y="1479"/>
                  </a:cubicBezTo>
                  <a:cubicBezTo>
                    <a:pt x="921" y="1437"/>
                    <a:pt x="991" y="1381"/>
                    <a:pt x="1061" y="1312"/>
                  </a:cubicBezTo>
                  <a:lnTo>
                    <a:pt x="880" y="977"/>
                  </a:lnTo>
                  <a:cubicBezTo>
                    <a:pt x="866" y="1005"/>
                    <a:pt x="852" y="1019"/>
                    <a:pt x="838" y="1047"/>
                  </a:cubicBezTo>
                  <a:cubicBezTo>
                    <a:pt x="782" y="1116"/>
                    <a:pt x="698" y="1172"/>
                    <a:pt x="601" y="1200"/>
                  </a:cubicBezTo>
                  <a:lnTo>
                    <a:pt x="531" y="1200"/>
                  </a:lnTo>
                  <a:cubicBezTo>
                    <a:pt x="447" y="1158"/>
                    <a:pt x="419" y="1074"/>
                    <a:pt x="447" y="921"/>
                  </a:cubicBezTo>
                  <a:cubicBezTo>
                    <a:pt x="475" y="837"/>
                    <a:pt x="531" y="754"/>
                    <a:pt x="601" y="684"/>
                  </a:cubicBezTo>
                  <a:cubicBezTo>
                    <a:pt x="670" y="628"/>
                    <a:pt x="754" y="586"/>
                    <a:pt x="838" y="572"/>
                  </a:cubicBezTo>
                  <a:lnTo>
                    <a:pt x="824" y="0"/>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11"/>
            <p:cNvSpPr/>
            <p:nvPr/>
          </p:nvSpPr>
          <p:spPr>
            <a:xfrm>
              <a:off x="485978" y="315758"/>
              <a:ext cx="164207" cy="330767"/>
            </a:xfrm>
            <a:custGeom>
              <a:avLst/>
              <a:gdLst/>
              <a:ahLst/>
              <a:cxnLst/>
              <a:rect l="l" t="t" r="r" b="b"/>
              <a:pathLst>
                <a:path w="977" h="1968" extrusionOk="0">
                  <a:moveTo>
                    <a:pt x="907" y="0"/>
                  </a:moveTo>
                  <a:cubicBezTo>
                    <a:pt x="795" y="84"/>
                    <a:pt x="670" y="154"/>
                    <a:pt x="544" y="196"/>
                  </a:cubicBezTo>
                  <a:cubicBezTo>
                    <a:pt x="572" y="475"/>
                    <a:pt x="600" y="684"/>
                    <a:pt x="600" y="837"/>
                  </a:cubicBezTo>
                  <a:lnTo>
                    <a:pt x="516" y="907"/>
                  </a:lnTo>
                  <a:cubicBezTo>
                    <a:pt x="488" y="921"/>
                    <a:pt x="460" y="935"/>
                    <a:pt x="433" y="949"/>
                  </a:cubicBezTo>
                  <a:cubicBezTo>
                    <a:pt x="405" y="642"/>
                    <a:pt x="377" y="321"/>
                    <a:pt x="377" y="14"/>
                  </a:cubicBezTo>
                  <a:cubicBezTo>
                    <a:pt x="251" y="84"/>
                    <a:pt x="126" y="140"/>
                    <a:pt x="0" y="182"/>
                  </a:cubicBezTo>
                  <a:cubicBezTo>
                    <a:pt x="70" y="740"/>
                    <a:pt x="112" y="1325"/>
                    <a:pt x="140" y="1953"/>
                  </a:cubicBezTo>
                  <a:lnTo>
                    <a:pt x="307" y="1869"/>
                  </a:lnTo>
                  <a:lnTo>
                    <a:pt x="474" y="1758"/>
                  </a:lnTo>
                  <a:cubicBezTo>
                    <a:pt x="460" y="1521"/>
                    <a:pt x="447" y="1381"/>
                    <a:pt x="447" y="1339"/>
                  </a:cubicBezTo>
                  <a:lnTo>
                    <a:pt x="614" y="1242"/>
                  </a:lnTo>
                  <a:cubicBezTo>
                    <a:pt x="642" y="1590"/>
                    <a:pt x="656" y="1828"/>
                    <a:pt x="684" y="1967"/>
                  </a:cubicBezTo>
                  <a:cubicBezTo>
                    <a:pt x="725" y="1925"/>
                    <a:pt x="767" y="1883"/>
                    <a:pt x="823" y="1855"/>
                  </a:cubicBezTo>
                  <a:cubicBezTo>
                    <a:pt x="865" y="1814"/>
                    <a:pt x="907" y="1786"/>
                    <a:pt x="949" y="1758"/>
                  </a:cubicBezTo>
                  <a:lnTo>
                    <a:pt x="977" y="1730"/>
                  </a:lnTo>
                  <a:cubicBezTo>
                    <a:pt x="949" y="1381"/>
                    <a:pt x="921" y="809"/>
                    <a:pt x="907"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11"/>
            <p:cNvSpPr/>
            <p:nvPr/>
          </p:nvSpPr>
          <p:spPr>
            <a:xfrm>
              <a:off x="361605" y="600303"/>
              <a:ext cx="131433" cy="153954"/>
            </a:xfrm>
            <a:custGeom>
              <a:avLst/>
              <a:gdLst/>
              <a:ahLst/>
              <a:cxnLst/>
              <a:rect l="l" t="t" r="r" b="b"/>
              <a:pathLst>
                <a:path w="782" h="916" extrusionOk="0">
                  <a:moveTo>
                    <a:pt x="392" y="0"/>
                  </a:moveTo>
                  <a:cubicBezTo>
                    <a:pt x="227" y="0"/>
                    <a:pt x="75" y="105"/>
                    <a:pt x="15" y="260"/>
                  </a:cubicBezTo>
                  <a:cubicBezTo>
                    <a:pt x="1" y="344"/>
                    <a:pt x="29" y="414"/>
                    <a:pt x="71" y="483"/>
                  </a:cubicBezTo>
                  <a:cubicBezTo>
                    <a:pt x="140" y="441"/>
                    <a:pt x="224" y="414"/>
                    <a:pt x="308" y="400"/>
                  </a:cubicBezTo>
                  <a:cubicBezTo>
                    <a:pt x="294" y="386"/>
                    <a:pt x="294" y="372"/>
                    <a:pt x="280" y="344"/>
                  </a:cubicBezTo>
                  <a:cubicBezTo>
                    <a:pt x="266" y="316"/>
                    <a:pt x="280" y="274"/>
                    <a:pt x="308" y="260"/>
                  </a:cubicBezTo>
                  <a:cubicBezTo>
                    <a:pt x="350" y="260"/>
                    <a:pt x="377" y="274"/>
                    <a:pt x="377" y="302"/>
                  </a:cubicBezTo>
                  <a:cubicBezTo>
                    <a:pt x="391" y="316"/>
                    <a:pt x="391" y="330"/>
                    <a:pt x="377" y="358"/>
                  </a:cubicBezTo>
                  <a:cubicBezTo>
                    <a:pt x="350" y="455"/>
                    <a:pt x="294" y="567"/>
                    <a:pt x="224" y="651"/>
                  </a:cubicBezTo>
                  <a:cubicBezTo>
                    <a:pt x="168" y="720"/>
                    <a:pt x="154" y="832"/>
                    <a:pt x="196" y="916"/>
                  </a:cubicBezTo>
                  <a:cubicBezTo>
                    <a:pt x="266" y="846"/>
                    <a:pt x="447" y="804"/>
                    <a:pt x="726" y="804"/>
                  </a:cubicBezTo>
                  <a:cubicBezTo>
                    <a:pt x="712" y="720"/>
                    <a:pt x="740" y="637"/>
                    <a:pt x="782" y="567"/>
                  </a:cubicBezTo>
                  <a:cubicBezTo>
                    <a:pt x="742" y="561"/>
                    <a:pt x="701" y="558"/>
                    <a:pt x="662" y="558"/>
                  </a:cubicBezTo>
                  <a:cubicBezTo>
                    <a:pt x="606" y="558"/>
                    <a:pt x="552" y="565"/>
                    <a:pt x="503" y="581"/>
                  </a:cubicBezTo>
                  <a:cubicBezTo>
                    <a:pt x="601" y="483"/>
                    <a:pt x="656" y="344"/>
                    <a:pt x="643" y="204"/>
                  </a:cubicBezTo>
                  <a:cubicBezTo>
                    <a:pt x="629" y="107"/>
                    <a:pt x="559" y="37"/>
                    <a:pt x="475" y="9"/>
                  </a:cubicBezTo>
                  <a:cubicBezTo>
                    <a:pt x="447" y="3"/>
                    <a:pt x="420" y="0"/>
                    <a:pt x="392"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3" name="Google Shape;803;p11"/>
          <p:cNvGrpSpPr/>
          <p:nvPr/>
        </p:nvGrpSpPr>
        <p:grpSpPr>
          <a:xfrm rot="-321522">
            <a:off x="7999719" y="-281499"/>
            <a:ext cx="1298626" cy="1891529"/>
            <a:chOff x="6997534" y="1264110"/>
            <a:chExt cx="654858" cy="953840"/>
          </a:xfrm>
        </p:grpSpPr>
        <p:sp>
          <p:nvSpPr>
            <p:cNvPr id="804" name="Google Shape;804;p11"/>
            <p:cNvSpPr/>
            <p:nvPr/>
          </p:nvSpPr>
          <p:spPr>
            <a:xfrm>
              <a:off x="7122389" y="1639064"/>
              <a:ext cx="117066" cy="103427"/>
            </a:xfrm>
            <a:custGeom>
              <a:avLst/>
              <a:gdLst/>
              <a:ahLst/>
              <a:cxnLst/>
              <a:rect l="l" t="t" r="r" b="b"/>
              <a:pathLst>
                <a:path w="601" h="531" extrusionOk="0">
                  <a:moveTo>
                    <a:pt x="601" y="1"/>
                  </a:moveTo>
                  <a:cubicBezTo>
                    <a:pt x="601" y="1"/>
                    <a:pt x="559" y="29"/>
                    <a:pt x="503" y="70"/>
                  </a:cubicBezTo>
                  <a:cubicBezTo>
                    <a:pt x="433" y="112"/>
                    <a:pt x="363" y="168"/>
                    <a:pt x="280" y="238"/>
                  </a:cubicBezTo>
                  <a:cubicBezTo>
                    <a:pt x="210" y="307"/>
                    <a:pt x="140" y="377"/>
                    <a:pt x="84" y="433"/>
                  </a:cubicBezTo>
                  <a:cubicBezTo>
                    <a:pt x="29" y="489"/>
                    <a:pt x="1" y="531"/>
                    <a:pt x="1" y="531"/>
                  </a:cubicBezTo>
                  <a:cubicBezTo>
                    <a:pt x="1" y="531"/>
                    <a:pt x="43" y="503"/>
                    <a:pt x="112" y="461"/>
                  </a:cubicBezTo>
                  <a:cubicBezTo>
                    <a:pt x="168" y="419"/>
                    <a:pt x="252" y="349"/>
                    <a:pt x="322" y="294"/>
                  </a:cubicBezTo>
                  <a:cubicBezTo>
                    <a:pt x="391" y="224"/>
                    <a:pt x="461" y="154"/>
                    <a:pt x="517" y="98"/>
                  </a:cubicBezTo>
                  <a:cubicBezTo>
                    <a:pt x="573" y="42"/>
                    <a:pt x="601" y="1"/>
                    <a:pt x="601"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11"/>
            <p:cNvSpPr/>
            <p:nvPr/>
          </p:nvSpPr>
          <p:spPr>
            <a:xfrm>
              <a:off x="7252892" y="1601081"/>
              <a:ext cx="152322" cy="135955"/>
            </a:xfrm>
            <a:custGeom>
              <a:avLst/>
              <a:gdLst/>
              <a:ahLst/>
              <a:cxnLst/>
              <a:rect l="l" t="t" r="r" b="b"/>
              <a:pathLst>
                <a:path w="782" h="698" extrusionOk="0">
                  <a:moveTo>
                    <a:pt x="0" y="0"/>
                  </a:moveTo>
                  <a:cubicBezTo>
                    <a:pt x="0" y="0"/>
                    <a:pt x="14" y="14"/>
                    <a:pt x="28" y="28"/>
                  </a:cubicBezTo>
                  <a:cubicBezTo>
                    <a:pt x="42" y="42"/>
                    <a:pt x="70" y="84"/>
                    <a:pt x="112" y="112"/>
                  </a:cubicBezTo>
                  <a:cubicBezTo>
                    <a:pt x="182" y="196"/>
                    <a:pt x="279" y="279"/>
                    <a:pt x="377" y="377"/>
                  </a:cubicBezTo>
                  <a:cubicBezTo>
                    <a:pt x="461" y="461"/>
                    <a:pt x="572" y="544"/>
                    <a:pt x="656" y="600"/>
                  </a:cubicBezTo>
                  <a:lnTo>
                    <a:pt x="754" y="684"/>
                  </a:lnTo>
                  <a:lnTo>
                    <a:pt x="781" y="698"/>
                  </a:lnTo>
                  <a:lnTo>
                    <a:pt x="754" y="670"/>
                  </a:lnTo>
                  <a:lnTo>
                    <a:pt x="670" y="586"/>
                  </a:lnTo>
                  <a:cubicBezTo>
                    <a:pt x="600" y="502"/>
                    <a:pt x="502" y="419"/>
                    <a:pt x="405" y="321"/>
                  </a:cubicBezTo>
                  <a:cubicBezTo>
                    <a:pt x="321" y="237"/>
                    <a:pt x="210" y="154"/>
                    <a:pt x="126" y="98"/>
                  </a:cubicBezTo>
                  <a:lnTo>
                    <a:pt x="28" y="14"/>
                  </a:lnTo>
                  <a:lnTo>
                    <a:pt x="0" y="0"/>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11"/>
            <p:cNvSpPr/>
            <p:nvPr/>
          </p:nvSpPr>
          <p:spPr>
            <a:xfrm>
              <a:off x="7252892" y="1951492"/>
              <a:ext cx="146868" cy="133423"/>
            </a:xfrm>
            <a:custGeom>
              <a:avLst/>
              <a:gdLst/>
              <a:ahLst/>
              <a:cxnLst/>
              <a:rect l="l" t="t" r="r" b="b"/>
              <a:pathLst>
                <a:path w="754" h="685" extrusionOk="0">
                  <a:moveTo>
                    <a:pt x="754" y="1"/>
                  </a:moveTo>
                  <a:lnTo>
                    <a:pt x="754" y="1"/>
                  </a:lnTo>
                  <a:cubicBezTo>
                    <a:pt x="726" y="15"/>
                    <a:pt x="698" y="29"/>
                    <a:pt x="656" y="70"/>
                  </a:cubicBezTo>
                  <a:cubicBezTo>
                    <a:pt x="572" y="126"/>
                    <a:pt x="475" y="210"/>
                    <a:pt x="377" y="308"/>
                  </a:cubicBezTo>
                  <a:cubicBezTo>
                    <a:pt x="265" y="391"/>
                    <a:pt x="182" y="475"/>
                    <a:pt x="112" y="559"/>
                  </a:cubicBezTo>
                  <a:cubicBezTo>
                    <a:pt x="70" y="587"/>
                    <a:pt x="42" y="628"/>
                    <a:pt x="28" y="642"/>
                  </a:cubicBezTo>
                  <a:cubicBezTo>
                    <a:pt x="14" y="656"/>
                    <a:pt x="0" y="670"/>
                    <a:pt x="0" y="684"/>
                  </a:cubicBezTo>
                  <a:lnTo>
                    <a:pt x="28" y="656"/>
                  </a:lnTo>
                  <a:lnTo>
                    <a:pt x="126" y="573"/>
                  </a:lnTo>
                  <a:cubicBezTo>
                    <a:pt x="210" y="517"/>
                    <a:pt x="307" y="433"/>
                    <a:pt x="405" y="349"/>
                  </a:cubicBezTo>
                  <a:cubicBezTo>
                    <a:pt x="516" y="252"/>
                    <a:pt x="600" y="168"/>
                    <a:pt x="670" y="98"/>
                  </a:cubicBezTo>
                  <a:lnTo>
                    <a:pt x="754" y="1"/>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11"/>
            <p:cNvSpPr/>
            <p:nvPr/>
          </p:nvSpPr>
          <p:spPr>
            <a:xfrm>
              <a:off x="7103495" y="1951492"/>
              <a:ext cx="149595" cy="133423"/>
            </a:xfrm>
            <a:custGeom>
              <a:avLst/>
              <a:gdLst/>
              <a:ahLst/>
              <a:cxnLst/>
              <a:rect l="l" t="t" r="r" b="b"/>
              <a:pathLst>
                <a:path w="768" h="685" extrusionOk="0">
                  <a:moveTo>
                    <a:pt x="0" y="1"/>
                  </a:moveTo>
                  <a:lnTo>
                    <a:pt x="84" y="98"/>
                  </a:lnTo>
                  <a:cubicBezTo>
                    <a:pt x="154" y="168"/>
                    <a:pt x="251" y="252"/>
                    <a:pt x="349" y="349"/>
                  </a:cubicBezTo>
                  <a:cubicBezTo>
                    <a:pt x="433" y="433"/>
                    <a:pt x="544" y="517"/>
                    <a:pt x="628" y="587"/>
                  </a:cubicBezTo>
                  <a:cubicBezTo>
                    <a:pt x="670" y="614"/>
                    <a:pt x="698" y="642"/>
                    <a:pt x="725" y="656"/>
                  </a:cubicBezTo>
                  <a:lnTo>
                    <a:pt x="767" y="684"/>
                  </a:lnTo>
                  <a:lnTo>
                    <a:pt x="725" y="642"/>
                  </a:lnTo>
                  <a:cubicBezTo>
                    <a:pt x="711" y="614"/>
                    <a:pt x="684" y="587"/>
                    <a:pt x="656" y="559"/>
                  </a:cubicBezTo>
                  <a:cubicBezTo>
                    <a:pt x="586" y="489"/>
                    <a:pt x="474" y="377"/>
                    <a:pt x="391" y="308"/>
                  </a:cubicBezTo>
                  <a:cubicBezTo>
                    <a:pt x="293" y="224"/>
                    <a:pt x="181" y="126"/>
                    <a:pt x="98" y="70"/>
                  </a:cubicBezTo>
                  <a:cubicBezTo>
                    <a:pt x="70" y="43"/>
                    <a:pt x="28" y="15"/>
                    <a:pt x="0"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11"/>
            <p:cNvSpPr/>
            <p:nvPr/>
          </p:nvSpPr>
          <p:spPr>
            <a:xfrm>
              <a:off x="7130570" y="1946038"/>
              <a:ext cx="108885" cy="97973"/>
            </a:xfrm>
            <a:custGeom>
              <a:avLst/>
              <a:gdLst/>
              <a:ahLst/>
              <a:cxnLst/>
              <a:rect l="l" t="t" r="r" b="b"/>
              <a:pathLst>
                <a:path w="559" h="503" extrusionOk="0">
                  <a:moveTo>
                    <a:pt x="1" y="1"/>
                  </a:moveTo>
                  <a:cubicBezTo>
                    <a:pt x="15" y="43"/>
                    <a:pt x="42" y="71"/>
                    <a:pt x="70" y="98"/>
                  </a:cubicBezTo>
                  <a:cubicBezTo>
                    <a:pt x="126" y="154"/>
                    <a:pt x="196" y="210"/>
                    <a:pt x="252" y="266"/>
                  </a:cubicBezTo>
                  <a:cubicBezTo>
                    <a:pt x="321" y="336"/>
                    <a:pt x="405" y="391"/>
                    <a:pt x="461" y="433"/>
                  </a:cubicBezTo>
                  <a:cubicBezTo>
                    <a:pt x="517" y="475"/>
                    <a:pt x="559" y="503"/>
                    <a:pt x="559" y="503"/>
                  </a:cubicBezTo>
                  <a:cubicBezTo>
                    <a:pt x="531" y="475"/>
                    <a:pt x="503" y="433"/>
                    <a:pt x="489" y="405"/>
                  </a:cubicBezTo>
                  <a:cubicBezTo>
                    <a:pt x="419" y="350"/>
                    <a:pt x="363" y="294"/>
                    <a:pt x="294" y="238"/>
                  </a:cubicBezTo>
                  <a:cubicBezTo>
                    <a:pt x="224" y="168"/>
                    <a:pt x="154" y="112"/>
                    <a:pt x="98" y="71"/>
                  </a:cubicBezTo>
                  <a:cubicBezTo>
                    <a:pt x="29" y="29"/>
                    <a:pt x="1" y="1"/>
                    <a:pt x="1"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11"/>
            <p:cNvSpPr/>
            <p:nvPr/>
          </p:nvSpPr>
          <p:spPr>
            <a:xfrm>
              <a:off x="7383201" y="1775021"/>
              <a:ext cx="13830" cy="133228"/>
            </a:xfrm>
            <a:custGeom>
              <a:avLst/>
              <a:gdLst/>
              <a:ahLst/>
              <a:cxnLst/>
              <a:rect l="l" t="t" r="r" b="b"/>
              <a:pathLst>
                <a:path w="71" h="684" extrusionOk="0">
                  <a:moveTo>
                    <a:pt x="29" y="0"/>
                  </a:moveTo>
                  <a:cubicBezTo>
                    <a:pt x="15" y="28"/>
                    <a:pt x="15" y="70"/>
                    <a:pt x="15" y="112"/>
                  </a:cubicBezTo>
                  <a:cubicBezTo>
                    <a:pt x="1" y="181"/>
                    <a:pt x="1" y="265"/>
                    <a:pt x="15" y="349"/>
                  </a:cubicBezTo>
                  <a:cubicBezTo>
                    <a:pt x="15" y="419"/>
                    <a:pt x="15" y="502"/>
                    <a:pt x="29" y="586"/>
                  </a:cubicBezTo>
                  <a:cubicBezTo>
                    <a:pt x="29" y="642"/>
                    <a:pt x="43" y="684"/>
                    <a:pt x="43" y="684"/>
                  </a:cubicBezTo>
                  <a:cubicBezTo>
                    <a:pt x="57" y="656"/>
                    <a:pt x="57" y="614"/>
                    <a:pt x="57" y="586"/>
                  </a:cubicBezTo>
                  <a:cubicBezTo>
                    <a:pt x="57" y="516"/>
                    <a:pt x="71" y="432"/>
                    <a:pt x="57" y="335"/>
                  </a:cubicBezTo>
                  <a:cubicBezTo>
                    <a:pt x="57" y="265"/>
                    <a:pt x="57" y="181"/>
                    <a:pt x="43" y="98"/>
                  </a:cubicBezTo>
                  <a:cubicBezTo>
                    <a:pt x="43" y="70"/>
                    <a:pt x="29" y="28"/>
                    <a:pt x="29"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11"/>
            <p:cNvSpPr/>
            <p:nvPr/>
          </p:nvSpPr>
          <p:spPr>
            <a:xfrm>
              <a:off x="7247439" y="1454411"/>
              <a:ext cx="13830" cy="133228"/>
            </a:xfrm>
            <a:custGeom>
              <a:avLst/>
              <a:gdLst/>
              <a:ahLst/>
              <a:cxnLst/>
              <a:rect l="l" t="t" r="r" b="b"/>
              <a:pathLst>
                <a:path w="71" h="684" extrusionOk="0">
                  <a:moveTo>
                    <a:pt x="14" y="0"/>
                  </a:moveTo>
                  <a:cubicBezTo>
                    <a:pt x="14" y="28"/>
                    <a:pt x="0" y="70"/>
                    <a:pt x="0" y="98"/>
                  </a:cubicBezTo>
                  <a:lnTo>
                    <a:pt x="0" y="335"/>
                  </a:lnTo>
                  <a:cubicBezTo>
                    <a:pt x="0" y="419"/>
                    <a:pt x="14" y="502"/>
                    <a:pt x="14" y="586"/>
                  </a:cubicBezTo>
                  <a:cubicBezTo>
                    <a:pt x="28" y="642"/>
                    <a:pt x="42" y="684"/>
                    <a:pt x="42" y="684"/>
                  </a:cubicBezTo>
                  <a:cubicBezTo>
                    <a:pt x="42" y="684"/>
                    <a:pt x="42" y="642"/>
                    <a:pt x="56" y="586"/>
                  </a:cubicBezTo>
                  <a:cubicBezTo>
                    <a:pt x="70" y="516"/>
                    <a:pt x="56" y="419"/>
                    <a:pt x="56" y="335"/>
                  </a:cubicBezTo>
                  <a:cubicBezTo>
                    <a:pt x="56" y="265"/>
                    <a:pt x="42" y="181"/>
                    <a:pt x="28" y="98"/>
                  </a:cubicBezTo>
                  <a:cubicBezTo>
                    <a:pt x="28" y="70"/>
                    <a:pt x="28" y="28"/>
                    <a:pt x="14"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11"/>
            <p:cNvSpPr/>
            <p:nvPr/>
          </p:nvSpPr>
          <p:spPr>
            <a:xfrm>
              <a:off x="7244712" y="2084723"/>
              <a:ext cx="8376" cy="133228"/>
            </a:xfrm>
            <a:custGeom>
              <a:avLst/>
              <a:gdLst/>
              <a:ahLst/>
              <a:cxnLst/>
              <a:rect l="l" t="t" r="r" b="b"/>
              <a:pathLst>
                <a:path w="43" h="684" extrusionOk="0">
                  <a:moveTo>
                    <a:pt x="14" y="0"/>
                  </a:moveTo>
                  <a:cubicBezTo>
                    <a:pt x="0" y="28"/>
                    <a:pt x="0" y="70"/>
                    <a:pt x="0" y="98"/>
                  </a:cubicBezTo>
                  <a:lnTo>
                    <a:pt x="0" y="335"/>
                  </a:lnTo>
                  <a:cubicBezTo>
                    <a:pt x="0" y="433"/>
                    <a:pt x="0" y="516"/>
                    <a:pt x="14" y="572"/>
                  </a:cubicBezTo>
                  <a:cubicBezTo>
                    <a:pt x="28" y="642"/>
                    <a:pt x="28" y="684"/>
                    <a:pt x="28" y="684"/>
                  </a:cubicBezTo>
                  <a:cubicBezTo>
                    <a:pt x="42" y="656"/>
                    <a:pt x="42" y="614"/>
                    <a:pt x="42" y="572"/>
                  </a:cubicBezTo>
                  <a:lnTo>
                    <a:pt x="42" y="335"/>
                  </a:lnTo>
                  <a:cubicBezTo>
                    <a:pt x="42" y="265"/>
                    <a:pt x="42" y="182"/>
                    <a:pt x="28" y="98"/>
                  </a:cubicBezTo>
                  <a:cubicBezTo>
                    <a:pt x="28" y="70"/>
                    <a:pt x="14" y="28"/>
                    <a:pt x="14"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11"/>
            <p:cNvSpPr/>
            <p:nvPr/>
          </p:nvSpPr>
          <p:spPr>
            <a:xfrm>
              <a:off x="7410471" y="1639064"/>
              <a:ext cx="92523" cy="97973"/>
            </a:xfrm>
            <a:custGeom>
              <a:avLst/>
              <a:gdLst/>
              <a:ahLst/>
              <a:cxnLst/>
              <a:rect l="l" t="t" r="r" b="b"/>
              <a:pathLst>
                <a:path w="475" h="503" extrusionOk="0">
                  <a:moveTo>
                    <a:pt x="475" y="1"/>
                  </a:moveTo>
                  <a:cubicBezTo>
                    <a:pt x="475" y="1"/>
                    <a:pt x="447" y="29"/>
                    <a:pt x="391" y="70"/>
                  </a:cubicBezTo>
                  <a:cubicBezTo>
                    <a:pt x="321" y="126"/>
                    <a:pt x="265" y="182"/>
                    <a:pt x="210" y="238"/>
                  </a:cubicBezTo>
                  <a:cubicBezTo>
                    <a:pt x="154" y="294"/>
                    <a:pt x="112" y="349"/>
                    <a:pt x="56" y="405"/>
                  </a:cubicBezTo>
                  <a:cubicBezTo>
                    <a:pt x="42" y="433"/>
                    <a:pt x="14" y="475"/>
                    <a:pt x="0" y="503"/>
                  </a:cubicBezTo>
                  <a:cubicBezTo>
                    <a:pt x="0" y="503"/>
                    <a:pt x="28" y="475"/>
                    <a:pt x="84" y="433"/>
                  </a:cubicBezTo>
                  <a:cubicBezTo>
                    <a:pt x="140" y="377"/>
                    <a:pt x="196" y="321"/>
                    <a:pt x="265" y="266"/>
                  </a:cubicBezTo>
                  <a:cubicBezTo>
                    <a:pt x="307" y="210"/>
                    <a:pt x="363" y="154"/>
                    <a:pt x="419" y="98"/>
                  </a:cubicBezTo>
                  <a:cubicBezTo>
                    <a:pt x="433" y="70"/>
                    <a:pt x="461" y="42"/>
                    <a:pt x="475"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11"/>
            <p:cNvSpPr/>
            <p:nvPr/>
          </p:nvSpPr>
          <p:spPr>
            <a:xfrm>
              <a:off x="7402290" y="1747751"/>
              <a:ext cx="103431" cy="290998"/>
            </a:xfrm>
            <a:custGeom>
              <a:avLst/>
              <a:gdLst/>
              <a:ahLst/>
              <a:cxnLst/>
              <a:rect l="l" t="t" r="r" b="b"/>
              <a:pathLst>
                <a:path w="531" h="1494" extrusionOk="0">
                  <a:moveTo>
                    <a:pt x="0" y="1"/>
                  </a:moveTo>
                  <a:lnTo>
                    <a:pt x="0" y="112"/>
                  </a:lnTo>
                  <a:lnTo>
                    <a:pt x="0" y="489"/>
                  </a:lnTo>
                  <a:cubicBezTo>
                    <a:pt x="0" y="614"/>
                    <a:pt x="14" y="754"/>
                    <a:pt x="28" y="851"/>
                  </a:cubicBezTo>
                  <a:cubicBezTo>
                    <a:pt x="28" y="893"/>
                    <a:pt x="28" y="935"/>
                    <a:pt x="42" y="963"/>
                  </a:cubicBezTo>
                  <a:lnTo>
                    <a:pt x="42" y="851"/>
                  </a:lnTo>
                  <a:lnTo>
                    <a:pt x="42" y="475"/>
                  </a:lnTo>
                  <a:cubicBezTo>
                    <a:pt x="42" y="349"/>
                    <a:pt x="28" y="210"/>
                    <a:pt x="14" y="112"/>
                  </a:cubicBezTo>
                  <a:cubicBezTo>
                    <a:pt x="14" y="70"/>
                    <a:pt x="14" y="28"/>
                    <a:pt x="0" y="1"/>
                  </a:cubicBezTo>
                  <a:close/>
                  <a:moveTo>
                    <a:pt x="42" y="1005"/>
                  </a:moveTo>
                  <a:cubicBezTo>
                    <a:pt x="56" y="1033"/>
                    <a:pt x="84" y="1061"/>
                    <a:pt x="98" y="1089"/>
                  </a:cubicBezTo>
                  <a:cubicBezTo>
                    <a:pt x="154" y="1158"/>
                    <a:pt x="210" y="1214"/>
                    <a:pt x="265" y="1270"/>
                  </a:cubicBezTo>
                  <a:cubicBezTo>
                    <a:pt x="321" y="1326"/>
                    <a:pt x="391" y="1381"/>
                    <a:pt x="433" y="1423"/>
                  </a:cubicBezTo>
                  <a:cubicBezTo>
                    <a:pt x="461" y="1451"/>
                    <a:pt x="503" y="1465"/>
                    <a:pt x="531" y="1493"/>
                  </a:cubicBezTo>
                  <a:cubicBezTo>
                    <a:pt x="531" y="1493"/>
                    <a:pt x="503" y="1451"/>
                    <a:pt x="461" y="1395"/>
                  </a:cubicBezTo>
                  <a:cubicBezTo>
                    <a:pt x="405" y="1340"/>
                    <a:pt x="363" y="1284"/>
                    <a:pt x="293" y="1228"/>
                  </a:cubicBezTo>
                  <a:cubicBezTo>
                    <a:pt x="238" y="1172"/>
                    <a:pt x="182" y="1116"/>
                    <a:pt x="126" y="1075"/>
                  </a:cubicBezTo>
                  <a:cubicBezTo>
                    <a:pt x="98" y="1047"/>
                    <a:pt x="70" y="1033"/>
                    <a:pt x="42" y="1005"/>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11"/>
            <p:cNvSpPr/>
            <p:nvPr/>
          </p:nvSpPr>
          <p:spPr>
            <a:xfrm>
              <a:off x="7000261" y="1943312"/>
              <a:ext cx="92523" cy="98168"/>
            </a:xfrm>
            <a:custGeom>
              <a:avLst/>
              <a:gdLst/>
              <a:ahLst/>
              <a:cxnLst/>
              <a:rect l="l" t="t" r="r" b="b"/>
              <a:pathLst>
                <a:path w="475" h="504" extrusionOk="0">
                  <a:moveTo>
                    <a:pt x="474" y="1"/>
                  </a:moveTo>
                  <a:lnTo>
                    <a:pt x="474" y="1"/>
                  </a:lnTo>
                  <a:cubicBezTo>
                    <a:pt x="474" y="1"/>
                    <a:pt x="446" y="29"/>
                    <a:pt x="391" y="71"/>
                  </a:cubicBezTo>
                  <a:cubicBezTo>
                    <a:pt x="335" y="126"/>
                    <a:pt x="279" y="182"/>
                    <a:pt x="223" y="238"/>
                  </a:cubicBezTo>
                  <a:cubicBezTo>
                    <a:pt x="154" y="294"/>
                    <a:pt x="98" y="364"/>
                    <a:pt x="70" y="405"/>
                  </a:cubicBezTo>
                  <a:cubicBezTo>
                    <a:pt x="42" y="433"/>
                    <a:pt x="14" y="461"/>
                    <a:pt x="0" y="503"/>
                  </a:cubicBezTo>
                  <a:cubicBezTo>
                    <a:pt x="0" y="503"/>
                    <a:pt x="42" y="475"/>
                    <a:pt x="84" y="433"/>
                  </a:cubicBezTo>
                  <a:cubicBezTo>
                    <a:pt x="154" y="377"/>
                    <a:pt x="209" y="322"/>
                    <a:pt x="265" y="266"/>
                  </a:cubicBezTo>
                  <a:cubicBezTo>
                    <a:pt x="321" y="210"/>
                    <a:pt x="377" y="140"/>
                    <a:pt x="419" y="99"/>
                  </a:cubicBezTo>
                  <a:cubicBezTo>
                    <a:pt x="446" y="71"/>
                    <a:pt x="460" y="29"/>
                    <a:pt x="474"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11"/>
            <p:cNvSpPr/>
            <p:nvPr/>
          </p:nvSpPr>
          <p:spPr>
            <a:xfrm>
              <a:off x="6997534" y="1641791"/>
              <a:ext cx="97977" cy="95246"/>
            </a:xfrm>
            <a:custGeom>
              <a:avLst/>
              <a:gdLst/>
              <a:ahLst/>
              <a:cxnLst/>
              <a:rect l="l" t="t" r="r" b="b"/>
              <a:pathLst>
                <a:path w="503" h="489" extrusionOk="0">
                  <a:moveTo>
                    <a:pt x="0" y="1"/>
                  </a:moveTo>
                  <a:cubicBezTo>
                    <a:pt x="0" y="1"/>
                    <a:pt x="28" y="42"/>
                    <a:pt x="70" y="84"/>
                  </a:cubicBezTo>
                  <a:cubicBezTo>
                    <a:pt x="126" y="154"/>
                    <a:pt x="168" y="210"/>
                    <a:pt x="237" y="266"/>
                  </a:cubicBezTo>
                  <a:cubicBezTo>
                    <a:pt x="293" y="321"/>
                    <a:pt x="363" y="377"/>
                    <a:pt x="405" y="419"/>
                  </a:cubicBezTo>
                  <a:cubicBezTo>
                    <a:pt x="433" y="447"/>
                    <a:pt x="460" y="461"/>
                    <a:pt x="502" y="489"/>
                  </a:cubicBezTo>
                  <a:cubicBezTo>
                    <a:pt x="502" y="489"/>
                    <a:pt x="474" y="447"/>
                    <a:pt x="433" y="391"/>
                  </a:cubicBezTo>
                  <a:cubicBezTo>
                    <a:pt x="377" y="335"/>
                    <a:pt x="321" y="280"/>
                    <a:pt x="265" y="224"/>
                  </a:cubicBezTo>
                  <a:cubicBezTo>
                    <a:pt x="209" y="168"/>
                    <a:pt x="140" y="98"/>
                    <a:pt x="98" y="70"/>
                  </a:cubicBezTo>
                  <a:cubicBezTo>
                    <a:pt x="70" y="42"/>
                    <a:pt x="28" y="28"/>
                    <a:pt x="0"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11"/>
            <p:cNvSpPr/>
            <p:nvPr/>
          </p:nvSpPr>
          <p:spPr>
            <a:xfrm>
              <a:off x="7092587" y="1598354"/>
              <a:ext cx="155049" cy="337160"/>
            </a:xfrm>
            <a:custGeom>
              <a:avLst/>
              <a:gdLst/>
              <a:ahLst/>
              <a:cxnLst/>
              <a:rect l="l" t="t" r="r" b="b"/>
              <a:pathLst>
                <a:path w="796" h="1731" extrusionOk="0">
                  <a:moveTo>
                    <a:pt x="795" y="0"/>
                  </a:moveTo>
                  <a:lnTo>
                    <a:pt x="754" y="28"/>
                  </a:lnTo>
                  <a:cubicBezTo>
                    <a:pt x="740" y="56"/>
                    <a:pt x="698" y="70"/>
                    <a:pt x="656" y="112"/>
                  </a:cubicBezTo>
                  <a:cubicBezTo>
                    <a:pt x="586" y="168"/>
                    <a:pt x="475" y="251"/>
                    <a:pt x="377" y="335"/>
                  </a:cubicBezTo>
                  <a:cubicBezTo>
                    <a:pt x="279" y="433"/>
                    <a:pt x="182" y="516"/>
                    <a:pt x="112" y="586"/>
                  </a:cubicBezTo>
                  <a:lnTo>
                    <a:pt x="28" y="684"/>
                  </a:lnTo>
                  <a:lnTo>
                    <a:pt x="0" y="712"/>
                  </a:lnTo>
                  <a:lnTo>
                    <a:pt x="0" y="712"/>
                  </a:lnTo>
                  <a:lnTo>
                    <a:pt x="42" y="684"/>
                  </a:lnTo>
                  <a:lnTo>
                    <a:pt x="140" y="614"/>
                  </a:lnTo>
                  <a:cubicBezTo>
                    <a:pt x="224" y="558"/>
                    <a:pt x="321" y="475"/>
                    <a:pt x="419" y="377"/>
                  </a:cubicBezTo>
                  <a:cubicBezTo>
                    <a:pt x="516" y="293"/>
                    <a:pt x="614" y="210"/>
                    <a:pt x="684" y="126"/>
                  </a:cubicBezTo>
                  <a:cubicBezTo>
                    <a:pt x="726" y="98"/>
                    <a:pt x="740" y="56"/>
                    <a:pt x="767" y="42"/>
                  </a:cubicBezTo>
                  <a:lnTo>
                    <a:pt x="795" y="0"/>
                  </a:lnTo>
                  <a:close/>
                  <a:moveTo>
                    <a:pt x="0" y="768"/>
                  </a:moveTo>
                  <a:lnTo>
                    <a:pt x="0" y="879"/>
                  </a:lnTo>
                  <a:cubicBezTo>
                    <a:pt x="0" y="977"/>
                    <a:pt x="0" y="1116"/>
                    <a:pt x="0" y="1256"/>
                  </a:cubicBezTo>
                  <a:cubicBezTo>
                    <a:pt x="0" y="1381"/>
                    <a:pt x="14" y="1521"/>
                    <a:pt x="28" y="1618"/>
                  </a:cubicBezTo>
                  <a:cubicBezTo>
                    <a:pt x="28" y="1660"/>
                    <a:pt x="28" y="1702"/>
                    <a:pt x="42" y="1730"/>
                  </a:cubicBezTo>
                  <a:lnTo>
                    <a:pt x="42" y="1618"/>
                  </a:lnTo>
                  <a:lnTo>
                    <a:pt x="42" y="1242"/>
                  </a:lnTo>
                  <a:cubicBezTo>
                    <a:pt x="42" y="1116"/>
                    <a:pt x="28" y="977"/>
                    <a:pt x="14" y="879"/>
                  </a:cubicBezTo>
                  <a:cubicBezTo>
                    <a:pt x="14" y="837"/>
                    <a:pt x="0" y="795"/>
                    <a:pt x="0" y="768"/>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11"/>
            <p:cNvSpPr/>
            <p:nvPr/>
          </p:nvSpPr>
          <p:spPr>
            <a:xfrm>
              <a:off x="7165825" y="1318454"/>
              <a:ext cx="89991" cy="97973"/>
            </a:xfrm>
            <a:custGeom>
              <a:avLst/>
              <a:gdLst/>
              <a:ahLst/>
              <a:cxnLst/>
              <a:rect l="l" t="t" r="r" b="b"/>
              <a:pathLst>
                <a:path w="462" h="503" extrusionOk="0">
                  <a:moveTo>
                    <a:pt x="294" y="168"/>
                  </a:moveTo>
                  <a:cubicBezTo>
                    <a:pt x="308" y="168"/>
                    <a:pt x="322" y="182"/>
                    <a:pt x="336" y="210"/>
                  </a:cubicBezTo>
                  <a:cubicBezTo>
                    <a:pt x="322" y="252"/>
                    <a:pt x="308" y="294"/>
                    <a:pt x="280" y="322"/>
                  </a:cubicBezTo>
                  <a:cubicBezTo>
                    <a:pt x="252" y="349"/>
                    <a:pt x="224" y="363"/>
                    <a:pt x="196" y="363"/>
                  </a:cubicBezTo>
                  <a:cubicBezTo>
                    <a:pt x="154" y="363"/>
                    <a:pt x="140" y="349"/>
                    <a:pt x="140" y="322"/>
                  </a:cubicBezTo>
                  <a:cubicBezTo>
                    <a:pt x="140" y="294"/>
                    <a:pt x="154" y="266"/>
                    <a:pt x="168" y="252"/>
                  </a:cubicBezTo>
                  <a:cubicBezTo>
                    <a:pt x="196" y="210"/>
                    <a:pt x="238" y="168"/>
                    <a:pt x="294" y="168"/>
                  </a:cubicBezTo>
                  <a:close/>
                  <a:moveTo>
                    <a:pt x="322" y="1"/>
                  </a:moveTo>
                  <a:cubicBezTo>
                    <a:pt x="294" y="1"/>
                    <a:pt x="252" y="1"/>
                    <a:pt x="224" y="15"/>
                  </a:cubicBezTo>
                  <a:cubicBezTo>
                    <a:pt x="182" y="29"/>
                    <a:pt x="140" y="56"/>
                    <a:pt x="113" y="84"/>
                  </a:cubicBezTo>
                  <a:cubicBezTo>
                    <a:pt x="99" y="98"/>
                    <a:pt x="85" y="112"/>
                    <a:pt x="71" y="126"/>
                  </a:cubicBezTo>
                  <a:cubicBezTo>
                    <a:pt x="57" y="154"/>
                    <a:pt x="43" y="182"/>
                    <a:pt x="29" y="210"/>
                  </a:cubicBezTo>
                  <a:cubicBezTo>
                    <a:pt x="15" y="252"/>
                    <a:pt x="1" y="294"/>
                    <a:pt x="1" y="335"/>
                  </a:cubicBezTo>
                  <a:cubicBezTo>
                    <a:pt x="1" y="377"/>
                    <a:pt x="15" y="419"/>
                    <a:pt x="29" y="447"/>
                  </a:cubicBezTo>
                  <a:cubicBezTo>
                    <a:pt x="43" y="475"/>
                    <a:pt x="85" y="503"/>
                    <a:pt x="126" y="503"/>
                  </a:cubicBezTo>
                  <a:cubicBezTo>
                    <a:pt x="154" y="503"/>
                    <a:pt x="196" y="503"/>
                    <a:pt x="224" y="489"/>
                  </a:cubicBezTo>
                  <a:cubicBezTo>
                    <a:pt x="266" y="475"/>
                    <a:pt x="294" y="461"/>
                    <a:pt x="336" y="433"/>
                  </a:cubicBezTo>
                  <a:cubicBezTo>
                    <a:pt x="378" y="405"/>
                    <a:pt x="405" y="363"/>
                    <a:pt x="433" y="322"/>
                  </a:cubicBezTo>
                  <a:cubicBezTo>
                    <a:pt x="447" y="294"/>
                    <a:pt x="461" y="266"/>
                    <a:pt x="461" y="238"/>
                  </a:cubicBezTo>
                  <a:cubicBezTo>
                    <a:pt x="461" y="210"/>
                    <a:pt x="461" y="182"/>
                    <a:pt x="461" y="154"/>
                  </a:cubicBezTo>
                  <a:cubicBezTo>
                    <a:pt x="447" y="112"/>
                    <a:pt x="433" y="70"/>
                    <a:pt x="405" y="43"/>
                  </a:cubicBezTo>
                  <a:cubicBezTo>
                    <a:pt x="378" y="15"/>
                    <a:pt x="350" y="1"/>
                    <a:pt x="322"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11"/>
            <p:cNvSpPr/>
            <p:nvPr/>
          </p:nvSpPr>
          <p:spPr>
            <a:xfrm>
              <a:off x="7263800" y="1264110"/>
              <a:ext cx="95250" cy="179585"/>
            </a:xfrm>
            <a:custGeom>
              <a:avLst/>
              <a:gdLst/>
              <a:ahLst/>
              <a:cxnLst/>
              <a:rect l="l" t="t" r="r" b="b"/>
              <a:pathLst>
                <a:path w="489" h="922" extrusionOk="0">
                  <a:moveTo>
                    <a:pt x="251" y="1"/>
                  </a:moveTo>
                  <a:cubicBezTo>
                    <a:pt x="195" y="15"/>
                    <a:pt x="126" y="29"/>
                    <a:pt x="70" y="43"/>
                  </a:cubicBezTo>
                  <a:cubicBezTo>
                    <a:pt x="56" y="308"/>
                    <a:pt x="28" y="587"/>
                    <a:pt x="0" y="879"/>
                  </a:cubicBezTo>
                  <a:lnTo>
                    <a:pt x="70" y="852"/>
                  </a:lnTo>
                  <a:lnTo>
                    <a:pt x="167" y="810"/>
                  </a:lnTo>
                  <a:cubicBezTo>
                    <a:pt x="167" y="698"/>
                    <a:pt x="181" y="628"/>
                    <a:pt x="181" y="614"/>
                  </a:cubicBezTo>
                  <a:lnTo>
                    <a:pt x="265" y="573"/>
                  </a:lnTo>
                  <a:lnTo>
                    <a:pt x="265" y="573"/>
                  </a:lnTo>
                  <a:cubicBezTo>
                    <a:pt x="251" y="740"/>
                    <a:pt x="237" y="852"/>
                    <a:pt x="237" y="921"/>
                  </a:cubicBezTo>
                  <a:cubicBezTo>
                    <a:pt x="265" y="907"/>
                    <a:pt x="293" y="893"/>
                    <a:pt x="307" y="879"/>
                  </a:cubicBezTo>
                  <a:lnTo>
                    <a:pt x="377" y="838"/>
                  </a:lnTo>
                  <a:lnTo>
                    <a:pt x="391" y="838"/>
                  </a:lnTo>
                  <a:cubicBezTo>
                    <a:pt x="391" y="670"/>
                    <a:pt x="432" y="405"/>
                    <a:pt x="488" y="29"/>
                  </a:cubicBezTo>
                  <a:lnTo>
                    <a:pt x="488" y="29"/>
                  </a:lnTo>
                  <a:cubicBezTo>
                    <a:pt x="432" y="57"/>
                    <a:pt x="377" y="84"/>
                    <a:pt x="321" y="98"/>
                  </a:cubicBezTo>
                  <a:cubicBezTo>
                    <a:pt x="321" y="224"/>
                    <a:pt x="307" y="322"/>
                    <a:pt x="293" y="391"/>
                  </a:cubicBezTo>
                  <a:lnTo>
                    <a:pt x="251" y="419"/>
                  </a:lnTo>
                  <a:lnTo>
                    <a:pt x="209" y="433"/>
                  </a:lnTo>
                  <a:cubicBezTo>
                    <a:pt x="209" y="294"/>
                    <a:pt x="223" y="140"/>
                    <a:pt x="251"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11"/>
            <p:cNvSpPr/>
            <p:nvPr/>
          </p:nvSpPr>
          <p:spPr>
            <a:xfrm>
              <a:off x="7530066" y="1519468"/>
              <a:ext cx="122325" cy="117061"/>
            </a:xfrm>
            <a:custGeom>
              <a:avLst/>
              <a:gdLst/>
              <a:ahLst/>
              <a:cxnLst/>
              <a:rect l="l" t="t" r="r" b="b"/>
              <a:pathLst>
                <a:path w="628" h="601" extrusionOk="0">
                  <a:moveTo>
                    <a:pt x="279" y="1"/>
                  </a:moveTo>
                  <a:lnTo>
                    <a:pt x="112" y="29"/>
                  </a:lnTo>
                  <a:cubicBezTo>
                    <a:pt x="84" y="168"/>
                    <a:pt x="70" y="266"/>
                    <a:pt x="56" y="336"/>
                  </a:cubicBezTo>
                  <a:cubicBezTo>
                    <a:pt x="42" y="391"/>
                    <a:pt x="28" y="475"/>
                    <a:pt x="0" y="587"/>
                  </a:cubicBezTo>
                  <a:cubicBezTo>
                    <a:pt x="70" y="587"/>
                    <a:pt x="126" y="573"/>
                    <a:pt x="167" y="559"/>
                  </a:cubicBezTo>
                  <a:lnTo>
                    <a:pt x="195" y="433"/>
                  </a:lnTo>
                  <a:lnTo>
                    <a:pt x="209" y="322"/>
                  </a:lnTo>
                  <a:cubicBezTo>
                    <a:pt x="251" y="419"/>
                    <a:pt x="279" y="517"/>
                    <a:pt x="335" y="601"/>
                  </a:cubicBezTo>
                  <a:cubicBezTo>
                    <a:pt x="363" y="587"/>
                    <a:pt x="405" y="573"/>
                    <a:pt x="446" y="573"/>
                  </a:cubicBezTo>
                  <a:cubicBezTo>
                    <a:pt x="502" y="405"/>
                    <a:pt x="558" y="238"/>
                    <a:pt x="628" y="57"/>
                  </a:cubicBezTo>
                  <a:lnTo>
                    <a:pt x="628" y="57"/>
                  </a:lnTo>
                  <a:cubicBezTo>
                    <a:pt x="558" y="71"/>
                    <a:pt x="502" y="85"/>
                    <a:pt x="432" y="99"/>
                  </a:cubicBezTo>
                  <a:cubicBezTo>
                    <a:pt x="419" y="182"/>
                    <a:pt x="391" y="252"/>
                    <a:pt x="377" y="308"/>
                  </a:cubicBezTo>
                  <a:lnTo>
                    <a:pt x="349" y="238"/>
                  </a:lnTo>
                  <a:cubicBezTo>
                    <a:pt x="321" y="154"/>
                    <a:pt x="293" y="71"/>
                    <a:pt x="279"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11"/>
            <p:cNvSpPr/>
            <p:nvPr/>
          </p:nvSpPr>
          <p:spPr>
            <a:xfrm>
              <a:off x="7532599" y="1953635"/>
              <a:ext cx="87264" cy="136734"/>
            </a:xfrm>
            <a:custGeom>
              <a:avLst/>
              <a:gdLst/>
              <a:ahLst/>
              <a:cxnLst/>
              <a:rect l="l" t="t" r="r" b="b"/>
              <a:pathLst>
                <a:path w="448" h="702" extrusionOk="0">
                  <a:moveTo>
                    <a:pt x="355" y="0"/>
                  </a:moveTo>
                  <a:cubicBezTo>
                    <a:pt x="275" y="0"/>
                    <a:pt x="198" y="27"/>
                    <a:pt x="140" y="73"/>
                  </a:cubicBezTo>
                  <a:cubicBezTo>
                    <a:pt x="85" y="101"/>
                    <a:pt x="57" y="143"/>
                    <a:pt x="57" y="157"/>
                  </a:cubicBezTo>
                  <a:cubicBezTo>
                    <a:pt x="43" y="185"/>
                    <a:pt x="29" y="213"/>
                    <a:pt x="29" y="241"/>
                  </a:cubicBezTo>
                  <a:cubicBezTo>
                    <a:pt x="15" y="283"/>
                    <a:pt x="1" y="324"/>
                    <a:pt x="15" y="380"/>
                  </a:cubicBezTo>
                  <a:cubicBezTo>
                    <a:pt x="15" y="394"/>
                    <a:pt x="29" y="408"/>
                    <a:pt x="43" y="422"/>
                  </a:cubicBezTo>
                  <a:cubicBezTo>
                    <a:pt x="43" y="436"/>
                    <a:pt x="71" y="450"/>
                    <a:pt x="85" y="464"/>
                  </a:cubicBezTo>
                  <a:lnTo>
                    <a:pt x="182" y="464"/>
                  </a:lnTo>
                  <a:cubicBezTo>
                    <a:pt x="210" y="450"/>
                    <a:pt x="224" y="450"/>
                    <a:pt x="252" y="436"/>
                  </a:cubicBezTo>
                  <a:cubicBezTo>
                    <a:pt x="266" y="422"/>
                    <a:pt x="280" y="422"/>
                    <a:pt x="308" y="408"/>
                  </a:cubicBezTo>
                  <a:cubicBezTo>
                    <a:pt x="308" y="408"/>
                    <a:pt x="322" y="422"/>
                    <a:pt x="322" y="422"/>
                  </a:cubicBezTo>
                  <a:cubicBezTo>
                    <a:pt x="322" y="436"/>
                    <a:pt x="322" y="436"/>
                    <a:pt x="322" y="450"/>
                  </a:cubicBezTo>
                  <a:cubicBezTo>
                    <a:pt x="308" y="478"/>
                    <a:pt x="294" y="492"/>
                    <a:pt x="280" y="506"/>
                  </a:cubicBezTo>
                  <a:cubicBezTo>
                    <a:pt x="238" y="534"/>
                    <a:pt x="210" y="548"/>
                    <a:pt x="168" y="548"/>
                  </a:cubicBezTo>
                  <a:lnTo>
                    <a:pt x="71" y="548"/>
                  </a:lnTo>
                  <a:cubicBezTo>
                    <a:pt x="57" y="603"/>
                    <a:pt x="43" y="645"/>
                    <a:pt x="29" y="687"/>
                  </a:cubicBezTo>
                  <a:lnTo>
                    <a:pt x="99" y="701"/>
                  </a:lnTo>
                  <a:cubicBezTo>
                    <a:pt x="168" y="701"/>
                    <a:pt x="238" y="687"/>
                    <a:pt x="308" y="659"/>
                  </a:cubicBezTo>
                  <a:cubicBezTo>
                    <a:pt x="350" y="631"/>
                    <a:pt x="378" y="603"/>
                    <a:pt x="392" y="576"/>
                  </a:cubicBezTo>
                  <a:cubicBezTo>
                    <a:pt x="406" y="548"/>
                    <a:pt x="419" y="534"/>
                    <a:pt x="433" y="506"/>
                  </a:cubicBezTo>
                  <a:cubicBezTo>
                    <a:pt x="447" y="464"/>
                    <a:pt x="447" y="422"/>
                    <a:pt x="447" y="380"/>
                  </a:cubicBezTo>
                  <a:cubicBezTo>
                    <a:pt x="433" y="352"/>
                    <a:pt x="433" y="338"/>
                    <a:pt x="419" y="324"/>
                  </a:cubicBezTo>
                  <a:cubicBezTo>
                    <a:pt x="419" y="324"/>
                    <a:pt x="406" y="311"/>
                    <a:pt x="406" y="311"/>
                  </a:cubicBezTo>
                  <a:cubicBezTo>
                    <a:pt x="392" y="297"/>
                    <a:pt x="364" y="283"/>
                    <a:pt x="350" y="283"/>
                  </a:cubicBezTo>
                  <a:lnTo>
                    <a:pt x="294" y="283"/>
                  </a:lnTo>
                  <a:cubicBezTo>
                    <a:pt x="266" y="297"/>
                    <a:pt x="252" y="297"/>
                    <a:pt x="224" y="311"/>
                  </a:cubicBezTo>
                  <a:cubicBezTo>
                    <a:pt x="213" y="314"/>
                    <a:pt x="204" y="316"/>
                    <a:pt x="196" y="316"/>
                  </a:cubicBezTo>
                  <a:cubicBezTo>
                    <a:pt x="176" y="316"/>
                    <a:pt x="168" y="303"/>
                    <a:pt x="168" y="283"/>
                  </a:cubicBezTo>
                  <a:cubicBezTo>
                    <a:pt x="154" y="241"/>
                    <a:pt x="196" y="199"/>
                    <a:pt x="238" y="185"/>
                  </a:cubicBezTo>
                  <a:cubicBezTo>
                    <a:pt x="259" y="178"/>
                    <a:pt x="283" y="175"/>
                    <a:pt x="310" y="175"/>
                  </a:cubicBezTo>
                  <a:cubicBezTo>
                    <a:pt x="336" y="175"/>
                    <a:pt x="364" y="178"/>
                    <a:pt x="392" y="185"/>
                  </a:cubicBezTo>
                  <a:lnTo>
                    <a:pt x="406" y="4"/>
                  </a:lnTo>
                  <a:cubicBezTo>
                    <a:pt x="389" y="1"/>
                    <a:pt x="372" y="0"/>
                    <a:pt x="355"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821"/>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822"/>
        <p:cNvGrpSpPr/>
        <p:nvPr/>
      </p:nvGrpSpPr>
      <p:grpSpPr>
        <a:xfrm>
          <a:off x="0" y="0"/>
          <a:ext cx="0" cy="0"/>
          <a:chOff x="0" y="0"/>
          <a:chExt cx="0" cy="0"/>
        </a:xfrm>
      </p:grpSpPr>
      <p:sp>
        <p:nvSpPr>
          <p:cNvPr id="823" name="Google Shape;823;p13"/>
          <p:cNvSpPr txBox="1">
            <a:spLocks noGrp="1"/>
          </p:cNvSpPr>
          <p:nvPr>
            <p:ph type="title"/>
          </p:nvPr>
        </p:nvSpPr>
        <p:spPr>
          <a:xfrm>
            <a:off x="1864888" y="1742775"/>
            <a:ext cx="2336400" cy="527700"/>
          </a:xfrm>
          <a:prstGeom prst="rect">
            <a:avLst/>
          </a:prstGeom>
          <a:ln w="19050" cap="flat" cmpd="sng">
            <a:solidFill>
              <a:schemeClr val="accent6"/>
            </a:solidFill>
            <a:prstDash val="solid"/>
            <a:round/>
            <a:headEnd type="none" w="sm" len="sm"/>
            <a:tailEnd type="none" w="sm" len="sm"/>
          </a:ln>
        </p:spPr>
        <p:txBody>
          <a:bodyPr spcFirstLastPara="1" wrap="square" lIns="91425" tIns="91425" rIns="91425" bIns="91425" anchor="b" anchorCtr="0">
            <a:noAutofit/>
          </a:bodyPr>
          <a:lstStyle>
            <a:lvl1pPr lvl="0" algn="ctr" rtl="0">
              <a:spcBef>
                <a:spcPts val="0"/>
              </a:spcBef>
              <a:spcAft>
                <a:spcPts val="0"/>
              </a:spcAft>
              <a:buSzPts val="2400"/>
              <a:buNone/>
              <a:defRPr sz="2400">
                <a:solidFill>
                  <a:schemeClr val="accent6"/>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824" name="Google Shape;824;p13"/>
          <p:cNvSpPr txBox="1">
            <a:spLocks noGrp="1"/>
          </p:cNvSpPr>
          <p:nvPr>
            <p:ph type="title" idx="2" hasCustomPrompt="1"/>
          </p:nvPr>
        </p:nvSpPr>
        <p:spPr>
          <a:xfrm>
            <a:off x="2395438" y="1149600"/>
            <a:ext cx="12753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25" name="Google Shape;825;p13"/>
          <p:cNvSpPr txBox="1">
            <a:spLocks noGrp="1"/>
          </p:cNvSpPr>
          <p:nvPr>
            <p:ph type="subTitle" idx="1"/>
          </p:nvPr>
        </p:nvSpPr>
        <p:spPr>
          <a:xfrm>
            <a:off x="1864888" y="2270475"/>
            <a:ext cx="23364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826" name="Google Shape;826;p13"/>
          <p:cNvSpPr txBox="1">
            <a:spLocks noGrp="1"/>
          </p:cNvSpPr>
          <p:nvPr>
            <p:ph type="title" idx="3"/>
          </p:nvPr>
        </p:nvSpPr>
        <p:spPr>
          <a:xfrm>
            <a:off x="4942713" y="1742775"/>
            <a:ext cx="2336400" cy="527700"/>
          </a:xfrm>
          <a:prstGeom prst="rect">
            <a:avLst/>
          </a:prstGeom>
          <a:ln w="19050" cap="flat" cmpd="sng">
            <a:solidFill>
              <a:schemeClr val="accent6"/>
            </a:solidFill>
            <a:prstDash val="solid"/>
            <a:round/>
            <a:headEnd type="none" w="sm" len="sm"/>
            <a:tailEnd type="none" w="sm" len="sm"/>
          </a:ln>
        </p:spPr>
        <p:txBody>
          <a:bodyPr spcFirstLastPara="1" wrap="square" lIns="91425" tIns="91425" rIns="91425" bIns="91425" anchor="b" anchorCtr="0">
            <a:noAutofit/>
          </a:bodyPr>
          <a:lstStyle>
            <a:lvl1pPr lvl="0" algn="ctr" rtl="0">
              <a:spcBef>
                <a:spcPts val="0"/>
              </a:spcBef>
              <a:spcAft>
                <a:spcPts val="0"/>
              </a:spcAft>
              <a:buSzPts val="2400"/>
              <a:buNone/>
              <a:defRPr sz="2400">
                <a:solidFill>
                  <a:schemeClr val="accent6"/>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827" name="Google Shape;827;p13"/>
          <p:cNvSpPr txBox="1">
            <a:spLocks noGrp="1"/>
          </p:cNvSpPr>
          <p:nvPr>
            <p:ph type="title" idx="4" hasCustomPrompt="1"/>
          </p:nvPr>
        </p:nvSpPr>
        <p:spPr>
          <a:xfrm>
            <a:off x="5473263" y="1149600"/>
            <a:ext cx="12753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28" name="Google Shape;828;p13"/>
          <p:cNvSpPr txBox="1">
            <a:spLocks noGrp="1"/>
          </p:cNvSpPr>
          <p:nvPr>
            <p:ph type="subTitle" idx="5"/>
          </p:nvPr>
        </p:nvSpPr>
        <p:spPr>
          <a:xfrm>
            <a:off x="4942713" y="2270475"/>
            <a:ext cx="23364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829" name="Google Shape;829;p13"/>
          <p:cNvSpPr txBox="1">
            <a:spLocks noGrp="1"/>
          </p:cNvSpPr>
          <p:nvPr>
            <p:ph type="title" idx="6"/>
          </p:nvPr>
        </p:nvSpPr>
        <p:spPr>
          <a:xfrm>
            <a:off x="1864888" y="3532175"/>
            <a:ext cx="2336400" cy="527700"/>
          </a:xfrm>
          <a:prstGeom prst="rect">
            <a:avLst/>
          </a:prstGeom>
          <a:ln w="19050" cap="flat" cmpd="sng">
            <a:solidFill>
              <a:schemeClr val="accent6"/>
            </a:solidFill>
            <a:prstDash val="solid"/>
            <a:round/>
            <a:headEnd type="none" w="sm" len="sm"/>
            <a:tailEnd type="none" w="sm" len="sm"/>
          </a:ln>
        </p:spPr>
        <p:txBody>
          <a:bodyPr spcFirstLastPara="1" wrap="square" lIns="91425" tIns="91425" rIns="91425" bIns="91425" anchor="b" anchorCtr="0">
            <a:noAutofit/>
          </a:bodyPr>
          <a:lstStyle>
            <a:lvl1pPr lvl="0" algn="ctr" rtl="0">
              <a:spcBef>
                <a:spcPts val="0"/>
              </a:spcBef>
              <a:spcAft>
                <a:spcPts val="0"/>
              </a:spcAft>
              <a:buSzPts val="2400"/>
              <a:buNone/>
              <a:defRPr sz="2400">
                <a:solidFill>
                  <a:schemeClr val="accent6"/>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830" name="Google Shape;830;p13"/>
          <p:cNvSpPr txBox="1">
            <a:spLocks noGrp="1"/>
          </p:cNvSpPr>
          <p:nvPr>
            <p:ph type="title" idx="7" hasCustomPrompt="1"/>
          </p:nvPr>
        </p:nvSpPr>
        <p:spPr>
          <a:xfrm>
            <a:off x="2395438" y="2939000"/>
            <a:ext cx="12753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31" name="Google Shape;831;p13"/>
          <p:cNvSpPr txBox="1">
            <a:spLocks noGrp="1"/>
          </p:cNvSpPr>
          <p:nvPr>
            <p:ph type="subTitle" idx="8"/>
          </p:nvPr>
        </p:nvSpPr>
        <p:spPr>
          <a:xfrm>
            <a:off x="1864888" y="4059875"/>
            <a:ext cx="23364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832" name="Google Shape;832;p13"/>
          <p:cNvSpPr txBox="1">
            <a:spLocks noGrp="1"/>
          </p:cNvSpPr>
          <p:nvPr>
            <p:ph type="title" idx="9"/>
          </p:nvPr>
        </p:nvSpPr>
        <p:spPr>
          <a:xfrm>
            <a:off x="4942713" y="3532175"/>
            <a:ext cx="2336400" cy="527700"/>
          </a:xfrm>
          <a:prstGeom prst="rect">
            <a:avLst/>
          </a:prstGeom>
          <a:ln w="19050" cap="flat" cmpd="sng">
            <a:solidFill>
              <a:schemeClr val="accent6"/>
            </a:solidFill>
            <a:prstDash val="solid"/>
            <a:round/>
            <a:headEnd type="none" w="sm" len="sm"/>
            <a:tailEnd type="none" w="sm" len="sm"/>
          </a:ln>
        </p:spPr>
        <p:txBody>
          <a:bodyPr spcFirstLastPara="1" wrap="square" lIns="91425" tIns="91425" rIns="91425" bIns="91425" anchor="b" anchorCtr="0">
            <a:noAutofit/>
          </a:bodyPr>
          <a:lstStyle>
            <a:lvl1pPr lvl="0" algn="ctr" rtl="0">
              <a:spcBef>
                <a:spcPts val="0"/>
              </a:spcBef>
              <a:spcAft>
                <a:spcPts val="0"/>
              </a:spcAft>
              <a:buSzPts val="2400"/>
              <a:buNone/>
              <a:defRPr sz="2400">
                <a:solidFill>
                  <a:schemeClr val="accent6"/>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833" name="Google Shape;833;p13"/>
          <p:cNvSpPr txBox="1">
            <a:spLocks noGrp="1"/>
          </p:cNvSpPr>
          <p:nvPr>
            <p:ph type="title" idx="13" hasCustomPrompt="1"/>
          </p:nvPr>
        </p:nvSpPr>
        <p:spPr>
          <a:xfrm>
            <a:off x="5473263" y="2939000"/>
            <a:ext cx="12753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34" name="Google Shape;834;p13"/>
          <p:cNvSpPr txBox="1">
            <a:spLocks noGrp="1"/>
          </p:cNvSpPr>
          <p:nvPr>
            <p:ph type="subTitle" idx="14"/>
          </p:nvPr>
        </p:nvSpPr>
        <p:spPr>
          <a:xfrm>
            <a:off x="4942713" y="4059875"/>
            <a:ext cx="23364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835" name="Google Shape;835;p13"/>
          <p:cNvSpPr txBox="1">
            <a:spLocks noGrp="1"/>
          </p:cNvSpPr>
          <p:nvPr>
            <p:ph type="title" idx="15"/>
          </p:nvPr>
        </p:nvSpPr>
        <p:spPr>
          <a:xfrm>
            <a:off x="720000" y="445025"/>
            <a:ext cx="7704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836" name="Google Shape;836;p13"/>
          <p:cNvGrpSpPr/>
          <p:nvPr/>
        </p:nvGrpSpPr>
        <p:grpSpPr>
          <a:xfrm>
            <a:off x="173455" y="-97680"/>
            <a:ext cx="9172870" cy="5150379"/>
            <a:chOff x="173455" y="-97680"/>
            <a:chExt cx="9172870" cy="5150379"/>
          </a:xfrm>
        </p:grpSpPr>
        <p:grpSp>
          <p:nvGrpSpPr>
            <p:cNvPr id="837" name="Google Shape;837;p13"/>
            <p:cNvGrpSpPr/>
            <p:nvPr/>
          </p:nvGrpSpPr>
          <p:grpSpPr>
            <a:xfrm>
              <a:off x="497549" y="4521006"/>
              <a:ext cx="663868" cy="442697"/>
              <a:chOff x="3607099" y="3120656"/>
              <a:chExt cx="663868" cy="442697"/>
            </a:xfrm>
          </p:grpSpPr>
          <p:sp>
            <p:nvSpPr>
              <p:cNvPr id="838" name="Google Shape;838;p13"/>
              <p:cNvSpPr/>
              <p:nvPr/>
            </p:nvSpPr>
            <p:spPr>
              <a:xfrm>
                <a:off x="4140555" y="3364033"/>
                <a:ext cx="130412" cy="174823"/>
              </a:xfrm>
              <a:custGeom>
                <a:avLst/>
                <a:gdLst/>
                <a:ahLst/>
                <a:cxnLst/>
                <a:rect l="l" t="t" r="r" b="b"/>
                <a:pathLst>
                  <a:path w="740" h="992" extrusionOk="0">
                    <a:moveTo>
                      <a:pt x="559" y="1"/>
                    </a:moveTo>
                    <a:cubicBezTo>
                      <a:pt x="377" y="57"/>
                      <a:pt x="182" y="98"/>
                      <a:pt x="1" y="140"/>
                    </a:cubicBezTo>
                    <a:cubicBezTo>
                      <a:pt x="15" y="252"/>
                      <a:pt x="57" y="433"/>
                      <a:pt x="84" y="656"/>
                    </a:cubicBezTo>
                    <a:cubicBezTo>
                      <a:pt x="126" y="615"/>
                      <a:pt x="182" y="573"/>
                      <a:pt x="238" y="559"/>
                    </a:cubicBezTo>
                    <a:cubicBezTo>
                      <a:pt x="268" y="553"/>
                      <a:pt x="296" y="550"/>
                      <a:pt x="321" y="550"/>
                    </a:cubicBezTo>
                    <a:cubicBezTo>
                      <a:pt x="415" y="550"/>
                      <a:pt x="475" y="588"/>
                      <a:pt x="475" y="642"/>
                    </a:cubicBezTo>
                    <a:cubicBezTo>
                      <a:pt x="475" y="701"/>
                      <a:pt x="446" y="730"/>
                      <a:pt x="380" y="730"/>
                    </a:cubicBezTo>
                    <a:cubicBezTo>
                      <a:pt x="367" y="730"/>
                      <a:pt x="352" y="728"/>
                      <a:pt x="336" y="726"/>
                    </a:cubicBezTo>
                    <a:cubicBezTo>
                      <a:pt x="294" y="712"/>
                      <a:pt x="252" y="684"/>
                      <a:pt x="210" y="656"/>
                    </a:cubicBezTo>
                    <a:cubicBezTo>
                      <a:pt x="168" y="712"/>
                      <a:pt x="112" y="782"/>
                      <a:pt x="57" y="824"/>
                    </a:cubicBezTo>
                    <a:cubicBezTo>
                      <a:pt x="154" y="921"/>
                      <a:pt x="280" y="977"/>
                      <a:pt x="419" y="991"/>
                    </a:cubicBezTo>
                    <a:cubicBezTo>
                      <a:pt x="503" y="977"/>
                      <a:pt x="573" y="949"/>
                      <a:pt x="628" y="894"/>
                    </a:cubicBezTo>
                    <a:cubicBezTo>
                      <a:pt x="698" y="810"/>
                      <a:pt x="740" y="698"/>
                      <a:pt x="726" y="587"/>
                    </a:cubicBezTo>
                    <a:cubicBezTo>
                      <a:pt x="726" y="517"/>
                      <a:pt x="684" y="447"/>
                      <a:pt x="628" y="405"/>
                    </a:cubicBezTo>
                    <a:cubicBezTo>
                      <a:pt x="559" y="336"/>
                      <a:pt x="461" y="308"/>
                      <a:pt x="363" y="308"/>
                    </a:cubicBezTo>
                    <a:cubicBezTo>
                      <a:pt x="322" y="308"/>
                      <a:pt x="294" y="322"/>
                      <a:pt x="266" y="336"/>
                    </a:cubicBezTo>
                    <a:lnTo>
                      <a:pt x="266" y="294"/>
                    </a:lnTo>
                    <a:cubicBezTo>
                      <a:pt x="377" y="266"/>
                      <a:pt x="489" y="252"/>
                      <a:pt x="614" y="252"/>
                    </a:cubicBezTo>
                    <a:cubicBezTo>
                      <a:pt x="587" y="168"/>
                      <a:pt x="573" y="85"/>
                      <a:pt x="559"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13"/>
              <p:cNvSpPr/>
              <p:nvPr/>
            </p:nvSpPr>
            <p:spPr>
              <a:xfrm>
                <a:off x="3607099" y="3209301"/>
                <a:ext cx="182224" cy="271398"/>
              </a:xfrm>
              <a:custGeom>
                <a:avLst/>
                <a:gdLst/>
                <a:ahLst/>
                <a:cxnLst/>
                <a:rect l="l" t="t" r="r" b="b"/>
                <a:pathLst>
                  <a:path w="1034" h="1540" extrusionOk="0">
                    <a:moveTo>
                      <a:pt x="810" y="0"/>
                    </a:moveTo>
                    <a:cubicBezTo>
                      <a:pt x="754" y="28"/>
                      <a:pt x="698" y="42"/>
                      <a:pt x="656" y="70"/>
                    </a:cubicBezTo>
                    <a:cubicBezTo>
                      <a:pt x="573" y="126"/>
                      <a:pt x="489" y="181"/>
                      <a:pt x="433" y="251"/>
                    </a:cubicBezTo>
                    <a:cubicBezTo>
                      <a:pt x="322" y="349"/>
                      <a:pt x="238" y="446"/>
                      <a:pt x="154" y="572"/>
                    </a:cubicBezTo>
                    <a:cubicBezTo>
                      <a:pt x="112" y="642"/>
                      <a:pt x="71" y="725"/>
                      <a:pt x="43" y="823"/>
                    </a:cubicBezTo>
                    <a:cubicBezTo>
                      <a:pt x="1" y="963"/>
                      <a:pt x="1" y="1116"/>
                      <a:pt x="43" y="1269"/>
                    </a:cubicBezTo>
                    <a:cubicBezTo>
                      <a:pt x="71" y="1311"/>
                      <a:pt x="99" y="1367"/>
                      <a:pt x="126" y="1409"/>
                    </a:cubicBezTo>
                    <a:cubicBezTo>
                      <a:pt x="154" y="1437"/>
                      <a:pt x="182" y="1451"/>
                      <a:pt x="210" y="1479"/>
                    </a:cubicBezTo>
                    <a:cubicBezTo>
                      <a:pt x="285" y="1521"/>
                      <a:pt x="367" y="1539"/>
                      <a:pt x="452" y="1539"/>
                    </a:cubicBezTo>
                    <a:cubicBezTo>
                      <a:pt x="478" y="1539"/>
                      <a:pt x="505" y="1538"/>
                      <a:pt x="531" y="1534"/>
                    </a:cubicBezTo>
                    <a:cubicBezTo>
                      <a:pt x="643" y="1520"/>
                      <a:pt x="726" y="1493"/>
                      <a:pt x="824" y="1437"/>
                    </a:cubicBezTo>
                    <a:cubicBezTo>
                      <a:pt x="894" y="1381"/>
                      <a:pt x="963" y="1339"/>
                      <a:pt x="1033" y="1269"/>
                    </a:cubicBezTo>
                    <a:lnTo>
                      <a:pt x="852" y="949"/>
                    </a:lnTo>
                    <a:cubicBezTo>
                      <a:pt x="852" y="949"/>
                      <a:pt x="838" y="976"/>
                      <a:pt x="824" y="1018"/>
                    </a:cubicBezTo>
                    <a:cubicBezTo>
                      <a:pt x="768" y="1088"/>
                      <a:pt x="684" y="1144"/>
                      <a:pt x="587" y="1158"/>
                    </a:cubicBezTo>
                    <a:lnTo>
                      <a:pt x="531" y="1158"/>
                    </a:lnTo>
                    <a:cubicBezTo>
                      <a:pt x="447" y="1116"/>
                      <a:pt x="419" y="1032"/>
                      <a:pt x="447" y="893"/>
                    </a:cubicBezTo>
                    <a:cubicBezTo>
                      <a:pt x="475" y="809"/>
                      <a:pt x="531" y="725"/>
                      <a:pt x="601" y="670"/>
                    </a:cubicBezTo>
                    <a:cubicBezTo>
                      <a:pt x="656" y="614"/>
                      <a:pt x="740" y="572"/>
                      <a:pt x="824" y="558"/>
                    </a:cubicBezTo>
                    <a:lnTo>
                      <a:pt x="810" y="0"/>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13"/>
              <p:cNvSpPr/>
              <p:nvPr/>
            </p:nvSpPr>
            <p:spPr>
              <a:xfrm>
                <a:off x="3919383" y="3120656"/>
                <a:ext cx="164777" cy="332022"/>
              </a:xfrm>
              <a:custGeom>
                <a:avLst/>
                <a:gdLst/>
                <a:ahLst/>
                <a:cxnLst/>
                <a:rect l="l" t="t" r="r" b="b"/>
                <a:pathLst>
                  <a:path w="935" h="1884" extrusionOk="0">
                    <a:moveTo>
                      <a:pt x="865" y="1"/>
                    </a:moveTo>
                    <a:cubicBezTo>
                      <a:pt x="754" y="71"/>
                      <a:pt x="642" y="140"/>
                      <a:pt x="516" y="182"/>
                    </a:cubicBezTo>
                    <a:cubicBezTo>
                      <a:pt x="544" y="461"/>
                      <a:pt x="572" y="656"/>
                      <a:pt x="572" y="810"/>
                    </a:cubicBezTo>
                    <a:cubicBezTo>
                      <a:pt x="544" y="824"/>
                      <a:pt x="516" y="852"/>
                      <a:pt x="489" y="866"/>
                    </a:cubicBezTo>
                    <a:cubicBezTo>
                      <a:pt x="461" y="880"/>
                      <a:pt x="433" y="894"/>
                      <a:pt x="405" y="908"/>
                    </a:cubicBezTo>
                    <a:cubicBezTo>
                      <a:pt x="377" y="615"/>
                      <a:pt x="349" y="308"/>
                      <a:pt x="349" y="15"/>
                    </a:cubicBezTo>
                    <a:cubicBezTo>
                      <a:pt x="237" y="71"/>
                      <a:pt x="126" y="126"/>
                      <a:pt x="0" y="168"/>
                    </a:cubicBezTo>
                    <a:cubicBezTo>
                      <a:pt x="56" y="712"/>
                      <a:pt x="98" y="1270"/>
                      <a:pt x="126" y="1870"/>
                    </a:cubicBezTo>
                    <a:lnTo>
                      <a:pt x="279" y="1786"/>
                    </a:lnTo>
                    <a:lnTo>
                      <a:pt x="447" y="1689"/>
                    </a:lnTo>
                    <a:cubicBezTo>
                      <a:pt x="433" y="1466"/>
                      <a:pt x="419" y="1326"/>
                      <a:pt x="419" y="1284"/>
                    </a:cubicBezTo>
                    <a:lnTo>
                      <a:pt x="600" y="1187"/>
                    </a:lnTo>
                    <a:cubicBezTo>
                      <a:pt x="614" y="1521"/>
                      <a:pt x="628" y="1758"/>
                      <a:pt x="656" y="1884"/>
                    </a:cubicBezTo>
                    <a:cubicBezTo>
                      <a:pt x="698" y="1856"/>
                      <a:pt x="754" y="1800"/>
                      <a:pt x="781" y="1772"/>
                    </a:cubicBezTo>
                    <a:cubicBezTo>
                      <a:pt x="809" y="1758"/>
                      <a:pt x="851" y="1717"/>
                      <a:pt x="921" y="1689"/>
                    </a:cubicBezTo>
                    <a:lnTo>
                      <a:pt x="935" y="1661"/>
                    </a:lnTo>
                    <a:cubicBezTo>
                      <a:pt x="907" y="1340"/>
                      <a:pt x="879" y="782"/>
                      <a:pt x="865"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13"/>
              <p:cNvSpPr/>
              <p:nvPr/>
            </p:nvSpPr>
            <p:spPr>
              <a:xfrm>
                <a:off x="3793906" y="3406505"/>
                <a:ext cx="130588" cy="156847"/>
              </a:xfrm>
              <a:custGeom>
                <a:avLst/>
                <a:gdLst/>
                <a:ahLst/>
                <a:cxnLst/>
                <a:rect l="l" t="t" r="r" b="b"/>
                <a:pathLst>
                  <a:path w="741" h="890" extrusionOk="0">
                    <a:moveTo>
                      <a:pt x="365" y="0"/>
                    </a:moveTo>
                    <a:cubicBezTo>
                      <a:pt x="339" y="0"/>
                      <a:pt x="315" y="4"/>
                      <a:pt x="294" y="11"/>
                    </a:cubicBezTo>
                    <a:cubicBezTo>
                      <a:pt x="154" y="39"/>
                      <a:pt x="43" y="136"/>
                      <a:pt x="1" y="276"/>
                    </a:cubicBezTo>
                    <a:cubicBezTo>
                      <a:pt x="1" y="346"/>
                      <a:pt x="15" y="415"/>
                      <a:pt x="57" y="485"/>
                    </a:cubicBezTo>
                    <a:cubicBezTo>
                      <a:pt x="127" y="443"/>
                      <a:pt x="196" y="415"/>
                      <a:pt x="280" y="401"/>
                    </a:cubicBezTo>
                    <a:cubicBezTo>
                      <a:pt x="280" y="374"/>
                      <a:pt x="266" y="360"/>
                      <a:pt x="252" y="346"/>
                    </a:cubicBezTo>
                    <a:cubicBezTo>
                      <a:pt x="238" y="318"/>
                      <a:pt x="252" y="276"/>
                      <a:pt x="280" y="262"/>
                    </a:cubicBezTo>
                    <a:cubicBezTo>
                      <a:pt x="290" y="258"/>
                      <a:pt x="300" y="257"/>
                      <a:pt x="309" y="257"/>
                    </a:cubicBezTo>
                    <a:cubicBezTo>
                      <a:pt x="334" y="257"/>
                      <a:pt x="350" y="272"/>
                      <a:pt x="350" y="304"/>
                    </a:cubicBezTo>
                    <a:cubicBezTo>
                      <a:pt x="350" y="318"/>
                      <a:pt x="350" y="332"/>
                      <a:pt x="350" y="346"/>
                    </a:cubicBezTo>
                    <a:cubicBezTo>
                      <a:pt x="322" y="457"/>
                      <a:pt x="266" y="555"/>
                      <a:pt x="196" y="639"/>
                    </a:cubicBezTo>
                    <a:cubicBezTo>
                      <a:pt x="140" y="708"/>
                      <a:pt x="127" y="806"/>
                      <a:pt x="182" y="890"/>
                    </a:cubicBezTo>
                    <a:cubicBezTo>
                      <a:pt x="238" y="820"/>
                      <a:pt x="405" y="778"/>
                      <a:pt x="684" y="778"/>
                    </a:cubicBezTo>
                    <a:cubicBezTo>
                      <a:pt x="684" y="708"/>
                      <a:pt x="698" y="625"/>
                      <a:pt x="740" y="555"/>
                    </a:cubicBezTo>
                    <a:cubicBezTo>
                      <a:pt x="712" y="551"/>
                      <a:pt x="684" y="549"/>
                      <a:pt x="658" y="549"/>
                    </a:cubicBezTo>
                    <a:cubicBezTo>
                      <a:pt x="594" y="549"/>
                      <a:pt x="534" y="559"/>
                      <a:pt x="475" y="569"/>
                    </a:cubicBezTo>
                    <a:cubicBezTo>
                      <a:pt x="573" y="471"/>
                      <a:pt x="629" y="346"/>
                      <a:pt x="615" y="206"/>
                    </a:cubicBezTo>
                    <a:cubicBezTo>
                      <a:pt x="601" y="109"/>
                      <a:pt x="531" y="39"/>
                      <a:pt x="447" y="11"/>
                    </a:cubicBezTo>
                    <a:cubicBezTo>
                      <a:pt x="419" y="4"/>
                      <a:pt x="392" y="0"/>
                      <a:pt x="365"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2" name="Google Shape;842;p13"/>
            <p:cNvGrpSpPr/>
            <p:nvPr/>
          </p:nvGrpSpPr>
          <p:grpSpPr>
            <a:xfrm>
              <a:off x="8608805" y="4438001"/>
              <a:ext cx="668803" cy="614699"/>
              <a:chOff x="4258655" y="2258351"/>
              <a:chExt cx="668803" cy="614699"/>
            </a:xfrm>
          </p:grpSpPr>
          <p:sp>
            <p:nvSpPr>
              <p:cNvPr id="843" name="Google Shape;843;p13"/>
              <p:cNvSpPr/>
              <p:nvPr/>
            </p:nvSpPr>
            <p:spPr>
              <a:xfrm>
                <a:off x="4258655" y="2349287"/>
                <a:ext cx="317218" cy="477061"/>
              </a:xfrm>
              <a:custGeom>
                <a:avLst/>
                <a:gdLst/>
                <a:ahLst/>
                <a:cxnLst/>
                <a:rect l="l" t="t" r="r" b="b"/>
                <a:pathLst>
                  <a:path w="1800" h="2707" extrusionOk="0">
                    <a:moveTo>
                      <a:pt x="1758" y="1"/>
                    </a:moveTo>
                    <a:cubicBezTo>
                      <a:pt x="1646" y="15"/>
                      <a:pt x="1548" y="43"/>
                      <a:pt x="1451" y="85"/>
                    </a:cubicBezTo>
                    <a:cubicBezTo>
                      <a:pt x="1283" y="154"/>
                      <a:pt x="1130" y="224"/>
                      <a:pt x="990" y="336"/>
                    </a:cubicBezTo>
                    <a:cubicBezTo>
                      <a:pt x="795" y="475"/>
                      <a:pt x="600" y="643"/>
                      <a:pt x="446" y="838"/>
                    </a:cubicBezTo>
                    <a:cubicBezTo>
                      <a:pt x="335" y="963"/>
                      <a:pt x="251" y="1103"/>
                      <a:pt x="167" y="1256"/>
                    </a:cubicBezTo>
                    <a:cubicBezTo>
                      <a:pt x="42" y="1507"/>
                      <a:pt x="0" y="1786"/>
                      <a:pt x="28" y="2065"/>
                    </a:cubicBezTo>
                    <a:cubicBezTo>
                      <a:pt x="42" y="2163"/>
                      <a:pt x="84" y="2247"/>
                      <a:pt x="126" y="2344"/>
                    </a:cubicBezTo>
                    <a:cubicBezTo>
                      <a:pt x="167" y="2400"/>
                      <a:pt x="209" y="2442"/>
                      <a:pt x="265" y="2498"/>
                    </a:cubicBezTo>
                    <a:cubicBezTo>
                      <a:pt x="419" y="2609"/>
                      <a:pt x="628" y="2693"/>
                      <a:pt x="823" y="2707"/>
                    </a:cubicBezTo>
                    <a:cubicBezTo>
                      <a:pt x="1018" y="2707"/>
                      <a:pt x="1200" y="2665"/>
                      <a:pt x="1381" y="2581"/>
                    </a:cubicBezTo>
                    <a:cubicBezTo>
                      <a:pt x="1534" y="2526"/>
                      <a:pt x="1674" y="2442"/>
                      <a:pt x="1799" y="2344"/>
                    </a:cubicBezTo>
                    <a:lnTo>
                      <a:pt x="1576" y="1717"/>
                    </a:lnTo>
                    <a:cubicBezTo>
                      <a:pt x="1576" y="1731"/>
                      <a:pt x="1534" y="1758"/>
                      <a:pt x="1479" y="1828"/>
                    </a:cubicBezTo>
                    <a:cubicBezTo>
                      <a:pt x="1353" y="1940"/>
                      <a:pt x="1200" y="2009"/>
                      <a:pt x="1032" y="2037"/>
                    </a:cubicBezTo>
                    <a:cubicBezTo>
                      <a:pt x="990" y="2023"/>
                      <a:pt x="963" y="2023"/>
                      <a:pt x="921" y="2009"/>
                    </a:cubicBezTo>
                    <a:cubicBezTo>
                      <a:pt x="781" y="1926"/>
                      <a:pt x="753" y="1744"/>
                      <a:pt x="851" y="1507"/>
                    </a:cubicBezTo>
                    <a:cubicBezTo>
                      <a:pt x="921" y="1354"/>
                      <a:pt x="1032" y="1228"/>
                      <a:pt x="1172" y="1145"/>
                    </a:cubicBezTo>
                    <a:cubicBezTo>
                      <a:pt x="1311" y="1047"/>
                      <a:pt x="1465" y="1005"/>
                      <a:pt x="1632" y="1005"/>
                    </a:cubicBezTo>
                    <a:lnTo>
                      <a:pt x="1758" y="1"/>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13"/>
              <p:cNvSpPr/>
              <p:nvPr/>
            </p:nvSpPr>
            <p:spPr>
              <a:xfrm>
                <a:off x="4597726" y="2258351"/>
                <a:ext cx="329731" cy="614699"/>
              </a:xfrm>
              <a:custGeom>
                <a:avLst/>
                <a:gdLst/>
                <a:ahLst/>
                <a:cxnLst/>
                <a:rect l="l" t="t" r="r" b="b"/>
                <a:pathLst>
                  <a:path w="1871" h="3488" extrusionOk="0">
                    <a:moveTo>
                      <a:pt x="963" y="1"/>
                    </a:moveTo>
                    <a:cubicBezTo>
                      <a:pt x="726" y="71"/>
                      <a:pt x="489" y="140"/>
                      <a:pt x="266" y="196"/>
                    </a:cubicBezTo>
                    <a:cubicBezTo>
                      <a:pt x="210" y="1172"/>
                      <a:pt x="127" y="2219"/>
                      <a:pt x="1" y="3307"/>
                    </a:cubicBezTo>
                    <a:lnTo>
                      <a:pt x="308" y="3195"/>
                    </a:lnTo>
                    <a:lnTo>
                      <a:pt x="629" y="3056"/>
                    </a:lnTo>
                    <a:cubicBezTo>
                      <a:pt x="671" y="2651"/>
                      <a:pt x="698" y="2400"/>
                      <a:pt x="698" y="2330"/>
                    </a:cubicBezTo>
                    <a:lnTo>
                      <a:pt x="1033" y="2205"/>
                    </a:lnTo>
                    <a:lnTo>
                      <a:pt x="1033" y="2205"/>
                    </a:lnTo>
                    <a:cubicBezTo>
                      <a:pt x="977" y="2804"/>
                      <a:pt x="936" y="3237"/>
                      <a:pt x="936" y="3488"/>
                    </a:cubicBezTo>
                    <a:cubicBezTo>
                      <a:pt x="1019" y="3418"/>
                      <a:pt x="1117" y="3376"/>
                      <a:pt x="1201" y="3321"/>
                    </a:cubicBezTo>
                    <a:cubicBezTo>
                      <a:pt x="1298" y="3279"/>
                      <a:pt x="1382" y="3223"/>
                      <a:pt x="1480" y="3181"/>
                    </a:cubicBezTo>
                    <a:lnTo>
                      <a:pt x="1521" y="3167"/>
                    </a:lnTo>
                    <a:cubicBezTo>
                      <a:pt x="1549" y="2553"/>
                      <a:pt x="1661" y="1549"/>
                      <a:pt x="1870" y="126"/>
                    </a:cubicBezTo>
                    <a:lnTo>
                      <a:pt x="1870" y="126"/>
                    </a:lnTo>
                    <a:cubicBezTo>
                      <a:pt x="1661" y="238"/>
                      <a:pt x="1424" y="308"/>
                      <a:pt x="1187" y="363"/>
                    </a:cubicBezTo>
                    <a:cubicBezTo>
                      <a:pt x="1159" y="852"/>
                      <a:pt x="1131" y="1228"/>
                      <a:pt x="1117" y="1493"/>
                    </a:cubicBezTo>
                    <a:cubicBezTo>
                      <a:pt x="1047" y="1535"/>
                      <a:pt x="991" y="1549"/>
                      <a:pt x="936" y="1577"/>
                    </a:cubicBezTo>
                    <a:cubicBezTo>
                      <a:pt x="936" y="1577"/>
                      <a:pt x="880" y="1605"/>
                      <a:pt x="782" y="1647"/>
                    </a:cubicBezTo>
                    <a:cubicBezTo>
                      <a:pt x="824" y="1089"/>
                      <a:pt x="880" y="545"/>
                      <a:pt x="963"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5" name="Google Shape;845;p13"/>
            <p:cNvGrpSpPr/>
            <p:nvPr/>
          </p:nvGrpSpPr>
          <p:grpSpPr>
            <a:xfrm>
              <a:off x="618320" y="3097294"/>
              <a:ext cx="639196" cy="435118"/>
              <a:chOff x="1097370" y="3735356"/>
              <a:chExt cx="639196" cy="435118"/>
            </a:xfrm>
          </p:grpSpPr>
          <p:sp>
            <p:nvSpPr>
              <p:cNvPr id="846" name="Google Shape;846;p13"/>
              <p:cNvSpPr/>
              <p:nvPr/>
            </p:nvSpPr>
            <p:spPr>
              <a:xfrm>
                <a:off x="1097370" y="3735356"/>
                <a:ext cx="236152" cy="435118"/>
              </a:xfrm>
              <a:custGeom>
                <a:avLst/>
                <a:gdLst/>
                <a:ahLst/>
                <a:cxnLst/>
                <a:rect l="l" t="t" r="r" b="b"/>
                <a:pathLst>
                  <a:path w="1340" h="2469" extrusionOk="0">
                    <a:moveTo>
                      <a:pt x="670" y="0"/>
                    </a:moveTo>
                    <a:cubicBezTo>
                      <a:pt x="516" y="56"/>
                      <a:pt x="349" y="98"/>
                      <a:pt x="182" y="140"/>
                    </a:cubicBezTo>
                    <a:cubicBezTo>
                      <a:pt x="140" y="837"/>
                      <a:pt x="84" y="1576"/>
                      <a:pt x="0" y="2343"/>
                    </a:cubicBezTo>
                    <a:lnTo>
                      <a:pt x="210" y="2274"/>
                    </a:lnTo>
                    <a:lnTo>
                      <a:pt x="447" y="2176"/>
                    </a:lnTo>
                    <a:cubicBezTo>
                      <a:pt x="475" y="1883"/>
                      <a:pt x="489" y="1702"/>
                      <a:pt x="489" y="1660"/>
                    </a:cubicBezTo>
                    <a:lnTo>
                      <a:pt x="740" y="1562"/>
                    </a:lnTo>
                    <a:lnTo>
                      <a:pt x="740" y="1562"/>
                    </a:lnTo>
                    <a:cubicBezTo>
                      <a:pt x="684" y="1995"/>
                      <a:pt x="670" y="2302"/>
                      <a:pt x="670" y="2469"/>
                    </a:cubicBezTo>
                    <a:cubicBezTo>
                      <a:pt x="726" y="2427"/>
                      <a:pt x="795" y="2399"/>
                      <a:pt x="851" y="2357"/>
                    </a:cubicBezTo>
                    <a:cubicBezTo>
                      <a:pt x="921" y="2316"/>
                      <a:pt x="977" y="2288"/>
                      <a:pt x="1047" y="2260"/>
                    </a:cubicBezTo>
                    <a:lnTo>
                      <a:pt x="1074" y="2246"/>
                    </a:lnTo>
                    <a:cubicBezTo>
                      <a:pt x="1102" y="1813"/>
                      <a:pt x="1186" y="1088"/>
                      <a:pt x="1339" y="84"/>
                    </a:cubicBezTo>
                    <a:lnTo>
                      <a:pt x="1339" y="84"/>
                    </a:lnTo>
                    <a:cubicBezTo>
                      <a:pt x="1172" y="167"/>
                      <a:pt x="1019" y="223"/>
                      <a:pt x="851" y="265"/>
                    </a:cubicBezTo>
                    <a:cubicBezTo>
                      <a:pt x="837" y="614"/>
                      <a:pt x="809" y="879"/>
                      <a:pt x="795" y="1060"/>
                    </a:cubicBezTo>
                    <a:cubicBezTo>
                      <a:pt x="740" y="1088"/>
                      <a:pt x="698" y="1102"/>
                      <a:pt x="670" y="1130"/>
                    </a:cubicBezTo>
                    <a:cubicBezTo>
                      <a:pt x="628" y="1144"/>
                      <a:pt x="586" y="1158"/>
                      <a:pt x="558" y="1172"/>
                    </a:cubicBezTo>
                    <a:cubicBezTo>
                      <a:pt x="586" y="781"/>
                      <a:pt x="614" y="391"/>
                      <a:pt x="670"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13"/>
              <p:cNvSpPr/>
              <p:nvPr/>
            </p:nvSpPr>
            <p:spPr>
              <a:xfrm>
                <a:off x="1328411" y="3985078"/>
                <a:ext cx="125478" cy="151031"/>
              </a:xfrm>
              <a:custGeom>
                <a:avLst/>
                <a:gdLst/>
                <a:ahLst/>
                <a:cxnLst/>
                <a:rect l="l" t="t" r="r" b="b"/>
                <a:pathLst>
                  <a:path w="712" h="857" extrusionOk="0">
                    <a:moveTo>
                      <a:pt x="392" y="0"/>
                    </a:moveTo>
                    <a:cubicBezTo>
                      <a:pt x="376" y="0"/>
                      <a:pt x="362" y="2"/>
                      <a:pt x="349" y="6"/>
                    </a:cubicBezTo>
                    <a:cubicBezTo>
                      <a:pt x="210" y="6"/>
                      <a:pt x="84" y="76"/>
                      <a:pt x="28" y="201"/>
                    </a:cubicBezTo>
                    <a:cubicBezTo>
                      <a:pt x="1" y="271"/>
                      <a:pt x="14" y="355"/>
                      <a:pt x="42" y="424"/>
                    </a:cubicBezTo>
                    <a:cubicBezTo>
                      <a:pt x="126" y="396"/>
                      <a:pt x="196" y="382"/>
                      <a:pt x="280" y="382"/>
                    </a:cubicBezTo>
                    <a:cubicBezTo>
                      <a:pt x="280" y="355"/>
                      <a:pt x="280" y="341"/>
                      <a:pt x="266" y="327"/>
                    </a:cubicBezTo>
                    <a:cubicBezTo>
                      <a:pt x="266" y="285"/>
                      <a:pt x="280" y="257"/>
                      <a:pt x="307" y="243"/>
                    </a:cubicBezTo>
                    <a:cubicBezTo>
                      <a:pt x="349" y="243"/>
                      <a:pt x="377" y="257"/>
                      <a:pt x="377" y="285"/>
                    </a:cubicBezTo>
                    <a:cubicBezTo>
                      <a:pt x="377" y="313"/>
                      <a:pt x="363" y="327"/>
                      <a:pt x="363" y="341"/>
                    </a:cubicBezTo>
                    <a:cubicBezTo>
                      <a:pt x="307" y="438"/>
                      <a:pt x="238" y="536"/>
                      <a:pt x="154" y="606"/>
                    </a:cubicBezTo>
                    <a:cubicBezTo>
                      <a:pt x="84" y="675"/>
                      <a:pt x="70" y="773"/>
                      <a:pt x="98" y="857"/>
                    </a:cubicBezTo>
                    <a:cubicBezTo>
                      <a:pt x="140" y="823"/>
                      <a:pt x="224" y="804"/>
                      <a:pt x="341" y="804"/>
                    </a:cubicBezTo>
                    <a:cubicBezTo>
                      <a:pt x="418" y="804"/>
                      <a:pt x="510" y="812"/>
                      <a:pt x="614" y="829"/>
                    </a:cubicBezTo>
                    <a:cubicBezTo>
                      <a:pt x="628" y="745"/>
                      <a:pt x="656" y="675"/>
                      <a:pt x="712" y="606"/>
                    </a:cubicBezTo>
                    <a:cubicBezTo>
                      <a:pt x="663" y="589"/>
                      <a:pt x="609" y="583"/>
                      <a:pt x="556" y="583"/>
                    </a:cubicBezTo>
                    <a:cubicBezTo>
                      <a:pt x="519" y="583"/>
                      <a:pt x="482" y="586"/>
                      <a:pt x="447" y="592"/>
                    </a:cubicBezTo>
                    <a:cubicBezTo>
                      <a:pt x="558" y="508"/>
                      <a:pt x="628" y="382"/>
                      <a:pt x="642" y="243"/>
                    </a:cubicBezTo>
                    <a:cubicBezTo>
                      <a:pt x="642" y="145"/>
                      <a:pt x="586" y="62"/>
                      <a:pt x="503" y="20"/>
                    </a:cubicBezTo>
                    <a:cubicBezTo>
                      <a:pt x="473" y="10"/>
                      <a:pt x="430" y="0"/>
                      <a:pt x="392"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13"/>
              <p:cNvSpPr/>
              <p:nvPr/>
            </p:nvSpPr>
            <p:spPr>
              <a:xfrm>
                <a:off x="1466048" y="3838452"/>
                <a:ext cx="270517" cy="301005"/>
              </a:xfrm>
              <a:custGeom>
                <a:avLst/>
                <a:gdLst/>
                <a:ahLst/>
                <a:cxnLst/>
                <a:rect l="l" t="t" r="r" b="b"/>
                <a:pathLst>
                  <a:path w="1535" h="1708" extrusionOk="0">
                    <a:moveTo>
                      <a:pt x="907" y="684"/>
                    </a:moveTo>
                    <a:cubicBezTo>
                      <a:pt x="1028" y="684"/>
                      <a:pt x="1084" y="749"/>
                      <a:pt x="1088" y="853"/>
                    </a:cubicBezTo>
                    <a:lnTo>
                      <a:pt x="1088" y="853"/>
                    </a:lnTo>
                    <a:cubicBezTo>
                      <a:pt x="1032" y="1117"/>
                      <a:pt x="837" y="1312"/>
                      <a:pt x="573" y="1368"/>
                    </a:cubicBezTo>
                    <a:cubicBezTo>
                      <a:pt x="503" y="1354"/>
                      <a:pt x="461" y="1298"/>
                      <a:pt x="447" y="1200"/>
                    </a:cubicBezTo>
                    <a:cubicBezTo>
                      <a:pt x="461" y="1075"/>
                      <a:pt x="517" y="949"/>
                      <a:pt x="614" y="852"/>
                    </a:cubicBezTo>
                    <a:cubicBezTo>
                      <a:pt x="684" y="768"/>
                      <a:pt x="796" y="712"/>
                      <a:pt x="907" y="684"/>
                    </a:cubicBezTo>
                    <a:close/>
                    <a:moveTo>
                      <a:pt x="1103" y="1"/>
                    </a:moveTo>
                    <a:cubicBezTo>
                      <a:pt x="1005" y="15"/>
                      <a:pt x="893" y="29"/>
                      <a:pt x="810" y="71"/>
                    </a:cubicBezTo>
                    <a:cubicBezTo>
                      <a:pt x="670" y="126"/>
                      <a:pt x="545" y="196"/>
                      <a:pt x="433" y="280"/>
                    </a:cubicBezTo>
                    <a:cubicBezTo>
                      <a:pt x="308" y="405"/>
                      <a:pt x="210" y="545"/>
                      <a:pt x="126" y="698"/>
                    </a:cubicBezTo>
                    <a:cubicBezTo>
                      <a:pt x="43" y="866"/>
                      <a:pt x="1" y="1047"/>
                      <a:pt x="15" y="1228"/>
                    </a:cubicBezTo>
                    <a:cubicBezTo>
                      <a:pt x="43" y="1368"/>
                      <a:pt x="98" y="1479"/>
                      <a:pt x="196" y="1577"/>
                    </a:cubicBezTo>
                    <a:cubicBezTo>
                      <a:pt x="266" y="1647"/>
                      <a:pt x="363" y="1689"/>
                      <a:pt x="461" y="1703"/>
                    </a:cubicBezTo>
                    <a:cubicBezTo>
                      <a:pt x="489" y="1706"/>
                      <a:pt x="518" y="1708"/>
                      <a:pt x="549" y="1708"/>
                    </a:cubicBezTo>
                    <a:cubicBezTo>
                      <a:pt x="641" y="1708"/>
                      <a:pt x="740" y="1692"/>
                      <a:pt x="824" y="1661"/>
                    </a:cubicBezTo>
                    <a:cubicBezTo>
                      <a:pt x="949" y="1591"/>
                      <a:pt x="1075" y="1507"/>
                      <a:pt x="1172" y="1410"/>
                    </a:cubicBezTo>
                    <a:cubicBezTo>
                      <a:pt x="1214" y="1368"/>
                      <a:pt x="1256" y="1312"/>
                      <a:pt x="1298" y="1270"/>
                    </a:cubicBezTo>
                    <a:cubicBezTo>
                      <a:pt x="1354" y="1173"/>
                      <a:pt x="1409" y="1089"/>
                      <a:pt x="1451" y="991"/>
                    </a:cubicBezTo>
                    <a:cubicBezTo>
                      <a:pt x="1507" y="852"/>
                      <a:pt x="1535" y="712"/>
                      <a:pt x="1535" y="573"/>
                    </a:cubicBezTo>
                    <a:cubicBezTo>
                      <a:pt x="1535" y="447"/>
                      <a:pt x="1507" y="336"/>
                      <a:pt x="1451" y="224"/>
                    </a:cubicBezTo>
                    <a:cubicBezTo>
                      <a:pt x="1382" y="99"/>
                      <a:pt x="1256" y="15"/>
                      <a:pt x="1103"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9" name="Google Shape;849;p13"/>
            <p:cNvGrpSpPr/>
            <p:nvPr/>
          </p:nvGrpSpPr>
          <p:grpSpPr>
            <a:xfrm>
              <a:off x="8210711" y="2409147"/>
              <a:ext cx="1042592" cy="1524238"/>
              <a:chOff x="2028936" y="878797"/>
              <a:chExt cx="1042592" cy="1524238"/>
            </a:xfrm>
          </p:grpSpPr>
          <p:sp>
            <p:nvSpPr>
              <p:cNvPr id="850" name="Google Shape;850;p13"/>
              <p:cNvSpPr/>
              <p:nvPr/>
            </p:nvSpPr>
            <p:spPr>
              <a:xfrm>
                <a:off x="2186311" y="1417189"/>
                <a:ext cx="248488" cy="218881"/>
              </a:xfrm>
              <a:custGeom>
                <a:avLst/>
                <a:gdLst/>
                <a:ahLst/>
                <a:cxnLst/>
                <a:rect l="l" t="t" r="r" b="b"/>
                <a:pathLst>
                  <a:path w="1410" h="1242" extrusionOk="0">
                    <a:moveTo>
                      <a:pt x="1409" y="1"/>
                    </a:moveTo>
                    <a:lnTo>
                      <a:pt x="1340" y="42"/>
                    </a:lnTo>
                    <a:cubicBezTo>
                      <a:pt x="1298" y="70"/>
                      <a:pt x="1228" y="112"/>
                      <a:pt x="1158" y="168"/>
                    </a:cubicBezTo>
                    <a:cubicBezTo>
                      <a:pt x="1019" y="279"/>
                      <a:pt x="838" y="433"/>
                      <a:pt x="670" y="586"/>
                    </a:cubicBezTo>
                    <a:cubicBezTo>
                      <a:pt x="489" y="740"/>
                      <a:pt x="321" y="907"/>
                      <a:pt x="196" y="1033"/>
                    </a:cubicBezTo>
                    <a:cubicBezTo>
                      <a:pt x="140" y="1089"/>
                      <a:pt x="84" y="1144"/>
                      <a:pt x="56" y="1186"/>
                    </a:cubicBezTo>
                    <a:lnTo>
                      <a:pt x="1" y="1242"/>
                    </a:lnTo>
                    <a:lnTo>
                      <a:pt x="70" y="1200"/>
                    </a:lnTo>
                    <a:cubicBezTo>
                      <a:pt x="112" y="1172"/>
                      <a:pt x="168" y="1130"/>
                      <a:pt x="238" y="1075"/>
                    </a:cubicBezTo>
                    <a:cubicBezTo>
                      <a:pt x="391" y="963"/>
                      <a:pt x="572" y="823"/>
                      <a:pt x="740" y="656"/>
                    </a:cubicBezTo>
                    <a:cubicBezTo>
                      <a:pt x="921" y="503"/>
                      <a:pt x="1089" y="349"/>
                      <a:pt x="1200" y="210"/>
                    </a:cubicBezTo>
                    <a:cubicBezTo>
                      <a:pt x="1270" y="154"/>
                      <a:pt x="1312" y="98"/>
                      <a:pt x="1354" y="56"/>
                    </a:cubicBezTo>
                    <a:cubicBezTo>
                      <a:pt x="1381" y="28"/>
                      <a:pt x="1409" y="1"/>
                      <a:pt x="1409"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13"/>
              <p:cNvSpPr/>
              <p:nvPr/>
            </p:nvSpPr>
            <p:spPr>
              <a:xfrm>
                <a:off x="2228079" y="1478694"/>
                <a:ext cx="186983" cy="167245"/>
              </a:xfrm>
              <a:custGeom>
                <a:avLst/>
                <a:gdLst/>
                <a:ahLst/>
                <a:cxnLst/>
                <a:rect l="l" t="t" r="r" b="b"/>
                <a:pathLst>
                  <a:path w="1061" h="949" extrusionOk="0">
                    <a:moveTo>
                      <a:pt x="1061" y="0"/>
                    </a:moveTo>
                    <a:cubicBezTo>
                      <a:pt x="991" y="28"/>
                      <a:pt x="935" y="70"/>
                      <a:pt x="866" y="126"/>
                    </a:cubicBezTo>
                    <a:cubicBezTo>
                      <a:pt x="768" y="196"/>
                      <a:pt x="628" y="307"/>
                      <a:pt x="489" y="433"/>
                    </a:cubicBezTo>
                    <a:cubicBezTo>
                      <a:pt x="363" y="544"/>
                      <a:pt x="238" y="670"/>
                      <a:pt x="140" y="767"/>
                    </a:cubicBezTo>
                    <a:cubicBezTo>
                      <a:pt x="57" y="865"/>
                      <a:pt x="1" y="949"/>
                      <a:pt x="1" y="949"/>
                    </a:cubicBezTo>
                    <a:cubicBezTo>
                      <a:pt x="1" y="949"/>
                      <a:pt x="84" y="893"/>
                      <a:pt x="182" y="823"/>
                    </a:cubicBezTo>
                    <a:cubicBezTo>
                      <a:pt x="294" y="740"/>
                      <a:pt x="433" y="628"/>
                      <a:pt x="559" y="516"/>
                    </a:cubicBezTo>
                    <a:cubicBezTo>
                      <a:pt x="698" y="391"/>
                      <a:pt x="824" y="279"/>
                      <a:pt x="907" y="168"/>
                    </a:cubicBezTo>
                    <a:cubicBezTo>
                      <a:pt x="1005" y="70"/>
                      <a:pt x="1061" y="0"/>
                      <a:pt x="1061"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13"/>
              <p:cNvSpPr/>
              <p:nvPr/>
            </p:nvSpPr>
            <p:spPr>
              <a:xfrm>
                <a:off x="2432156" y="1417189"/>
                <a:ext cx="248488" cy="218881"/>
              </a:xfrm>
              <a:custGeom>
                <a:avLst/>
                <a:gdLst/>
                <a:ahLst/>
                <a:cxnLst/>
                <a:rect l="l" t="t" r="r" b="b"/>
                <a:pathLst>
                  <a:path w="1410" h="1242" extrusionOk="0">
                    <a:moveTo>
                      <a:pt x="0" y="1"/>
                    </a:moveTo>
                    <a:lnTo>
                      <a:pt x="11" y="7"/>
                    </a:lnTo>
                    <a:lnTo>
                      <a:pt x="11" y="7"/>
                    </a:lnTo>
                    <a:cubicBezTo>
                      <a:pt x="8" y="5"/>
                      <a:pt x="4" y="2"/>
                      <a:pt x="0" y="1"/>
                    </a:cubicBezTo>
                    <a:close/>
                    <a:moveTo>
                      <a:pt x="11" y="7"/>
                    </a:moveTo>
                    <a:cubicBezTo>
                      <a:pt x="32" y="22"/>
                      <a:pt x="44" y="44"/>
                      <a:pt x="56" y="56"/>
                    </a:cubicBezTo>
                    <a:cubicBezTo>
                      <a:pt x="98" y="98"/>
                      <a:pt x="140" y="154"/>
                      <a:pt x="210" y="210"/>
                    </a:cubicBezTo>
                    <a:cubicBezTo>
                      <a:pt x="321" y="349"/>
                      <a:pt x="503" y="503"/>
                      <a:pt x="670" y="656"/>
                    </a:cubicBezTo>
                    <a:cubicBezTo>
                      <a:pt x="851" y="823"/>
                      <a:pt x="1033" y="963"/>
                      <a:pt x="1172" y="1075"/>
                    </a:cubicBezTo>
                    <a:cubicBezTo>
                      <a:pt x="1242" y="1130"/>
                      <a:pt x="1298" y="1172"/>
                      <a:pt x="1340" y="1200"/>
                    </a:cubicBezTo>
                    <a:lnTo>
                      <a:pt x="1409" y="1242"/>
                    </a:lnTo>
                    <a:lnTo>
                      <a:pt x="1353" y="1186"/>
                    </a:lnTo>
                    <a:cubicBezTo>
                      <a:pt x="1326" y="1144"/>
                      <a:pt x="1270" y="1089"/>
                      <a:pt x="1214" y="1033"/>
                    </a:cubicBezTo>
                    <a:cubicBezTo>
                      <a:pt x="1088" y="907"/>
                      <a:pt x="921" y="740"/>
                      <a:pt x="740" y="586"/>
                    </a:cubicBezTo>
                    <a:cubicBezTo>
                      <a:pt x="572" y="433"/>
                      <a:pt x="391" y="279"/>
                      <a:pt x="252" y="168"/>
                    </a:cubicBezTo>
                    <a:cubicBezTo>
                      <a:pt x="182" y="112"/>
                      <a:pt x="112" y="70"/>
                      <a:pt x="70" y="42"/>
                    </a:cubicBezTo>
                    <a:lnTo>
                      <a:pt x="11" y="7"/>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13"/>
              <p:cNvSpPr/>
              <p:nvPr/>
            </p:nvSpPr>
            <p:spPr>
              <a:xfrm>
                <a:off x="2432156" y="1967916"/>
                <a:ext cx="248488" cy="221348"/>
              </a:xfrm>
              <a:custGeom>
                <a:avLst/>
                <a:gdLst/>
                <a:ahLst/>
                <a:cxnLst/>
                <a:rect l="l" t="t" r="r" b="b"/>
                <a:pathLst>
                  <a:path w="1410" h="1256" extrusionOk="0">
                    <a:moveTo>
                      <a:pt x="1409" y="0"/>
                    </a:moveTo>
                    <a:lnTo>
                      <a:pt x="1340" y="42"/>
                    </a:lnTo>
                    <a:cubicBezTo>
                      <a:pt x="1298" y="84"/>
                      <a:pt x="1242" y="126"/>
                      <a:pt x="1172" y="167"/>
                    </a:cubicBezTo>
                    <a:cubicBezTo>
                      <a:pt x="1019" y="279"/>
                      <a:pt x="851" y="432"/>
                      <a:pt x="670" y="586"/>
                    </a:cubicBezTo>
                    <a:cubicBezTo>
                      <a:pt x="503" y="739"/>
                      <a:pt x="321" y="907"/>
                      <a:pt x="210" y="1032"/>
                    </a:cubicBezTo>
                    <a:cubicBezTo>
                      <a:pt x="140" y="1102"/>
                      <a:pt x="98" y="1144"/>
                      <a:pt x="56" y="1186"/>
                    </a:cubicBezTo>
                    <a:cubicBezTo>
                      <a:pt x="28" y="1227"/>
                      <a:pt x="0" y="1255"/>
                      <a:pt x="0" y="1255"/>
                    </a:cubicBezTo>
                    <a:lnTo>
                      <a:pt x="70" y="1200"/>
                    </a:lnTo>
                    <a:cubicBezTo>
                      <a:pt x="112" y="1172"/>
                      <a:pt x="182" y="1130"/>
                      <a:pt x="252" y="1074"/>
                    </a:cubicBezTo>
                    <a:cubicBezTo>
                      <a:pt x="391" y="976"/>
                      <a:pt x="572" y="823"/>
                      <a:pt x="740" y="670"/>
                    </a:cubicBezTo>
                    <a:cubicBezTo>
                      <a:pt x="921" y="502"/>
                      <a:pt x="1088" y="349"/>
                      <a:pt x="1214" y="223"/>
                    </a:cubicBezTo>
                    <a:cubicBezTo>
                      <a:pt x="1270" y="153"/>
                      <a:pt x="1326" y="98"/>
                      <a:pt x="1353" y="56"/>
                    </a:cubicBezTo>
                    <a:lnTo>
                      <a:pt x="1409" y="0"/>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13"/>
              <p:cNvSpPr/>
              <p:nvPr/>
            </p:nvSpPr>
            <p:spPr>
              <a:xfrm>
                <a:off x="2186311" y="1967916"/>
                <a:ext cx="248488" cy="221348"/>
              </a:xfrm>
              <a:custGeom>
                <a:avLst/>
                <a:gdLst/>
                <a:ahLst/>
                <a:cxnLst/>
                <a:rect l="l" t="t" r="r" b="b"/>
                <a:pathLst>
                  <a:path w="1410" h="1256" extrusionOk="0">
                    <a:moveTo>
                      <a:pt x="1" y="0"/>
                    </a:moveTo>
                    <a:lnTo>
                      <a:pt x="56" y="56"/>
                    </a:lnTo>
                    <a:cubicBezTo>
                      <a:pt x="84" y="98"/>
                      <a:pt x="140" y="153"/>
                      <a:pt x="196" y="223"/>
                    </a:cubicBezTo>
                    <a:cubicBezTo>
                      <a:pt x="321" y="349"/>
                      <a:pt x="489" y="502"/>
                      <a:pt x="670" y="670"/>
                    </a:cubicBezTo>
                    <a:cubicBezTo>
                      <a:pt x="838" y="823"/>
                      <a:pt x="1019" y="976"/>
                      <a:pt x="1158" y="1074"/>
                    </a:cubicBezTo>
                    <a:cubicBezTo>
                      <a:pt x="1242" y="1130"/>
                      <a:pt x="1298" y="1172"/>
                      <a:pt x="1340" y="1200"/>
                    </a:cubicBezTo>
                    <a:lnTo>
                      <a:pt x="1409" y="1255"/>
                    </a:lnTo>
                    <a:lnTo>
                      <a:pt x="1354" y="1186"/>
                    </a:lnTo>
                    <a:cubicBezTo>
                      <a:pt x="1312" y="1158"/>
                      <a:pt x="1270" y="1102"/>
                      <a:pt x="1200" y="1032"/>
                    </a:cubicBezTo>
                    <a:cubicBezTo>
                      <a:pt x="1089" y="907"/>
                      <a:pt x="921" y="739"/>
                      <a:pt x="740" y="586"/>
                    </a:cubicBezTo>
                    <a:cubicBezTo>
                      <a:pt x="559" y="432"/>
                      <a:pt x="377" y="279"/>
                      <a:pt x="238" y="167"/>
                    </a:cubicBezTo>
                    <a:cubicBezTo>
                      <a:pt x="168" y="126"/>
                      <a:pt x="112" y="84"/>
                      <a:pt x="70" y="42"/>
                    </a:cubicBezTo>
                    <a:lnTo>
                      <a:pt x="1" y="0"/>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13"/>
              <p:cNvSpPr/>
              <p:nvPr/>
            </p:nvSpPr>
            <p:spPr>
              <a:xfrm>
                <a:off x="2237948" y="1967916"/>
                <a:ext cx="177114" cy="157376"/>
              </a:xfrm>
              <a:custGeom>
                <a:avLst/>
                <a:gdLst/>
                <a:ahLst/>
                <a:cxnLst/>
                <a:rect l="l" t="t" r="r" b="b"/>
                <a:pathLst>
                  <a:path w="1005" h="893" extrusionOk="0">
                    <a:moveTo>
                      <a:pt x="1" y="0"/>
                    </a:moveTo>
                    <a:lnTo>
                      <a:pt x="1" y="0"/>
                    </a:lnTo>
                    <a:cubicBezTo>
                      <a:pt x="42" y="56"/>
                      <a:pt x="84" y="112"/>
                      <a:pt x="140" y="167"/>
                    </a:cubicBezTo>
                    <a:cubicBezTo>
                      <a:pt x="224" y="265"/>
                      <a:pt x="349" y="377"/>
                      <a:pt x="461" y="488"/>
                    </a:cubicBezTo>
                    <a:cubicBezTo>
                      <a:pt x="586" y="586"/>
                      <a:pt x="698" y="683"/>
                      <a:pt x="823" y="781"/>
                    </a:cubicBezTo>
                    <a:cubicBezTo>
                      <a:pt x="879" y="823"/>
                      <a:pt x="935" y="865"/>
                      <a:pt x="1005" y="893"/>
                    </a:cubicBezTo>
                    <a:cubicBezTo>
                      <a:pt x="1005" y="893"/>
                      <a:pt x="949" y="823"/>
                      <a:pt x="865" y="739"/>
                    </a:cubicBezTo>
                    <a:cubicBezTo>
                      <a:pt x="782" y="642"/>
                      <a:pt x="656" y="530"/>
                      <a:pt x="531" y="418"/>
                    </a:cubicBezTo>
                    <a:cubicBezTo>
                      <a:pt x="405" y="293"/>
                      <a:pt x="279" y="195"/>
                      <a:pt x="182" y="126"/>
                    </a:cubicBezTo>
                    <a:cubicBezTo>
                      <a:pt x="84" y="56"/>
                      <a:pt x="1" y="0"/>
                      <a:pt x="1"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13"/>
              <p:cNvSpPr/>
              <p:nvPr/>
            </p:nvSpPr>
            <p:spPr>
              <a:xfrm>
                <a:off x="2670599" y="1635894"/>
                <a:ext cx="19914" cy="332022"/>
              </a:xfrm>
              <a:custGeom>
                <a:avLst/>
                <a:gdLst/>
                <a:ahLst/>
                <a:cxnLst/>
                <a:rect l="l" t="t" r="r" b="b"/>
                <a:pathLst>
                  <a:path w="113" h="1884" extrusionOk="0">
                    <a:moveTo>
                      <a:pt x="28" y="1"/>
                    </a:moveTo>
                    <a:cubicBezTo>
                      <a:pt x="28" y="1"/>
                      <a:pt x="28" y="29"/>
                      <a:pt x="28" y="85"/>
                    </a:cubicBezTo>
                    <a:cubicBezTo>
                      <a:pt x="28" y="140"/>
                      <a:pt x="14" y="210"/>
                      <a:pt x="14" y="294"/>
                    </a:cubicBezTo>
                    <a:cubicBezTo>
                      <a:pt x="0" y="475"/>
                      <a:pt x="0" y="712"/>
                      <a:pt x="0" y="949"/>
                    </a:cubicBezTo>
                    <a:cubicBezTo>
                      <a:pt x="14" y="1173"/>
                      <a:pt x="28" y="1410"/>
                      <a:pt x="42" y="1591"/>
                    </a:cubicBezTo>
                    <a:cubicBezTo>
                      <a:pt x="42" y="1675"/>
                      <a:pt x="56" y="1745"/>
                      <a:pt x="56" y="1800"/>
                    </a:cubicBezTo>
                    <a:cubicBezTo>
                      <a:pt x="70" y="1856"/>
                      <a:pt x="70" y="1884"/>
                      <a:pt x="70" y="1884"/>
                    </a:cubicBezTo>
                    <a:cubicBezTo>
                      <a:pt x="70" y="1884"/>
                      <a:pt x="70" y="1856"/>
                      <a:pt x="70" y="1800"/>
                    </a:cubicBezTo>
                    <a:cubicBezTo>
                      <a:pt x="84" y="1745"/>
                      <a:pt x="98" y="1675"/>
                      <a:pt x="98" y="1591"/>
                    </a:cubicBezTo>
                    <a:cubicBezTo>
                      <a:pt x="98" y="1410"/>
                      <a:pt x="112" y="1173"/>
                      <a:pt x="98" y="936"/>
                    </a:cubicBezTo>
                    <a:cubicBezTo>
                      <a:pt x="98" y="712"/>
                      <a:pt x="84" y="475"/>
                      <a:pt x="70" y="294"/>
                    </a:cubicBezTo>
                    <a:cubicBezTo>
                      <a:pt x="56" y="210"/>
                      <a:pt x="56" y="140"/>
                      <a:pt x="42" y="85"/>
                    </a:cubicBezTo>
                    <a:cubicBezTo>
                      <a:pt x="28" y="29"/>
                      <a:pt x="28" y="1"/>
                      <a:pt x="28"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13"/>
              <p:cNvSpPr/>
              <p:nvPr/>
            </p:nvSpPr>
            <p:spPr>
              <a:xfrm>
                <a:off x="2643635" y="1694932"/>
                <a:ext cx="19738" cy="214122"/>
              </a:xfrm>
              <a:custGeom>
                <a:avLst/>
                <a:gdLst/>
                <a:ahLst/>
                <a:cxnLst/>
                <a:rect l="l" t="t" r="r" b="b"/>
                <a:pathLst>
                  <a:path w="112" h="1215" extrusionOk="0">
                    <a:moveTo>
                      <a:pt x="42" y="1"/>
                    </a:moveTo>
                    <a:cubicBezTo>
                      <a:pt x="28" y="57"/>
                      <a:pt x="28" y="126"/>
                      <a:pt x="14" y="196"/>
                    </a:cubicBezTo>
                    <a:cubicBezTo>
                      <a:pt x="0" y="335"/>
                      <a:pt x="0" y="475"/>
                      <a:pt x="0" y="614"/>
                    </a:cubicBezTo>
                    <a:cubicBezTo>
                      <a:pt x="14" y="768"/>
                      <a:pt x="14" y="921"/>
                      <a:pt x="28" y="1033"/>
                    </a:cubicBezTo>
                    <a:cubicBezTo>
                      <a:pt x="42" y="1089"/>
                      <a:pt x="56" y="1158"/>
                      <a:pt x="70" y="1214"/>
                    </a:cubicBezTo>
                    <a:cubicBezTo>
                      <a:pt x="84" y="1158"/>
                      <a:pt x="84" y="1089"/>
                      <a:pt x="98" y="1033"/>
                    </a:cubicBezTo>
                    <a:cubicBezTo>
                      <a:pt x="112" y="921"/>
                      <a:pt x="112" y="768"/>
                      <a:pt x="112" y="614"/>
                    </a:cubicBezTo>
                    <a:cubicBezTo>
                      <a:pt x="112" y="461"/>
                      <a:pt x="98" y="322"/>
                      <a:pt x="70" y="196"/>
                    </a:cubicBezTo>
                    <a:cubicBezTo>
                      <a:pt x="70" y="126"/>
                      <a:pt x="56" y="57"/>
                      <a:pt x="42"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13"/>
              <p:cNvSpPr/>
              <p:nvPr/>
            </p:nvSpPr>
            <p:spPr>
              <a:xfrm>
                <a:off x="2422287" y="1183680"/>
                <a:ext cx="19914" cy="213946"/>
              </a:xfrm>
              <a:custGeom>
                <a:avLst/>
                <a:gdLst/>
                <a:ahLst/>
                <a:cxnLst/>
                <a:rect l="l" t="t" r="r" b="b"/>
                <a:pathLst>
                  <a:path w="113" h="1214" extrusionOk="0">
                    <a:moveTo>
                      <a:pt x="56" y="0"/>
                    </a:moveTo>
                    <a:cubicBezTo>
                      <a:pt x="43" y="56"/>
                      <a:pt x="29" y="126"/>
                      <a:pt x="29" y="182"/>
                    </a:cubicBezTo>
                    <a:cubicBezTo>
                      <a:pt x="15" y="321"/>
                      <a:pt x="1" y="461"/>
                      <a:pt x="15" y="614"/>
                    </a:cubicBezTo>
                    <a:cubicBezTo>
                      <a:pt x="15" y="754"/>
                      <a:pt x="29" y="893"/>
                      <a:pt x="43" y="1033"/>
                    </a:cubicBezTo>
                    <a:cubicBezTo>
                      <a:pt x="56" y="1144"/>
                      <a:pt x="70" y="1214"/>
                      <a:pt x="70" y="1214"/>
                    </a:cubicBezTo>
                    <a:cubicBezTo>
                      <a:pt x="84" y="1158"/>
                      <a:pt x="98" y="1088"/>
                      <a:pt x="98" y="1033"/>
                    </a:cubicBezTo>
                    <a:cubicBezTo>
                      <a:pt x="112" y="879"/>
                      <a:pt x="112" y="740"/>
                      <a:pt x="112" y="600"/>
                    </a:cubicBezTo>
                    <a:cubicBezTo>
                      <a:pt x="112" y="461"/>
                      <a:pt x="98" y="321"/>
                      <a:pt x="84" y="182"/>
                    </a:cubicBezTo>
                    <a:cubicBezTo>
                      <a:pt x="70" y="126"/>
                      <a:pt x="70" y="56"/>
                      <a:pt x="56"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13"/>
              <p:cNvSpPr/>
              <p:nvPr/>
            </p:nvSpPr>
            <p:spPr>
              <a:xfrm>
                <a:off x="2419820" y="2189089"/>
                <a:ext cx="17447" cy="213946"/>
              </a:xfrm>
              <a:custGeom>
                <a:avLst/>
                <a:gdLst/>
                <a:ahLst/>
                <a:cxnLst/>
                <a:rect l="l" t="t" r="r" b="b"/>
                <a:pathLst>
                  <a:path w="99" h="1214" extrusionOk="0">
                    <a:moveTo>
                      <a:pt x="43" y="0"/>
                    </a:moveTo>
                    <a:cubicBezTo>
                      <a:pt x="29" y="56"/>
                      <a:pt x="15" y="126"/>
                      <a:pt x="15" y="182"/>
                    </a:cubicBezTo>
                    <a:cubicBezTo>
                      <a:pt x="1" y="321"/>
                      <a:pt x="1" y="461"/>
                      <a:pt x="1" y="600"/>
                    </a:cubicBezTo>
                    <a:cubicBezTo>
                      <a:pt x="1" y="754"/>
                      <a:pt x="15" y="907"/>
                      <a:pt x="29" y="1033"/>
                    </a:cubicBezTo>
                    <a:cubicBezTo>
                      <a:pt x="43" y="1144"/>
                      <a:pt x="70" y="1214"/>
                      <a:pt x="70" y="1214"/>
                    </a:cubicBezTo>
                    <a:cubicBezTo>
                      <a:pt x="70" y="1158"/>
                      <a:pt x="84" y="1088"/>
                      <a:pt x="98" y="1019"/>
                    </a:cubicBezTo>
                    <a:cubicBezTo>
                      <a:pt x="98" y="907"/>
                      <a:pt x="98" y="754"/>
                      <a:pt x="98" y="600"/>
                    </a:cubicBezTo>
                    <a:cubicBezTo>
                      <a:pt x="98" y="461"/>
                      <a:pt x="98" y="321"/>
                      <a:pt x="70" y="182"/>
                    </a:cubicBezTo>
                    <a:cubicBezTo>
                      <a:pt x="70" y="126"/>
                      <a:pt x="57" y="56"/>
                      <a:pt x="43"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13"/>
              <p:cNvSpPr/>
              <p:nvPr/>
            </p:nvSpPr>
            <p:spPr>
              <a:xfrm>
                <a:off x="2685402" y="1478694"/>
                <a:ext cx="150150" cy="154908"/>
              </a:xfrm>
              <a:custGeom>
                <a:avLst/>
                <a:gdLst/>
                <a:ahLst/>
                <a:cxnLst/>
                <a:rect l="l" t="t" r="r" b="b"/>
                <a:pathLst>
                  <a:path w="852" h="879" extrusionOk="0">
                    <a:moveTo>
                      <a:pt x="851" y="0"/>
                    </a:moveTo>
                    <a:lnTo>
                      <a:pt x="851" y="0"/>
                    </a:lnTo>
                    <a:cubicBezTo>
                      <a:pt x="795" y="42"/>
                      <a:pt x="739" y="84"/>
                      <a:pt x="698" y="126"/>
                    </a:cubicBezTo>
                    <a:cubicBezTo>
                      <a:pt x="586" y="209"/>
                      <a:pt x="488" y="307"/>
                      <a:pt x="391" y="405"/>
                    </a:cubicBezTo>
                    <a:cubicBezTo>
                      <a:pt x="293" y="502"/>
                      <a:pt x="195" y="614"/>
                      <a:pt x="112" y="726"/>
                    </a:cubicBezTo>
                    <a:cubicBezTo>
                      <a:pt x="70" y="781"/>
                      <a:pt x="42" y="823"/>
                      <a:pt x="0" y="879"/>
                    </a:cubicBezTo>
                    <a:cubicBezTo>
                      <a:pt x="0" y="879"/>
                      <a:pt x="70" y="837"/>
                      <a:pt x="154" y="767"/>
                    </a:cubicBezTo>
                    <a:cubicBezTo>
                      <a:pt x="265" y="684"/>
                      <a:pt x="363" y="586"/>
                      <a:pt x="460" y="474"/>
                    </a:cubicBezTo>
                    <a:cubicBezTo>
                      <a:pt x="558" y="377"/>
                      <a:pt x="656" y="265"/>
                      <a:pt x="739" y="154"/>
                    </a:cubicBezTo>
                    <a:cubicBezTo>
                      <a:pt x="781" y="112"/>
                      <a:pt x="809" y="56"/>
                      <a:pt x="851"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13"/>
              <p:cNvSpPr/>
              <p:nvPr/>
            </p:nvSpPr>
            <p:spPr>
              <a:xfrm>
                <a:off x="2682935" y="1965449"/>
                <a:ext cx="154908" cy="149974"/>
              </a:xfrm>
              <a:custGeom>
                <a:avLst/>
                <a:gdLst/>
                <a:ahLst/>
                <a:cxnLst/>
                <a:rect l="l" t="t" r="r" b="b"/>
                <a:pathLst>
                  <a:path w="879" h="851" extrusionOk="0">
                    <a:moveTo>
                      <a:pt x="0" y="0"/>
                    </a:moveTo>
                    <a:cubicBezTo>
                      <a:pt x="0" y="0"/>
                      <a:pt x="42" y="70"/>
                      <a:pt x="112" y="153"/>
                    </a:cubicBezTo>
                    <a:cubicBezTo>
                      <a:pt x="195" y="251"/>
                      <a:pt x="293" y="363"/>
                      <a:pt x="405" y="460"/>
                    </a:cubicBezTo>
                    <a:cubicBezTo>
                      <a:pt x="516" y="558"/>
                      <a:pt x="628" y="670"/>
                      <a:pt x="726" y="739"/>
                    </a:cubicBezTo>
                    <a:cubicBezTo>
                      <a:pt x="767" y="781"/>
                      <a:pt x="823" y="809"/>
                      <a:pt x="879" y="851"/>
                    </a:cubicBezTo>
                    <a:cubicBezTo>
                      <a:pt x="837" y="795"/>
                      <a:pt x="809" y="739"/>
                      <a:pt x="767" y="697"/>
                    </a:cubicBezTo>
                    <a:cubicBezTo>
                      <a:pt x="670" y="586"/>
                      <a:pt x="572" y="488"/>
                      <a:pt x="474" y="391"/>
                    </a:cubicBezTo>
                    <a:cubicBezTo>
                      <a:pt x="377" y="293"/>
                      <a:pt x="265" y="195"/>
                      <a:pt x="154" y="112"/>
                    </a:cubicBezTo>
                    <a:cubicBezTo>
                      <a:pt x="70" y="42"/>
                      <a:pt x="0" y="0"/>
                      <a:pt x="0"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13"/>
              <p:cNvSpPr/>
              <p:nvPr/>
            </p:nvSpPr>
            <p:spPr>
              <a:xfrm>
                <a:off x="2031403" y="1965449"/>
                <a:ext cx="150150" cy="154908"/>
              </a:xfrm>
              <a:custGeom>
                <a:avLst/>
                <a:gdLst/>
                <a:ahLst/>
                <a:cxnLst/>
                <a:rect l="l" t="t" r="r" b="b"/>
                <a:pathLst>
                  <a:path w="852" h="879" extrusionOk="0">
                    <a:moveTo>
                      <a:pt x="852" y="0"/>
                    </a:moveTo>
                    <a:cubicBezTo>
                      <a:pt x="852" y="0"/>
                      <a:pt x="782" y="42"/>
                      <a:pt x="698" y="112"/>
                    </a:cubicBezTo>
                    <a:cubicBezTo>
                      <a:pt x="587" y="209"/>
                      <a:pt x="475" y="307"/>
                      <a:pt x="391" y="405"/>
                    </a:cubicBezTo>
                    <a:cubicBezTo>
                      <a:pt x="294" y="502"/>
                      <a:pt x="196" y="614"/>
                      <a:pt x="112" y="725"/>
                    </a:cubicBezTo>
                    <a:cubicBezTo>
                      <a:pt x="43" y="809"/>
                      <a:pt x="1" y="879"/>
                      <a:pt x="1" y="879"/>
                    </a:cubicBezTo>
                    <a:cubicBezTo>
                      <a:pt x="57" y="837"/>
                      <a:pt x="98" y="809"/>
                      <a:pt x="154" y="767"/>
                    </a:cubicBezTo>
                    <a:cubicBezTo>
                      <a:pt x="266" y="670"/>
                      <a:pt x="363" y="572"/>
                      <a:pt x="461" y="474"/>
                    </a:cubicBezTo>
                    <a:cubicBezTo>
                      <a:pt x="559" y="363"/>
                      <a:pt x="670" y="251"/>
                      <a:pt x="740" y="153"/>
                    </a:cubicBezTo>
                    <a:cubicBezTo>
                      <a:pt x="768" y="112"/>
                      <a:pt x="810" y="56"/>
                      <a:pt x="852"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13"/>
              <p:cNvSpPr/>
              <p:nvPr/>
            </p:nvSpPr>
            <p:spPr>
              <a:xfrm>
                <a:off x="2028936" y="1483629"/>
                <a:ext cx="155085" cy="149974"/>
              </a:xfrm>
              <a:custGeom>
                <a:avLst/>
                <a:gdLst/>
                <a:ahLst/>
                <a:cxnLst/>
                <a:rect l="l" t="t" r="r" b="b"/>
                <a:pathLst>
                  <a:path w="880" h="851" extrusionOk="0">
                    <a:moveTo>
                      <a:pt x="1" y="0"/>
                    </a:moveTo>
                    <a:lnTo>
                      <a:pt x="1" y="0"/>
                    </a:lnTo>
                    <a:cubicBezTo>
                      <a:pt x="29" y="56"/>
                      <a:pt x="71" y="112"/>
                      <a:pt x="112" y="154"/>
                    </a:cubicBezTo>
                    <a:cubicBezTo>
                      <a:pt x="196" y="265"/>
                      <a:pt x="294" y="363"/>
                      <a:pt x="405" y="460"/>
                    </a:cubicBezTo>
                    <a:cubicBezTo>
                      <a:pt x="503" y="558"/>
                      <a:pt x="601" y="656"/>
                      <a:pt x="712" y="739"/>
                    </a:cubicBezTo>
                    <a:cubicBezTo>
                      <a:pt x="768" y="781"/>
                      <a:pt x="824" y="809"/>
                      <a:pt x="880" y="851"/>
                    </a:cubicBezTo>
                    <a:cubicBezTo>
                      <a:pt x="880" y="851"/>
                      <a:pt x="838" y="781"/>
                      <a:pt x="754" y="698"/>
                    </a:cubicBezTo>
                    <a:cubicBezTo>
                      <a:pt x="670" y="586"/>
                      <a:pt x="573" y="488"/>
                      <a:pt x="475" y="391"/>
                    </a:cubicBezTo>
                    <a:cubicBezTo>
                      <a:pt x="364" y="293"/>
                      <a:pt x="252" y="181"/>
                      <a:pt x="154" y="112"/>
                    </a:cubicBezTo>
                    <a:cubicBezTo>
                      <a:pt x="57" y="42"/>
                      <a:pt x="1" y="0"/>
                      <a:pt x="1"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13"/>
              <p:cNvSpPr/>
              <p:nvPr/>
            </p:nvSpPr>
            <p:spPr>
              <a:xfrm>
                <a:off x="2178910" y="1635894"/>
                <a:ext cx="19914" cy="332022"/>
              </a:xfrm>
              <a:custGeom>
                <a:avLst/>
                <a:gdLst/>
                <a:ahLst/>
                <a:cxnLst/>
                <a:rect l="l" t="t" r="r" b="b"/>
                <a:pathLst>
                  <a:path w="113" h="1884" extrusionOk="0">
                    <a:moveTo>
                      <a:pt x="43" y="1"/>
                    </a:moveTo>
                    <a:cubicBezTo>
                      <a:pt x="43" y="1"/>
                      <a:pt x="43" y="29"/>
                      <a:pt x="29" y="85"/>
                    </a:cubicBezTo>
                    <a:cubicBezTo>
                      <a:pt x="29" y="140"/>
                      <a:pt x="15" y="210"/>
                      <a:pt x="15" y="294"/>
                    </a:cubicBezTo>
                    <a:cubicBezTo>
                      <a:pt x="15" y="475"/>
                      <a:pt x="1" y="712"/>
                      <a:pt x="15" y="949"/>
                    </a:cubicBezTo>
                    <a:cubicBezTo>
                      <a:pt x="15" y="1173"/>
                      <a:pt x="29" y="1410"/>
                      <a:pt x="43" y="1591"/>
                    </a:cubicBezTo>
                    <a:cubicBezTo>
                      <a:pt x="57" y="1675"/>
                      <a:pt x="57" y="1745"/>
                      <a:pt x="70" y="1800"/>
                    </a:cubicBezTo>
                    <a:cubicBezTo>
                      <a:pt x="84" y="1856"/>
                      <a:pt x="84" y="1884"/>
                      <a:pt x="84" y="1884"/>
                    </a:cubicBezTo>
                    <a:cubicBezTo>
                      <a:pt x="84" y="1884"/>
                      <a:pt x="84" y="1856"/>
                      <a:pt x="84" y="1800"/>
                    </a:cubicBezTo>
                    <a:cubicBezTo>
                      <a:pt x="98" y="1745"/>
                      <a:pt x="98" y="1675"/>
                      <a:pt x="98" y="1591"/>
                    </a:cubicBezTo>
                    <a:cubicBezTo>
                      <a:pt x="112" y="1410"/>
                      <a:pt x="112" y="1173"/>
                      <a:pt x="112" y="936"/>
                    </a:cubicBezTo>
                    <a:cubicBezTo>
                      <a:pt x="112" y="712"/>
                      <a:pt x="98" y="475"/>
                      <a:pt x="84" y="294"/>
                    </a:cubicBezTo>
                    <a:cubicBezTo>
                      <a:pt x="70" y="210"/>
                      <a:pt x="70" y="140"/>
                      <a:pt x="57" y="85"/>
                    </a:cubicBezTo>
                    <a:cubicBezTo>
                      <a:pt x="43" y="29"/>
                      <a:pt x="43" y="1"/>
                      <a:pt x="43"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13"/>
              <p:cNvSpPr/>
              <p:nvPr/>
            </p:nvSpPr>
            <p:spPr>
              <a:xfrm>
                <a:off x="2296986" y="968852"/>
                <a:ext cx="142748" cy="158433"/>
              </a:xfrm>
              <a:custGeom>
                <a:avLst/>
                <a:gdLst/>
                <a:ahLst/>
                <a:cxnLst/>
                <a:rect l="l" t="t" r="r" b="b"/>
                <a:pathLst>
                  <a:path w="810" h="899" extrusionOk="0">
                    <a:moveTo>
                      <a:pt x="516" y="285"/>
                    </a:moveTo>
                    <a:cubicBezTo>
                      <a:pt x="544" y="299"/>
                      <a:pt x="572" y="327"/>
                      <a:pt x="586" y="369"/>
                    </a:cubicBezTo>
                    <a:cubicBezTo>
                      <a:pt x="572" y="438"/>
                      <a:pt x="544" y="508"/>
                      <a:pt x="488" y="564"/>
                    </a:cubicBezTo>
                    <a:cubicBezTo>
                      <a:pt x="447" y="606"/>
                      <a:pt x="391" y="634"/>
                      <a:pt x="335" y="648"/>
                    </a:cubicBezTo>
                    <a:cubicBezTo>
                      <a:pt x="265" y="648"/>
                      <a:pt x="237" y="620"/>
                      <a:pt x="237" y="550"/>
                    </a:cubicBezTo>
                    <a:cubicBezTo>
                      <a:pt x="265" y="424"/>
                      <a:pt x="377" y="313"/>
                      <a:pt x="516" y="285"/>
                    </a:cubicBezTo>
                    <a:close/>
                    <a:moveTo>
                      <a:pt x="514" y="0"/>
                    </a:moveTo>
                    <a:cubicBezTo>
                      <a:pt x="469" y="0"/>
                      <a:pt x="426" y="10"/>
                      <a:pt x="377" y="20"/>
                    </a:cubicBezTo>
                    <a:cubicBezTo>
                      <a:pt x="307" y="62"/>
                      <a:pt x="251" y="104"/>
                      <a:pt x="196" y="159"/>
                    </a:cubicBezTo>
                    <a:cubicBezTo>
                      <a:pt x="168" y="187"/>
                      <a:pt x="154" y="201"/>
                      <a:pt x="126" y="229"/>
                    </a:cubicBezTo>
                    <a:cubicBezTo>
                      <a:pt x="98" y="285"/>
                      <a:pt x="70" y="327"/>
                      <a:pt x="56" y="382"/>
                    </a:cubicBezTo>
                    <a:cubicBezTo>
                      <a:pt x="14" y="452"/>
                      <a:pt x="0" y="522"/>
                      <a:pt x="0" y="606"/>
                    </a:cubicBezTo>
                    <a:cubicBezTo>
                      <a:pt x="0" y="661"/>
                      <a:pt x="14" y="731"/>
                      <a:pt x="42" y="773"/>
                    </a:cubicBezTo>
                    <a:cubicBezTo>
                      <a:pt x="84" y="843"/>
                      <a:pt x="140" y="885"/>
                      <a:pt x="223" y="899"/>
                    </a:cubicBezTo>
                    <a:cubicBezTo>
                      <a:pt x="279" y="899"/>
                      <a:pt x="335" y="885"/>
                      <a:pt x="377" y="857"/>
                    </a:cubicBezTo>
                    <a:cubicBezTo>
                      <a:pt x="447" y="829"/>
                      <a:pt x="516" y="801"/>
                      <a:pt x="572" y="759"/>
                    </a:cubicBezTo>
                    <a:cubicBezTo>
                      <a:pt x="656" y="703"/>
                      <a:pt x="712" y="634"/>
                      <a:pt x="767" y="550"/>
                    </a:cubicBezTo>
                    <a:cubicBezTo>
                      <a:pt x="795" y="508"/>
                      <a:pt x="809" y="466"/>
                      <a:pt x="809" y="410"/>
                    </a:cubicBezTo>
                    <a:cubicBezTo>
                      <a:pt x="809" y="369"/>
                      <a:pt x="809" y="313"/>
                      <a:pt x="809" y="271"/>
                    </a:cubicBezTo>
                    <a:cubicBezTo>
                      <a:pt x="795" y="201"/>
                      <a:pt x="754" y="131"/>
                      <a:pt x="712" y="62"/>
                    </a:cubicBezTo>
                    <a:cubicBezTo>
                      <a:pt x="670" y="34"/>
                      <a:pt x="614" y="6"/>
                      <a:pt x="572" y="6"/>
                    </a:cubicBezTo>
                    <a:cubicBezTo>
                      <a:pt x="552" y="2"/>
                      <a:pt x="533" y="0"/>
                      <a:pt x="514"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13"/>
              <p:cNvSpPr/>
              <p:nvPr/>
            </p:nvSpPr>
            <p:spPr>
              <a:xfrm>
                <a:off x="2449427" y="878797"/>
                <a:ext cx="154908" cy="287788"/>
              </a:xfrm>
              <a:custGeom>
                <a:avLst/>
                <a:gdLst/>
                <a:ahLst/>
                <a:cxnLst/>
                <a:rect l="l" t="t" r="r" b="b"/>
                <a:pathLst>
                  <a:path w="879" h="1633" extrusionOk="0">
                    <a:moveTo>
                      <a:pt x="446" y="1"/>
                    </a:moveTo>
                    <a:lnTo>
                      <a:pt x="446" y="1"/>
                    </a:lnTo>
                    <a:cubicBezTo>
                      <a:pt x="335" y="43"/>
                      <a:pt x="223" y="71"/>
                      <a:pt x="112" y="98"/>
                    </a:cubicBezTo>
                    <a:cubicBezTo>
                      <a:pt x="98" y="559"/>
                      <a:pt x="56" y="1047"/>
                      <a:pt x="0" y="1563"/>
                    </a:cubicBezTo>
                    <a:lnTo>
                      <a:pt x="140" y="1507"/>
                    </a:lnTo>
                    <a:lnTo>
                      <a:pt x="293" y="1451"/>
                    </a:lnTo>
                    <a:cubicBezTo>
                      <a:pt x="307" y="1242"/>
                      <a:pt x="321" y="1131"/>
                      <a:pt x="321" y="1103"/>
                    </a:cubicBezTo>
                    <a:lnTo>
                      <a:pt x="488" y="1033"/>
                    </a:lnTo>
                    <a:lnTo>
                      <a:pt x="488" y="1033"/>
                    </a:lnTo>
                    <a:cubicBezTo>
                      <a:pt x="446" y="1326"/>
                      <a:pt x="433" y="1521"/>
                      <a:pt x="433" y="1633"/>
                    </a:cubicBezTo>
                    <a:cubicBezTo>
                      <a:pt x="474" y="1605"/>
                      <a:pt x="516" y="1591"/>
                      <a:pt x="558" y="1563"/>
                    </a:cubicBezTo>
                    <a:cubicBezTo>
                      <a:pt x="600" y="1535"/>
                      <a:pt x="642" y="1521"/>
                      <a:pt x="684" y="1493"/>
                    </a:cubicBezTo>
                    <a:lnTo>
                      <a:pt x="711" y="1493"/>
                    </a:lnTo>
                    <a:cubicBezTo>
                      <a:pt x="739" y="1200"/>
                      <a:pt x="781" y="726"/>
                      <a:pt x="879" y="71"/>
                    </a:cubicBezTo>
                    <a:lnTo>
                      <a:pt x="879" y="71"/>
                    </a:lnTo>
                    <a:cubicBezTo>
                      <a:pt x="781" y="112"/>
                      <a:pt x="670" y="154"/>
                      <a:pt x="572" y="182"/>
                    </a:cubicBezTo>
                    <a:cubicBezTo>
                      <a:pt x="558" y="405"/>
                      <a:pt x="544" y="573"/>
                      <a:pt x="530" y="698"/>
                    </a:cubicBezTo>
                    <a:lnTo>
                      <a:pt x="446" y="740"/>
                    </a:lnTo>
                    <a:lnTo>
                      <a:pt x="377" y="768"/>
                    </a:lnTo>
                    <a:cubicBezTo>
                      <a:pt x="391" y="517"/>
                      <a:pt x="419" y="252"/>
                      <a:pt x="446"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13"/>
              <p:cNvSpPr/>
              <p:nvPr/>
            </p:nvSpPr>
            <p:spPr>
              <a:xfrm>
                <a:off x="2877143" y="1289420"/>
                <a:ext cx="194384" cy="186983"/>
              </a:xfrm>
              <a:custGeom>
                <a:avLst/>
                <a:gdLst/>
                <a:ahLst/>
                <a:cxnLst/>
                <a:rect l="l" t="t" r="r" b="b"/>
                <a:pathLst>
                  <a:path w="1103" h="1061" extrusionOk="0">
                    <a:moveTo>
                      <a:pt x="488" y="0"/>
                    </a:moveTo>
                    <a:lnTo>
                      <a:pt x="209" y="56"/>
                    </a:lnTo>
                    <a:cubicBezTo>
                      <a:pt x="154" y="293"/>
                      <a:pt x="126" y="460"/>
                      <a:pt x="98" y="586"/>
                    </a:cubicBezTo>
                    <a:cubicBezTo>
                      <a:pt x="84" y="698"/>
                      <a:pt x="42" y="837"/>
                      <a:pt x="0" y="1032"/>
                    </a:cubicBezTo>
                    <a:cubicBezTo>
                      <a:pt x="140" y="1004"/>
                      <a:pt x="237" y="991"/>
                      <a:pt x="307" y="977"/>
                    </a:cubicBezTo>
                    <a:lnTo>
                      <a:pt x="349" y="753"/>
                    </a:lnTo>
                    <a:lnTo>
                      <a:pt x="391" y="558"/>
                    </a:lnTo>
                    <a:cubicBezTo>
                      <a:pt x="447" y="726"/>
                      <a:pt x="502" y="893"/>
                      <a:pt x="586" y="1060"/>
                    </a:cubicBezTo>
                    <a:cubicBezTo>
                      <a:pt x="656" y="1032"/>
                      <a:pt x="725" y="1004"/>
                      <a:pt x="795" y="1004"/>
                    </a:cubicBezTo>
                    <a:cubicBezTo>
                      <a:pt x="879" y="712"/>
                      <a:pt x="977" y="405"/>
                      <a:pt x="1102" y="98"/>
                    </a:cubicBezTo>
                    <a:lnTo>
                      <a:pt x="1102" y="98"/>
                    </a:lnTo>
                    <a:cubicBezTo>
                      <a:pt x="991" y="126"/>
                      <a:pt x="879" y="154"/>
                      <a:pt x="767" y="168"/>
                    </a:cubicBezTo>
                    <a:cubicBezTo>
                      <a:pt x="739" y="321"/>
                      <a:pt x="698" y="447"/>
                      <a:pt x="670" y="544"/>
                    </a:cubicBezTo>
                    <a:cubicBezTo>
                      <a:pt x="656" y="502"/>
                      <a:pt x="642" y="460"/>
                      <a:pt x="614" y="419"/>
                    </a:cubicBezTo>
                    <a:cubicBezTo>
                      <a:pt x="572" y="265"/>
                      <a:pt x="530" y="126"/>
                      <a:pt x="488"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13"/>
              <p:cNvSpPr/>
              <p:nvPr/>
            </p:nvSpPr>
            <p:spPr>
              <a:xfrm>
                <a:off x="2882078" y="1977257"/>
                <a:ext cx="137814" cy="219762"/>
              </a:xfrm>
              <a:custGeom>
                <a:avLst/>
                <a:gdLst/>
                <a:ahLst/>
                <a:cxnLst/>
                <a:rect l="l" t="t" r="r" b="b"/>
                <a:pathLst>
                  <a:path w="782" h="1247" extrusionOk="0">
                    <a:moveTo>
                      <a:pt x="635" y="0"/>
                    </a:moveTo>
                    <a:cubicBezTo>
                      <a:pt x="489" y="0"/>
                      <a:pt x="345" y="43"/>
                      <a:pt x="223" y="128"/>
                    </a:cubicBezTo>
                    <a:cubicBezTo>
                      <a:pt x="167" y="156"/>
                      <a:pt x="126" y="212"/>
                      <a:pt x="98" y="268"/>
                    </a:cubicBezTo>
                    <a:cubicBezTo>
                      <a:pt x="70" y="324"/>
                      <a:pt x="42" y="365"/>
                      <a:pt x="28" y="421"/>
                    </a:cubicBezTo>
                    <a:cubicBezTo>
                      <a:pt x="0" y="505"/>
                      <a:pt x="0" y="589"/>
                      <a:pt x="14" y="672"/>
                    </a:cubicBezTo>
                    <a:cubicBezTo>
                      <a:pt x="14" y="700"/>
                      <a:pt x="28" y="728"/>
                      <a:pt x="56" y="756"/>
                    </a:cubicBezTo>
                    <a:cubicBezTo>
                      <a:pt x="70" y="784"/>
                      <a:pt x="98" y="798"/>
                      <a:pt x="140" y="812"/>
                    </a:cubicBezTo>
                    <a:cubicBezTo>
                      <a:pt x="167" y="826"/>
                      <a:pt x="209" y="826"/>
                      <a:pt x="251" y="826"/>
                    </a:cubicBezTo>
                    <a:lnTo>
                      <a:pt x="307" y="826"/>
                    </a:lnTo>
                    <a:cubicBezTo>
                      <a:pt x="349" y="812"/>
                      <a:pt x="391" y="798"/>
                      <a:pt x="419" y="784"/>
                    </a:cubicBezTo>
                    <a:cubicBezTo>
                      <a:pt x="460" y="770"/>
                      <a:pt x="488" y="756"/>
                      <a:pt x="530" y="742"/>
                    </a:cubicBezTo>
                    <a:cubicBezTo>
                      <a:pt x="544" y="742"/>
                      <a:pt x="558" y="756"/>
                      <a:pt x="558" y="770"/>
                    </a:cubicBezTo>
                    <a:cubicBezTo>
                      <a:pt x="558" y="784"/>
                      <a:pt x="558" y="798"/>
                      <a:pt x="544" y="812"/>
                    </a:cubicBezTo>
                    <a:cubicBezTo>
                      <a:pt x="530" y="854"/>
                      <a:pt x="502" y="882"/>
                      <a:pt x="474" y="909"/>
                    </a:cubicBezTo>
                    <a:cubicBezTo>
                      <a:pt x="419" y="951"/>
                      <a:pt x="349" y="979"/>
                      <a:pt x="279" y="979"/>
                    </a:cubicBezTo>
                    <a:cubicBezTo>
                      <a:pt x="251" y="986"/>
                      <a:pt x="223" y="990"/>
                      <a:pt x="195" y="990"/>
                    </a:cubicBezTo>
                    <a:cubicBezTo>
                      <a:pt x="167" y="990"/>
                      <a:pt x="140" y="986"/>
                      <a:pt x="112" y="979"/>
                    </a:cubicBezTo>
                    <a:cubicBezTo>
                      <a:pt x="98" y="1063"/>
                      <a:pt x="70" y="1147"/>
                      <a:pt x="42" y="1230"/>
                    </a:cubicBezTo>
                    <a:cubicBezTo>
                      <a:pt x="70" y="1244"/>
                      <a:pt x="112" y="1244"/>
                      <a:pt x="140" y="1244"/>
                    </a:cubicBezTo>
                    <a:cubicBezTo>
                      <a:pt x="158" y="1246"/>
                      <a:pt x="176" y="1247"/>
                      <a:pt x="194" y="1247"/>
                    </a:cubicBezTo>
                    <a:cubicBezTo>
                      <a:pt x="315" y="1247"/>
                      <a:pt x="433" y="1209"/>
                      <a:pt x="530" y="1161"/>
                    </a:cubicBezTo>
                    <a:cubicBezTo>
                      <a:pt x="600" y="1119"/>
                      <a:pt x="656" y="1077"/>
                      <a:pt x="684" y="1007"/>
                    </a:cubicBezTo>
                    <a:cubicBezTo>
                      <a:pt x="711" y="965"/>
                      <a:pt x="739" y="937"/>
                      <a:pt x="753" y="896"/>
                    </a:cubicBezTo>
                    <a:cubicBezTo>
                      <a:pt x="781" y="812"/>
                      <a:pt x="781" y="742"/>
                      <a:pt x="767" y="658"/>
                    </a:cubicBezTo>
                    <a:cubicBezTo>
                      <a:pt x="767" y="630"/>
                      <a:pt x="753" y="603"/>
                      <a:pt x="725" y="575"/>
                    </a:cubicBezTo>
                    <a:cubicBezTo>
                      <a:pt x="725" y="561"/>
                      <a:pt x="711" y="561"/>
                      <a:pt x="697" y="547"/>
                    </a:cubicBezTo>
                    <a:cubicBezTo>
                      <a:pt x="670" y="519"/>
                      <a:pt x="642" y="505"/>
                      <a:pt x="614" y="505"/>
                    </a:cubicBezTo>
                    <a:cubicBezTo>
                      <a:pt x="593" y="498"/>
                      <a:pt x="575" y="494"/>
                      <a:pt x="558" y="494"/>
                    </a:cubicBezTo>
                    <a:cubicBezTo>
                      <a:pt x="541" y="494"/>
                      <a:pt x="523" y="498"/>
                      <a:pt x="502" y="505"/>
                    </a:cubicBezTo>
                    <a:cubicBezTo>
                      <a:pt x="460" y="519"/>
                      <a:pt x="419" y="533"/>
                      <a:pt x="391" y="547"/>
                    </a:cubicBezTo>
                    <a:cubicBezTo>
                      <a:pt x="362" y="558"/>
                      <a:pt x="340" y="565"/>
                      <a:pt x="324" y="565"/>
                    </a:cubicBezTo>
                    <a:cubicBezTo>
                      <a:pt x="300" y="565"/>
                      <a:pt x="287" y="552"/>
                      <a:pt x="279" y="519"/>
                    </a:cubicBezTo>
                    <a:cubicBezTo>
                      <a:pt x="279" y="435"/>
                      <a:pt x="321" y="365"/>
                      <a:pt x="405" y="338"/>
                    </a:cubicBezTo>
                    <a:cubicBezTo>
                      <a:pt x="446" y="324"/>
                      <a:pt x="492" y="317"/>
                      <a:pt x="539" y="317"/>
                    </a:cubicBezTo>
                    <a:cubicBezTo>
                      <a:pt x="586" y="317"/>
                      <a:pt x="635" y="324"/>
                      <a:pt x="684" y="338"/>
                    </a:cubicBezTo>
                    <a:lnTo>
                      <a:pt x="697" y="3"/>
                    </a:lnTo>
                    <a:cubicBezTo>
                      <a:pt x="677" y="1"/>
                      <a:pt x="656" y="0"/>
                      <a:pt x="635"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9" name="Google Shape;869;p13"/>
            <p:cNvGrpSpPr/>
            <p:nvPr/>
          </p:nvGrpSpPr>
          <p:grpSpPr>
            <a:xfrm>
              <a:off x="532975" y="-97680"/>
              <a:ext cx="1299540" cy="1315402"/>
              <a:chOff x="268900" y="871395"/>
              <a:chExt cx="1299540" cy="1315402"/>
            </a:xfrm>
          </p:grpSpPr>
          <p:sp>
            <p:nvSpPr>
              <p:cNvPr id="870" name="Google Shape;870;p13"/>
              <p:cNvSpPr/>
              <p:nvPr/>
            </p:nvSpPr>
            <p:spPr>
              <a:xfrm>
                <a:off x="377107" y="1105080"/>
                <a:ext cx="46878" cy="250779"/>
              </a:xfrm>
              <a:custGeom>
                <a:avLst/>
                <a:gdLst/>
                <a:ahLst/>
                <a:cxnLst/>
                <a:rect l="l" t="t" r="r" b="b"/>
                <a:pathLst>
                  <a:path w="266" h="1423" extrusionOk="0">
                    <a:moveTo>
                      <a:pt x="265" y="0"/>
                    </a:moveTo>
                    <a:cubicBezTo>
                      <a:pt x="265" y="0"/>
                      <a:pt x="265" y="14"/>
                      <a:pt x="251" y="56"/>
                    </a:cubicBezTo>
                    <a:cubicBezTo>
                      <a:pt x="238" y="98"/>
                      <a:pt x="224" y="153"/>
                      <a:pt x="210" y="223"/>
                    </a:cubicBezTo>
                    <a:cubicBezTo>
                      <a:pt x="168" y="349"/>
                      <a:pt x="126" y="530"/>
                      <a:pt x="98" y="697"/>
                    </a:cubicBezTo>
                    <a:cubicBezTo>
                      <a:pt x="56" y="879"/>
                      <a:pt x="28" y="1060"/>
                      <a:pt x="14" y="1200"/>
                    </a:cubicBezTo>
                    <a:cubicBezTo>
                      <a:pt x="0" y="1269"/>
                      <a:pt x="0" y="1325"/>
                      <a:pt x="0" y="1367"/>
                    </a:cubicBezTo>
                    <a:lnTo>
                      <a:pt x="0" y="1423"/>
                    </a:lnTo>
                    <a:lnTo>
                      <a:pt x="28" y="1367"/>
                    </a:lnTo>
                    <a:cubicBezTo>
                      <a:pt x="28" y="1325"/>
                      <a:pt x="56" y="1269"/>
                      <a:pt x="70" y="1214"/>
                    </a:cubicBezTo>
                    <a:cubicBezTo>
                      <a:pt x="98" y="1074"/>
                      <a:pt x="140" y="893"/>
                      <a:pt x="182" y="725"/>
                    </a:cubicBezTo>
                    <a:cubicBezTo>
                      <a:pt x="210" y="544"/>
                      <a:pt x="238" y="363"/>
                      <a:pt x="251" y="223"/>
                    </a:cubicBezTo>
                    <a:cubicBezTo>
                      <a:pt x="265" y="153"/>
                      <a:pt x="265" y="98"/>
                      <a:pt x="265" y="56"/>
                    </a:cubicBezTo>
                    <a:lnTo>
                      <a:pt x="265" y="0"/>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13"/>
              <p:cNvSpPr/>
              <p:nvPr/>
            </p:nvSpPr>
            <p:spPr>
              <a:xfrm>
                <a:off x="679522" y="871395"/>
                <a:ext cx="46878" cy="253422"/>
              </a:xfrm>
              <a:custGeom>
                <a:avLst/>
                <a:gdLst/>
                <a:ahLst/>
                <a:cxnLst/>
                <a:rect l="l" t="t" r="r" b="b"/>
                <a:pathLst>
                  <a:path w="266" h="1438" extrusionOk="0">
                    <a:moveTo>
                      <a:pt x="265" y="1"/>
                    </a:moveTo>
                    <a:cubicBezTo>
                      <a:pt x="265" y="1"/>
                      <a:pt x="251" y="15"/>
                      <a:pt x="237" y="57"/>
                    </a:cubicBezTo>
                    <a:cubicBezTo>
                      <a:pt x="223" y="99"/>
                      <a:pt x="209" y="154"/>
                      <a:pt x="195" y="224"/>
                    </a:cubicBezTo>
                    <a:cubicBezTo>
                      <a:pt x="154" y="350"/>
                      <a:pt x="112" y="531"/>
                      <a:pt x="84" y="712"/>
                    </a:cubicBezTo>
                    <a:cubicBezTo>
                      <a:pt x="56" y="880"/>
                      <a:pt x="28" y="1061"/>
                      <a:pt x="14" y="1201"/>
                    </a:cubicBezTo>
                    <a:cubicBezTo>
                      <a:pt x="0" y="1284"/>
                      <a:pt x="0" y="1340"/>
                      <a:pt x="0" y="1382"/>
                    </a:cubicBezTo>
                    <a:lnTo>
                      <a:pt x="0" y="1438"/>
                    </a:lnTo>
                    <a:lnTo>
                      <a:pt x="14" y="1382"/>
                    </a:lnTo>
                    <a:cubicBezTo>
                      <a:pt x="28" y="1340"/>
                      <a:pt x="42" y="1284"/>
                      <a:pt x="56" y="1214"/>
                    </a:cubicBezTo>
                    <a:cubicBezTo>
                      <a:pt x="98" y="1075"/>
                      <a:pt x="140" y="908"/>
                      <a:pt x="167" y="726"/>
                    </a:cubicBezTo>
                    <a:cubicBezTo>
                      <a:pt x="195" y="559"/>
                      <a:pt x="223" y="378"/>
                      <a:pt x="237" y="238"/>
                    </a:cubicBezTo>
                    <a:cubicBezTo>
                      <a:pt x="265" y="154"/>
                      <a:pt x="265" y="99"/>
                      <a:pt x="265" y="57"/>
                    </a:cubicBezTo>
                    <a:lnTo>
                      <a:pt x="265" y="1"/>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13"/>
              <p:cNvSpPr/>
              <p:nvPr/>
            </p:nvSpPr>
            <p:spPr>
              <a:xfrm>
                <a:off x="406538" y="1151782"/>
                <a:ext cx="34718" cy="189450"/>
              </a:xfrm>
              <a:custGeom>
                <a:avLst/>
                <a:gdLst/>
                <a:ahLst/>
                <a:cxnLst/>
                <a:rect l="l" t="t" r="r" b="b"/>
                <a:pathLst>
                  <a:path w="197" h="1075" extrusionOk="0">
                    <a:moveTo>
                      <a:pt x="196" y="0"/>
                    </a:moveTo>
                    <a:cubicBezTo>
                      <a:pt x="182" y="56"/>
                      <a:pt x="168" y="112"/>
                      <a:pt x="154" y="167"/>
                    </a:cubicBezTo>
                    <a:cubicBezTo>
                      <a:pt x="112" y="265"/>
                      <a:pt x="84" y="391"/>
                      <a:pt x="57" y="530"/>
                    </a:cubicBezTo>
                    <a:cubicBezTo>
                      <a:pt x="43" y="670"/>
                      <a:pt x="15" y="795"/>
                      <a:pt x="15" y="907"/>
                    </a:cubicBezTo>
                    <a:cubicBezTo>
                      <a:pt x="1" y="1004"/>
                      <a:pt x="1" y="1074"/>
                      <a:pt x="1" y="1074"/>
                    </a:cubicBezTo>
                    <a:cubicBezTo>
                      <a:pt x="15" y="1018"/>
                      <a:pt x="43" y="963"/>
                      <a:pt x="57" y="907"/>
                    </a:cubicBezTo>
                    <a:cubicBezTo>
                      <a:pt x="84" y="809"/>
                      <a:pt x="112" y="684"/>
                      <a:pt x="140" y="544"/>
                    </a:cubicBezTo>
                    <a:cubicBezTo>
                      <a:pt x="168" y="419"/>
                      <a:pt x="182" y="279"/>
                      <a:pt x="196" y="167"/>
                    </a:cubicBezTo>
                    <a:cubicBezTo>
                      <a:pt x="196" y="70"/>
                      <a:pt x="196" y="0"/>
                      <a:pt x="196"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13"/>
              <p:cNvSpPr/>
              <p:nvPr/>
            </p:nvSpPr>
            <p:spPr>
              <a:xfrm>
                <a:off x="423809" y="1102613"/>
                <a:ext cx="255890" cy="19738"/>
              </a:xfrm>
              <a:custGeom>
                <a:avLst/>
                <a:gdLst/>
                <a:ahLst/>
                <a:cxnLst/>
                <a:rect l="l" t="t" r="r" b="b"/>
                <a:pathLst>
                  <a:path w="1452" h="112" extrusionOk="0">
                    <a:moveTo>
                      <a:pt x="0" y="0"/>
                    </a:moveTo>
                    <a:lnTo>
                      <a:pt x="70" y="14"/>
                    </a:lnTo>
                    <a:cubicBezTo>
                      <a:pt x="112" y="28"/>
                      <a:pt x="168" y="42"/>
                      <a:pt x="238" y="42"/>
                    </a:cubicBezTo>
                    <a:cubicBezTo>
                      <a:pt x="363" y="70"/>
                      <a:pt x="544" y="84"/>
                      <a:pt x="726" y="98"/>
                    </a:cubicBezTo>
                    <a:cubicBezTo>
                      <a:pt x="907" y="112"/>
                      <a:pt x="1088" y="112"/>
                      <a:pt x="1228" y="112"/>
                    </a:cubicBezTo>
                    <a:lnTo>
                      <a:pt x="1451" y="112"/>
                    </a:lnTo>
                    <a:lnTo>
                      <a:pt x="1409" y="98"/>
                    </a:lnTo>
                    <a:cubicBezTo>
                      <a:pt x="1367" y="98"/>
                      <a:pt x="1312" y="84"/>
                      <a:pt x="1242" y="84"/>
                    </a:cubicBezTo>
                    <a:cubicBezTo>
                      <a:pt x="1102" y="56"/>
                      <a:pt x="921" y="42"/>
                      <a:pt x="740" y="28"/>
                    </a:cubicBezTo>
                    <a:cubicBezTo>
                      <a:pt x="558" y="0"/>
                      <a:pt x="377" y="0"/>
                      <a:pt x="238"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13"/>
              <p:cNvSpPr/>
              <p:nvPr/>
            </p:nvSpPr>
            <p:spPr>
              <a:xfrm>
                <a:off x="726224" y="871395"/>
                <a:ext cx="255713" cy="19914"/>
              </a:xfrm>
              <a:custGeom>
                <a:avLst/>
                <a:gdLst/>
                <a:ahLst/>
                <a:cxnLst/>
                <a:rect l="l" t="t" r="r" b="b"/>
                <a:pathLst>
                  <a:path w="1451" h="113" extrusionOk="0">
                    <a:moveTo>
                      <a:pt x="0" y="1"/>
                    </a:moveTo>
                    <a:lnTo>
                      <a:pt x="56" y="15"/>
                    </a:lnTo>
                    <a:lnTo>
                      <a:pt x="223" y="43"/>
                    </a:lnTo>
                    <a:cubicBezTo>
                      <a:pt x="363" y="57"/>
                      <a:pt x="544" y="71"/>
                      <a:pt x="725" y="99"/>
                    </a:cubicBezTo>
                    <a:cubicBezTo>
                      <a:pt x="907" y="113"/>
                      <a:pt x="1088" y="113"/>
                      <a:pt x="1214" y="113"/>
                    </a:cubicBezTo>
                    <a:lnTo>
                      <a:pt x="1451" y="113"/>
                    </a:lnTo>
                    <a:lnTo>
                      <a:pt x="1381" y="99"/>
                    </a:lnTo>
                    <a:cubicBezTo>
                      <a:pt x="1339" y="99"/>
                      <a:pt x="1283" y="85"/>
                      <a:pt x="1228" y="71"/>
                    </a:cubicBezTo>
                    <a:cubicBezTo>
                      <a:pt x="1088" y="57"/>
                      <a:pt x="907" y="43"/>
                      <a:pt x="725" y="15"/>
                    </a:cubicBezTo>
                    <a:cubicBezTo>
                      <a:pt x="544" y="1"/>
                      <a:pt x="363" y="1"/>
                      <a:pt x="223"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13"/>
              <p:cNvSpPr/>
              <p:nvPr/>
            </p:nvSpPr>
            <p:spPr>
              <a:xfrm>
                <a:off x="790020" y="1326253"/>
                <a:ext cx="46878" cy="253422"/>
              </a:xfrm>
              <a:custGeom>
                <a:avLst/>
                <a:gdLst/>
                <a:ahLst/>
                <a:cxnLst/>
                <a:rect l="l" t="t" r="r" b="b"/>
                <a:pathLst>
                  <a:path w="266" h="1438" extrusionOk="0">
                    <a:moveTo>
                      <a:pt x="266" y="0"/>
                    </a:moveTo>
                    <a:cubicBezTo>
                      <a:pt x="266" y="0"/>
                      <a:pt x="252" y="14"/>
                      <a:pt x="252" y="56"/>
                    </a:cubicBezTo>
                    <a:cubicBezTo>
                      <a:pt x="238" y="98"/>
                      <a:pt x="210" y="154"/>
                      <a:pt x="196" y="224"/>
                    </a:cubicBezTo>
                    <a:cubicBezTo>
                      <a:pt x="168" y="363"/>
                      <a:pt x="126" y="530"/>
                      <a:pt x="84" y="712"/>
                    </a:cubicBezTo>
                    <a:cubicBezTo>
                      <a:pt x="57" y="879"/>
                      <a:pt x="29" y="1061"/>
                      <a:pt x="15" y="1200"/>
                    </a:cubicBezTo>
                    <a:cubicBezTo>
                      <a:pt x="1" y="1270"/>
                      <a:pt x="1" y="1339"/>
                      <a:pt x="1" y="1367"/>
                    </a:cubicBezTo>
                    <a:lnTo>
                      <a:pt x="1" y="1437"/>
                    </a:lnTo>
                    <a:lnTo>
                      <a:pt x="15" y="1381"/>
                    </a:lnTo>
                    <a:cubicBezTo>
                      <a:pt x="29" y="1339"/>
                      <a:pt x="43" y="1284"/>
                      <a:pt x="71" y="1214"/>
                    </a:cubicBezTo>
                    <a:cubicBezTo>
                      <a:pt x="98" y="1088"/>
                      <a:pt x="140" y="907"/>
                      <a:pt x="168" y="726"/>
                    </a:cubicBezTo>
                    <a:cubicBezTo>
                      <a:pt x="210" y="544"/>
                      <a:pt x="238" y="377"/>
                      <a:pt x="252" y="238"/>
                    </a:cubicBezTo>
                    <a:cubicBezTo>
                      <a:pt x="252" y="154"/>
                      <a:pt x="266" y="98"/>
                      <a:pt x="266" y="56"/>
                    </a:cubicBezTo>
                    <a:lnTo>
                      <a:pt x="266" y="0"/>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13"/>
              <p:cNvSpPr/>
              <p:nvPr/>
            </p:nvSpPr>
            <p:spPr>
              <a:xfrm>
                <a:off x="1107239" y="1090277"/>
                <a:ext cx="46878" cy="255713"/>
              </a:xfrm>
              <a:custGeom>
                <a:avLst/>
                <a:gdLst/>
                <a:ahLst/>
                <a:cxnLst/>
                <a:rect l="l" t="t" r="r" b="b"/>
                <a:pathLst>
                  <a:path w="266" h="1451" extrusionOk="0">
                    <a:moveTo>
                      <a:pt x="265" y="0"/>
                    </a:moveTo>
                    <a:cubicBezTo>
                      <a:pt x="265" y="0"/>
                      <a:pt x="251" y="28"/>
                      <a:pt x="251" y="70"/>
                    </a:cubicBezTo>
                    <a:cubicBezTo>
                      <a:pt x="237" y="112"/>
                      <a:pt x="223" y="154"/>
                      <a:pt x="195" y="224"/>
                    </a:cubicBezTo>
                    <a:cubicBezTo>
                      <a:pt x="168" y="363"/>
                      <a:pt x="126" y="530"/>
                      <a:pt x="84" y="712"/>
                    </a:cubicBezTo>
                    <a:cubicBezTo>
                      <a:pt x="56" y="893"/>
                      <a:pt x="28" y="1074"/>
                      <a:pt x="14" y="1214"/>
                    </a:cubicBezTo>
                    <a:cubicBezTo>
                      <a:pt x="0" y="1284"/>
                      <a:pt x="0" y="1339"/>
                      <a:pt x="0" y="1381"/>
                    </a:cubicBezTo>
                    <a:lnTo>
                      <a:pt x="0" y="1451"/>
                    </a:lnTo>
                    <a:lnTo>
                      <a:pt x="14" y="1381"/>
                    </a:lnTo>
                    <a:cubicBezTo>
                      <a:pt x="28" y="1339"/>
                      <a:pt x="42" y="1298"/>
                      <a:pt x="70" y="1228"/>
                    </a:cubicBezTo>
                    <a:cubicBezTo>
                      <a:pt x="98" y="1088"/>
                      <a:pt x="140" y="921"/>
                      <a:pt x="168" y="740"/>
                    </a:cubicBezTo>
                    <a:cubicBezTo>
                      <a:pt x="209" y="558"/>
                      <a:pt x="237" y="377"/>
                      <a:pt x="251" y="237"/>
                    </a:cubicBezTo>
                    <a:cubicBezTo>
                      <a:pt x="251" y="168"/>
                      <a:pt x="265" y="112"/>
                      <a:pt x="265" y="70"/>
                    </a:cubicBezTo>
                    <a:lnTo>
                      <a:pt x="265" y="0"/>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13"/>
              <p:cNvSpPr/>
              <p:nvPr/>
            </p:nvSpPr>
            <p:spPr>
              <a:xfrm>
                <a:off x="534483" y="1559761"/>
                <a:ext cx="255713" cy="19914"/>
              </a:xfrm>
              <a:custGeom>
                <a:avLst/>
                <a:gdLst/>
                <a:ahLst/>
                <a:cxnLst/>
                <a:rect l="l" t="t" r="r" b="b"/>
                <a:pathLst>
                  <a:path w="1451" h="113" extrusionOk="0">
                    <a:moveTo>
                      <a:pt x="0" y="1"/>
                    </a:moveTo>
                    <a:lnTo>
                      <a:pt x="42" y="14"/>
                    </a:lnTo>
                    <a:cubicBezTo>
                      <a:pt x="84" y="14"/>
                      <a:pt x="140" y="28"/>
                      <a:pt x="209" y="42"/>
                    </a:cubicBezTo>
                    <a:cubicBezTo>
                      <a:pt x="349" y="56"/>
                      <a:pt x="530" y="70"/>
                      <a:pt x="712" y="84"/>
                    </a:cubicBezTo>
                    <a:cubicBezTo>
                      <a:pt x="893" y="112"/>
                      <a:pt x="1074" y="112"/>
                      <a:pt x="1214" y="112"/>
                    </a:cubicBezTo>
                    <a:lnTo>
                      <a:pt x="1451" y="112"/>
                    </a:lnTo>
                    <a:lnTo>
                      <a:pt x="1381" y="98"/>
                    </a:lnTo>
                    <a:lnTo>
                      <a:pt x="1228" y="70"/>
                    </a:lnTo>
                    <a:cubicBezTo>
                      <a:pt x="1088" y="56"/>
                      <a:pt x="907" y="42"/>
                      <a:pt x="725" y="14"/>
                    </a:cubicBezTo>
                    <a:cubicBezTo>
                      <a:pt x="544" y="1"/>
                      <a:pt x="363" y="1"/>
                      <a:pt x="223"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13"/>
              <p:cNvSpPr/>
              <p:nvPr/>
            </p:nvSpPr>
            <p:spPr>
              <a:xfrm>
                <a:off x="856460" y="1331187"/>
                <a:ext cx="246021" cy="19738"/>
              </a:xfrm>
              <a:custGeom>
                <a:avLst/>
                <a:gdLst/>
                <a:ahLst/>
                <a:cxnLst/>
                <a:rect l="l" t="t" r="r" b="b"/>
                <a:pathLst>
                  <a:path w="1396" h="112" extrusionOk="0">
                    <a:moveTo>
                      <a:pt x="0" y="0"/>
                    </a:moveTo>
                    <a:cubicBezTo>
                      <a:pt x="42" y="14"/>
                      <a:pt x="98" y="28"/>
                      <a:pt x="168" y="28"/>
                    </a:cubicBezTo>
                    <a:cubicBezTo>
                      <a:pt x="307" y="56"/>
                      <a:pt x="489" y="70"/>
                      <a:pt x="670" y="84"/>
                    </a:cubicBezTo>
                    <a:cubicBezTo>
                      <a:pt x="851" y="112"/>
                      <a:pt x="1033" y="112"/>
                      <a:pt x="1158" y="112"/>
                    </a:cubicBezTo>
                    <a:lnTo>
                      <a:pt x="1395" y="112"/>
                    </a:lnTo>
                    <a:lnTo>
                      <a:pt x="1326" y="98"/>
                    </a:lnTo>
                    <a:cubicBezTo>
                      <a:pt x="1284" y="84"/>
                      <a:pt x="1228" y="70"/>
                      <a:pt x="1172" y="70"/>
                    </a:cubicBezTo>
                    <a:cubicBezTo>
                      <a:pt x="1033" y="42"/>
                      <a:pt x="851" y="28"/>
                      <a:pt x="670" y="14"/>
                    </a:cubicBezTo>
                    <a:cubicBezTo>
                      <a:pt x="489" y="0"/>
                      <a:pt x="307" y="0"/>
                      <a:pt x="168"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13"/>
              <p:cNvSpPr/>
              <p:nvPr/>
            </p:nvSpPr>
            <p:spPr>
              <a:xfrm>
                <a:off x="566381" y="1532797"/>
                <a:ext cx="179581" cy="17271"/>
              </a:xfrm>
              <a:custGeom>
                <a:avLst/>
                <a:gdLst/>
                <a:ahLst/>
                <a:cxnLst/>
                <a:rect l="l" t="t" r="r" b="b"/>
                <a:pathLst>
                  <a:path w="1019" h="98" extrusionOk="0">
                    <a:moveTo>
                      <a:pt x="154" y="0"/>
                    </a:moveTo>
                    <a:cubicBezTo>
                      <a:pt x="70" y="14"/>
                      <a:pt x="0" y="14"/>
                      <a:pt x="0" y="14"/>
                    </a:cubicBezTo>
                    <a:cubicBezTo>
                      <a:pt x="0" y="14"/>
                      <a:pt x="70" y="42"/>
                      <a:pt x="154" y="56"/>
                    </a:cubicBezTo>
                    <a:cubicBezTo>
                      <a:pt x="252" y="70"/>
                      <a:pt x="377" y="84"/>
                      <a:pt x="503" y="98"/>
                    </a:cubicBezTo>
                    <a:lnTo>
                      <a:pt x="851" y="98"/>
                    </a:lnTo>
                    <a:cubicBezTo>
                      <a:pt x="907" y="98"/>
                      <a:pt x="963" y="98"/>
                      <a:pt x="1019" y="84"/>
                    </a:cubicBezTo>
                    <a:cubicBezTo>
                      <a:pt x="1019" y="84"/>
                      <a:pt x="949" y="70"/>
                      <a:pt x="851" y="56"/>
                    </a:cubicBezTo>
                    <a:cubicBezTo>
                      <a:pt x="768" y="42"/>
                      <a:pt x="628" y="14"/>
                      <a:pt x="503" y="14"/>
                    </a:cubicBezTo>
                    <a:cubicBezTo>
                      <a:pt x="391" y="0"/>
                      <a:pt x="252" y="0"/>
                      <a:pt x="154"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13"/>
              <p:cNvSpPr/>
              <p:nvPr/>
            </p:nvSpPr>
            <p:spPr>
              <a:xfrm>
                <a:off x="1311140" y="1923506"/>
                <a:ext cx="214122" cy="19914"/>
              </a:xfrm>
              <a:custGeom>
                <a:avLst/>
                <a:gdLst/>
                <a:ahLst/>
                <a:cxnLst/>
                <a:rect l="l" t="t" r="r" b="b"/>
                <a:pathLst>
                  <a:path w="1215" h="113" extrusionOk="0">
                    <a:moveTo>
                      <a:pt x="1" y="1"/>
                    </a:moveTo>
                    <a:lnTo>
                      <a:pt x="57" y="15"/>
                    </a:lnTo>
                    <a:lnTo>
                      <a:pt x="182" y="43"/>
                    </a:lnTo>
                    <a:cubicBezTo>
                      <a:pt x="294" y="71"/>
                      <a:pt x="447" y="85"/>
                      <a:pt x="601" y="99"/>
                    </a:cubicBezTo>
                    <a:cubicBezTo>
                      <a:pt x="754" y="113"/>
                      <a:pt x="908" y="113"/>
                      <a:pt x="1019" y="113"/>
                    </a:cubicBezTo>
                    <a:lnTo>
                      <a:pt x="1214" y="113"/>
                    </a:lnTo>
                    <a:lnTo>
                      <a:pt x="1159" y="99"/>
                    </a:lnTo>
                    <a:cubicBezTo>
                      <a:pt x="1131" y="99"/>
                      <a:pt x="1075" y="85"/>
                      <a:pt x="1019" y="85"/>
                    </a:cubicBezTo>
                    <a:cubicBezTo>
                      <a:pt x="908" y="57"/>
                      <a:pt x="754" y="43"/>
                      <a:pt x="601" y="29"/>
                    </a:cubicBezTo>
                    <a:cubicBezTo>
                      <a:pt x="461" y="1"/>
                      <a:pt x="308" y="1"/>
                      <a:pt x="196"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13"/>
              <p:cNvSpPr/>
              <p:nvPr/>
            </p:nvSpPr>
            <p:spPr>
              <a:xfrm>
                <a:off x="677055" y="1124642"/>
                <a:ext cx="162310" cy="199319"/>
              </a:xfrm>
              <a:custGeom>
                <a:avLst/>
                <a:gdLst/>
                <a:ahLst/>
                <a:cxnLst/>
                <a:rect l="l" t="t" r="r" b="b"/>
                <a:pathLst>
                  <a:path w="921" h="1131" extrusionOk="0">
                    <a:moveTo>
                      <a:pt x="0" y="1"/>
                    </a:moveTo>
                    <a:lnTo>
                      <a:pt x="42" y="56"/>
                    </a:lnTo>
                    <a:cubicBezTo>
                      <a:pt x="56" y="84"/>
                      <a:pt x="98" y="140"/>
                      <a:pt x="126" y="196"/>
                    </a:cubicBezTo>
                    <a:cubicBezTo>
                      <a:pt x="209" y="308"/>
                      <a:pt x="321" y="447"/>
                      <a:pt x="433" y="586"/>
                    </a:cubicBezTo>
                    <a:cubicBezTo>
                      <a:pt x="544" y="740"/>
                      <a:pt x="670" y="865"/>
                      <a:pt x="753" y="977"/>
                    </a:cubicBezTo>
                    <a:cubicBezTo>
                      <a:pt x="809" y="1019"/>
                      <a:pt x="851" y="1061"/>
                      <a:pt x="865" y="1089"/>
                    </a:cubicBezTo>
                    <a:lnTo>
                      <a:pt x="921" y="1130"/>
                    </a:lnTo>
                    <a:cubicBezTo>
                      <a:pt x="921" y="1130"/>
                      <a:pt x="907" y="1117"/>
                      <a:pt x="879" y="1075"/>
                    </a:cubicBezTo>
                    <a:cubicBezTo>
                      <a:pt x="865" y="1047"/>
                      <a:pt x="837" y="1005"/>
                      <a:pt x="795" y="949"/>
                    </a:cubicBezTo>
                    <a:cubicBezTo>
                      <a:pt x="712" y="824"/>
                      <a:pt x="600" y="684"/>
                      <a:pt x="488" y="545"/>
                    </a:cubicBezTo>
                    <a:cubicBezTo>
                      <a:pt x="377" y="405"/>
                      <a:pt x="265" y="266"/>
                      <a:pt x="168" y="168"/>
                    </a:cubicBezTo>
                    <a:cubicBezTo>
                      <a:pt x="126" y="112"/>
                      <a:pt x="84" y="70"/>
                      <a:pt x="56" y="42"/>
                    </a:cubicBezTo>
                    <a:lnTo>
                      <a:pt x="0" y="1"/>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13"/>
              <p:cNvSpPr/>
              <p:nvPr/>
            </p:nvSpPr>
            <p:spPr>
              <a:xfrm>
                <a:off x="999032" y="893601"/>
                <a:ext cx="160019" cy="201786"/>
              </a:xfrm>
              <a:custGeom>
                <a:avLst/>
                <a:gdLst/>
                <a:ahLst/>
                <a:cxnLst/>
                <a:rect l="l" t="t" r="r" b="b"/>
                <a:pathLst>
                  <a:path w="908" h="1145" extrusionOk="0">
                    <a:moveTo>
                      <a:pt x="0" y="0"/>
                    </a:moveTo>
                    <a:lnTo>
                      <a:pt x="28" y="56"/>
                    </a:lnTo>
                    <a:cubicBezTo>
                      <a:pt x="56" y="84"/>
                      <a:pt x="84" y="140"/>
                      <a:pt x="126" y="196"/>
                    </a:cubicBezTo>
                    <a:cubicBezTo>
                      <a:pt x="196" y="307"/>
                      <a:pt x="307" y="461"/>
                      <a:pt x="419" y="600"/>
                    </a:cubicBezTo>
                    <a:cubicBezTo>
                      <a:pt x="530" y="740"/>
                      <a:pt x="656" y="879"/>
                      <a:pt x="754" y="977"/>
                    </a:cubicBezTo>
                    <a:lnTo>
                      <a:pt x="865" y="1088"/>
                    </a:lnTo>
                    <a:lnTo>
                      <a:pt x="907" y="1144"/>
                    </a:lnTo>
                    <a:lnTo>
                      <a:pt x="879" y="1088"/>
                    </a:lnTo>
                    <a:cubicBezTo>
                      <a:pt x="851" y="1047"/>
                      <a:pt x="823" y="1005"/>
                      <a:pt x="782" y="949"/>
                    </a:cubicBezTo>
                    <a:cubicBezTo>
                      <a:pt x="712" y="837"/>
                      <a:pt x="600" y="684"/>
                      <a:pt x="489" y="544"/>
                    </a:cubicBezTo>
                    <a:cubicBezTo>
                      <a:pt x="377" y="405"/>
                      <a:pt x="251" y="265"/>
                      <a:pt x="154" y="168"/>
                    </a:cubicBezTo>
                    <a:cubicBezTo>
                      <a:pt x="112" y="112"/>
                      <a:pt x="70" y="70"/>
                      <a:pt x="42" y="42"/>
                    </a:cubicBezTo>
                    <a:cubicBezTo>
                      <a:pt x="28" y="28"/>
                      <a:pt x="14" y="14"/>
                      <a:pt x="0"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13"/>
              <p:cNvSpPr/>
              <p:nvPr/>
            </p:nvSpPr>
            <p:spPr>
              <a:xfrm>
                <a:off x="839189" y="1712203"/>
                <a:ext cx="46878" cy="253422"/>
              </a:xfrm>
              <a:custGeom>
                <a:avLst/>
                <a:gdLst/>
                <a:ahLst/>
                <a:cxnLst/>
                <a:rect l="l" t="t" r="r" b="b"/>
                <a:pathLst>
                  <a:path w="266" h="1438" extrusionOk="0">
                    <a:moveTo>
                      <a:pt x="266" y="0"/>
                    </a:moveTo>
                    <a:lnTo>
                      <a:pt x="238" y="56"/>
                    </a:lnTo>
                    <a:cubicBezTo>
                      <a:pt x="224" y="98"/>
                      <a:pt x="210" y="154"/>
                      <a:pt x="196" y="224"/>
                    </a:cubicBezTo>
                    <a:cubicBezTo>
                      <a:pt x="154" y="363"/>
                      <a:pt x="112" y="530"/>
                      <a:pt x="84" y="712"/>
                    </a:cubicBezTo>
                    <a:cubicBezTo>
                      <a:pt x="57" y="893"/>
                      <a:pt x="29" y="1060"/>
                      <a:pt x="15" y="1200"/>
                    </a:cubicBezTo>
                    <a:cubicBezTo>
                      <a:pt x="1" y="1284"/>
                      <a:pt x="1" y="1339"/>
                      <a:pt x="1" y="1381"/>
                    </a:cubicBezTo>
                    <a:lnTo>
                      <a:pt x="1" y="1437"/>
                    </a:lnTo>
                    <a:lnTo>
                      <a:pt x="15" y="1381"/>
                    </a:lnTo>
                    <a:cubicBezTo>
                      <a:pt x="29" y="1339"/>
                      <a:pt x="43" y="1284"/>
                      <a:pt x="57" y="1214"/>
                    </a:cubicBezTo>
                    <a:cubicBezTo>
                      <a:pt x="98" y="1074"/>
                      <a:pt x="140" y="907"/>
                      <a:pt x="168" y="726"/>
                    </a:cubicBezTo>
                    <a:cubicBezTo>
                      <a:pt x="196" y="558"/>
                      <a:pt x="224" y="377"/>
                      <a:pt x="238" y="237"/>
                    </a:cubicBezTo>
                    <a:cubicBezTo>
                      <a:pt x="266" y="168"/>
                      <a:pt x="266" y="98"/>
                      <a:pt x="266" y="70"/>
                    </a:cubicBezTo>
                    <a:lnTo>
                      <a:pt x="266" y="0"/>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13"/>
              <p:cNvSpPr/>
              <p:nvPr/>
            </p:nvSpPr>
            <p:spPr>
              <a:xfrm>
                <a:off x="885891" y="1712203"/>
                <a:ext cx="255890" cy="19738"/>
              </a:xfrm>
              <a:custGeom>
                <a:avLst/>
                <a:gdLst/>
                <a:ahLst/>
                <a:cxnLst/>
                <a:rect l="l" t="t" r="r" b="b"/>
                <a:pathLst>
                  <a:path w="1452" h="112" extrusionOk="0">
                    <a:moveTo>
                      <a:pt x="1" y="0"/>
                    </a:moveTo>
                    <a:lnTo>
                      <a:pt x="57" y="14"/>
                    </a:lnTo>
                    <a:lnTo>
                      <a:pt x="224" y="42"/>
                    </a:lnTo>
                    <a:cubicBezTo>
                      <a:pt x="363" y="56"/>
                      <a:pt x="545" y="70"/>
                      <a:pt x="726" y="98"/>
                    </a:cubicBezTo>
                    <a:cubicBezTo>
                      <a:pt x="907" y="112"/>
                      <a:pt x="1089" y="112"/>
                      <a:pt x="1214" y="112"/>
                    </a:cubicBezTo>
                    <a:lnTo>
                      <a:pt x="1451" y="112"/>
                    </a:lnTo>
                    <a:lnTo>
                      <a:pt x="1382" y="98"/>
                    </a:lnTo>
                    <a:cubicBezTo>
                      <a:pt x="1354" y="98"/>
                      <a:pt x="1284" y="84"/>
                      <a:pt x="1228" y="70"/>
                    </a:cubicBezTo>
                    <a:cubicBezTo>
                      <a:pt x="1089" y="56"/>
                      <a:pt x="907" y="42"/>
                      <a:pt x="726" y="28"/>
                    </a:cubicBezTo>
                    <a:cubicBezTo>
                      <a:pt x="545" y="0"/>
                      <a:pt x="363" y="0"/>
                      <a:pt x="224"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13"/>
              <p:cNvSpPr/>
              <p:nvPr/>
            </p:nvSpPr>
            <p:spPr>
              <a:xfrm>
                <a:off x="1266906" y="1930908"/>
                <a:ext cx="46878" cy="255890"/>
              </a:xfrm>
              <a:custGeom>
                <a:avLst/>
                <a:gdLst/>
                <a:ahLst/>
                <a:cxnLst/>
                <a:rect l="l" t="t" r="r" b="b"/>
                <a:pathLst>
                  <a:path w="266" h="1452" extrusionOk="0">
                    <a:moveTo>
                      <a:pt x="266" y="1"/>
                    </a:moveTo>
                    <a:cubicBezTo>
                      <a:pt x="266" y="1"/>
                      <a:pt x="252" y="29"/>
                      <a:pt x="252" y="71"/>
                    </a:cubicBezTo>
                    <a:cubicBezTo>
                      <a:pt x="238" y="112"/>
                      <a:pt x="224" y="154"/>
                      <a:pt x="196" y="224"/>
                    </a:cubicBezTo>
                    <a:cubicBezTo>
                      <a:pt x="168" y="363"/>
                      <a:pt x="126" y="531"/>
                      <a:pt x="85" y="712"/>
                    </a:cubicBezTo>
                    <a:cubicBezTo>
                      <a:pt x="57" y="893"/>
                      <a:pt x="29" y="1075"/>
                      <a:pt x="15" y="1214"/>
                    </a:cubicBezTo>
                    <a:cubicBezTo>
                      <a:pt x="1" y="1284"/>
                      <a:pt x="1" y="1340"/>
                      <a:pt x="1" y="1382"/>
                    </a:cubicBezTo>
                    <a:lnTo>
                      <a:pt x="1" y="1451"/>
                    </a:lnTo>
                    <a:lnTo>
                      <a:pt x="15" y="1382"/>
                    </a:lnTo>
                    <a:cubicBezTo>
                      <a:pt x="29" y="1340"/>
                      <a:pt x="43" y="1298"/>
                      <a:pt x="71" y="1228"/>
                    </a:cubicBezTo>
                    <a:cubicBezTo>
                      <a:pt x="98" y="1089"/>
                      <a:pt x="140" y="921"/>
                      <a:pt x="168" y="740"/>
                    </a:cubicBezTo>
                    <a:cubicBezTo>
                      <a:pt x="210" y="559"/>
                      <a:pt x="238" y="377"/>
                      <a:pt x="252" y="238"/>
                    </a:cubicBezTo>
                    <a:cubicBezTo>
                      <a:pt x="252" y="168"/>
                      <a:pt x="266" y="112"/>
                      <a:pt x="266" y="71"/>
                    </a:cubicBezTo>
                    <a:lnTo>
                      <a:pt x="266" y="1"/>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13"/>
              <p:cNvSpPr/>
              <p:nvPr/>
            </p:nvSpPr>
            <p:spPr>
              <a:xfrm>
                <a:off x="839189" y="1965449"/>
                <a:ext cx="160019" cy="199143"/>
              </a:xfrm>
              <a:custGeom>
                <a:avLst/>
                <a:gdLst/>
                <a:ahLst/>
                <a:cxnLst/>
                <a:rect l="l" t="t" r="r" b="b"/>
                <a:pathLst>
                  <a:path w="908" h="1130" extrusionOk="0">
                    <a:moveTo>
                      <a:pt x="1" y="0"/>
                    </a:moveTo>
                    <a:cubicBezTo>
                      <a:pt x="1" y="0"/>
                      <a:pt x="1" y="28"/>
                      <a:pt x="29" y="56"/>
                    </a:cubicBezTo>
                    <a:cubicBezTo>
                      <a:pt x="43" y="84"/>
                      <a:pt x="84" y="140"/>
                      <a:pt x="112" y="195"/>
                    </a:cubicBezTo>
                    <a:cubicBezTo>
                      <a:pt x="196" y="307"/>
                      <a:pt x="308" y="446"/>
                      <a:pt x="419" y="600"/>
                    </a:cubicBezTo>
                    <a:cubicBezTo>
                      <a:pt x="531" y="739"/>
                      <a:pt x="656" y="879"/>
                      <a:pt x="740" y="976"/>
                    </a:cubicBezTo>
                    <a:cubicBezTo>
                      <a:pt x="796" y="1018"/>
                      <a:pt x="838" y="1060"/>
                      <a:pt x="852" y="1088"/>
                    </a:cubicBezTo>
                    <a:lnTo>
                      <a:pt x="907" y="1130"/>
                    </a:lnTo>
                    <a:cubicBezTo>
                      <a:pt x="893" y="1116"/>
                      <a:pt x="880" y="1102"/>
                      <a:pt x="866" y="1088"/>
                    </a:cubicBezTo>
                    <a:cubicBezTo>
                      <a:pt x="852" y="1046"/>
                      <a:pt x="824" y="1004"/>
                      <a:pt x="782" y="949"/>
                    </a:cubicBezTo>
                    <a:cubicBezTo>
                      <a:pt x="698" y="837"/>
                      <a:pt x="587" y="684"/>
                      <a:pt x="475" y="544"/>
                    </a:cubicBezTo>
                    <a:cubicBezTo>
                      <a:pt x="363" y="405"/>
                      <a:pt x="252" y="265"/>
                      <a:pt x="154" y="167"/>
                    </a:cubicBezTo>
                    <a:cubicBezTo>
                      <a:pt x="112" y="112"/>
                      <a:pt x="71" y="70"/>
                      <a:pt x="43" y="42"/>
                    </a:cubicBezTo>
                    <a:lnTo>
                      <a:pt x="1" y="0"/>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13"/>
              <p:cNvSpPr/>
              <p:nvPr/>
            </p:nvSpPr>
            <p:spPr>
              <a:xfrm>
                <a:off x="1158875" y="1734232"/>
                <a:ext cx="159843" cy="201786"/>
              </a:xfrm>
              <a:custGeom>
                <a:avLst/>
                <a:gdLst/>
                <a:ahLst/>
                <a:cxnLst/>
                <a:rect l="l" t="t" r="r" b="b"/>
                <a:pathLst>
                  <a:path w="907" h="1145" extrusionOk="0">
                    <a:moveTo>
                      <a:pt x="0" y="1"/>
                    </a:moveTo>
                    <a:lnTo>
                      <a:pt x="28" y="57"/>
                    </a:lnTo>
                    <a:cubicBezTo>
                      <a:pt x="56" y="99"/>
                      <a:pt x="84" y="140"/>
                      <a:pt x="126" y="196"/>
                    </a:cubicBezTo>
                    <a:cubicBezTo>
                      <a:pt x="195" y="308"/>
                      <a:pt x="307" y="461"/>
                      <a:pt x="419" y="601"/>
                    </a:cubicBezTo>
                    <a:cubicBezTo>
                      <a:pt x="530" y="740"/>
                      <a:pt x="656" y="880"/>
                      <a:pt x="753" y="977"/>
                    </a:cubicBezTo>
                    <a:cubicBezTo>
                      <a:pt x="795" y="1033"/>
                      <a:pt x="837" y="1061"/>
                      <a:pt x="865" y="1103"/>
                    </a:cubicBezTo>
                    <a:lnTo>
                      <a:pt x="907" y="1145"/>
                    </a:lnTo>
                    <a:lnTo>
                      <a:pt x="879" y="1089"/>
                    </a:lnTo>
                    <a:cubicBezTo>
                      <a:pt x="851" y="1047"/>
                      <a:pt x="823" y="1005"/>
                      <a:pt x="781" y="949"/>
                    </a:cubicBezTo>
                    <a:cubicBezTo>
                      <a:pt x="711" y="838"/>
                      <a:pt x="600" y="684"/>
                      <a:pt x="488" y="545"/>
                    </a:cubicBezTo>
                    <a:cubicBezTo>
                      <a:pt x="377" y="405"/>
                      <a:pt x="251" y="266"/>
                      <a:pt x="154" y="168"/>
                    </a:cubicBezTo>
                    <a:cubicBezTo>
                      <a:pt x="112" y="112"/>
                      <a:pt x="70" y="85"/>
                      <a:pt x="42" y="57"/>
                    </a:cubicBezTo>
                    <a:lnTo>
                      <a:pt x="0" y="1"/>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13"/>
              <p:cNvSpPr/>
              <p:nvPr/>
            </p:nvSpPr>
            <p:spPr>
              <a:xfrm>
                <a:off x="689215" y="1171344"/>
                <a:ext cx="105916" cy="130412"/>
              </a:xfrm>
              <a:custGeom>
                <a:avLst/>
                <a:gdLst/>
                <a:ahLst/>
                <a:cxnLst/>
                <a:rect l="l" t="t" r="r" b="b"/>
                <a:pathLst>
                  <a:path w="601" h="740" extrusionOk="0">
                    <a:moveTo>
                      <a:pt x="1" y="1"/>
                    </a:moveTo>
                    <a:cubicBezTo>
                      <a:pt x="15" y="43"/>
                      <a:pt x="43" y="84"/>
                      <a:pt x="71" y="126"/>
                    </a:cubicBezTo>
                    <a:cubicBezTo>
                      <a:pt x="126" y="224"/>
                      <a:pt x="196" y="308"/>
                      <a:pt x="266" y="405"/>
                    </a:cubicBezTo>
                    <a:cubicBezTo>
                      <a:pt x="336" y="489"/>
                      <a:pt x="405" y="559"/>
                      <a:pt x="489" y="642"/>
                    </a:cubicBezTo>
                    <a:cubicBezTo>
                      <a:pt x="517" y="670"/>
                      <a:pt x="559" y="712"/>
                      <a:pt x="601" y="740"/>
                    </a:cubicBezTo>
                    <a:cubicBezTo>
                      <a:pt x="601" y="740"/>
                      <a:pt x="573" y="684"/>
                      <a:pt x="517" y="614"/>
                    </a:cubicBezTo>
                    <a:cubicBezTo>
                      <a:pt x="391" y="433"/>
                      <a:pt x="266" y="252"/>
                      <a:pt x="112" y="98"/>
                    </a:cubicBezTo>
                    <a:cubicBezTo>
                      <a:pt x="43" y="43"/>
                      <a:pt x="1" y="1"/>
                      <a:pt x="1"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13"/>
              <p:cNvSpPr/>
              <p:nvPr/>
            </p:nvSpPr>
            <p:spPr>
              <a:xfrm>
                <a:off x="313134" y="962508"/>
                <a:ext cx="103448" cy="130412"/>
              </a:xfrm>
              <a:custGeom>
                <a:avLst/>
                <a:gdLst/>
                <a:ahLst/>
                <a:cxnLst/>
                <a:rect l="l" t="t" r="r" b="b"/>
                <a:pathLst>
                  <a:path w="587" h="740" extrusionOk="0">
                    <a:moveTo>
                      <a:pt x="1" y="0"/>
                    </a:moveTo>
                    <a:cubicBezTo>
                      <a:pt x="15" y="42"/>
                      <a:pt x="43" y="84"/>
                      <a:pt x="71" y="126"/>
                    </a:cubicBezTo>
                    <a:cubicBezTo>
                      <a:pt x="126" y="223"/>
                      <a:pt x="196" y="307"/>
                      <a:pt x="266" y="391"/>
                    </a:cubicBezTo>
                    <a:cubicBezTo>
                      <a:pt x="336" y="474"/>
                      <a:pt x="405" y="558"/>
                      <a:pt x="475" y="642"/>
                    </a:cubicBezTo>
                    <a:cubicBezTo>
                      <a:pt x="545" y="697"/>
                      <a:pt x="587" y="739"/>
                      <a:pt x="587" y="739"/>
                    </a:cubicBezTo>
                    <a:cubicBezTo>
                      <a:pt x="587" y="739"/>
                      <a:pt x="573" y="684"/>
                      <a:pt x="517" y="614"/>
                    </a:cubicBezTo>
                    <a:cubicBezTo>
                      <a:pt x="475" y="530"/>
                      <a:pt x="405" y="432"/>
                      <a:pt x="322" y="349"/>
                    </a:cubicBezTo>
                    <a:cubicBezTo>
                      <a:pt x="252" y="251"/>
                      <a:pt x="182" y="181"/>
                      <a:pt x="112" y="98"/>
                    </a:cubicBezTo>
                    <a:cubicBezTo>
                      <a:pt x="43" y="42"/>
                      <a:pt x="1" y="0"/>
                      <a:pt x="1"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13"/>
              <p:cNvSpPr/>
              <p:nvPr/>
            </p:nvSpPr>
            <p:spPr>
              <a:xfrm>
                <a:off x="1097370" y="1350749"/>
                <a:ext cx="427893" cy="592670"/>
              </a:xfrm>
              <a:custGeom>
                <a:avLst/>
                <a:gdLst/>
                <a:ahLst/>
                <a:cxnLst/>
                <a:rect l="l" t="t" r="r" b="b"/>
                <a:pathLst>
                  <a:path w="2428" h="3363" extrusionOk="0">
                    <a:moveTo>
                      <a:pt x="0" y="1"/>
                    </a:moveTo>
                    <a:lnTo>
                      <a:pt x="98" y="154"/>
                    </a:lnTo>
                    <a:cubicBezTo>
                      <a:pt x="168" y="252"/>
                      <a:pt x="251" y="391"/>
                      <a:pt x="363" y="545"/>
                    </a:cubicBezTo>
                    <a:cubicBezTo>
                      <a:pt x="475" y="698"/>
                      <a:pt x="600" y="894"/>
                      <a:pt x="740" y="1089"/>
                    </a:cubicBezTo>
                    <a:lnTo>
                      <a:pt x="1186" y="1717"/>
                    </a:lnTo>
                    <a:lnTo>
                      <a:pt x="1632" y="2330"/>
                    </a:lnTo>
                    <a:cubicBezTo>
                      <a:pt x="1772" y="2512"/>
                      <a:pt x="1911" y="2693"/>
                      <a:pt x="2023" y="2846"/>
                    </a:cubicBezTo>
                    <a:cubicBezTo>
                      <a:pt x="2135" y="3000"/>
                      <a:pt x="2246" y="3125"/>
                      <a:pt x="2316" y="3223"/>
                    </a:cubicBezTo>
                    <a:lnTo>
                      <a:pt x="2427" y="3363"/>
                    </a:lnTo>
                    <a:lnTo>
                      <a:pt x="2330" y="3209"/>
                    </a:lnTo>
                    <a:cubicBezTo>
                      <a:pt x="2260" y="3111"/>
                      <a:pt x="2176" y="2986"/>
                      <a:pt x="2065" y="2819"/>
                    </a:cubicBezTo>
                    <a:cubicBezTo>
                      <a:pt x="1953" y="2665"/>
                      <a:pt x="1828" y="2470"/>
                      <a:pt x="1688" y="2275"/>
                    </a:cubicBezTo>
                    <a:lnTo>
                      <a:pt x="1242" y="1661"/>
                    </a:lnTo>
                    <a:lnTo>
                      <a:pt x="795" y="1047"/>
                    </a:lnTo>
                    <a:cubicBezTo>
                      <a:pt x="656" y="852"/>
                      <a:pt x="516" y="670"/>
                      <a:pt x="405" y="517"/>
                    </a:cubicBezTo>
                    <a:cubicBezTo>
                      <a:pt x="279" y="364"/>
                      <a:pt x="182" y="238"/>
                      <a:pt x="112" y="140"/>
                    </a:cubicBezTo>
                    <a:lnTo>
                      <a:pt x="0" y="1"/>
                    </a:lnTo>
                    <a:close/>
                    <a:moveTo>
                      <a:pt x="2427" y="3363"/>
                    </a:moveTo>
                    <a:lnTo>
                      <a:pt x="2427" y="3363"/>
                    </a:lnTo>
                    <a:lnTo>
                      <a:pt x="2427" y="3363"/>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13"/>
              <p:cNvSpPr/>
              <p:nvPr/>
            </p:nvSpPr>
            <p:spPr>
              <a:xfrm>
                <a:off x="785085" y="1581966"/>
                <a:ext cx="103448" cy="127945"/>
              </a:xfrm>
              <a:custGeom>
                <a:avLst/>
                <a:gdLst/>
                <a:ahLst/>
                <a:cxnLst/>
                <a:rect l="l" t="t" r="r" b="b"/>
                <a:pathLst>
                  <a:path w="587" h="726" extrusionOk="0">
                    <a:moveTo>
                      <a:pt x="1" y="0"/>
                    </a:moveTo>
                    <a:lnTo>
                      <a:pt x="1" y="0"/>
                    </a:lnTo>
                    <a:cubicBezTo>
                      <a:pt x="29" y="42"/>
                      <a:pt x="43" y="84"/>
                      <a:pt x="71" y="126"/>
                    </a:cubicBezTo>
                    <a:cubicBezTo>
                      <a:pt x="140" y="209"/>
                      <a:pt x="196" y="307"/>
                      <a:pt x="266" y="391"/>
                    </a:cubicBezTo>
                    <a:cubicBezTo>
                      <a:pt x="336" y="474"/>
                      <a:pt x="405" y="558"/>
                      <a:pt x="489" y="628"/>
                    </a:cubicBezTo>
                    <a:cubicBezTo>
                      <a:pt x="545" y="698"/>
                      <a:pt x="587" y="725"/>
                      <a:pt x="587" y="725"/>
                    </a:cubicBezTo>
                    <a:cubicBezTo>
                      <a:pt x="587" y="725"/>
                      <a:pt x="573" y="670"/>
                      <a:pt x="517" y="600"/>
                    </a:cubicBezTo>
                    <a:cubicBezTo>
                      <a:pt x="475" y="530"/>
                      <a:pt x="405" y="432"/>
                      <a:pt x="336" y="335"/>
                    </a:cubicBezTo>
                    <a:cubicBezTo>
                      <a:pt x="266" y="251"/>
                      <a:pt x="182" y="167"/>
                      <a:pt x="112" y="98"/>
                    </a:cubicBezTo>
                    <a:cubicBezTo>
                      <a:pt x="71" y="56"/>
                      <a:pt x="43" y="28"/>
                      <a:pt x="1"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13"/>
              <p:cNvSpPr/>
              <p:nvPr/>
            </p:nvSpPr>
            <p:spPr>
              <a:xfrm>
                <a:off x="509810" y="1559761"/>
                <a:ext cx="19914" cy="167421"/>
              </a:xfrm>
              <a:custGeom>
                <a:avLst/>
                <a:gdLst/>
                <a:ahLst/>
                <a:cxnLst/>
                <a:rect l="l" t="t" r="r" b="b"/>
                <a:pathLst>
                  <a:path w="113" h="950" extrusionOk="0">
                    <a:moveTo>
                      <a:pt x="112" y="1"/>
                    </a:moveTo>
                    <a:cubicBezTo>
                      <a:pt x="84" y="56"/>
                      <a:pt x="84" y="98"/>
                      <a:pt x="70" y="154"/>
                    </a:cubicBezTo>
                    <a:cubicBezTo>
                      <a:pt x="42" y="238"/>
                      <a:pt x="29" y="349"/>
                      <a:pt x="15" y="475"/>
                    </a:cubicBezTo>
                    <a:cubicBezTo>
                      <a:pt x="1" y="572"/>
                      <a:pt x="1" y="684"/>
                      <a:pt x="1" y="796"/>
                    </a:cubicBezTo>
                    <a:cubicBezTo>
                      <a:pt x="1" y="851"/>
                      <a:pt x="1" y="893"/>
                      <a:pt x="1" y="949"/>
                    </a:cubicBezTo>
                    <a:cubicBezTo>
                      <a:pt x="15" y="893"/>
                      <a:pt x="29" y="851"/>
                      <a:pt x="42" y="796"/>
                    </a:cubicBezTo>
                    <a:cubicBezTo>
                      <a:pt x="56" y="698"/>
                      <a:pt x="70" y="586"/>
                      <a:pt x="84" y="475"/>
                    </a:cubicBezTo>
                    <a:cubicBezTo>
                      <a:pt x="112" y="363"/>
                      <a:pt x="112" y="238"/>
                      <a:pt x="112" y="154"/>
                    </a:cubicBezTo>
                    <a:cubicBezTo>
                      <a:pt x="112" y="98"/>
                      <a:pt x="112" y="56"/>
                      <a:pt x="112"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13"/>
              <p:cNvSpPr/>
              <p:nvPr/>
            </p:nvSpPr>
            <p:spPr>
              <a:xfrm>
                <a:off x="377107" y="1355683"/>
                <a:ext cx="160019" cy="201786"/>
              </a:xfrm>
              <a:custGeom>
                <a:avLst/>
                <a:gdLst/>
                <a:ahLst/>
                <a:cxnLst/>
                <a:rect l="l" t="t" r="r" b="b"/>
                <a:pathLst>
                  <a:path w="908" h="1145" extrusionOk="0">
                    <a:moveTo>
                      <a:pt x="0" y="1"/>
                    </a:moveTo>
                    <a:lnTo>
                      <a:pt x="28" y="57"/>
                    </a:lnTo>
                    <a:cubicBezTo>
                      <a:pt x="56" y="84"/>
                      <a:pt x="84" y="140"/>
                      <a:pt x="126" y="196"/>
                    </a:cubicBezTo>
                    <a:cubicBezTo>
                      <a:pt x="210" y="308"/>
                      <a:pt x="307" y="461"/>
                      <a:pt x="419" y="601"/>
                    </a:cubicBezTo>
                    <a:cubicBezTo>
                      <a:pt x="544" y="740"/>
                      <a:pt x="656" y="880"/>
                      <a:pt x="754" y="977"/>
                    </a:cubicBezTo>
                    <a:lnTo>
                      <a:pt x="865" y="1089"/>
                    </a:lnTo>
                    <a:lnTo>
                      <a:pt x="907" y="1145"/>
                    </a:lnTo>
                    <a:cubicBezTo>
                      <a:pt x="907" y="1117"/>
                      <a:pt x="893" y="1103"/>
                      <a:pt x="879" y="1089"/>
                    </a:cubicBezTo>
                    <a:cubicBezTo>
                      <a:pt x="851" y="1047"/>
                      <a:pt x="823" y="1005"/>
                      <a:pt x="782" y="949"/>
                    </a:cubicBezTo>
                    <a:cubicBezTo>
                      <a:pt x="712" y="838"/>
                      <a:pt x="600" y="684"/>
                      <a:pt x="489" y="545"/>
                    </a:cubicBezTo>
                    <a:cubicBezTo>
                      <a:pt x="377" y="405"/>
                      <a:pt x="251" y="266"/>
                      <a:pt x="168" y="168"/>
                    </a:cubicBezTo>
                    <a:cubicBezTo>
                      <a:pt x="112" y="112"/>
                      <a:pt x="70" y="71"/>
                      <a:pt x="42" y="43"/>
                    </a:cubicBezTo>
                    <a:lnTo>
                      <a:pt x="0" y="1"/>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13"/>
              <p:cNvSpPr/>
              <p:nvPr/>
            </p:nvSpPr>
            <p:spPr>
              <a:xfrm>
                <a:off x="1480852" y="1908350"/>
                <a:ext cx="87588" cy="67497"/>
              </a:xfrm>
              <a:custGeom>
                <a:avLst/>
                <a:gdLst/>
                <a:ahLst/>
                <a:cxnLst/>
                <a:rect l="l" t="t" r="r" b="b"/>
                <a:pathLst>
                  <a:path w="497" h="383" extrusionOk="0">
                    <a:moveTo>
                      <a:pt x="250" y="0"/>
                    </a:moveTo>
                    <a:cubicBezTo>
                      <a:pt x="206" y="0"/>
                      <a:pt x="162" y="15"/>
                      <a:pt x="126" y="45"/>
                    </a:cubicBezTo>
                    <a:cubicBezTo>
                      <a:pt x="0" y="143"/>
                      <a:pt x="56" y="366"/>
                      <a:pt x="224" y="380"/>
                    </a:cubicBezTo>
                    <a:cubicBezTo>
                      <a:pt x="234" y="382"/>
                      <a:pt x="245" y="383"/>
                      <a:pt x="255" y="383"/>
                    </a:cubicBezTo>
                    <a:cubicBezTo>
                      <a:pt x="405" y="383"/>
                      <a:pt x="496" y="203"/>
                      <a:pt x="405" y="73"/>
                    </a:cubicBezTo>
                    <a:cubicBezTo>
                      <a:pt x="365" y="25"/>
                      <a:pt x="308" y="0"/>
                      <a:pt x="250"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13"/>
              <p:cNvSpPr/>
              <p:nvPr/>
            </p:nvSpPr>
            <p:spPr>
              <a:xfrm>
                <a:off x="268900" y="928495"/>
                <a:ext cx="88116" cy="68731"/>
              </a:xfrm>
              <a:custGeom>
                <a:avLst/>
                <a:gdLst/>
                <a:ahLst/>
                <a:cxnLst/>
                <a:rect l="l" t="t" r="r" b="b"/>
                <a:pathLst>
                  <a:path w="500" h="390" extrusionOk="0">
                    <a:moveTo>
                      <a:pt x="247" y="0"/>
                    </a:moveTo>
                    <a:cubicBezTo>
                      <a:pt x="210" y="0"/>
                      <a:pt x="173" y="12"/>
                      <a:pt x="140" y="40"/>
                    </a:cubicBezTo>
                    <a:cubicBezTo>
                      <a:pt x="1" y="137"/>
                      <a:pt x="56" y="360"/>
                      <a:pt x="224" y="388"/>
                    </a:cubicBezTo>
                    <a:cubicBezTo>
                      <a:pt x="230" y="389"/>
                      <a:pt x="235" y="389"/>
                      <a:pt x="241" y="389"/>
                    </a:cubicBezTo>
                    <a:cubicBezTo>
                      <a:pt x="399" y="389"/>
                      <a:pt x="500" y="203"/>
                      <a:pt x="405" y="81"/>
                    </a:cubicBezTo>
                    <a:cubicBezTo>
                      <a:pt x="363" y="30"/>
                      <a:pt x="304" y="0"/>
                      <a:pt x="247"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13"/>
              <p:cNvSpPr/>
              <p:nvPr/>
            </p:nvSpPr>
            <p:spPr>
              <a:xfrm>
                <a:off x="466633" y="1695108"/>
                <a:ext cx="91817" cy="65911"/>
              </a:xfrm>
              <a:custGeom>
                <a:avLst/>
                <a:gdLst/>
                <a:ahLst/>
                <a:cxnLst/>
                <a:rect l="l" t="t" r="r" b="b"/>
                <a:pathLst>
                  <a:path w="521" h="374" extrusionOk="0">
                    <a:moveTo>
                      <a:pt x="258" y="0"/>
                    </a:moveTo>
                    <a:cubicBezTo>
                      <a:pt x="125" y="0"/>
                      <a:pt x="1" y="150"/>
                      <a:pt x="92" y="293"/>
                    </a:cubicBezTo>
                    <a:cubicBezTo>
                      <a:pt x="138" y="350"/>
                      <a:pt x="195" y="374"/>
                      <a:pt x="249" y="374"/>
                    </a:cubicBezTo>
                    <a:cubicBezTo>
                      <a:pt x="392" y="374"/>
                      <a:pt x="521" y="207"/>
                      <a:pt x="399" y="56"/>
                    </a:cubicBezTo>
                    <a:lnTo>
                      <a:pt x="399" y="56"/>
                    </a:lnTo>
                    <a:lnTo>
                      <a:pt x="399" y="69"/>
                    </a:lnTo>
                    <a:cubicBezTo>
                      <a:pt x="358" y="21"/>
                      <a:pt x="307" y="0"/>
                      <a:pt x="258"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7" name="Google Shape;897;p13"/>
            <p:cNvGrpSpPr/>
            <p:nvPr/>
          </p:nvGrpSpPr>
          <p:grpSpPr>
            <a:xfrm>
              <a:off x="7399307" y="136190"/>
              <a:ext cx="1947018" cy="1532697"/>
              <a:chOff x="3951282" y="456015"/>
              <a:chExt cx="1947018" cy="1532697"/>
            </a:xfrm>
          </p:grpSpPr>
          <p:sp>
            <p:nvSpPr>
              <p:cNvPr id="898" name="Google Shape;898;p13"/>
              <p:cNvSpPr/>
              <p:nvPr/>
            </p:nvSpPr>
            <p:spPr>
              <a:xfrm>
                <a:off x="3951282" y="492847"/>
                <a:ext cx="469660" cy="297657"/>
              </a:xfrm>
              <a:custGeom>
                <a:avLst/>
                <a:gdLst/>
                <a:ahLst/>
                <a:cxnLst/>
                <a:rect l="l" t="t" r="r" b="b"/>
                <a:pathLst>
                  <a:path w="2665" h="1689" extrusionOk="0">
                    <a:moveTo>
                      <a:pt x="1" y="1"/>
                    </a:moveTo>
                    <a:lnTo>
                      <a:pt x="112" y="98"/>
                    </a:lnTo>
                    <a:cubicBezTo>
                      <a:pt x="182" y="140"/>
                      <a:pt x="280" y="224"/>
                      <a:pt x="391" y="308"/>
                    </a:cubicBezTo>
                    <a:cubicBezTo>
                      <a:pt x="628" y="489"/>
                      <a:pt x="963" y="712"/>
                      <a:pt x="1284" y="921"/>
                    </a:cubicBezTo>
                    <a:cubicBezTo>
                      <a:pt x="1619" y="1131"/>
                      <a:pt x="1954" y="1326"/>
                      <a:pt x="2219" y="1465"/>
                    </a:cubicBezTo>
                    <a:cubicBezTo>
                      <a:pt x="2344" y="1549"/>
                      <a:pt x="2456" y="1591"/>
                      <a:pt x="2539" y="1633"/>
                    </a:cubicBezTo>
                    <a:lnTo>
                      <a:pt x="2665" y="1689"/>
                    </a:lnTo>
                    <a:lnTo>
                      <a:pt x="2665" y="1689"/>
                    </a:lnTo>
                    <a:lnTo>
                      <a:pt x="2553" y="1605"/>
                    </a:lnTo>
                    <a:cubicBezTo>
                      <a:pt x="2484" y="1563"/>
                      <a:pt x="2400" y="1479"/>
                      <a:pt x="2274" y="1382"/>
                    </a:cubicBezTo>
                    <a:cubicBezTo>
                      <a:pt x="2037" y="1214"/>
                      <a:pt x="1716" y="991"/>
                      <a:pt x="1382" y="782"/>
                    </a:cubicBezTo>
                    <a:cubicBezTo>
                      <a:pt x="1047" y="559"/>
                      <a:pt x="712" y="364"/>
                      <a:pt x="447" y="224"/>
                    </a:cubicBezTo>
                    <a:cubicBezTo>
                      <a:pt x="322" y="154"/>
                      <a:pt x="210" y="98"/>
                      <a:pt x="126" y="57"/>
                    </a:cubicBezTo>
                    <a:cubicBezTo>
                      <a:pt x="57" y="29"/>
                      <a:pt x="1" y="1"/>
                      <a:pt x="1"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13"/>
              <p:cNvSpPr/>
              <p:nvPr/>
            </p:nvSpPr>
            <p:spPr>
              <a:xfrm>
                <a:off x="5384406" y="1422123"/>
                <a:ext cx="324620" cy="260648"/>
              </a:xfrm>
              <a:custGeom>
                <a:avLst/>
                <a:gdLst/>
                <a:ahLst/>
                <a:cxnLst/>
                <a:rect l="l" t="t" r="r" b="b"/>
                <a:pathLst>
                  <a:path w="1842" h="1479" extrusionOk="0">
                    <a:moveTo>
                      <a:pt x="1" y="0"/>
                    </a:moveTo>
                    <a:lnTo>
                      <a:pt x="1" y="0"/>
                    </a:lnTo>
                    <a:cubicBezTo>
                      <a:pt x="1" y="0"/>
                      <a:pt x="98" y="112"/>
                      <a:pt x="266" y="265"/>
                    </a:cubicBezTo>
                    <a:cubicBezTo>
                      <a:pt x="419" y="419"/>
                      <a:pt x="642" y="628"/>
                      <a:pt x="866" y="809"/>
                    </a:cubicBezTo>
                    <a:cubicBezTo>
                      <a:pt x="1103" y="991"/>
                      <a:pt x="1340" y="1172"/>
                      <a:pt x="1521" y="1284"/>
                    </a:cubicBezTo>
                    <a:cubicBezTo>
                      <a:pt x="1716" y="1409"/>
                      <a:pt x="1842" y="1479"/>
                      <a:pt x="1842" y="1479"/>
                    </a:cubicBezTo>
                    <a:cubicBezTo>
                      <a:pt x="1842" y="1479"/>
                      <a:pt x="1744" y="1367"/>
                      <a:pt x="1591" y="1214"/>
                    </a:cubicBezTo>
                    <a:cubicBezTo>
                      <a:pt x="1437" y="1061"/>
                      <a:pt x="1214" y="851"/>
                      <a:pt x="977" y="670"/>
                    </a:cubicBezTo>
                    <a:cubicBezTo>
                      <a:pt x="754" y="489"/>
                      <a:pt x="517" y="307"/>
                      <a:pt x="322" y="182"/>
                    </a:cubicBezTo>
                    <a:cubicBezTo>
                      <a:pt x="140" y="70"/>
                      <a:pt x="1" y="0"/>
                      <a:pt x="1"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13"/>
              <p:cNvSpPr/>
              <p:nvPr/>
            </p:nvSpPr>
            <p:spPr>
              <a:xfrm>
                <a:off x="5332769" y="1515527"/>
                <a:ext cx="324796" cy="260824"/>
              </a:xfrm>
              <a:custGeom>
                <a:avLst/>
                <a:gdLst/>
                <a:ahLst/>
                <a:cxnLst/>
                <a:rect l="l" t="t" r="r" b="b"/>
                <a:pathLst>
                  <a:path w="1843" h="1480" extrusionOk="0">
                    <a:moveTo>
                      <a:pt x="1" y="0"/>
                    </a:moveTo>
                    <a:cubicBezTo>
                      <a:pt x="1" y="1"/>
                      <a:pt x="98" y="112"/>
                      <a:pt x="266" y="265"/>
                    </a:cubicBezTo>
                    <a:cubicBezTo>
                      <a:pt x="419" y="419"/>
                      <a:pt x="642" y="628"/>
                      <a:pt x="866" y="809"/>
                    </a:cubicBezTo>
                    <a:cubicBezTo>
                      <a:pt x="1103" y="991"/>
                      <a:pt x="1340" y="1172"/>
                      <a:pt x="1521" y="1298"/>
                    </a:cubicBezTo>
                    <a:cubicBezTo>
                      <a:pt x="1633" y="1367"/>
                      <a:pt x="1730" y="1423"/>
                      <a:pt x="1842" y="1479"/>
                    </a:cubicBezTo>
                    <a:cubicBezTo>
                      <a:pt x="1842" y="1479"/>
                      <a:pt x="1744" y="1367"/>
                      <a:pt x="1591" y="1214"/>
                    </a:cubicBezTo>
                    <a:cubicBezTo>
                      <a:pt x="1424" y="1061"/>
                      <a:pt x="1200" y="865"/>
                      <a:pt x="977" y="670"/>
                    </a:cubicBezTo>
                    <a:cubicBezTo>
                      <a:pt x="754" y="489"/>
                      <a:pt x="503" y="307"/>
                      <a:pt x="322" y="196"/>
                    </a:cubicBezTo>
                    <a:cubicBezTo>
                      <a:pt x="140" y="70"/>
                      <a:pt x="1" y="1"/>
                      <a:pt x="1"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13"/>
              <p:cNvSpPr/>
              <p:nvPr/>
            </p:nvSpPr>
            <p:spPr>
              <a:xfrm>
                <a:off x="4187257" y="1478694"/>
                <a:ext cx="260824" cy="324620"/>
              </a:xfrm>
              <a:custGeom>
                <a:avLst/>
                <a:gdLst/>
                <a:ahLst/>
                <a:cxnLst/>
                <a:rect l="l" t="t" r="r" b="b"/>
                <a:pathLst>
                  <a:path w="1480" h="1842" extrusionOk="0">
                    <a:moveTo>
                      <a:pt x="1479" y="0"/>
                    </a:moveTo>
                    <a:cubicBezTo>
                      <a:pt x="1396" y="84"/>
                      <a:pt x="1298" y="168"/>
                      <a:pt x="1214" y="251"/>
                    </a:cubicBezTo>
                    <a:cubicBezTo>
                      <a:pt x="1061" y="419"/>
                      <a:pt x="866" y="642"/>
                      <a:pt x="670" y="865"/>
                    </a:cubicBezTo>
                    <a:cubicBezTo>
                      <a:pt x="489" y="1102"/>
                      <a:pt x="308" y="1339"/>
                      <a:pt x="196" y="1521"/>
                    </a:cubicBezTo>
                    <a:cubicBezTo>
                      <a:pt x="71" y="1702"/>
                      <a:pt x="1" y="1841"/>
                      <a:pt x="1" y="1841"/>
                    </a:cubicBezTo>
                    <a:cubicBezTo>
                      <a:pt x="84" y="1758"/>
                      <a:pt x="182" y="1674"/>
                      <a:pt x="266" y="1590"/>
                    </a:cubicBezTo>
                    <a:cubicBezTo>
                      <a:pt x="419" y="1423"/>
                      <a:pt x="615" y="1200"/>
                      <a:pt x="810" y="977"/>
                    </a:cubicBezTo>
                    <a:cubicBezTo>
                      <a:pt x="991" y="740"/>
                      <a:pt x="1172" y="502"/>
                      <a:pt x="1298" y="321"/>
                    </a:cubicBezTo>
                    <a:cubicBezTo>
                      <a:pt x="1410" y="140"/>
                      <a:pt x="1479" y="0"/>
                      <a:pt x="1479"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13"/>
              <p:cNvSpPr/>
              <p:nvPr/>
            </p:nvSpPr>
            <p:spPr>
              <a:xfrm>
                <a:off x="4093854" y="1427058"/>
                <a:ext cx="260824" cy="324620"/>
              </a:xfrm>
              <a:custGeom>
                <a:avLst/>
                <a:gdLst/>
                <a:ahLst/>
                <a:cxnLst/>
                <a:rect l="l" t="t" r="r" b="b"/>
                <a:pathLst>
                  <a:path w="1480" h="1842" extrusionOk="0">
                    <a:moveTo>
                      <a:pt x="1479" y="0"/>
                    </a:moveTo>
                    <a:cubicBezTo>
                      <a:pt x="1479" y="0"/>
                      <a:pt x="1368" y="98"/>
                      <a:pt x="1214" y="251"/>
                    </a:cubicBezTo>
                    <a:cubicBezTo>
                      <a:pt x="1061" y="419"/>
                      <a:pt x="852" y="628"/>
                      <a:pt x="670" y="865"/>
                    </a:cubicBezTo>
                    <a:cubicBezTo>
                      <a:pt x="489" y="1088"/>
                      <a:pt x="308" y="1339"/>
                      <a:pt x="182" y="1521"/>
                    </a:cubicBezTo>
                    <a:cubicBezTo>
                      <a:pt x="112" y="1618"/>
                      <a:pt x="57" y="1730"/>
                      <a:pt x="1" y="1842"/>
                    </a:cubicBezTo>
                    <a:cubicBezTo>
                      <a:pt x="1" y="1842"/>
                      <a:pt x="112" y="1744"/>
                      <a:pt x="266" y="1590"/>
                    </a:cubicBezTo>
                    <a:cubicBezTo>
                      <a:pt x="419" y="1423"/>
                      <a:pt x="628" y="1200"/>
                      <a:pt x="810" y="977"/>
                    </a:cubicBezTo>
                    <a:cubicBezTo>
                      <a:pt x="991" y="740"/>
                      <a:pt x="1158" y="502"/>
                      <a:pt x="1284" y="321"/>
                    </a:cubicBezTo>
                    <a:cubicBezTo>
                      <a:pt x="1409" y="126"/>
                      <a:pt x="1479" y="0"/>
                      <a:pt x="1479"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13"/>
              <p:cNvSpPr/>
              <p:nvPr/>
            </p:nvSpPr>
            <p:spPr>
              <a:xfrm>
                <a:off x="4907520" y="1397451"/>
                <a:ext cx="415732" cy="371498"/>
              </a:xfrm>
              <a:custGeom>
                <a:avLst/>
                <a:gdLst/>
                <a:ahLst/>
                <a:cxnLst/>
                <a:rect l="l" t="t" r="r" b="b"/>
                <a:pathLst>
                  <a:path w="2359" h="2108" extrusionOk="0">
                    <a:moveTo>
                      <a:pt x="2358" y="1"/>
                    </a:moveTo>
                    <a:lnTo>
                      <a:pt x="2246" y="85"/>
                    </a:lnTo>
                    <a:cubicBezTo>
                      <a:pt x="2177" y="126"/>
                      <a:pt x="2065" y="196"/>
                      <a:pt x="1954" y="294"/>
                    </a:cubicBezTo>
                    <a:cubicBezTo>
                      <a:pt x="1716" y="475"/>
                      <a:pt x="1410" y="726"/>
                      <a:pt x="1117" y="991"/>
                    </a:cubicBezTo>
                    <a:cubicBezTo>
                      <a:pt x="824" y="1256"/>
                      <a:pt x="545" y="1521"/>
                      <a:pt x="335" y="1731"/>
                    </a:cubicBezTo>
                    <a:cubicBezTo>
                      <a:pt x="238" y="1842"/>
                      <a:pt x="154" y="1940"/>
                      <a:pt x="98" y="1996"/>
                    </a:cubicBezTo>
                    <a:lnTo>
                      <a:pt x="1" y="2107"/>
                    </a:lnTo>
                    <a:lnTo>
                      <a:pt x="1" y="2107"/>
                    </a:lnTo>
                    <a:lnTo>
                      <a:pt x="126" y="2023"/>
                    </a:lnTo>
                    <a:cubicBezTo>
                      <a:pt x="182" y="1968"/>
                      <a:pt x="294" y="1898"/>
                      <a:pt x="405" y="1814"/>
                    </a:cubicBezTo>
                    <a:cubicBezTo>
                      <a:pt x="642" y="1633"/>
                      <a:pt x="949" y="1382"/>
                      <a:pt x="1242" y="1117"/>
                    </a:cubicBezTo>
                    <a:cubicBezTo>
                      <a:pt x="1535" y="852"/>
                      <a:pt x="1814" y="587"/>
                      <a:pt x="2023" y="364"/>
                    </a:cubicBezTo>
                    <a:cubicBezTo>
                      <a:pt x="2121" y="266"/>
                      <a:pt x="2205" y="168"/>
                      <a:pt x="2260" y="99"/>
                    </a:cubicBezTo>
                    <a:cubicBezTo>
                      <a:pt x="2330" y="43"/>
                      <a:pt x="2358" y="1"/>
                      <a:pt x="2358"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13"/>
              <p:cNvSpPr/>
              <p:nvPr/>
            </p:nvSpPr>
            <p:spPr>
              <a:xfrm>
                <a:off x="4494607" y="1397451"/>
                <a:ext cx="413089" cy="371498"/>
              </a:xfrm>
              <a:custGeom>
                <a:avLst/>
                <a:gdLst/>
                <a:ahLst/>
                <a:cxnLst/>
                <a:rect l="l" t="t" r="r" b="b"/>
                <a:pathLst>
                  <a:path w="2344" h="2108" extrusionOk="0">
                    <a:moveTo>
                      <a:pt x="0" y="1"/>
                    </a:moveTo>
                    <a:cubicBezTo>
                      <a:pt x="0" y="1"/>
                      <a:pt x="28" y="43"/>
                      <a:pt x="98" y="113"/>
                    </a:cubicBezTo>
                    <a:cubicBezTo>
                      <a:pt x="154" y="168"/>
                      <a:pt x="237" y="266"/>
                      <a:pt x="335" y="364"/>
                    </a:cubicBezTo>
                    <a:cubicBezTo>
                      <a:pt x="544" y="587"/>
                      <a:pt x="823" y="852"/>
                      <a:pt x="1116" y="1117"/>
                    </a:cubicBezTo>
                    <a:cubicBezTo>
                      <a:pt x="1409" y="1382"/>
                      <a:pt x="1716" y="1633"/>
                      <a:pt x="1953" y="1814"/>
                    </a:cubicBezTo>
                    <a:cubicBezTo>
                      <a:pt x="2065" y="1898"/>
                      <a:pt x="2162" y="1968"/>
                      <a:pt x="2232" y="2023"/>
                    </a:cubicBezTo>
                    <a:lnTo>
                      <a:pt x="2344" y="2107"/>
                    </a:lnTo>
                    <a:cubicBezTo>
                      <a:pt x="2344" y="2107"/>
                      <a:pt x="2316" y="2065"/>
                      <a:pt x="2260" y="1996"/>
                    </a:cubicBezTo>
                    <a:cubicBezTo>
                      <a:pt x="2204" y="1940"/>
                      <a:pt x="2121" y="1842"/>
                      <a:pt x="2023" y="1745"/>
                    </a:cubicBezTo>
                    <a:cubicBezTo>
                      <a:pt x="1814" y="1521"/>
                      <a:pt x="1521" y="1256"/>
                      <a:pt x="1228" y="991"/>
                    </a:cubicBezTo>
                    <a:cubicBezTo>
                      <a:pt x="935" y="726"/>
                      <a:pt x="642" y="461"/>
                      <a:pt x="405" y="294"/>
                    </a:cubicBezTo>
                    <a:cubicBezTo>
                      <a:pt x="293" y="196"/>
                      <a:pt x="182" y="126"/>
                      <a:pt x="112" y="85"/>
                    </a:cubicBezTo>
                    <a:lnTo>
                      <a:pt x="0" y="1"/>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13"/>
              <p:cNvSpPr/>
              <p:nvPr/>
            </p:nvSpPr>
            <p:spPr>
              <a:xfrm>
                <a:off x="4462709" y="456015"/>
                <a:ext cx="415556" cy="368855"/>
              </a:xfrm>
              <a:custGeom>
                <a:avLst/>
                <a:gdLst/>
                <a:ahLst/>
                <a:cxnLst/>
                <a:rect l="l" t="t" r="r" b="b"/>
                <a:pathLst>
                  <a:path w="2358" h="2093" extrusionOk="0">
                    <a:moveTo>
                      <a:pt x="2357" y="1"/>
                    </a:moveTo>
                    <a:lnTo>
                      <a:pt x="2246" y="70"/>
                    </a:lnTo>
                    <a:cubicBezTo>
                      <a:pt x="2176" y="126"/>
                      <a:pt x="2064" y="196"/>
                      <a:pt x="1953" y="294"/>
                    </a:cubicBezTo>
                    <a:cubicBezTo>
                      <a:pt x="1716" y="475"/>
                      <a:pt x="1409" y="726"/>
                      <a:pt x="1116" y="991"/>
                    </a:cubicBezTo>
                    <a:cubicBezTo>
                      <a:pt x="823" y="1242"/>
                      <a:pt x="544" y="1521"/>
                      <a:pt x="335" y="1730"/>
                    </a:cubicBezTo>
                    <a:cubicBezTo>
                      <a:pt x="237" y="1842"/>
                      <a:pt x="153" y="1926"/>
                      <a:pt x="98" y="1995"/>
                    </a:cubicBezTo>
                    <a:cubicBezTo>
                      <a:pt x="42" y="2065"/>
                      <a:pt x="0" y="2093"/>
                      <a:pt x="0" y="2093"/>
                    </a:cubicBezTo>
                    <a:lnTo>
                      <a:pt x="112" y="2023"/>
                    </a:lnTo>
                    <a:cubicBezTo>
                      <a:pt x="181" y="1967"/>
                      <a:pt x="293" y="1898"/>
                      <a:pt x="405" y="1814"/>
                    </a:cubicBezTo>
                    <a:cubicBezTo>
                      <a:pt x="642" y="1619"/>
                      <a:pt x="949" y="1368"/>
                      <a:pt x="1241" y="1117"/>
                    </a:cubicBezTo>
                    <a:cubicBezTo>
                      <a:pt x="1534" y="851"/>
                      <a:pt x="1813" y="573"/>
                      <a:pt x="2023" y="363"/>
                    </a:cubicBezTo>
                    <a:cubicBezTo>
                      <a:pt x="2120" y="252"/>
                      <a:pt x="2204" y="168"/>
                      <a:pt x="2260" y="98"/>
                    </a:cubicBezTo>
                    <a:cubicBezTo>
                      <a:pt x="2315" y="42"/>
                      <a:pt x="2357" y="1"/>
                      <a:pt x="2357"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13"/>
              <p:cNvSpPr/>
              <p:nvPr/>
            </p:nvSpPr>
            <p:spPr>
              <a:xfrm>
                <a:off x="4897651" y="456015"/>
                <a:ext cx="413265" cy="368855"/>
              </a:xfrm>
              <a:custGeom>
                <a:avLst/>
                <a:gdLst/>
                <a:ahLst/>
                <a:cxnLst/>
                <a:rect l="l" t="t" r="r" b="b"/>
                <a:pathLst>
                  <a:path w="2345" h="2093" extrusionOk="0">
                    <a:moveTo>
                      <a:pt x="1" y="1"/>
                    </a:moveTo>
                    <a:cubicBezTo>
                      <a:pt x="1" y="1"/>
                      <a:pt x="29" y="42"/>
                      <a:pt x="85" y="98"/>
                    </a:cubicBezTo>
                    <a:cubicBezTo>
                      <a:pt x="154" y="168"/>
                      <a:pt x="224" y="252"/>
                      <a:pt x="336" y="363"/>
                    </a:cubicBezTo>
                    <a:cubicBezTo>
                      <a:pt x="545" y="573"/>
                      <a:pt x="824" y="838"/>
                      <a:pt x="1117" y="1117"/>
                    </a:cubicBezTo>
                    <a:cubicBezTo>
                      <a:pt x="1410" y="1382"/>
                      <a:pt x="1717" y="1633"/>
                      <a:pt x="1954" y="1814"/>
                    </a:cubicBezTo>
                    <a:cubicBezTo>
                      <a:pt x="2065" y="1898"/>
                      <a:pt x="2163" y="1967"/>
                      <a:pt x="2233" y="2023"/>
                    </a:cubicBezTo>
                    <a:lnTo>
                      <a:pt x="2344" y="2093"/>
                    </a:lnTo>
                    <a:cubicBezTo>
                      <a:pt x="2344" y="2093"/>
                      <a:pt x="2316" y="2065"/>
                      <a:pt x="2261" y="1995"/>
                    </a:cubicBezTo>
                    <a:cubicBezTo>
                      <a:pt x="2191" y="1939"/>
                      <a:pt x="2121" y="1842"/>
                      <a:pt x="2010" y="1730"/>
                    </a:cubicBezTo>
                    <a:cubicBezTo>
                      <a:pt x="1800" y="1521"/>
                      <a:pt x="1521" y="1256"/>
                      <a:pt x="1228" y="991"/>
                    </a:cubicBezTo>
                    <a:cubicBezTo>
                      <a:pt x="935" y="726"/>
                      <a:pt x="629" y="461"/>
                      <a:pt x="405" y="294"/>
                    </a:cubicBezTo>
                    <a:cubicBezTo>
                      <a:pt x="280" y="196"/>
                      <a:pt x="182" y="126"/>
                      <a:pt x="112" y="70"/>
                    </a:cubicBezTo>
                    <a:lnTo>
                      <a:pt x="1" y="1"/>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13"/>
              <p:cNvSpPr/>
              <p:nvPr/>
            </p:nvSpPr>
            <p:spPr>
              <a:xfrm>
                <a:off x="5298404" y="844432"/>
                <a:ext cx="34542" cy="553194"/>
              </a:xfrm>
              <a:custGeom>
                <a:avLst/>
                <a:gdLst/>
                <a:ahLst/>
                <a:cxnLst/>
                <a:rect l="l" t="t" r="r" b="b"/>
                <a:pathLst>
                  <a:path w="196" h="3139" extrusionOk="0">
                    <a:moveTo>
                      <a:pt x="70" y="0"/>
                    </a:moveTo>
                    <a:cubicBezTo>
                      <a:pt x="70" y="0"/>
                      <a:pt x="56" y="56"/>
                      <a:pt x="56" y="140"/>
                    </a:cubicBezTo>
                    <a:cubicBezTo>
                      <a:pt x="56" y="224"/>
                      <a:pt x="28" y="335"/>
                      <a:pt x="28" y="489"/>
                    </a:cubicBezTo>
                    <a:cubicBezTo>
                      <a:pt x="14" y="782"/>
                      <a:pt x="1" y="1186"/>
                      <a:pt x="14" y="1577"/>
                    </a:cubicBezTo>
                    <a:cubicBezTo>
                      <a:pt x="28" y="1967"/>
                      <a:pt x="42" y="2358"/>
                      <a:pt x="70" y="2651"/>
                    </a:cubicBezTo>
                    <a:cubicBezTo>
                      <a:pt x="84" y="2790"/>
                      <a:pt x="98" y="2916"/>
                      <a:pt x="112" y="2999"/>
                    </a:cubicBezTo>
                    <a:cubicBezTo>
                      <a:pt x="140" y="3083"/>
                      <a:pt x="140" y="3139"/>
                      <a:pt x="140" y="3139"/>
                    </a:cubicBezTo>
                    <a:cubicBezTo>
                      <a:pt x="140" y="3139"/>
                      <a:pt x="140" y="3083"/>
                      <a:pt x="154" y="2999"/>
                    </a:cubicBezTo>
                    <a:cubicBezTo>
                      <a:pt x="154" y="2916"/>
                      <a:pt x="182" y="2790"/>
                      <a:pt x="182" y="2637"/>
                    </a:cubicBezTo>
                    <a:cubicBezTo>
                      <a:pt x="196" y="2344"/>
                      <a:pt x="196" y="1953"/>
                      <a:pt x="196" y="1563"/>
                    </a:cubicBezTo>
                    <a:cubicBezTo>
                      <a:pt x="182" y="1172"/>
                      <a:pt x="154" y="782"/>
                      <a:pt x="126" y="475"/>
                    </a:cubicBezTo>
                    <a:cubicBezTo>
                      <a:pt x="112" y="335"/>
                      <a:pt x="112" y="224"/>
                      <a:pt x="98" y="126"/>
                    </a:cubicBezTo>
                    <a:cubicBezTo>
                      <a:pt x="70" y="42"/>
                      <a:pt x="70" y="0"/>
                      <a:pt x="70"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13"/>
              <p:cNvSpPr/>
              <p:nvPr/>
            </p:nvSpPr>
            <p:spPr>
              <a:xfrm>
                <a:off x="4445438" y="815001"/>
                <a:ext cx="34542" cy="553194"/>
              </a:xfrm>
              <a:custGeom>
                <a:avLst/>
                <a:gdLst/>
                <a:ahLst/>
                <a:cxnLst/>
                <a:rect l="l" t="t" r="r" b="b"/>
                <a:pathLst>
                  <a:path w="196" h="3139" extrusionOk="0">
                    <a:moveTo>
                      <a:pt x="70" y="0"/>
                    </a:moveTo>
                    <a:cubicBezTo>
                      <a:pt x="70" y="0"/>
                      <a:pt x="70" y="56"/>
                      <a:pt x="56" y="140"/>
                    </a:cubicBezTo>
                    <a:cubicBezTo>
                      <a:pt x="56" y="223"/>
                      <a:pt x="28" y="335"/>
                      <a:pt x="28" y="488"/>
                    </a:cubicBezTo>
                    <a:cubicBezTo>
                      <a:pt x="14" y="781"/>
                      <a:pt x="0" y="1172"/>
                      <a:pt x="14" y="1576"/>
                    </a:cubicBezTo>
                    <a:cubicBezTo>
                      <a:pt x="28" y="1967"/>
                      <a:pt x="42" y="2357"/>
                      <a:pt x="70" y="2650"/>
                    </a:cubicBezTo>
                    <a:cubicBezTo>
                      <a:pt x="84" y="2790"/>
                      <a:pt x="98" y="2915"/>
                      <a:pt x="112" y="2999"/>
                    </a:cubicBezTo>
                    <a:cubicBezTo>
                      <a:pt x="126" y="3083"/>
                      <a:pt x="140" y="3139"/>
                      <a:pt x="140" y="3139"/>
                    </a:cubicBezTo>
                    <a:lnTo>
                      <a:pt x="154" y="2999"/>
                    </a:lnTo>
                    <a:cubicBezTo>
                      <a:pt x="154" y="2915"/>
                      <a:pt x="182" y="2804"/>
                      <a:pt x="182" y="2650"/>
                    </a:cubicBezTo>
                    <a:cubicBezTo>
                      <a:pt x="196" y="2357"/>
                      <a:pt x="196" y="1967"/>
                      <a:pt x="196" y="1562"/>
                    </a:cubicBezTo>
                    <a:cubicBezTo>
                      <a:pt x="182" y="1172"/>
                      <a:pt x="154" y="781"/>
                      <a:pt x="126" y="488"/>
                    </a:cubicBezTo>
                    <a:cubicBezTo>
                      <a:pt x="112" y="349"/>
                      <a:pt x="112" y="223"/>
                      <a:pt x="98" y="140"/>
                    </a:cubicBezTo>
                    <a:cubicBezTo>
                      <a:pt x="70" y="56"/>
                      <a:pt x="70" y="0"/>
                      <a:pt x="70"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13"/>
              <p:cNvSpPr/>
              <p:nvPr/>
            </p:nvSpPr>
            <p:spPr>
              <a:xfrm>
                <a:off x="4580608" y="795263"/>
                <a:ext cx="636904" cy="619633"/>
              </a:xfrm>
              <a:custGeom>
                <a:avLst/>
                <a:gdLst/>
                <a:ahLst/>
                <a:cxnLst/>
                <a:rect l="l" t="t" r="r" b="b"/>
                <a:pathLst>
                  <a:path w="3614" h="3516" extrusionOk="0">
                    <a:moveTo>
                      <a:pt x="1298" y="3460"/>
                    </a:moveTo>
                    <a:cubicBezTo>
                      <a:pt x="1354" y="3474"/>
                      <a:pt x="1423" y="3488"/>
                      <a:pt x="1493" y="3502"/>
                    </a:cubicBezTo>
                    <a:cubicBezTo>
                      <a:pt x="1423" y="3488"/>
                      <a:pt x="1368" y="3474"/>
                      <a:pt x="1298" y="3460"/>
                    </a:cubicBezTo>
                    <a:close/>
                    <a:moveTo>
                      <a:pt x="1493" y="3502"/>
                    </a:moveTo>
                    <a:lnTo>
                      <a:pt x="1493" y="3502"/>
                    </a:lnTo>
                    <a:cubicBezTo>
                      <a:pt x="1535" y="3502"/>
                      <a:pt x="1577" y="3516"/>
                      <a:pt x="1633" y="3516"/>
                    </a:cubicBezTo>
                    <a:cubicBezTo>
                      <a:pt x="1591" y="3516"/>
                      <a:pt x="1535" y="3502"/>
                      <a:pt x="1493" y="3502"/>
                    </a:cubicBezTo>
                    <a:close/>
                    <a:moveTo>
                      <a:pt x="1758" y="1"/>
                    </a:moveTo>
                    <a:cubicBezTo>
                      <a:pt x="1577" y="1"/>
                      <a:pt x="1409" y="28"/>
                      <a:pt x="1228" y="84"/>
                    </a:cubicBezTo>
                    <a:cubicBezTo>
                      <a:pt x="1075" y="140"/>
                      <a:pt x="907" y="210"/>
                      <a:pt x="768" y="307"/>
                    </a:cubicBezTo>
                    <a:cubicBezTo>
                      <a:pt x="628" y="405"/>
                      <a:pt x="503" y="531"/>
                      <a:pt x="391" y="656"/>
                    </a:cubicBezTo>
                    <a:cubicBezTo>
                      <a:pt x="280" y="782"/>
                      <a:pt x="196" y="935"/>
                      <a:pt x="140" y="1089"/>
                    </a:cubicBezTo>
                    <a:cubicBezTo>
                      <a:pt x="70" y="1228"/>
                      <a:pt x="28" y="1395"/>
                      <a:pt x="14" y="1549"/>
                    </a:cubicBezTo>
                    <a:cubicBezTo>
                      <a:pt x="1" y="1619"/>
                      <a:pt x="1" y="1702"/>
                      <a:pt x="1" y="1772"/>
                    </a:cubicBezTo>
                    <a:cubicBezTo>
                      <a:pt x="1" y="1856"/>
                      <a:pt x="1" y="1925"/>
                      <a:pt x="14" y="2009"/>
                    </a:cubicBezTo>
                    <a:cubicBezTo>
                      <a:pt x="56" y="2274"/>
                      <a:pt x="154" y="2539"/>
                      <a:pt x="321" y="2762"/>
                    </a:cubicBezTo>
                    <a:cubicBezTo>
                      <a:pt x="447" y="2958"/>
                      <a:pt x="614" y="3125"/>
                      <a:pt x="810" y="3251"/>
                    </a:cubicBezTo>
                    <a:cubicBezTo>
                      <a:pt x="963" y="3334"/>
                      <a:pt x="1130" y="3418"/>
                      <a:pt x="1298" y="3460"/>
                    </a:cubicBezTo>
                    <a:cubicBezTo>
                      <a:pt x="1130" y="3404"/>
                      <a:pt x="963" y="3334"/>
                      <a:pt x="824" y="3237"/>
                    </a:cubicBezTo>
                    <a:cubicBezTo>
                      <a:pt x="628" y="3111"/>
                      <a:pt x="461" y="2944"/>
                      <a:pt x="349" y="2748"/>
                    </a:cubicBezTo>
                    <a:cubicBezTo>
                      <a:pt x="196" y="2525"/>
                      <a:pt x="112" y="2260"/>
                      <a:pt x="84" y="1995"/>
                    </a:cubicBezTo>
                    <a:lnTo>
                      <a:pt x="84" y="1786"/>
                    </a:lnTo>
                    <a:cubicBezTo>
                      <a:pt x="98" y="1716"/>
                      <a:pt x="98" y="1633"/>
                      <a:pt x="112" y="1563"/>
                    </a:cubicBezTo>
                    <a:cubicBezTo>
                      <a:pt x="140" y="1409"/>
                      <a:pt x="182" y="1270"/>
                      <a:pt x="252" y="1144"/>
                    </a:cubicBezTo>
                    <a:cubicBezTo>
                      <a:pt x="377" y="851"/>
                      <a:pt x="586" y="614"/>
                      <a:pt x="851" y="447"/>
                    </a:cubicBezTo>
                    <a:cubicBezTo>
                      <a:pt x="1100" y="277"/>
                      <a:pt x="1397" y="181"/>
                      <a:pt x="1697" y="181"/>
                    </a:cubicBezTo>
                    <a:cubicBezTo>
                      <a:pt x="1718" y="181"/>
                      <a:pt x="1738" y="181"/>
                      <a:pt x="1758" y="182"/>
                    </a:cubicBezTo>
                    <a:cubicBezTo>
                      <a:pt x="1911" y="182"/>
                      <a:pt x="2079" y="196"/>
                      <a:pt x="2232" y="238"/>
                    </a:cubicBezTo>
                    <a:cubicBezTo>
                      <a:pt x="2386" y="293"/>
                      <a:pt x="2525" y="349"/>
                      <a:pt x="2665" y="447"/>
                    </a:cubicBezTo>
                    <a:cubicBezTo>
                      <a:pt x="2916" y="614"/>
                      <a:pt x="3139" y="851"/>
                      <a:pt x="3265" y="1144"/>
                    </a:cubicBezTo>
                    <a:cubicBezTo>
                      <a:pt x="3390" y="1409"/>
                      <a:pt x="3446" y="1702"/>
                      <a:pt x="3418" y="1995"/>
                    </a:cubicBezTo>
                    <a:cubicBezTo>
                      <a:pt x="3390" y="2260"/>
                      <a:pt x="3306" y="2525"/>
                      <a:pt x="3167" y="2748"/>
                    </a:cubicBezTo>
                    <a:cubicBezTo>
                      <a:pt x="3041" y="2944"/>
                      <a:pt x="2888" y="3111"/>
                      <a:pt x="2693" y="3237"/>
                    </a:cubicBezTo>
                    <a:cubicBezTo>
                      <a:pt x="2553" y="3334"/>
                      <a:pt x="2386" y="3404"/>
                      <a:pt x="2218" y="3460"/>
                    </a:cubicBezTo>
                    <a:cubicBezTo>
                      <a:pt x="2149" y="3474"/>
                      <a:pt x="2093" y="3488"/>
                      <a:pt x="2023" y="3502"/>
                    </a:cubicBezTo>
                    <a:cubicBezTo>
                      <a:pt x="1967" y="3502"/>
                      <a:pt x="1925" y="3516"/>
                      <a:pt x="1884" y="3516"/>
                    </a:cubicBezTo>
                    <a:cubicBezTo>
                      <a:pt x="1939" y="3516"/>
                      <a:pt x="1981" y="3502"/>
                      <a:pt x="2037" y="3502"/>
                    </a:cubicBezTo>
                    <a:cubicBezTo>
                      <a:pt x="2093" y="3488"/>
                      <a:pt x="2163" y="3474"/>
                      <a:pt x="2232" y="3460"/>
                    </a:cubicBezTo>
                    <a:cubicBezTo>
                      <a:pt x="2400" y="3404"/>
                      <a:pt x="2567" y="3334"/>
                      <a:pt x="2707" y="3237"/>
                    </a:cubicBezTo>
                    <a:cubicBezTo>
                      <a:pt x="2902" y="3111"/>
                      <a:pt x="3069" y="2958"/>
                      <a:pt x="3209" y="2762"/>
                    </a:cubicBezTo>
                    <a:cubicBezTo>
                      <a:pt x="3543" y="2274"/>
                      <a:pt x="3613" y="1633"/>
                      <a:pt x="3376" y="1089"/>
                    </a:cubicBezTo>
                    <a:cubicBezTo>
                      <a:pt x="3251" y="768"/>
                      <a:pt x="3027" y="503"/>
                      <a:pt x="2748" y="307"/>
                    </a:cubicBezTo>
                    <a:cubicBezTo>
                      <a:pt x="2609" y="210"/>
                      <a:pt x="2442" y="140"/>
                      <a:pt x="2274" y="84"/>
                    </a:cubicBezTo>
                    <a:cubicBezTo>
                      <a:pt x="2107" y="28"/>
                      <a:pt x="1939" y="1"/>
                      <a:pt x="1758"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13"/>
              <p:cNvSpPr/>
              <p:nvPr/>
            </p:nvSpPr>
            <p:spPr>
              <a:xfrm>
                <a:off x="5676952" y="1699866"/>
                <a:ext cx="221348" cy="217471"/>
              </a:xfrm>
              <a:custGeom>
                <a:avLst/>
                <a:gdLst/>
                <a:ahLst/>
                <a:cxnLst/>
                <a:rect l="l" t="t" r="r" b="b"/>
                <a:pathLst>
                  <a:path w="1256" h="1234" extrusionOk="0">
                    <a:moveTo>
                      <a:pt x="949" y="84"/>
                    </a:moveTo>
                    <a:lnTo>
                      <a:pt x="949" y="84"/>
                    </a:lnTo>
                    <a:cubicBezTo>
                      <a:pt x="977" y="98"/>
                      <a:pt x="1005" y="126"/>
                      <a:pt x="1033" y="154"/>
                    </a:cubicBezTo>
                    <a:lnTo>
                      <a:pt x="1075" y="182"/>
                    </a:lnTo>
                    <a:lnTo>
                      <a:pt x="1047" y="154"/>
                    </a:lnTo>
                    <a:cubicBezTo>
                      <a:pt x="1019" y="126"/>
                      <a:pt x="977" y="98"/>
                      <a:pt x="949" y="84"/>
                    </a:cubicBezTo>
                    <a:close/>
                    <a:moveTo>
                      <a:pt x="1075" y="182"/>
                    </a:moveTo>
                    <a:lnTo>
                      <a:pt x="1103" y="210"/>
                    </a:lnTo>
                    <a:lnTo>
                      <a:pt x="1103" y="210"/>
                    </a:lnTo>
                    <a:lnTo>
                      <a:pt x="1075" y="182"/>
                    </a:lnTo>
                    <a:close/>
                    <a:moveTo>
                      <a:pt x="1103" y="210"/>
                    </a:moveTo>
                    <a:lnTo>
                      <a:pt x="1103" y="210"/>
                    </a:lnTo>
                    <a:cubicBezTo>
                      <a:pt x="1108" y="216"/>
                      <a:pt x="1114" y="221"/>
                      <a:pt x="1118" y="227"/>
                    </a:cubicBezTo>
                    <a:lnTo>
                      <a:pt x="1118" y="227"/>
                    </a:lnTo>
                    <a:cubicBezTo>
                      <a:pt x="1118" y="226"/>
                      <a:pt x="1117" y="225"/>
                      <a:pt x="1117" y="224"/>
                    </a:cubicBezTo>
                    <a:lnTo>
                      <a:pt x="1103" y="210"/>
                    </a:lnTo>
                    <a:close/>
                    <a:moveTo>
                      <a:pt x="1118" y="227"/>
                    </a:moveTo>
                    <a:lnTo>
                      <a:pt x="1118" y="227"/>
                    </a:lnTo>
                    <a:cubicBezTo>
                      <a:pt x="1133" y="254"/>
                      <a:pt x="1159" y="281"/>
                      <a:pt x="1172" y="321"/>
                    </a:cubicBezTo>
                    <a:cubicBezTo>
                      <a:pt x="1180" y="329"/>
                      <a:pt x="1187" y="340"/>
                      <a:pt x="1195" y="354"/>
                    </a:cubicBezTo>
                    <a:lnTo>
                      <a:pt x="1195" y="354"/>
                    </a:lnTo>
                    <a:cubicBezTo>
                      <a:pt x="1186" y="334"/>
                      <a:pt x="1172" y="317"/>
                      <a:pt x="1172" y="307"/>
                    </a:cubicBezTo>
                    <a:cubicBezTo>
                      <a:pt x="1150" y="274"/>
                      <a:pt x="1137" y="250"/>
                      <a:pt x="1118" y="227"/>
                    </a:cubicBezTo>
                    <a:close/>
                    <a:moveTo>
                      <a:pt x="1195" y="354"/>
                    </a:moveTo>
                    <a:cubicBezTo>
                      <a:pt x="1198" y="361"/>
                      <a:pt x="1200" y="369"/>
                      <a:pt x="1200" y="377"/>
                    </a:cubicBezTo>
                    <a:cubicBezTo>
                      <a:pt x="1207" y="391"/>
                      <a:pt x="1214" y="405"/>
                      <a:pt x="1221" y="420"/>
                    </a:cubicBezTo>
                    <a:lnTo>
                      <a:pt x="1221" y="420"/>
                    </a:lnTo>
                    <a:cubicBezTo>
                      <a:pt x="1217" y="410"/>
                      <a:pt x="1214" y="400"/>
                      <a:pt x="1214" y="391"/>
                    </a:cubicBezTo>
                    <a:cubicBezTo>
                      <a:pt x="1208" y="378"/>
                      <a:pt x="1201" y="365"/>
                      <a:pt x="1195" y="354"/>
                    </a:cubicBezTo>
                    <a:close/>
                    <a:moveTo>
                      <a:pt x="545" y="1"/>
                    </a:moveTo>
                    <a:cubicBezTo>
                      <a:pt x="447" y="15"/>
                      <a:pt x="363" y="56"/>
                      <a:pt x="280" y="98"/>
                    </a:cubicBezTo>
                    <a:cubicBezTo>
                      <a:pt x="182" y="168"/>
                      <a:pt x="112" y="252"/>
                      <a:pt x="70" y="363"/>
                    </a:cubicBezTo>
                    <a:cubicBezTo>
                      <a:pt x="15" y="475"/>
                      <a:pt x="1" y="600"/>
                      <a:pt x="15" y="712"/>
                    </a:cubicBezTo>
                    <a:cubicBezTo>
                      <a:pt x="29" y="782"/>
                      <a:pt x="42" y="838"/>
                      <a:pt x="84" y="893"/>
                    </a:cubicBezTo>
                    <a:cubicBezTo>
                      <a:pt x="112" y="963"/>
                      <a:pt x="154" y="1005"/>
                      <a:pt x="196" y="1061"/>
                    </a:cubicBezTo>
                    <a:cubicBezTo>
                      <a:pt x="294" y="1144"/>
                      <a:pt x="405" y="1200"/>
                      <a:pt x="545" y="1228"/>
                    </a:cubicBezTo>
                    <a:cubicBezTo>
                      <a:pt x="571" y="1231"/>
                      <a:pt x="598" y="1233"/>
                      <a:pt x="626" y="1233"/>
                    </a:cubicBezTo>
                    <a:cubicBezTo>
                      <a:pt x="715" y="1233"/>
                      <a:pt x="808" y="1215"/>
                      <a:pt x="893" y="1172"/>
                    </a:cubicBezTo>
                    <a:cubicBezTo>
                      <a:pt x="949" y="1158"/>
                      <a:pt x="1005" y="1117"/>
                      <a:pt x="1047" y="1089"/>
                    </a:cubicBezTo>
                    <a:lnTo>
                      <a:pt x="1103" y="1033"/>
                    </a:lnTo>
                    <a:cubicBezTo>
                      <a:pt x="1117" y="1019"/>
                      <a:pt x="1130" y="991"/>
                      <a:pt x="1144" y="963"/>
                    </a:cubicBezTo>
                    <a:cubicBezTo>
                      <a:pt x="1200" y="893"/>
                      <a:pt x="1242" y="796"/>
                      <a:pt x="1256" y="698"/>
                    </a:cubicBezTo>
                    <a:cubicBezTo>
                      <a:pt x="1256" y="656"/>
                      <a:pt x="1256" y="614"/>
                      <a:pt x="1256" y="573"/>
                    </a:cubicBezTo>
                    <a:cubicBezTo>
                      <a:pt x="1242" y="531"/>
                      <a:pt x="1242" y="503"/>
                      <a:pt x="1242" y="461"/>
                    </a:cubicBezTo>
                    <a:cubicBezTo>
                      <a:pt x="1235" y="447"/>
                      <a:pt x="1228" y="433"/>
                      <a:pt x="1221" y="420"/>
                    </a:cubicBezTo>
                    <a:lnTo>
                      <a:pt x="1221" y="420"/>
                    </a:lnTo>
                    <a:cubicBezTo>
                      <a:pt x="1230" y="439"/>
                      <a:pt x="1242" y="461"/>
                      <a:pt x="1242" y="489"/>
                    </a:cubicBezTo>
                    <a:cubicBezTo>
                      <a:pt x="1242" y="517"/>
                      <a:pt x="1242" y="559"/>
                      <a:pt x="1242" y="586"/>
                    </a:cubicBezTo>
                    <a:cubicBezTo>
                      <a:pt x="1228" y="628"/>
                      <a:pt x="1228" y="670"/>
                      <a:pt x="1214" y="712"/>
                    </a:cubicBezTo>
                    <a:cubicBezTo>
                      <a:pt x="1200" y="796"/>
                      <a:pt x="1144" y="865"/>
                      <a:pt x="1089" y="935"/>
                    </a:cubicBezTo>
                    <a:cubicBezTo>
                      <a:pt x="1075" y="949"/>
                      <a:pt x="1061" y="963"/>
                      <a:pt x="1047" y="977"/>
                    </a:cubicBezTo>
                    <a:lnTo>
                      <a:pt x="977" y="1019"/>
                    </a:lnTo>
                    <a:cubicBezTo>
                      <a:pt x="949" y="1047"/>
                      <a:pt x="907" y="1061"/>
                      <a:pt x="851" y="1075"/>
                    </a:cubicBezTo>
                    <a:cubicBezTo>
                      <a:pt x="810" y="1089"/>
                      <a:pt x="764" y="1096"/>
                      <a:pt x="717" y="1096"/>
                    </a:cubicBezTo>
                    <a:cubicBezTo>
                      <a:pt x="670" y="1096"/>
                      <a:pt x="621" y="1089"/>
                      <a:pt x="573" y="1075"/>
                    </a:cubicBezTo>
                    <a:cubicBezTo>
                      <a:pt x="475" y="1047"/>
                      <a:pt x="391" y="1005"/>
                      <a:pt x="321" y="935"/>
                    </a:cubicBezTo>
                    <a:cubicBezTo>
                      <a:pt x="294" y="907"/>
                      <a:pt x="266" y="865"/>
                      <a:pt x="238" y="824"/>
                    </a:cubicBezTo>
                    <a:cubicBezTo>
                      <a:pt x="210" y="782"/>
                      <a:pt x="196" y="740"/>
                      <a:pt x="182" y="698"/>
                    </a:cubicBezTo>
                    <a:cubicBezTo>
                      <a:pt x="168" y="600"/>
                      <a:pt x="168" y="503"/>
                      <a:pt x="182" y="405"/>
                    </a:cubicBezTo>
                    <a:cubicBezTo>
                      <a:pt x="210" y="321"/>
                      <a:pt x="266" y="238"/>
                      <a:pt x="335" y="168"/>
                    </a:cubicBezTo>
                    <a:cubicBezTo>
                      <a:pt x="391" y="112"/>
                      <a:pt x="475" y="70"/>
                      <a:pt x="559" y="42"/>
                    </a:cubicBezTo>
                    <a:cubicBezTo>
                      <a:pt x="600" y="42"/>
                      <a:pt x="628" y="29"/>
                      <a:pt x="670" y="29"/>
                    </a:cubicBezTo>
                    <a:lnTo>
                      <a:pt x="782" y="29"/>
                    </a:lnTo>
                    <a:lnTo>
                      <a:pt x="879" y="56"/>
                    </a:lnTo>
                    <a:cubicBezTo>
                      <a:pt x="893" y="56"/>
                      <a:pt x="921" y="70"/>
                      <a:pt x="949" y="84"/>
                    </a:cubicBezTo>
                    <a:lnTo>
                      <a:pt x="949" y="84"/>
                    </a:lnTo>
                    <a:cubicBezTo>
                      <a:pt x="921" y="70"/>
                      <a:pt x="893" y="56"/>
                      <a:pt x="865" y="42"/>
                    </a:cubicBezTo>
                    <a:lnTo>
                      <a:pt x="782" y="15"/>
                    </a:lnTo>
                    <a:cubicBezTo>
                      <a:pt x="740" y="15"/>
                      <a:pt x="712" y="1"/>
                      <a:pt x="670"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13"/>
              <p:cNvSpPr/>
              <p:nvPr/>
            </p:nvSpPr>
            <p:spPr>
              <a:xfrm>
                <a:off x="3958683" y="1771241"/>
                <a:ext cx="218881" cy="217471"/>
              </a:xfrm>
              <a:custGeom>
                <a:avLst/>
                <a:gdLst/>
                <a:ahLst/>
                <a:cxnLst/>
                <a:rect l="l" t="t" r="r" b="b"/>
                <a:pathLst>
                  <a:path w="1242" h="1234" extrusionOk="0">
                    <a:moveTo>
                      <a:pt x="42" y="391"/>
                    </a:moveTo>
                    <a:lnTo>
                      <a:pt x="42" y="391"/>
                    </a:lnTo>
                    <a:cubicBezTo>
                      <a:pt x="28" y="419"/>
                      <a:pt x="14" y="446"/>
                      <a:pt x="14" y="460"/>
                    </a:cubicBezTo>
                    <a:cubicBezTo>
                      <a:pt x="14" y="482"/>
                      <a:pt x="11" y="504"/>
                      <a:pt x="7" y="524"/>
                    </a:cubicBezTo>
                    <a:lnTo>
                      <a:pt x="7" y="524"/>
                    </a:lnTo>
                    <a:cubicBezTo>
                      <a:pt x="12" y="504"/>
                      <a:pt x="20" y="484"/>
                      <a:pt x="28" y="460"/>
                    </a:cubicBezTo>
                    <a:cubicBezTo>
                      <a:pt x="28" y="433"/>
                      <a:pt x="42" y="405"/>
                      <a:pt x="42" y="391"/>
                    </a:cubicBezTo>
                    <a:close/>
                    <a:moveTo>
                      <a:pt x="7" y="524"/>
                    </a:moveTo>
                    <a:lnTo>
                      <a:pt x="7" y="524"/>
                    </a:lnTo>
                    <a:cubicBezTo>
                      <a:pt x="3" y="539"/>
                      <a:pt x="1" y="554"/>
                      <a:pt x="1" y="572"/>
                    </a:cubicBezTo>
                    <a:cubicBezTo>
                      <a:pt x="1" y="559"/>
                      <a:pt x="4" y="542"/>
                      <a:pt x="7" y="524"/>
                    </a:cubicBezTo>
                    <a:close/>
                    <a:moveTo>
                      <a:pt x="1" y="614"/>
                    </a:moveTo>
                    <a:lnTo>
                      <a:pt x="1" y="656"/>
                    </a:lnTo>
                    <a:cubicBezTo>
                      <a:pt x="1" y="698"/>
                      <a:pt x="14" y="739"/>
                      <a:pt x="28" y="767"/>
                    </a:cubicBezTo>
                    <a:cubicBezTo>
                      <a:pt x="14" y="725"/>
                      <a:pt x="14" y="684"/>
                      <a:pt x="14" y="656"/>
                    </a:cubicBezTo>
                    <a:lnTo>
                      <a:pt x="1" y="614"/>
                    </a:lnTo>
                    <a:close/>
                    <a:moveTo>
                      <a:pt x="28" y="768"/>
                    </a:moveTo>
                    <a:cubicBezTo>
                      <a:pt x="29" y="796"/>
                      <a:pt x="42" y="823"/>
                      <a:pt x="42" y="851"/>
                    </a:cubicBezTo>
                    <a:lnTo>
                      <a:pt x="98" y="935"/>
                    </a:lnTo>
                    <a:lnTo>
                      <a:pt x="56" y="851"/>
                    </a:lnTo>
                    <a:cubicBezTo>
                      <a:pt x="43" y="823"/>
                      <a:pt x="29" y="796"/>
                      <a:pt x="28" y="768"/>
                    </a:cubicBezTo>
                    <a:close/>
                    <a:moveTo>
                      <a:pt x="586" y="0"/>
                    </a:moveTo>
                    <a:cubicBezTo>
                      <a:pt x="558" y="0"/>
                      <a:pt x="531" y="0"/>
                      <a:pt x="503" y="14"/>
                    </a:cubicBezTo>
                    <a:cubicBezTo>
                      <a:pt x="405" y="28"/>
                      <a:pt x="321" y="70"/>
                      <a:pt x="238" y="126"/>
                    </a:cubicBezTo>
                    <a:lnTo>
                      <a:pt x="154" y="209"/>
                    </a:lnTo>
                    <a:cubicBezTo>
                      <a:pt x="126" y="237"/>
                      <a:pt x="112" y="265"/>
                      <a:pt x="84" y="293"/>
                    </a:cubicBezTo>
                    <a:lnTo>
                      <a:pt x="42" y="391"/>
                    </a:lnTo>
                    <a:lnTo>
                      <a:pt x="98" y="307"/>
                    </a:lnTo>
                    <a:cubicBezTo>
                      <a:pt x="112" y="279"/>
                      <a:pt x="140" y="251"/>
                      <a:pt x="168" y="223"/>
                    </a:cubicBezTo>
                    <a:cubicBezTo>
                      <a:pt x="196" y="195"/>
                      <a:pt x="238" y="168"/>
                      <a:pt x="266" y="154"/>
                    </a:cubicBezTo>
                    <a:cubicBezTo>
                      <a:pt x="335" y="112"/>
                      <a:pt x="419" y="84"/>
                      <a:pt x="517" y="84"/>
                    </a:cubicBezTo>
                    <a:lnTo>
                      <a:pt x="572" y="84"/>
                    </a:lnTo>
                    <a:lnTo>
                      <a:pt x="656" y="98"/>
                    </a:lnTo>
                    <a:cubicBezTo>
                      <a:pt x="698" y="112"/>
                      <a:pt x="740" y="126"/>
                      <a:pt x="782" y="140"/>
                    </a:cubicBezTo>
                    <a:cubicBezTo>
                      <a:pt x="865" y="195"/>
                      <a:pt x="935" y="265"/>
                      <a:pt x="991" y="349"/>
                    </a:cubicBezTo>
                    <a:cubicBezTo>
                      <a:pt x="1033" y="419"/>
                      <a:pt x="1061" y="516"/>
                      <a:pt x="1061" y="614"/>
                    </a:cubicBezTo>
                    <a:cubicBezTo>
                      <a:pt x="1061" y="712"/>
                      <a:pt x="1033" y="809"/>
                      <a:pt x="991" y="893"/>
                    </a:cubicBezTo>
                    <a:cubicBezTo>
                      <a:pt x="935" y="977"/>
                      <a:pt x="865" y="1046"/>
                      <a:pt x="782" y="1088"/>
                    </a:cubicBezTo>
                    <a:cubicBezTo>
                      <a:pt x="713" y="1123"/>
                      <a:pt x="634" y="1148"/>
                      <a:pt x="562" y="1148"/>
                    </a:cubicBezTo>
                    <a:cubicBezTo>
                      <a:pt x="547" y="1148"/>
                      <a:pt x="531" y="1146"/>
                      <a:pt x="517" y="1144"/>
                    </a:cubicBezTo>
                    <a:cubicBezTo>
                      <a:pt x="419" y="1144"/>
                      <a:pt x="335" y="1130"/>
                      <a:pt x="266" y="1088"/>
                    </a:cubicBezTo>
                    <a:cubicBezTo>
                      <a:pt x="238" y="1060"/>
                      <a:pt x="196" y="1032"/>
                      <a:pt x="168" y="1018"/>
                    </a:cubicBezTo>
                    <a:cubicBezTo>
                      <a:pt x="140" y="977"/>
                      <a:pt x="112" y="963"/>
                      <a:pt x="98" y="935"/>
                    </a:cubicBezTo>
                    <a:lnTo>
                      <a:pt x="98" y="935"/>
                    </a:lnTo>
                    <a:cubicBezTo>
                      <a:pt x="112" y="963"/>
                      <a:pt x="140" y="990"/>
                      <a:pt x="154" y="1018"/>
                    </a:cubicBezTo>
                    <a:lnTo>
                      <a:pt x="252" y="1116"/>
                    </a:lnTo>
                    <a:cubicBezTo>
                      <a:pt x="321" y="1172"/>
                      <a:pt x="419" y="1200"/>
                      <a:pt x="517" y="1228"/>
                    </a:cubicBezTo>
                    <a:cubicBezTo>
                      <a:pt x="547" y="1231"/>
                      <a:pt x="576" y="1233"/>
                      <a:pt x="606" y="1233"/>
                    </a:cubicBezTo>
                    <a:cubicBezTo>
                      <a:pt x="687" y="1233"/>
                      <a:pt x="766" y="1220"/>
                      <a:pt x="837" y="1200"/>
                    </a:cubicBezTo>
                    <a:cubicBezTo>
                      <a:pt x="949" y="1158"/>
                      <a:pt x="1061" y="1074"/>
                      <a:pt x="1130" y="977"/>
                    </a:cubicBezTo>
                    <a:cubicBezTo>
                      <a:pt x="1200" y="879"/>
                      <a:pt x="1242" y="753"/>
                      <a:pt x="1242" y="628"/>
                    </a:cubicBezTo>
                    <a:cubicBezTo>
                      <a:pt x="1242" y="558"/>
                      <a:pt x="1228" y="488"/>
                      <a:pt x="1214" y="433"/>
                    </a:cubicBezTo>
                    <a:cubicBezTo>
                      <a:pt x="1200" y="363"/>
                      <a:pt x="1172" y="307"/>
                      <a:pt x="1130" y="251"/>
                    </a:cubicBezTo>
                    <a:cubicBezTo>
                      <a:pt x="1061" y="154"/>
                      <a:pt x="949" y="70"/>
                      <a:pt x="837" y="28"/>
                    </a:cubicBezTo>
                    <a:cubicBezTo>
                      <a:pt x="782" y="14"/>
                      <a:pt x="726" y="0"/>
                      <a:pt x="670"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2" name="Google Shape;912;p13"/>
            <p:cNvGrpSpPr/>
            <p:nvPr/>
          </p:nvGrpSpPr>
          <p:grpSpPr>
            <a:xfrm>
              <a:off x="173455" y="1888925"/>
              <a:ext cx="899844" cy="481996"/>
              <a:chOff x="2928780" y="271675"/>
              <a:chExt cx="899844" cy="481996"/>
            </a:xfrm>
          </p:grpSpPr>
          <p:sp>
            <p:nvSpPr>
              <p:cNvPr id="913" name="Google Shape;913;p13"/>
              <p:cNvSpPr/>
              <p:nvPr/>
            </p:nvSpPr>
            <p:spPr>
              <a:xfrm>
                <a:off x="2928780" y="298639"/>
                <a:ext cx="309817" cy="455032"/>
              </a:xfrm>
              <a:custGeom>
                <a:avLst/>
                <a:gdLst/>
                <a:ahLst/>
                <a:cxnLst/>
                <a:rect l="l" t="t" r="r" b="b"/>
                <a:pathLst>
                  <a:path w="1758" h="2582" extrusionOk="0">
                    <a:moveTo>
                      <a:pt x="1758" y="1"/>
                    </a:moveTo>
                    <a:cubicBezTo>
                      <a:pt x="1604" y="1"/>
                      <a:pt x="1479" y="15"/>
                      <a:pt x="1339" y="15"/>
                    </a:cubicBezTo>
                    <a:cubicBezTo>
                      <a:pt x="1200" y="15"/>
                      <a:pt x="1060" y="29"/>
                      <a:pt x="921" y="29"/>
                    </a:cubicBezTo>
                    <a:lnTo>
                      <a:pt x="70" y="85"/>
                    </a:lnTo>
                    <a:lnTo>
                      <a:pt x="0" y="85"/>
                    </a:lnTo>
                    <a:lnTo>
                      <a:pt x="0" y="154"/>
                    </a:lnTo>
                    <a:cubicBezTo>
                      <a:pt x="28" y="949"/>
                      <a:pt x="56" y="1731"/>
                      <a:pt x="112" y="2512"/>
                    </a:cubicBezTo>
                    <a:lnTo>
                      <a:pt x="112" y="2581"/>
                    </a:lnTo>
                    <a:lnTo>
                      <a:pt x="181" y="2581"/>
                    </a:lnTo>
                    <a:lnTo>
                      <a:pt x="963" y="2540"/>
                    </a:lnTo>
                    <a:lnTo>
                      <a:pt x="1353" y="2512"/>
                    </a:lnTo>
                    <a:cubicBezTo>
                      <a:pt x="1493" y="2512"/>
                      <a:pt x="1618" y="2498"/>
                      <a:pt x="1758" y="2484"/>
                    </a:cubicBezTo>
                    <a:cubicBezTo>
                      <a:pt x="1618" y="2470"/>
                      <a:pt x="1493" y="2470"/>
                      <a:pt x="1353" y="2470"/>
                    </a:cubicBezTo>
                    <a:lnTo>
                      <a:pt x="963" y="2456"/>
                    </a:lnTo>
                    <a:lnTo>
                      <a:pt x="250" y="2443"/>
                    </a:lnTo>
                    <a:lnTo>
                      <a:pt x="250" y="2443"/>
                    </a:lnTo>
                    <a:cubicBezTo>
                      <a:pt x="235" y="1709"/>
                      <a:pt x="197" y="963"/>
                      <a:pt x="157" y="228"/>
                    </a:cubicBezTo>
                    <a:lnTo>
                      <a:pt x="157" y="228"/>
                    </a:lnTo>
                    <a:lnTo>
                      <a:pt x="921" y="126"/>
                    </a:lnTo>
                    <a:cubicBezTo>
                      <a:pt x="1060" y="112"/>
                      <a:pt x="1200" y="85"/>
                      <a:pt x="1339" y="71"/>
                    </a:cubicBezTo>
                    <a:cubicBezTo>
                      <a:pt x="1479" y="43"/>
                      <a:pt x="1618" y="29"/>
                      <a:pt x="1758"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13"/>
              <p:cNvSpPr/>
              <p:nvPr/>
            </p:nvSpPr>
            <p:spPr>
              <a:xfrm>
                <a:off x="3521098" y="271675"/>
                <a:ext cx="307526" cy="454856"/>
              </a:xfrm>
              <a:custGeom>
                <a:avLst/>
                <a:gdLst/>
                <a:ahLst/>
                <a:cxnLst/>
                <a:rect l="l" t="t" r="r" b="b"/>
                <a:pathLst>
                  <a:path w="1745" h="2581" extrusionOk="0">
                    <a:moveTo>
                      <a:pt x="1563" y="0"/>
                    </a:moveTo>
                    <a:lnTo>
                      <a:pt x="782" y="28"/>
                    </a:lnTo>
                    <a:cubicBezTo>
                      <a:pt x="656" y="42"/>
                      <a:pt x="517" y="56"/>
                      <a:pt x="391" y="56"/>
                    </a:cubicBezTo>
                    <a:lnTo>
                      <a:pt x="1" y="98"/>
                    </a:lnTo>
                    <a:cubicBezTo>
                      <a:pt x="126" y="98"/>
                      <a:pt x="266" y="112"/>
                      <a:pt x="391" y="112"/>
                    </a:cubicBezTo>
                    <a:lnTo>
                      <a:pt x="782" y="126"/>
                    </a:lnTo>
                    <a:lnTo>
                      <a:pt x="1494" y="139"/>
                    </a:lnTo>
                    <a:lnTo>
                      <a:pt x="1494" y="139"/>
                    </a:lnTo>
                    <a:cubicBezTo>
                      <a:pt x="1509" y="872"/>
                      <a:pt x="1548" y="1606"/>
                      <a:pt x="1600" y="2352"/>
                    </a:cubicBezTo>
                    <a:lnTo>
                      <a:pt x="1600" y="2352"/>
                    </a:lnTo>
                    <a:lnTo>
                      <a:pt x="824" y="2455"/>
                    </a:lnTo>
                    <a:cubicBezTo>
                      <a:pt x="698" y="2469"/>
                      <a:pt x="559" y="2497"/>
                      <a:pt x="419" y="2511"/>
                    </a:cubicBezTo>
                    <a:cubicBezTo>
                      <a:pt x="280" y="2525"/>
                      <a:pt x="140" y="2553"/>
                      <a:pt x="1" y="2581"/>
                    </a:cubicBezTo>
                    <a:cubicBezTo>
                      <a:pt x="140" y="2581"/>
                      <a:pt x="280" y="2567"/>
                      <a:pt x="419" y="2567"/>
                    </a:cubicBezTo>
                    <a:cubicBezTo>
                      <a:pt x="559" y="2553"/>
                      <a:pt x="698" y="2553"/>
                      <a:pt x="838" y="2539"/>
                    </a:cubicBezTo>
                    <a:lnTo>
                      <a:pt x="1675" y="2497"/>
                    </a:lnTo>
                    <a:lnTo>
                      <a:pt x="1744" y="2497"/>
                    </a:lnTo>
                    <a:lnTo>
                      <a:pt x="1744" y="2414"/>
                    </a:lnTo>
                    <a:cubicBezTo>
                      <a:pt x="1730" y="1632"/>
                      <a:pt x="1688" y="851"/>
                      <a:pt x="1633" y="70"/>
                    </a:cubicBezTo>
                    <a:lnTo>
                      <a:pt x="1633" y="0"/>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13"/>
              <p:cNvSpPr/>
              <p:nvPr/>
            </p:nvSpPr>
            <p:spPr>
              <a:xfrm>
                <a:off x="3088446" y="330713"/>
                <a:ext cx="196852" cy="302415"/>
              </a:xfrm>
              <a:custGeom>
                <a:avLst/>
                <a:gdLst/>
                <a:ahLst/>
                <a:cxnLst/>
                <a:rect l="l" t="t" r="r" b="b"/>
                <a:pathLst>
                  <a:path w="1117" h="1716" extrusionOk="0">
                    <a:moveTo>
                      <a:pt x="1117" y="0"/>
                    </a:moveTo>
                    <a:cubicBezTo>
                      <a:pt x="991" y="70"/>
                      <a:pt x="852" y="140"/>
                      <a:pt x="712" y="196"/>
                    </a:cubicBezTo>
                    <a:cubicBezTo>
                      <a:pt x="712" y="405"/>
                      <a:pt x="698" y="572"/>
                      <a:pt x="698" y="712"/>
                    </a:cubicBezTo>
                    <a:lnTo>
                      <a:pt x="601" y="558"/>
                    </a:lnTo>
                    <a:cubicBezTo>
                      <a:pt x="503" y="405"/>
                      <a:pt x="405" y="251"/>
                      <a:pt x="336" y="98"/>
                    </a:cubicBezTo>
                    <a:lnTo>
                      <a:pt x="1" y="293"/>
                    </a:lnTo>
                    <a:lnTo>
                      <a:pt x="1" y="991"/>
                    </a:lnTo>
                    <a:cubicBezTo>
                      <a:pt x="1" y="1144"/>
                      <a:pt x="1" y="1311"/>
                      <a:pt x="1" y="1507"/>
                    </a:cubicBezTo>
                    <a:cubicBezTo>
                      <a:pt x="154" y="1437"/>
                      <a:pt x="280" y="1381"/>
                      <a:pt x="363" y="1339"/>
                    </a:cubicBezTo>
                    <a:lnTo>
                      <a:pt x="349" y="1102"/>
                    </a:lnTo>
                    <a:lnTo>
                      <a:pt x="349" y="851"/>
                    </a:lnTo>
                    <a:cubicBezTo>
                      <a:pt x="517" y="1130"/>
                      <a:pt x="670" y="1423"/>
                      <a:pt x="810" y="1716"/>
                    </a:cubicBezTo>
                    <a:cubicBezTo>
                      <a:pt x="879" y="1646"/>
                      <a:pt x="963" y="1604"/>
                      <a:pt x="1061" y="1562"/>
                    </a:cubicBezTo>
                    <a:lnTo>
                      <a:pt x="1089" y="265"/>
                    </a:lnTo>
                    <a:cubicBezTo>
                      <a:pt x="1103" y="168"/>
                      <a:pt x="1117" y="70"/>
                      <a:pt x="1117"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13"/>
              <p:cNvSpPr/>
              <p:nvPr/>
            </p:nvSpPr>
            <p:spPr>
              <a:xfrm>
                <a:off x="3307327" y="396977"/>
                <a:ext cx="182048" cy="209188"/>
              </a:xfrm>
              <a:custGeom>
                <a:avLst/>
                <a:gdLst/>
                <a:ahLst/>
                <a:cxnLst/>
                <a:rect l="l" t="t" r="r" b="b"/>
                <a:pathLst>
                  <a:path w="1033" h="1187" extrusionOk="0">
                    <a:moveTo>
                      <a:pt x="628" y="377"/>
                    </a:moveTo>
                    <a:cubicBezTo>
                      <a:pt x="684" y="377"/>
                      <a:pt x="712" y="419"/>
                      <a:pt x="725" y="475"/>
                    </a:cubicBezTo>
                    <a:cubicBezTo>
                      <a:pt x="725" y="573"/>
                      <a:pt x="698" y="656"/>
                      <a:pt x="642" y="726"/>
                    </a:cubicBezTo>
                    <a:cubicBezTo>
                      <a:pt x="586" y="782"/>
                      <a:pt x="516" y="824"/>
                      <a:pt x="447" y="852"/>
                    </a:cubicBezTo>
                    <a:cubicBezTo>
                      <a:pt x="434" y="853"/>
                      <a:pt x="423" y="854"/>
                      <a:pt x="412" y="854"/>
                    </a:cubicBezTo>
                    <a:cubicBezTo>
                      <a:pt x="339" y="854"/>
                      <a:pt x="307" y="813"/>
                      <a:pt x="307" y="740"/>
                    </a:cubicBezTo>
                    <a:cubicBezTo>
                      <a:pt x="321" y="684"/>
                      <a:pt x="335" y="629"/>
                      <a:pt x="363" y="587"/>
                    </a:cubicBezTo>
                    <a:cubicBezTo>
                      <a:pt x="419" y="475"/>
                      <a:pt x="516" y="405"/>
                      <a:pt x="628" y="377"/>
                    </a:cubicBezTo>
                    <a:close/>
                    <a:moveTo>
                      <a:pt x="670" y="1"/>
                    </a:moveTo>
                    <a:cubicBezTo>
                      <a:pt x="586" y="1"/>
                      <a:pt x="502" y="15"/>
                      <a:pt x="433" y="43"/>
                    </a:cubicBezTo>
                    <a:cubicBezTo>
                      <a:pt x="349" y="98"/>
                      <a:pt x="265" y="154"/>
                      <a:pt x="209" y="238"/>
                    </a:cubicBezTo>
                    <a:cubicBezTo>
                      <a:pt x="181" y="266"/>
                      <a:pt x="154" y="308"/>
                      <a:pt x="126" y="336"/>
                    </a:cubicBezTo>
                    <a:cubicBezTo>
                      <a:pt x="98" y="405"/>
                      <a:pt x="70" y="461"/>
                      <a:pt x="42" y="531"/>
                    </a:cubicBezTo>
                    <a:cubicBezTo>
                      <a:pt x="14" y="629"/>
                      <a:pt x="0" y="726"/>
                      <a:pt x="0" y="824"/>
                    </a:cubicBezTo>
                    <a:cubicBezTo>
                      <a:pt x="14" y="908"/>
                      <a:pt x="42" y="977"/>
                      <a:pt x="84" y="1047"/>
                    </a:cubicBezTo>
                    <a:cubicBezTo>
                      <a:pt x="140" y="1131"/>
                      <a:pt x="223" y="1173"/>
                      <a:pt x="321" y="1186"/>
                    </a:cubicBezTo>
                    <a:cubicBezTo>
                      <a:pt x="391" y="1173"/>
                      <a:pt x="460" y="1145"/>
                      <a:pt x="530" y="1117"/>
                    </a:cubicBezTo>
                    <a:cubicBezTo>
                      <a:pt x="614" y="1075"/>
                      <a:pt x="698" y="1019"/>
                      <a:pt x="767" y="963"/>
                    </a:cubicBezTo>
                    <a:cubicBezTo>
                      <a:pt x="865" y="880"/>
                      <a:pt x="935" y="796"/>
                      <a:pt x="991" y="684"/>
                    </a:cubicBezTo>
                    <a:cubicBezTo>
                      <a:pt x="1004" y="629"/>
                      <a:pt x="1018" y="573"/>
                      <a:pt x="1032" y="503"/>
                    </a:cubicBezTo>
                    <a:cubicBezTo>
                      <a:pt x="1032" y="447"/>
                      <a:pt x="1018" y="377"/>
                      <a:pt x="1004" y="322"/>
                    </a:cubicBezTo>
                    <a:cubicBezTo>
                      <a:pt x="977" y="224"/>
                      <a:pt x="935" y="140"/>
                      <a:pt x="851" y="71"/>
                    </a:cubicBezTo>
                    <a:cubicBezTo>
                      <a:pt x="809" y="29"/>
                      <a:pt x="739" y="1"/>
                      <a:pt x="670"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13"/>
              <p:cNvSpPr/>
              <p:nvPr/>
            </p:nvSpPr>
            <p:spPr>
              <a:xfrm>
                <a:off x="3508761" y="504655"/>
                <a:ext cx="125654" cy="153675"/>
              </a:xfrm>
              <a:custGeom>
                <a:avLst/>
                <a:gdLst/>
                <a:ahLst/>
                <a:cxnLst/>
                <a:rect l="l" t="t" r="r" b="b"/>
                <a:pathLst>
                  <a:path w="713" h="872" extrusionOk="0">
                    <a:moveTo>
                      <a:pt x="420" y="0"/>
                    </a:moveTo>
                    <a:cubicBezTo>
                      <a:pt x="301" y="0"/>
                      <a:pt x="176" y="31"/>
                      <a:pt x="71" y="101"/>
                    </a:cubicBezTo>
                    <a:cubicBezTo>
                      <a:pt x="85" y="171"/>
                      <a:pt x="113" y="241"/>
                      <a:pt x="154" y="310"/>
                    </a:cubicBezTo>
                    <a:cubicBezTo>
                      <a:pt x="210" y="255"/>
                      <a:pt x="294" y="227"/>
                      <a:pt x="364" y="227"/>
                    </a:cubicBezTo>
                    <a:cubicBezTo>
                      <a:pt x="405" y="241"/>
                      <a:pt x="405" y="283"/>
                      <a:pt x="378" y="310"/>
                    </a:cubicBezTo>
                    <a:cubicBezTo>
                      <a:pt x="336" y="338"/>
                      <a:pt x="294" y="352"/>
                      <a:pt x="238" y="352"/>
                    </a:cubicBezTo>
                    <a:cubicBezTo>
                      <a:pt x="238" y="394"/>
                      <a:pt x="238" y="450"/>
                      <a:pt x="238" y="492"/>
                    </a:cubicBezTo>
                    <a:cubicBezTo>
                      <a:pt x="364" y="492"/>
                      <a:pt x="433" y="520"/>
                      <a:pt x="447" y="575"/>
                    </a:cubicBezTo>
                    <a:cubicBezTo>
                      <a:pt x="447" y="633"/>
                      <a:pt x="414" y="664"/>
                      <a:pt x="357" y="664"/>
                    </a:cubicBezTo>
                    <a:cubicBezTo>
                      <a:pt x="331" y="664"/>
                      <a:pt x="301" y="658"/>
                      <a:pt x="266" y="645"/>
                    </a:cubicBezTo>
                    <a:cubicBezTo>
                      <a:pt x="210" y="617"/>
                      <a:pt x="168" y="575"/>
                      <a:pt x="140" y="520"/>
                    </a:cubicBezTo>
                    <a:cubicBezTo>
                      <a:pt x="85" y="548"/>
                      <a:pt x="43" y="603"/>
                      <a:pt x="1" y="659"/>
                    </a:cubicBezTo>
                    <a:cubicBezTo>
                      <a:pt x="85" y="771"/>
                      <a:pt x="196" y="841"/>
                      <a:pt x="336" y="868"/>
                    </a:cubicBezTo>
                    <a:cubicBezTo>
                      <a:pt x="350" y="871"/>
                      <a:pt x="365" y="872"/>
                      <a:pt x="380" y="872"/>
                    </a:cubicBezTo>
                    <a:cubicBezTo>
                      <a:pt x="452" y="872"/>
                      <a:pt x="529" y="845"/>
                      <a:pt x="587" y="799"/>
                    </a:cubicBezTo>
                    <a:cubicBezTo>
                      <a:pt x="684" y="729"/>
                      <a:pt x="712" y="603"/>
                      <a:pt x="670" y="492"/>
                    </a:cubicBezTo>
                    <a:cubicBezTo>
                      <a:pt x="643" y="450"/>
                      <a:pt x="601" y="422"/>
                      <a:pt x="559" y="394"/>
                    </a:cubicBezTo>
                    <a:cubicBezTo>
                      <a:pt x="615" y="352"/>
                      <a:pt x="657" y="310"/>
                      <a:pt x="684" y="241"/>
                    </a:cubicBezTo>
                    <a:cubicBezTo>
                      <a:pt x="698" y="115"/>
                      <a:pt x="629" y="31"/>
                      <a:pt x="489" y="4"/>
                    </a:cubicBezTo>
                    <a:cubicBezTo>
                      <a:pt x="467" y="1"/>
                      <a:pt x="444" y="0"/>
                      <a:pt x="420"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8" name="Google Shape;918;p13"/>
            <p:cNvGrpSpPr/>
            <p:nvPr/>
          </p:nvGrpSpPr>
          <p:grpSpPr>
            <a:xfrm>
              <a:off x="7434016" y="2246324"/>
              <a:ext cx="737710" cy="533104"/>
              <a:chOff x="1507816" y="2469299"/>
              <a:chExt cx="737710" cy="533104"/>
            </a:xfrm>
          </p:grpSpPr>
          <p:sp>
            <p:nvSpPr>
              <p:cNvPr id="919" name="Google Shape;919;p13"/>
              <p:cNvSpPr/>
              <p:nvPr/>
            </p:nvSpPr>
            <p:spPr>
              <a:xfrm>
                <a:off x="1507816" y="2589842"/>
                <a:ext cx="275628" cy="412560"/>
              </a:xfrm>
              <a:custGeom>
                <a:avLst/>
                <a:gdLst/>
                <a:ahLst/>
                <a:cxnLst/>
                <a:rect l="l" t="t" r="r" b="b"/>
                <a:pathLst>
                  <a:path w="1564" h="2341" extrusionOk="0">
                    <a:moveTo>
                      <a:pt x="1089" y="0"/>
                    </a:moveTo>
                    <a:cubicBezTo>
                      <a:pt x="1005" y="28"/>
                      <a:pt x="935" y="84"/>
                      <a:pt x="866" y="126"/>
                    </a:cubicBezTo>
                    <a:cubicBezTo>
                      <a:pt x="740" y="209"/>
                      <a:pt x="642" y="293"/>
                      <a:pt x="545" y="405"/>
                    </a:cubicBezTo>
                    <a:cubicBezTo>
                      <a:pt x="405" y="558"/>
                      <a:pt x="294" y="725"/>
                      <a:pt x="196" y="907"/>
                    </a:cubicBezTo>
                    <a:cubicBezTo>
                      <a:pt x="140" y="1032"/>
                      <a:pt x="84" y="1158"/>
                      <a:pt x="57" y="1297"/>
                    </a:cubicBezTo>
                    <a:cubicBezTo>
                      <a:pt x="1" y="1520"/>
                      <a:pt x="15" y="1744"/>
                      <a:pt x="98" y="1967"/>
                    </a:cubicBezTo>
                    <a:cubicBezTo>
                      <a:pt x="126" y="2037"/>
                      <a:pt x="168" y="2106"/>
                      <a:pt x="224" y="2162"/>
                    </a:cubicBezTo>
                    <a:cubicBezTo>
                      <a:pt x="266" y="2204"/>
                      <a:pt x="308" y="2232"/>
                      <a:pt x="363" y="2260"/>
                    </a:cubicBezTo>
                    <a:cubicBezTo>
                      <a:pt x="477" y="2311"/>
                      <a:pt x="599" y="2340"/>
                      <a:pt x="722" y="2340"/>
                    </a:cubicBezTo>
                    <a:cubicBezTo>
                      <a:pt x="765" y="2340"/>
                      <a:pt x="808" y="2337"/>
                      <a:pt x="852" y="2329"/>
                    </a:cubicBezTo>
                    <a:cubicBezTo>
                      <a:pt x="1005" y="2288"/>
                      <a:pt x="1145" y="2218"/>
                      <a:pt x="1256" y="2134"/>
                    </a:cubicBezTo>
                    <a:cubicBezTo>
                      <a:pt x="1382" y="2050"/>
                      <a:pt x="1479" y="1967"/>
                      <a:pt x="1563" y="1869"/>
                    </a:cubicBezTo>
                    <a:lnTo>
                      <a:pt x="1256" y="1395"/>
                    </a:lnTo>
                    <a:cubicBezTo>
                      <a:pt x="1242" y="1437"/>
                      <a:pt x="1228" y="1479"/>
                      <a:pt x="1200" y="1506"/>
                    </a:cubicBezTo>
                    <a:cubicBezTo>
                      <a:pt x="1131" y="1618"/>
                      <a:pt x="1019" y="1716"/>
                      <a:pt x="880" y="1758"/>
                    </a:cubicBezTo>
                    <a:lnTo>
                      <a:pt x="796" y="1758"/>
                    </a:lnTo>
                    <a:cubicBezTo>
                      <a:pt x="670" y="1716"/>
                      <a:pt x="615" y="1576"/>
                      <a:pt x="642" y="1367"/>
                    </a:cubicBezTo>
                    <a:cubicBezTo>
                      <a:pt x="684" y="1227"/>
                      <a:pt x="740" y="1116"/>
                      <a:pt x="838" y="1018"/>
                    </a:cubicBezTo>
                    <a:cubicBezTo>
                      <a:pt x="921" y="921"/>
                      <a:pt x="1047" y="851"/>
                      <a:pt x="1172" y="823"/>
                    </a:cubicBezTo>
                    <a:lnTo>
                      <a:pt x="1089" y="0"/>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13"/>
              <p:cNvSpPr/>
              <p:nvPr/>
            </p:nvSpPr>
            <p:spPr>
              <a:xfrm>
                <a:off x="1748726" y="2469299"/>
                <a:ext cx="273160" cy="506492"/>
              </a:xfrm>
              <a:custGeom>
                <a:avLst/>
                <a:gdLst/>
                <a:ahLst/>
                <a:cxnLst/>
                <a:rect l="l" t="t" r="r" b="b"/>
                <a:pathLst>
                  <a:path w="1550" h="2874" extrusionOk="0">
                    <a:moveTo>
                      <a:pt x="1270" y="1"/>
                    </a:moveTo>
                    <a:cubicBezTo>
                      <a:pt x="1117" y="112"/>
                      <a:pt x="949" y="224"/>
                      <a:pt x="782" y="307"/>
                    </a:cubicBezTo>
                    <a:cubicBezTo>
                      <a:pt x="852" y="698"/>
                      <a:pt x="893" y="1005"/>
                      <a:pt x="921" y="1228"/>
                    </a:cubicBezTo>
                    <a:lnTo>
                      <a:pt x="796" y="1326"/>
                    </a:lnTo>
                    <a:lnTo>
                      <a:pt x="684" y="1409"/>
                    </a:lnTo>
                    <a:cubicBezTo>
                      <a:pt x="614" y="963"/>
                      <a:pt x="559" y="517"/>
                      <a:pt x="517" y="56"/>
                    </a:cubicBezTo>
                    <a:cubicBezTo>
                      <a:pt x="349" y="168"/>
                      <a:pt x="182" y="266"/>
                      <a:pt x="1" y="349"/>
                    </a:cubicBezTo>
                    <a:cubicBezTo>
                      <a:pt x="140" y="1144"/>
                      <a:pt x="266" y="1981"/>
                      <a:pt x="377" y="2874"/>
                    </a:cubicBezTo>
                    <a:lnTo>
                      <a:pt x="601" y="2734"/>
                    </a:lnTo>
                    <a:lnTo>
                      <a:pt x="838" y="2553"/>
                    </a:lnTo>
                    <a:cubicBezTo>
                      <a:pt x="782" y="2218"/>
                      <a:pt x="754" y="2023"/>
                      <a:pt x="754" y="1967"/>
                    </a:cubicBezTo>
                    <a:lnTo>
                      <a:pt x="991" y="1800"/>
                    </a:lnTo>
                    <a:cubicBezTo>
                      <a:pt x="1061" y="2302"/>
                      <a:pt x="1117" y="2637"/>
                      <a:pt x="1158" y="2832"/>
                    </a:cubicBezTo>
                    <a:cubicBezTo>
                      <a:pt x="1214" y="2776"/>
                      <a:pt x="1270" y="2721"/>
                      <a:pt x="1326" y="2665"/>
                    </a:cubicBezTo>
                    <a:cubicBezTo>
                      <a:pt x="1368" y="2623"/>
                      <a:pt x="1437" y="2567"/>
                      <a:pt x="1521" y="2497"/>
                    </a:cubicBezTo>
                    <a:lnTo>
                      <a:pt x="1549" y="2469"/>
                    </a:lnTo>
                    <a:cubicBezTo>
                      <a:pt x="1465" y="1981"/>
                      <a:pt x="1368" y="1158"/>
                      <a:pt x="1270"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13"/>
              <p:cNvSpPr/>
              <p:nvPr/>
            </p:nvSpPr>
            <p:spPr>
              <a:xfrm>
                <a:off x="2083039" y="2783875"/>
                <a:ext cx="162486" cy="192446"/>
              </a:xfrm>
              <a:custGeom>
                <a:avLst/>
                <a:gdLst/>
                <a:ahLst/>
                <a:cxnLst/>
                <a:rect l="l" t="t" r="r" b="b"/>
                <a:pathLst>
                  <a:path w="922" h="1092" extrusionOk="0">
                    <a:moveTo>
                      <a:pt x="461" y="1"/>
                    </a:moveTo>
                    <a:cubicBezTo>
                      <a:pt x="280" y="29"/>
                      <a:pt x="126" y="113"/>
                      <a:pt x="1" y="238"/>
                    </a:cubicBezTo>
                    <a:cubicBezTo>
                      <a:pt x="29" y="322"/>
                      <a:pt x="84" y="405"/>
                      <a:pt x="154" y="461"/>
                    </a:cubicBezTo>
                    <a:cubicBezTo>
                      <a:pt x="252" y="364"/>
                      <a:pt x="322" y="308"/>
                      <a:pt x="377" y="308"/>
                    </a:cubicBezTo>
                    <a:cubicBezTo>
                      <a:pt x="433" y="308"/>
                      <a:pt x="447" y="364"/>
                      <a:pt x="419" y="405"/>
                    </a:cubicBezTo>
                    <a:cubicBezTo>
                      <a:pt x="377" y="447"/>
                      <a:pt x="336" y="489"/>
                      <a:pt x="280" y="503"/>
                    </a:cubicBezTo>
                    <a:cubicBezTo>
                      <a:pt x="280" y="559"/>
                      <a:pt x="294" y="615"/>
                      <a:pt x="322" y="657"/>
                    </a:cubicBezTo>
                    <a:cubicBezTo>
                      <a:pt x="366" y="648"/>
                      <a:pt x="406" y="643"/>
                      <a:pt x="441" y="643"/>
                    </a:cubicBezTo>
                    <a:cubicBezTo>
                      <a:pt x="516" y="643"/>
                      <a:pt x="568" y="665"/>
                      <a:pt x="587" y="712"/>
                    </a:cubicBezTo>
                    <a:cubicBezTo>
                      <a:pt x="598" y="802"/>
                      <a:pt x="555" y="846"/>
                      <a:pt x="467" y="846"/>
                    </a:cubicBezTo>
                    <a:cubicBezTo>
                      <a:pt x="444" y="846"/>
                      <a:pt x="419" y="843"/>
                      <a:pt x="391" y="838"/>
                    </a:cubicBezTo>
                    <a:cubicBezTo>
                      <a:pt x="308" y="824"/>
                      <a:pt x="238" y="782"/>
                      <a:pt x="196" y="726"/>
                    </a:cubicBezTo>
                    <a:cubicBezTo>
                      <a:pt x="140" y="782"/>
                      <a:pt x="98" y="866"/>
                      <a:pt x="70" y="936"/>
                    </a:cubicBezTo>
                    <a:cubicBezTo>
                      <a:pt x="183" y="1036"/>
                      <a:pt x="330" y="1091"/>
                      <a:pt x="480" y="1091"/>
                    </a:cubicBezTo>
                    <a:cubicBezTo>
                      <a:pt x="497" y="1091"/>
                      <a:pt x="514" y="1090"/>
                      <a:pt x="531" y="1089"/>
                    </a:cubicBezTo>
                    <a:cubicBezTo>
                      <a:pt x="642" y="1075"/>
                      <a:pt x="754" y="1019"/>
                      <a:pt x="824" y="936"/>
                    </a:cubicBezTo>
                    <a:cubicBezTo>
                      <a:pt x="921" y="824"/>
                      <a:pt x="921" y="657"/>
                      <a:pt x="824" y="545"/>
                    </a:cubicBezTo>
                    <a:cubicBezTo>
                      <a:pt x="768" y="503"/>
                      <a:pt x="712" y="475"/>
                      <a:pt x="642" y="447"/>
                    </a:cubicBezTo>
                    <a:cubicBezTo>
                      <a:pt x="712" y="392"/>
                      <a:pt x="754" y="322"/>
                      <a:pt x="754" y="238"/>
                    </a:cubicBezTo>
                    <a:cubicBezTo>
                      <a:pt x="740" y="71"/>
                      <a:pt x="642" y="1"/>
                      <a:pt x="461"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965"/>
        <p:cNvGrpSpPr/>
        <p:nvPr/>
      </p:nvGrpSpPr>
      <p:grpSpPr>
        <a:xfrm>
          <a:off x="0" y="0"/>
          <a:ext cx="0" cy="0"/>
          <a:chOff x="0" y="0"/>
          <a:chExt cx="0" cy="0"/>
        </a:xfrm>
      </p:grpSpPr>
      <p:sp>
        <p:nvSpPr>
          <p:cNvPr id="966" name="Google Shape;966;p15"/>
          <p:cNvSpPr txBox="1">
            <a:spLocks noGrp="1"/>
          </p:cNvSpPr>
          <p:nvPr>
            <p:ph type="title"/>
          </p:nvPr>
        </p:nvSpPr>
        <p:spPr>
          <a:xfrm>
            <a:off x="2290025" y="3094500"/>
            <a:ext cx="4563900" cy="694800"/>
          </a:xfrm>
          <a:prstGeom prst="rect">
            <a:avLst/>
          </a:prstGeom>
          <a:ln w="1905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6"/>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967" name="Google Shape;967;p15"/>
          <p:cNvSpPr txBox="1">
            <a:spLocks noGrp="1"/>
          </p:cNvSpPr>
          <p:nvPr>
            <p:ph type="subTitle" idx="1"/>
          </p:nvPr>
        </p:nvSpPr>
        <p:spPr>
          <a:xfrm>
            <a:off x="1458125" y="1354200"/>
            <a:ext cx="6227700" cy="17403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500"/>
              <a:buNone/>
              <a:defRPr sz="2500"/>
            </a:lvl1pPr>
            <a:lvl2pPr lvl="1" algn="ctr" rtl="0">
              <a:lnSpc>
                <a:spcPct val="100000"/>
              </a:lnSpc>
              <a:spcBef>
                <a:spcPts val="0"/>
              </a:spcBef>
              <a:spcAft>
                <a:spcPts val="0"/>
              </a:spcAft>
              <a:buSzPts val="2500"/>
              <a:buNone/>
              <a:defRPr sz="2500"/>
            </a:lvl2pPr>
            <a:lvl3pPr lvl="2" algn="ctr" rtl="0">
              <a:lnSpc>
                <a:spcPct val="100000"/>
              </a:lnSpc>
              <a:spcBef>
                <a:spcPts val="0"/>
              </a:spcBef>
              <a:spcAft>
                <a:spcPts val="0"/>
              </a:spcAft>
              <a:buSzPts val="2500"/>
              <a:buNone/>
              <a:defRPr sz="2500"/>
            </a:lvl3pPr>
            <a:lvl4pPr lvl="3" algn="ctr" rtl="0">
              <a:lnSpc>
                <a:spcPct val="100000"/>
              </a:lnSpc>
              <a:spcBef>
                <a:spcPts val="0"/>
              </a:spcBef>
              <a:spcAft>
                <a:spcPts val="0"/>
              </a:spcAft>
              <a:buSzPts val="2500"/>
              <a:buNone/>
              <a:defRPr sz="2500"/>
            </a:lvl4pPr>
            <a:lvl5pPr lvl="4" algn="ctr" rtl="0">
              <a:lnSpc>
                <a:spcPct val="100000"/>
              </a:lnSpc>
              <a:spcBef>
                <a:spcPts val="0"/>
              </a:spcBef>
              <a:spcAft>
                <a:spcPts val="0"/>
              </a:spcAft>
              <a:buSzPts val="2500"/>
              <a:buNone/>
              <a:defRPr sz="2500"/>
            </a:lvl5pPr>
            <a:lvl6pPr lvl="5" algn="ctr" rtl="0">
              <a:lnSpc>
                <a:spcPct val="100000"/>
              </a:lnSpc>
              <a:spcBef>
                <a:spcPts val="0"/>
              </a:spcBef>
              <a:spcAft>
                <a:spcPts val="0"/>
              </a:spcAft>
              <a:buSzPts val="2500"/>
              <a:buNone/>
              <a:defRPr sz="2500"/>
            </a:lvl6pPr>
            <a:lvl7pPr lvl="6" algn="ctr" rtl="0">
              <a:lnSpc>
                <a:spcPct val="100000"/>
              </a:lnSpc>
              <a:spcBef>
                <a:spcPts val="0"/>
              </a:spcBef>
              <a:spcAft>
                <a:spcPts val="0"/>
              </a:spcAft>
              <a:buSzPts val="2500"/>
              <a:buNone/>
              <a:defRPr sz="2500"/>
            </a:lvl7pPr>
            <a:lvl8pPr lvl="7" algn="ctr" rtl="0">
              <a:lnSpc>
                <a:spcPct val="100000"/>
              </a:lnSpc>
              <a:spcBef>
                <a:spcPts val="0"/>
              </a:spcBef>
              <a:spcAft>
                <a:spcPts val="0"/>
              </a:spcAft>
              <a:buSzPts val="2500"/>
              <a:buNone/>
              <a:defRPr sz="2500"/>
            </a:lvl8pPr>
            <a:lvl9pPr lvl="8" algn="ctr" rtl="0">
              <a:lnSpc>
                <a:spcPct val="100000"/>
              </a:lnSpc>
              <a:spcBef>
                <a:spcPts val="0"/>
              </a:spcBef>
              <a:spcAft>
                <a:spcPts val="0"/>
              </a:spcAft>
              <a:buSzPts val="2500"/>
              <a:buNone/>
              <a:defRPr sz="2500"/>
            </a:lvl9pPr>
          </a:lstStyle>
          <a:p>
            <a:endParaRPr/>
          </a:p>
        </p:txBody>
      </p:sp>
      <p:grpSp>
        <p:nvGrpSpPr>
          <p:cNvPr id="968" name="Google Shape;968;p15"/>
          <p:cNvGrpSpPr/>
          <p:nvPr/>
        </p:nvGrpSpPr>
        <p:grpSpPr>
          <a:xfrm>
            <a:off x="3821185" y="863007"/>
            <a:ext cx="363540" cy="333120"/>
            <a:chOff x="3665635" y="1103207"/>
            <a:chExt cx="363540" cy="333120"/>
          </a:xfrm>
        </p:grpSpPr>
        <p:sp>
          <p:nvSpPr>
            <p:cNvPr id="969" name="Google Shape;969;p15"/>
            <p:cNvSpPr/>
            <p:nvPr/>
          </p:nvSpPr>
          <p:spPr>
            <a:xfrm>
              <a:off x="3665635" y="1152452"/>
              <a:ext cx="171266" cy="257991"/>
            </a:xfrm>
            <a:custGeom>
              <a:avLst/>
              <a:gdLst/>
              <a:ahLst/>
              <a:cxnLst/>
              <a:rect l="l" t="t" r="r" b="b"/>
              <a:pathLst>
                <a:path w="1019" h="1535" extrusionOk="0">
                  <a:moveTo>
                    <a:pt x="991" y="0"/>
                  </a:moveTo>
                  <a:cubicBezTo>
                    <a:pt x="935" y="0"/>
                    <a:pt x="879" y="28"/>
                    <a:pt x="823" y="42"/>
                  </a:cubicBezTo>
                  <a:cubicBezTo>
                    <a:pt x="726" y="84"/>
                    <a:pt x="642" y="126"/>
                    <a:pt x="558" y="182"/>
                  </a:cubicBezTo>
                  <a:cubicBezTo>
                    <a:pt x="447" y="265"/>
                    <a:pt x="349" y="363"/>
                    <a:pt x="252" y="475"/>
                  </a:cubicBezTo>
                  <a:cubicBezTo>
                    <a:pt x="196" y="544"/>
                    <a:pt x="140" y="628"/>
                    <a:pt x="98" y="712"/>
                  </a:cubicBezTo>
                  <a:cubicBezTo>
                    <a:pt x="28" y="851"/>
                    <a:pt x="0" y="1005"/>
                    <a:pt x="14" y="1172"/>
                  </a:cubicBezTo>
                  <a:cubicBezTo>
                    <a:pt x="28" y="1228"/>
                    <a:pt x="42" y="1270"/>
                    <a:pt x="70" y="1326"/>
                  </a:cubicBezTo>
                  <a:cubicBezTo>
                    <a:pt x="98" y="1353"/>
                    <a:pt x="126" y="1381"/>
                    <a:pt x="154" y="1409"/>
                  </a:cubicBezTo>
                  <a:cubicBezTo>
                    <a:pt x="238" y="1479"/>
                    <a:pt x="349" y="1521"/>
                    <a:pt x="475" y="1535"/>
                  </a:cubicBezTo>
                  <a:cubicBezTo>
                    <a:pt x="572" y="1535"/>
                    <a:pt x="684" y="1507"/>
                    <a:pt x="782" y="1465"/>
                  </a:cubicBezTo>
                  <a:cubicBezTo>
                    <a:pt x="865" y="1437"/>
                    <a:pt x="949" y="1381"/>
                    <a:pt x="1019" y="1326"/>
                  </a:cubicBezTo>
                  <a:lnTo>
                    <a:pt x="893" y="977"/>
                  </a:lnTo>
                  <a:cubicBezTo>
                    <a:pt x="893" y="977"/>
                    <a:pt x="865" y="1005"/>
                    <a:pt x="837" y="1033"/>
                  </a:cubicBezTo>
                  <a:cubicBezTo>
                    <a:pt x="768" y="1102"/>
                    <a:pt x="684" y="1144"/>
                    <a:pt x="586" y="1144"/>
                  </a:cubicBezTo>
                  <a:lnTo>
                    <a:pt x="517" y="1144"/>
                  </a:lnTo>
                  <a:cubicBezTo>
                    <a:pt x="447" y="1088"/>
                    <a:pt x="433" y="991"/>
                    <a:pt x="475" y="851"/>
                  </a:cubicBezTo>
                  <a:cubicBezTo>
                    <a:pt x="517" y="768"/>
                    <a:pt x="586" y="698"/>
                    <a:pt x="670" y="642"/>
                  </a:cubicBezTo>
                  <a:cubicBezTo>
                    <a:pt x="740" y="586"/>
                    <a:pt x="823" y="558"/>
                    <a:pt x="921" y="558"/>
                  </a:cubicBezTo>
                  <a:lnTo>
                    <a:pt x="991" y="0"/>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15"/>
            <p:cNvSpPr/>
            <p:nvPr/>
          </p:nvSpPr>
          <p:spPr>
            <a:xfrm>
              <a:off x="3848497" y="1103207"/>
              <a:ext cx="180678" cy="333120"/>
            </a:xfrm>
            <a:custGeom>
              <a:avLst/>
              <a:gdLst/>
              <a:ahLst/>
              <a:cxnLst/>
              <a:rect l="l" t="t" r="r" b="b"/>
              <a:pathLst>
                <a:path w="1075" h="1982" extrusionOk="0">
                  <a:moveTo>
                    <a:pt x="544" y="1"/>
                  </a:moveTo>
                  <a:lnTo>
                    <a:pt x="544" y="1"/>
                  </a:lnTo>
                  <a:cubicBezTo>
                    <a:pt x="419" y="42"/>
                    <a:pt x="279" y="84"/>
                    <a:pt x="154" y="112"/>
                  </a:cubicBezTo>
                  <a:cubicBezTo>
                    <a:pt x="126" y="670"/>
                    <a:pt x="70" y="1256"/>
                    <a:pt x="0" y="1870"/>
                  </a:cubicBezTo>
                  <a:lnTo>
                    <a:pt x="182" y="1814"/>
                  </a:lnTo>
                  <a:lnTo>
                    <a:pt x="363" y="1730"/>
                  </a:lnTo>
                  <a:cubicBezTo>
                    <a:pt x="391" y="1507"/>
                    <a:pt x="405" y="1368"/>
                    <a:pt x="405" y="1326"/>
                  </a:cubicBezTo>
                  <a:lnTo>
                    <a:pt x="600" y="1256"/>
                  </a:lnTo>
                  <a:lnTo>
                    <a:pt x="600" y="1256"/>
                  </a:lnTo>
                  <a:cubicBezTo>
                    <a:pt x="558" y="1605"/>
                    <a:pt x="544" y="1842"/>
                    <a:pt x="544" y="1981"/>
                  </a:cubicBezTo>
                  <a:cubicBezTo>
                    <a:pt x="586" y="1939"/>
                    <a:pt x="642" y="1912"/>
                    <a:pt x="698" y="1884"/>
                  </a:cubicBezTo>
                  <a:cubicBezTo>
                    <a:pt x="740" y="1856"/>
                    <a:pt x="796" y="1828"/>
                    <a:pt x="837" y="1814"/>
                  </a:cubicBezTo>
                  <a:lnTo>
                    <a:pt x="879" y="1800"/>
                  </a:lnTo>
                  <a:cubicBezTo>
                    <a:pt x="893" y="1451"/>
                    <a:pt x="963" y="879"/>
                    <a:pt x="1075" y="70"/>
                  </a:cubicBezTo>
                  <a:lnTo>
                    <a:pt x="1075" y="70"/>
                  </a:lnTo>
                  <a:cubicBezTo>
                    <a:pt x="949" y="126"/>
                    <a:pt x="823" y="182"/>
                    <a:pt x="684" y="210"/>
                  </a:cubicBezTo>
                  <a:cubicBezTo>
                    <a:pt x="670" y="489"/>
                    <a:pt x="656" y="698"/>
                    <a:pt x="642" y="851"/>
                  </a:cubicBezTo>
                  <a:lnTo>
                    <a:pt x="531" y="893"/>
                  </a:lnTo>
                  <a:lnTo>
                    <a:pt x="447" y="935"/>
                  </a:lnTo>
                  <a:cubicBezTo>
                    <a:pt x="475" y="614"/>
                    <a:pt x="503" y="307"/>
                    <a:pt x="544"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1" name="Google Shape;971;p15"/>
          <p:cNvGrpSpPr/>
          <p:nvPr/>
        </p:nvGrpSpPr>
        <p:grpSpPr>
          <a:xfrm>
            <a:off x="181096" y="315758"/>
            <a:ext cx="654303" cy="438500"/>
            <a:chOff x="181096" y="315758"/>
            <a:chExt cx="654303" cy="438500"/>
          </a:xfrm>
        </p:grpSpPr>
        <p:sp>
          <p:nvSpPr>
            <p:cNvPr id="972" name="Google Shape;972;p15"/>
            <p:cNvSpPr/>
            <p:nvPr/>
          </p:nvSpPr>
          <p:spPr>
            <a:xfrm>
              <a:off x="708673" y="557277"/>
              <a:ext cx="126727" cy="173619"/>
            </a:xfrm>
            <a:custGeom>
              <a:avLst/>
              <a:gdLst/>
              <a:ahLst/>
              <a:cxnLst/>
              <a:rect l="l" t="t" r="r" b="b"/>
              <a:pathLst>
                <a:path w="754" h="1033" extrusionOk="0">
                  <a:moveTo>
                    <a:pt x="572" y="0"/>
                  </a:moveTo>
                  <a:cubicBezTo>
                    <a:pt x="391" y="56"/>
                    <a:pt x="196" y="98"/>
                    <a:pt x="0" y="140"/>
                  </a:cubicBezTo>
                  <a:lnTo>
                    <a:pt x="98" y="684"/>
                  </a:lnTo>
                  <a:cubicBezTo>
                    <a:pt x="126" y="642"/>
                    <a:pt x="182" y="600"/>
                    <a:pt x="237" y="572"/>
                  </a:cubicBezTo>
                  <a:cubicBezTo>
                    <a:pt x="275" y="565"/>
                    <a:pt x="308" y="562"/>
                    <a:pt x="337" y="562"/>
                  </a:cubicBezTo>
                  <a:cubicBezTo>
                    <a:pt x="427" y="562"/>
                    <a:pt x="478" y="596"/>
                    <a:pt x="488" y="670"/>
                  </a:cubicBezTo>
                  <a:cubicBezTo>
                    <a:pt x="499" y="735"/>
                    <a:pt x="459" y="758"/>
                    <a:pt x="400" y="758"/>
                  </a:cubicBezTo>
                  <a:cubicBezTo>
                    <a:pt x="384" y="758"/>
                    <a:pt x="367" y="756"/>
                    <a:pt x="349" y="753"/>
                  </a:cubicBezTo>
                  <a:cubicBezTo>
                    <a:pt x="293" y="739"/>
                    <a:pt x="251" y="711"/>
                    <a:pt x="210" y="684"/>
                  </a:cubicBezTo>
                  <a:cubicBezTo>
                    <a:pt x="168" y="739"/>
                    <a:pt x="112" y="809"/>
                    <a:pt x="56" y="865"/>
                  </a:cubicBezTo>
                  <a:cubicBezTo>
                    <a:pt x="154" y="962"/>
                    <a:pt x="279" y="1018"/>
                    <a:pt x="433" y="1032"/>
                  </a:cubicBezTo>
                  <a:cubicBezTo>
                    <a:pt x="516" y="1018"/>
                    <a:pt x="586" y="990"/>
                    <a:pt x="656" y="921"/>
                  </a:cubicBezTo>
                  <a:cubicBezTo>
                    <a:pt x="726" y="837"/>
                    <a:pt x="754" y="725"/>
                    <a:pt x="754" y="614"/>
                  </a:cubicBezTo>
                  <a:cubicBezTo>
                    <a:pt x="740" y="544"/>
                    <a:pt x="712" y="474"/>
                    <a:pt x="642" y="418"/>
                  </a:cubicBezTo>
                  <a:cubicBezTo>
                    <a:pt x="572" y="349"/>
                    <a:pt x="475" y="321"/>
                    <a:pt x="363" y="321"/>
                  </a:cubicBezTo>
                  <a:cubicBezTo>
                    <a:pt x="335" y="321"/>
                    <a:pt x="293" y="335"/>
                    <a:pt x="265" y="349"/>
                  </a:cubicBezTo>
                  <a:lnTo>
                    <a:pt x="265" y="307"/>
                  </a:lnTo>
                  <a:cubicBezTo>
                    <a:pt x="391" y="279"/>
                    <a:pt x="502" y="251"/>
                    <a:pt x="628" y="251"/>
                  </a:cubicBezTo>
                  <a:cubicBezTo>
                    <a:pt x="614" y="167"/>
                    <a:pt x="586" y="84"/>
                    <a:pt x="572"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15"/>
            <p:cNvSpPr/>
            <p:nvPr/>
          </p:nvSpPr>
          <p:spPr>
            <a:xfrm>
              <a:off x="181096" y="404836"/>
              <a:ext cx="178325" cy="268076"/>
            </a:xfrm>
            <a:custGeom>
              <a:avLst/>
              <a:gdLst/>
              <a:ahLst/>
              <a:cxnLst/>
              <a:rect l="l" t="t" r="r" b="b"/>
              <a:pathLst>
                <a:path w="1061" h="1595" extrusionOk="0">
                  <a:moveTo>
                    <a:pt x="824" y="0"/>
                  </a:moveTo>
                  <a:cubicBezTo>
                    <a:pt x="768" y="14"/>
                    <a:pt x="712" y="42"/>
                    <a:pt x="656" y="70"/>
                  </a:cubicBezTo>
                  <a:cubicBezTo>
                    <a:pt x="573" y="126"/>
                    <a:pt x="489" y="182"/>
                    <a:pt x="419" y="251"/>
                  </a:cubicBezTo>
                  <a:cubicBezTo>
                    <a:pt x="322" y="349"/>
                    <a:pt x="224" y="461"/>
                    <a:pt x="154" y="586"/>
                  </a:cubicBezTo>
                  <a:cubicBezTo>
                    <a:pt x="112" y="656"/>
                    <a:pt x="71" y="754"/>
                    <a:pt x="43" y="837"/>
                  </a:cubicBezTo>
                  <a:cubicBezTo>
                    <a:pt x="1" y="991"/>
                    <a:pt x="1" y="1158"/>
                    <a:pt x="43" y="1312"/>
                  </a:cubicBezTo>
                  <a:cubicBezTo>
                    <a:pt x="57" y="1353"/>
                    <a:pt x="85" y="1409"/>
                    <a:pt x="126" y="1451"/>
                  </a:cubicBezTo>
                  <a:cubicBezTo>
                    <a:pt x="140" y="1479"/>
                    <a:pt x="182" y="1507"/>
                    <a:pt x="210" y="1521"/>
                  </a:cubicBezTo>
                  <a:cubicBezTo>
                    <a:pt x="291" y="1567"/>
                    <a:pt x="391" y="1594"/>
                    <a:pt x="486" y="1594"/>
                  </a:cubicBezTo>
                  <a:cubicBezTo>
                    <a:pt x="506" y="1594"/>
                    <a:pt x="526" y="1593"/>
                    <a:pt x="545" y="1591"/>
                  </a:cubicBezTo>
                  <a:cubicBezTo>
                    <a:pt x="656" y="1577"/>
                    <a:pt x="754" y="1535"/>
                    <a:pt x="838" y="1479"/>
                  </a:cubicBezTo>
                  <a:cubicBezTo>
                    <a:pt x="921" y="1437"/>
                    <a:pt x="991" y="1381"/>
                    <a:pt x="1061" y="1312"/>
                  </a:cubicBezTo>
                  <a:lnTo>
                    <a:pt x="880" y="977"/>
                  </a:lnTo>
                  <a:cubicBezTo>
                    <a:pt x="866" y="1005"/>
                    <a:pt x="852" y="1019"/>
                    <a:pt x="838" y="1047"/>
                  </a:cubicBezTo>
                  <a:cubicBezTo>
                    <a:pt x="782" y="1116"/>
                    <a:pt x="698" y="1172"/>
                    <a:pt x="601" y="1200"/>
                  </a:cubicBezTo>
                  <a:lnTo>
                    <a:pt x="531" y="1200"/>
                  </a:lnTo>
                  <a:cubicBezTo>
                    <a:pt x="447" y="1158"/>
                    <a:pt x="419" y="1074"/>
                    <a:pt x="447" y="921"/>
                  </a:cubicBezTo>
                  <a:cubicBezTo>
                    <a:pt x="475" y="837"/>
                    <a:pt x="531" y="754"/>
                    <a:pt x="601" y="684"/>
                  </a:cubicBezTo>
                  <a:cubicBezTo>
                    <a:pt x="670" y="628"/>
                    <a:pt x="754" y="586"/>
                    <a:pt x="838" y="572"/>
                  </a:cubicBezTo>
                  <a:lnTo>
                    <a:pt x="824" y="0"/>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15"/>
            <p:cNvSpPr/>
            <p:nvPr/>
          </p:nvSpPr>
          <p:spPr>
            <a:xfrm>
              <a:off x="485978" y="315758"/>
              <a:ext cx="164207" cy="330767"/>
            </a:xfrm>
            <a:custGeom>
              <a:avLst/>
              <a:gdLst/>
              <a:ahLst/>
              <a:cxnLst/>
              <a:rect l="l" t="t" r="r" b="b"/>
              <a:pathLst>
                <a:path w="977" h="1968" extrusionOk="0">
                  <a:moveTo>
                    <a:pt x="907" y="0"/>
                  </a:moveTo>
                  <a:cubicBezTo>
                    <a:pt x="795" y="84"/>
                    <a:pt x="670" y="154"/>
                    <a:pt x="544" y="196"/>
                  </a:cubicBezTo>
                  <a:cubicBezTo>
                    <a:pt x="572" y="475"/>
                    <a:pt x="600" y="684"/>
                    <a:pt x="600" y="837"/>
                  </a:cubicBezTo>
                  <a:lnTo>
                    <a:pt x="516" y="907"/>
                  </a:lnTo>
                  <a:cubicBezTo>
                    <a:pt x="488" y="921"/>
                    <a:pt x="460" y="935"/>
                    <a:pt x="433" y="949"/>
                  </a:cubicBezTo>
                  <a:cubicBezTo>
                    <a:pt x="405" y="642"/>
                    <a:pt x="377" y="321"/>
                    <a:pt x="377" y="14"/>
                  </a:cubicBezTo>
                  <a:cubicBezTo>
                    <a:pt x="251" y="84"/>
                    <a:pt x="126" y="140"/>
                    <a:pt x="0" y="182"/>
                  </a:cubicBezTo>
                  <a:cubicBezTo>
                    <a:pt x="70" y="740"/>
                    <a:pt x="112" y="1325"/>
                    <a:pt x="140" y="1953"/>
                  </a:cubicBezTo>
                  <a:lnTo>
                    <a:pt x="307" y="1869"/>
                  </a:lnTo>
                  <a:lnTo>
                    <a:pt x="474" y="1758"/>
                  </a:lnTo>
                  <a:cubicBezTo>
                    <a:pt x="460" y="1521"/>
                    <a:pt x="447" y="1381"/>
                    <a:pt x="447" y="1339"/>
                  </a:cubicBezTo>
                  <a:lnTo>
                    <a:pt x="614" y="1242"/>
                  </a:lnTo>
                  <a:cubicBezTo>
                    <a:pt x="642" y="1590"/>
                    <a:pt x="656" y="1828"/>
                    <a:pt x="684" y="1967"/>
                  </a:cubicBezTo>
                  <a:cubicBezTo>
                    <a:pt x="725" y="1925"/>
                    <a:pt x="767" y="1883"/>
                    <a:pt x="823" y="1855"/>
                  </a:cubicBezTo>
                  <a:cubicBezTo>
                    <a:pt x="865" y="1814"/>
                    <a:pt x="907" y="1786"/>
                    <a:pt x="949" y="1758"/>
                  </a:cubicBezTo>
                  <a:lnTo>
                    <a:pt x="977" y="1730"/>
                  </a:lnTo>
                  <a:cubicBezTo>
                    <a:pt x="949" y="1381"/>
                    <a:pt x="921" y="809"/>
                    <a:pt x="907"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15"/>
            <p:cNvSpPr/>
            <p:nvPr/>
          </p:nvSpPr>
          <p:spPr>
            <a:xfrm>
              <a:off x="361605" y="600303"/>
              <a:ext cx="131433" cy="153954"/>
            </a:xfrm>
            <a:custGeom>
              <a:avLst/>
              <a:gdLst/>
              <a:ahLst/>
              <a:cxnLst/>
              <a:rect l="l" t="t" r="r" b="b"/>
              <a:pathLst>
                <a:path w="782" h="916" extrusionOk="0">
                  <a:moveTo>
                    <a:pt x="392" y="0"/>
                  </a:moveTo>
                  <a:cubicBezTo>
                    <a:pt x="227" y="0"/>
                    <a:pt x="75" y="105"/>
                    <a:pt x="15" y="260"/>
                  </a:cubicBezTo>
                  <a:cubicBezTo>
                    <a:pt x="1" y="344"/>
                    <a:pt x="29" y="414"/>
                    <a:pt x="71" y="483"/>
                  </a:cubicBezTo>
                  <a:cubicBezTo>
                    <a:pt x="140" y="441"/>
                    <a:pt x="224" y="414"/>
                    <a:pt x="308" y="400"/>
                  </a:cubicBezTo>
                  <a:cubicBezTo>
                    <a:pt x="294" y="386"/>
                    <a:pt x="294" y="372"/>
                    <a:pt x="280" y="344"/>
                  </a:cubicBezTo>
                  <a:cubicBezTo>
                    <a:pt x="266" y="316"/>
                    <a:pt x="280" y="274"/>
                    <a:pt x="308" y="260"/>
                  </a:cubicBezTo>
                  <a:cubicBezTo>
                    <a:pt x="350" y="260"/>
                    <a:pt x="377" y="274"/>
                    <a:pt x="377" y="302"/>
                  </a:cubicBezTo>
                  <a:cubicBezTo>
                    <a:pt x="391" y="316"/>
                    <a:pt x="391" y="330"/>
                    <a:pt x="377" y="358"/>
                  </a:cubicBezTo>
                  <a:cubicBezTo>
                    <a:pt x="350" y="455"/>
                    <a:pt x="294" y="567"/>
                    <a:pt x="224" y="651"/>
                  </a:cubicBezTo>
                  <a:cubicBezTo>
                    <a:pt x="168" y="720"/>
                    <a:pt x="154" y="832"/>
                    <a:pt x="196" y="916"/>
                  </a:cubicBezTo>
                  <a:cubicBezTo>
                    <a:pt x="266" y="846"/>
                    <a:pt x="447" y="804"/>
                    <a:pt x="726" y="804"/>
                  </a:cubicBezTo>
                  <a:cubicBezTo>
                    <a:pt x="712" y="720"/>
                    <a:pt x="740" y="637"/>
                    <a:pt x="782" y="567"/>
                  </a:cubicBezTo>
                  <a:cubicBezTo>
                    <a:pt x="742" y="561"/>
                    <a:pt x="701" y="558"/>
                    <a:pt x="662" y="558"/>
                  </a:cubicBezTo>
                  <a:cubicBezTo>
                    <a:pt x="606" y="558"/>
                    <a:pt x="552" y="565"/>
                    <a:pt x="503" y="581"/>
                  </a:cubicBezTo>
                  <a:cubicBezTo>
                    <a:pt x="601" y="483"/>
                    <a:pt x="656" y="344"/>
                    <a:pt x="643" y="204"/>
                  </a:cubicBezTo>
                  <a:cubicBezTo>
                    <a:pt x="629" y="107"/>
                    <a:pt x="559" y="37"/>
                    <a:pt x="475" y="9"/>
                  </a:cubicBezTo>
                  <a:cubicBezTo>
                    <a:pt x="447" y="3"/>
                    <a:pt x="420" y="0"/>
                    <a:pt x="392"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6" name="Google Shape;976;p15"/>
          <p:cNvGrpSpPr/>
          <p:nvPr/>
        </p:nvGrpSpPr>
        <p:grpSpPr>
          <a:xfrm>
            <a:off x="8111564" y="2156691"/>
            <a:ext cx="879353" cy="602708"/>
            <a:chOff x="7914639" y="4361691"/>
            <a:chExt cx="879353" cy="602708"/>
          </a:xfrm>
        </p:grpSpPr>
        <p:sp>
          <p:nvSpPr>
            <p:cNvPr id="977" name="Google Shape;977;p15"/>
            <p:cNvSpPr/>
            <p:nvPr/>
          </p:nvSpPr>
          <p:spPr>
            <a:xfrm>
              <a:off x="7914639" y="4361691"/>
              <a:ext cx="323708" cy="602708"/>
            </a:xfrm>
            <a:custGeom>
              <a:avLst/>
              <a:gdLst/>
              <a:ahLst/>
              <a:cxnLst/>
              <a:rect l="l" t="t" r="r" b="b"/>
              <a:pathLst>
                <a:path w="1926" h="3586" extrusionOk="0">
                  <a:moveTo>
                    <a:pt x="963" y="1"/>
                  </a:moveTo>
                  <a:lnTo>
                    <a:pt x="963" y="1"/>
                  </a:lnTo>
                  <a:cubicBezTo>
                    <a:pt x="740" y="84"/>
                    <a:pt x="503" y="154"/>
                    <a:pt x="252" y="196"/>
                  </a:cubicBezTo>
                  <a:cubicBezTo>
                    <a:pt x="210" y="1214"/>
                    <a:pt x="112" y="2274"/>
                    <a:pt x="1" y="3404"/>
                  </a:cubicBezTo>
                  <a:lnTo>
                    <a:pt x="307" y="3293"/>
                  </a:lnTo>
                  <a:cubicBezTo>
                    <a:pt x="391" y="3251"/>
                    <a:pt x="517" y="3209"/>
                    <a:pt x="656" y="3153"/>
                  </a:cubicBezTo>
                  <a:cubicBezTo>
                    <a:pt x="684" y="2721"/>
                    <a:pt x="698" y="2484"/>
                    <a:pt x="712" y="2400"/>
                  </a:cubicBezTo>
                  <a:lnTo>
                    <a:pt x="1061" y="2274"/>
                  </a:lnTo>
                  <a:lnTo>
                    <a:pt x="1061" y="2274"/>
                  </a:lnTo>
                  <a:cubicBezTo>
                    <a:pt x="991" y="2888"/>
                    <a:pt x="963" y="3334"/>
                    <a:pt x="963" y="3586"/>
                  </a:cubicBezTo>
                  <a:cubicBezTo>
                    <a:pt x="1047" y="3530"/>
                    <a:pt x="1130" y="3474"/>
                    <a:pt x="1228" y="3418"/>
                  </a:cubicBezTo>
                  <a:cubicBezTo>
                    <a:pt x="1326" y="3362"/>
                    <a:pt x="1409" y="3321"/>
                    <a:pt x="1507" y="3279"/>
                  </a:cubicBezTo>
                  <a:lnTo>
                    <a:pt x="1563" y="3251"/>
                  </a:lnTo>
                  <a:cubicBezTo>
                    <a:pt x="1591" y="2623"/>
                    <a:pt x="1716" y="1591"/>
                    <a:pt x="1925" y="140"/>
                  </a:cubicBezTo>
                  <a:lnTo>
                    <a:pt x="1925" y="140"/>
                  </a:lnTo>
                  <a:cubicBezTo>
                    <a:pt x="1702" y="252"/>
                    <a:pt x="1451" y="322"/>
                    <a:pt x="1214" y="377"/>
                  </a:cubicBezTo>
                  <a:cubicBezTo>
                    <a:pt x="1186" y="880"/>
                    <a:pt x="1144" y="1270"/>
                    <a:pt x="1130" y="1535"/>
                  </a:cubicBezTo>
                  <a:cubicBezTo>
                    <a:pt x="1061" y="1577"/>
                    <a:pt x="991" y="1605"/>
                    <a:pt x="949" y="1619"/>
                  </a:cubicBezTo>
                  <a:cubicBezTo>
                    <a:pt x="949" y="1619"/>
                    <a:pt x="893" y="1647"/>
                    <a:pt x="796" y="1702"/>
                  </a:cubicBezTo>
                  <a:cubicBezTo>
                    <a:pt x="824" y="1131"/>
                    <a:pt x="879" y="559"/>
                    <a:pt x="963"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15"/>
            <p:cNvSpPr/>
            <p:nvPr/>
          </p:nvSpPr>
          <p:spPr>
            <a:xfrm>
              <a:off x="8228765" y="4706407"/>
              <a:ext cx="175972" cy="208746"/>
            </a:xfrm>
            <a:custGeom>
              <a:avLst/>
              <a:gdLst/>
              <a:ahLst/>
              <a:cxnLst/>
              <a:rect l="l" t="t" r="r" b="b"/>
              <a:pathLst>
                <a:path w="1047" h="1242" extrusionOk="0">
                  <a:moveTo>
                    <a:pt x="503" y="0"/>
                  </a:moveTo>
                  <a:cubicBezTo>
                    <a:pt x="308" y="0"/>
                    <a:pt x="126" y="126"/>
                    <a:pt x="43" y="307"/>
                  </a:cubicBezTo>
                  <a:cubicBezTo>
                    <a:pt x="1" y="405"/>
                    <a:pt x="15" y="516"/>
                    <a:pt x="56" y="614"/>
                  </a:cubicBezTo>
                  <a:cubicBezTo>
                    <a:pt x="148" y="580"/>
                    <a:pt x="250" y="555"/>
                    <a:pt x="345" y="555"/>
                  </a:cubicBezTo>
                  <a:cubicBezTo>
                    <a:pt x="365" y="555"/>
                    <a:pt x="385" y="556"/>
                    <a:pt x="405" y="558"/>
                  </a:cubicBezTo>
                  <a:cubicBezTo>
                    <a:pt x="405" y="516"/>
                    <a:pt x="405" y="488"/>
                    <a:pt x="391" y="461"/>
                  </a:cubicBezTo>
                  <a:cubicBezTo>
                    <a:pt x="377" y="419"/>
                    <a:pt x="405" y="377"/>
                    <a:pt x="447" y="349"/>
                  </a:cubicBezTo>
                  <a:cubicBezTo>
                    <a:pt x="503" y="349"/>
                    <a:pt x="545" y="377"/>
                    <a:pt x="545" y="419"/>
                  </a:cubicBezTo>
                  <a:cubicBezTo>
                    <a:pt x="545" y="447"/>
                    <a:pt x="531" y="474"/>
                    <a:pt x="531" y="502"/>
                  </a:cubicBezTo>
                  <a:cubicBezTo>
                    <a:pt x="447" y="642"/>
                    <a:pt x="349" y="781"/>
                    <a:pt x="238" y="893"/>
                  </a:cubicBezTo>
                  <a:cubicBezTo>
                    <a:pt x="140" y="977"/>
                    <a:pt x="98" y="1116"/>
                    <a:pt x="140" y="1242"/>
                  </a:cubicBezTo>
                  <a:cubicBezTo>
                    <a:pt x="203" y="1194"/>
                    <a:pt x="312" y="1169"/>
                    <a:pt x="468" y="1169"/>
                  </a:cubicBezTo>
                  <a:cubicBezTo>
                    <a:pt x="586" y="1169"/>
                    <a:pt x="732" y="1184"/>
                    <a:pt x="907" y="1214"/>
                  </a:cubicBezTo>
                  <a:cubicBezTo>
                    <a:pt x="921" y="1088"/>
                    <a:pt x="963" y="977"/>
                    <a:pt x="1047" y="879"/>
                  </a:cubicBezTo>
                  <a:cubicBezTo>
                    <a:pt x="961" y="862"/>
                    <a:pt x="880" y="850"/>
                    <a:pt x="798" y="850"/>
                  </a:cubicBezTo>
                  <a:cubicBezTo>
                    <a:pt x="747" y="850"/>
                    <a:pt x="696" y="854"/>
                    <a:pt x="642" y="865"/>
                  </a:cubicBezTo>
                  <a:cubicBezTo>
                    <a:pt x="852" y="670"/>
                    <a:pt x="949" y="502"/>
                    <a:pt x="935" y="349"/>
                  </a:cubicBezTo>
                  <a:cubicBezTo>
                    <a:pt x="935" y="209"/>
                    <a:pt x="852" y="98"/>
                    <a:pt x="740" y="42"/>
                  </a:cubicBezTo>
                  <a:cubicBezTo>
                    <a:pt x="670" y="0"/>
                    <a:pt x="586" y="0"/>
                    <a:pt x="503"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15"/>
            <p:cNvSpPr/>
            <p:nvPr/>
          </p:nvSpPr>
          <p:spPr>
            <a:xfrm>
              <a:off x="8421039" y="4507074"/>
              <a:ext cx="372953" cy="413626"/>
            </a:xfrm>
            <a:custGeom>
              <a:avLst/>
              <a:gdLst/>
              <a:ahLst/>
              <a:cxnLst/>
              <a:rect l="l" t="t" r="r" b="b"/>
              <a:pathLst>
                <a:path w="2219" h="2461" extrusionOk="0">
                  <a:moveTo>
                    <a:pt x="1298" y="977"/>
                  </a:moveTo>
                  <a:cubicBezTo>
                    <a:pt x="1493" y="977"/>
                    <a:pt x="1577" y="1061"/>
                    <a:pt x="1563" y="1228"/>
                  </a:cubicBezTo>
                  <a:cubicBezTo>
                    <a:pt x="1549" y="1340"/>
                    <a:pt x="1493" y="1465"/>
                    <a:pt x="1423" y="1563"/>
                  </a:cubicBezTo>
                  <a:cubicBezTo>
                    <a:pt x="1284" y="1786"/>
                    <a:pt x="1061" y="1925"/>
                    <a:pt x="809" y="1967"/>
                  </a:cubicBezTo>
                  <a:cubicBezTo>
                    <a:pt x="712" y="1953"/>
                    <a:pt x="656" y="1870"/>
                    <a:pt x="642" y="1730"/>
                  </a:cubicBezTo>
                  <a:cubicBezTo>
                    <a:pt x="642" y="1535"/>
                    <a:pt x="726" y="1354"/>
                    <a:pt x="865" y="1200"/>
                  </a:cubicBezTo>
                  <a:cubicBezTo>
                    <a:pt x="991" y="1089"/>
                    <a:pt x="1144" y="1005"/>
                    <a:pt x="1298" y="977"/>
                  </a:cubicBezTo>
                  <a:close/>
                  <a:moveTo>
                    <a:pt x="1591" y="1"/>
                  </a:moveTo>
                  <a:cubicBezTo>
                    <a:pt x="1437" y="1"/>
                    <a:pt x="1298" y="28"/>
                    <a:pt x="1158" y="84"/>
                  </a:cubicBezTo>
                  <a:cubicBezTo>
                    <a:pt x="963" y="168"/>
                    <a:pt x="782" y="266"/>
                    <a:pt x="614" y="391"/>
                  </a:cubicBezTo>
                  <a:cubicBezTo>
                    <a:pt x="447" y="572"/>
                    <a:pt x="293" y="768"/>
                    <a:pt x="168" y="991"/>
                  </a:cubicBezTo>
                  <a:cubicBezTo>
                    <a:pt x="56" y="1242"/>
                    <a:pt x="0" y="1507"/>
                    <a:pt x="14" y="1772"/>
                  </a:cubicBezTo>
                  <a:cubicBezTo>
                    <a:pt x="56" y="1953"/>
                    <a:pt x="140" y="2135"/>
                    <a:pt x="265" y="2274"/>
                  </a:cubicBezTo>
                  <a:cubicBezTo>
                    <a:pt x="377" y="2372"/>
                    <a:pt x="503" y="2428"/>
                    <a:pt x="656" y="2456"/>
                  </a:cubicBezTo>
                  <a:cubicBezTo>
                    <a:pt x="694" y="2459"/>
                    <a:pt x="732" y="2460"/>
                    <a:pt x="771" y="2460"/>
                  </a:cubicBezTo>
                  <a:cubicBezTo>
                    <a:pt x="904" y="2460"/>
                    <a:pt x="1042" y="2440"/>
                    <a:pt x="1172" y="2386"/>
                  </a:cubicBezTo>
                  <a:cubicBezTo>
                    <a:pt x="1367" y="2302"/>
                    <a:pt x="1535" y="2177"/>
                    <a:pt x="1688" y="2037"/>
                  </a:cubicBezTo>
                  <a:cubicBezTo>
                    <a:pt x="1758" y="1967"/>
                    <a:pt x="1814" y="1898"/>
                    <a:pt x="1856" y="1814"/>
                  </a:cubicBezTo>
                  <a:cubicBezTo>
                    <a:pt x="1953" y="1688"/>
                    <a:pt x="2023" y="1563"/>
                    <a:pt x="2079" y="1423"/>
                  </a:cubicBezTo>
                  <a:cubicBezTo>
                    <a:pt x="2162" y="1228"/>
                    <a:pt x="2204" y="1019"/>
                    <a:pt x="2218" y="810"/>
                  </a:cubicBezTo>
                  <a:cubicBezTo>
                    <a:pt x="2218" y="628"/>
                    <a:pt x="2176" y="461"/>
                    <a:pt x="2093" y="321"/>
                  </a:cubicBezTo>
                  <a:cubicBezTo>
                    <a:pt x="1981" y="140"/>
                    <a:pt x="1800" y="15"/>
                    <a:pt x="1591"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0" name="Google Shape;980;p15"/>
          <p:cNvGrpSpPr/>
          <p:nvPr/>
        </p:nvGrpSpPr>
        <p:grpSpPr>
          <a:xfrm>
            <a:off x="5019183" y="231027"/>
            <a:ext cx="347069" cy="236982"/>
            <a:chOff x="314533" y="4706402"/>
            <a:chExt cx="347069" cy="236982"/>
          </a:xfrm>
        </p:grpSpPr>
        <p:sp>
          <p:nvSpPr>
            <p:cNvPr id="981" name="Google Shape;981;p15"/>
            <p:cNvSpPr/>
            <p:nvPr/>
          </p:nvSpPr>
          <p:spPr>
            <a:xfrm>
              <a:off x="314533" y="4706402"/>
              <a:ext cx="126727" cy="236982"/>
            </a:xfrm>
            <a:custGeom>
              <a:avLst/>
              <a:gdLst/>
              <a:ahLst/>
              <a:cxnLst/>
              <a:rect l="l" t="t" r="r" b="b"/>
              <a:pathLst>
                <a:path w="754" h="1410" extrusionOk="0">
                  <a:moveTo>
                    <a:pt x="377" y="1"/>
                  </a:moveTo>
                  <a:cubicBezTo>
                    <a:pt x="293" y="29"/>
                    <a:pt x="196" y="56"/>
                    <a:pt x="98" y="84"/>
                  </a:cubicBezTo>
                  <a:cubicBezTo>
                    <a:pt x="84" y="475"/>
                    <a:pt x="56" y="893"/>
                    <a:pt x="1" y="1340"/>
                  </a:cubicBezTo>
                  <a:lnTo>
                    <a:pt x="126" y="1298"/>
                  </a:lnTo>
                  <a:lnTo>
                    <a:pt x="252" y="1242"/>
                  </a:lnTo>
                  <a:cubicBezTo>
                    <a:pt x="266" y="1061"/>
                    <a:pt x="280" y="977"/>
                    <a:pt x="280" y="949"/>
                  </a:cubicBezTo>
                  <a:lnTo>
                    <a:pt x="419" y="893"/>
                  </a:lnTo>
                  <a:lnTo>
                    <a:pt x="419" y="893"/>
                  </a:lnTo>
                  <a:cubicBezTo>
                    <a:pt x="391" y="1130"/>
                    <a:pt x="377" y="1312"/>
                    <a:pt x="377" y="1409"/>
                  </a:cubicBezTo>
                  <a:cubicBezTo>
                    <a:pt x="419" y="1395"/>
                    <a:pt x="447" y="1368"/>
                    <a:pt x="489" y="1354"/>
                  </a:cubicBezTo>
                  <a:cubicBezTo>
                    <a:pt x="517" y="1326"/>
                    <a:pt x="558" y="1312"/>
                    <a:pt x="600" y="1298"/>
                  </a:cubicBezTo>
                  <a:lnTo>
                    <a:pt x="614" y="1298"/>
                  </a:lnTo>
                  <a:cubicBezTo>
                    <a:pt x="628" y="1047"/>
                    <a:pt x="670" y="642"/>
                    <a:pt x="754" y="70"/>
                  </a:cubicBezTo>
                  <a:lnTo>
                    <a:pt x="754" y="70"/>
                  </a:lnTo>
                  <a:cubicBezTo>
                    <a:pt x="670" y="112"/>
                    <a:pt x="572" y="140"/>
                    <a:pt x="489" y="154"/>
                  </a:cubicBezTo>
                  <a:cubicBezTo>
                    <a:pt x="475" y="349"/>
                    <a:pt x="461" y="503"/>
                    <a:pt x="447" y="600"/>
                  </a:cubicBezTo>
                  <a:lnTo>
                    <a:pt x="377" y="642"/>
                  </a:lnTo>
                  <a:lnTo>
                    <a:pt x="321" y="670"/>
                  </a:lnTo>
                  <a:cubicBezTo>
                    <a:pt x="335" y="447"/>
                    <a:pt x="349" y="224"/>
                    <a:pt x="377"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15"/>
            <p:cNvSpPr/>
            <p:nvPr/>
          </p:nvSpPr>
          <p:spPr>
            <a:xfrm>
              <a:off x="438738" y="4841364"/>
              <a:ext cx="70590" cy="83196"/>
            </a:xfrm>
            <a:custGeom>
              <a:avLst/>
              <a:gdLst/>
              <a:ahLst/>
              <a:cxnLst/>
              <a:rect l="l" t="t" r="r" b="b"/>
              <a:pathLst>
                <a:path w="420" h="495" extrusionOk="0">
                  <a:moveTo>
                    <a:pt x="230" y="1"/>
                  </a:moveTo>
                  <a:cubicBezTo>
                    <a:pt x="219" y="1"/>
                    <a:pt x="208" y="3"/>
                    <a:pt x="196" y="7"/>
                  </a:cubicBezTo>
                  <a:cubicBezTo>
                    <a:pt x="126" y="7"/>
                    <a:pt x="57" y="48"/>
                    <a:pt x="15" y="118"/>
                  </a:cubicBezTo>
                  <a:cubicBezTo>
                    <a:pt x="1" y="160"/>
                    <a:pt x="15" y="202"/>
                    <a:pt x="29" y="244"/>
                  </a:cubicBezTo>
                  <a:cubicBezTo>
                    <a:pt x="71" y="230"/>
                    <a:pt x="112" y="216"/>
                    <a:pt x="154" y="216"/>
                  </a:cubicBezTo>
                  <a:cubicBezTo>
                    <a:pt x="168" y="202"/>
                    <a:pt x="168" y="202"/>
                    <a:pt x="154" y="188"/>
                  </a:cubicBezTo>
                  <a:cubicBezTo>
                    <a:pt x="154" y="160"/>
                    <a:pt x="168" y="146"/>
                    <a:pt x="182" y="132"/>
                  </a:cubicBezTo>
                  <a:cubicBezTo>
                    <a:pt x="210" y="132"/>
                    <a:pt x="224" y="146"/>
                    <a:pt x="224" y="174"/>
                  </a:cubicBezTo>
                  <a:cubicBezTo>
                    <a:pt x="224" y="174"/>
                    <a:pt x="224" y="188"/>
                    <a:pt x="224" y="202"/>
                  </a:cubicBezTo>
                  <a:cubicBezTo>
                    <a:pt x="196" y="258"/>
                    <a:pt x="154" y="314"/>
                    <a:pt x="112" y="355"/>
                  </a:cubicBezTo>
                  <a:cubicBezTo>
                    <a:pt x="71" y="383"/>
                    <a:pt x="57" y="439"/>
                    <a:pt x="71" y="495"/>
                  </a:cubicBezTo>
                  <a:cubicBezTo>
                    <a:pt x="94" y="472"/>
                    <a:pt x="134" y="461"/>
                    <a:pt x="193" y="461"/>
                  </a:cubicBezTo>
                  <a:cubicBezTo>
                    <a:pt x="241" y="461"/>
                    <a:pt x="302" y="468"/>
                    <a:pt x="377" y="481"/>
                  </a:cubicBezTo>
                  <a:cubicBezTo>
                    <a:pt x="377" y="425"/>
                    <a:pt x="391" y="383"/>
                    <a:pt x="419" y="355"/>
                  </a:cubicBezTo>
                  <a:cubicBezTo>
                    <a:pt x="387" y="339"/>
                    <a:pt x="354" y="332"/>
                    <a:pt x="321" y="332"/>
                  </a:cubicBezTo>
                  <a:cubicBezTo>
                    <a:pt x="298" y="332"/>
                    <a:pt x="275" y="336"/>
                    <a:pt x="252" y="341"/>
                  </a:cubicBezTo>
                  <a:cubicBezTo>
                    <a:pt x="322" y="286"/>
                    <a:pt x="363" y="216"/>
                    <a:pt x="363" y="132"/>
                  </a:cubicBezTo>
                  <a:cubicBezTo>
                    <a:pt x="363" y="90"/>
                    <a:pt x="336" y="35"/>
                    <a:pt x="294" y="21"/>
                  </a:cubicBezTo>
                  <a:cubicBezTo>
                    <a:pt x="274" y="11"/>
                    <a:pt x="254" y="1"/>
                    <a:pt x="230"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15"/>
            <p:cNvSpPr/>
            <p:nvPr/>
          </p:nvSpPr>
          <p:spPr>
            <a:xfrm>
              <a:off x="513866" y="4762706"/>
              <a:ext cx="147736" cy="162862"/>
            </a:xfrm>
            <a:custGeom>
              <a:avLst/>
              <a:gdLst/>
              <a:ahLst/>
              <a:cxnLst/>
              <a:rect l="l" t="t" r="r" b="b"/>
              <a:pathLst>
                <a:path w="879" h="969" extrusionOk="0">
                  <a:moveTo>
                    <a:pt x="516" y="391"/>
                  </a:moveTo>
                  <a:cubicBezTo>
                    <a:pt x="586" y="391"/>
                    <a:pt x="628" y="419"/>
                    <a:pt x="614" y="489"/>
                  </a:cubicBezTo>
                  <a:cubicBezTo>
                    <a:pt x="614" y="530"/>
                    <a:pt x="586" y="572"/>
                    <a:pt x="558" y="614"/>
                  </a:cubicBezTo>
                  <a:cubicBezTo>
                    <a:pt x="516" y="698"/>
                    <a:pt x="419" y="754"/>
                    <a:pt x="321" y="782"/>
                  </a:cubicBezTo>
                  <a:cubicBezTo>
                    <a:pt x="293" y="782"/>
                    <a:pt x="265" y="740"/>
                    <a:pt x="251" y="684"/>
                  </a:cubicBezTo>
                  <a:cubicBezTo>
                    <a:pt x="265" y="530"/>
                    <a:pt x="377" y="419"/>
                    <a:pt x="516" y="391"/>
                  </a:cubicBezTo>
                  <a:close/>
                  <a:moveTo>
                    <a:pt x="628" y="0"/>
                  </a:moveTo>
                  <a:cubicBezTo>
                    <a:pt x="572" y="0"/>
                    <a:pt x="516" y="14"/>
                    <a:pt x="460" y="42"/>
                  </a:cubicBezTo>
                  <a:cubicBezTo>
                    <a:pt x="377" y="70"/>
                    <a:pt x="307" y="112"/>
                    <a:pt x="237" y="154"/>
                  </a:cubicBezTo>
                  <a:cubicBezTo>
                    <a:pt x="182" y="224"/>
                    <a:pt x="112" y="307"/>
                    <a:pt x="70" y="391"/>
                  </a:cubicBezTo>
                  <a:cubicBezTo>
                    <a:pt x="28" y="489"/>
                    <a:pt x="0" y="600"/>
                    <a:pt x="14" y="698"/>
                  </a:cubicBezTo>
                  <a:cubicBezTo>
                    <a:pt x="28" y="768"/>
                    <a:pt x="56" y="837"/>
                    <a:pt x="112" y="893"/>
                  </a:cubicBezTo>
                  <a:cubicBezTo>
                    <a:pt x="154" y="935"/>
                    <a:pt x="195" y="963"/>
                    <a:pt x="265" y="963"/>
                  </a:cubicBezTo>
                  <a:cubicBezTo>
                    <a:pt x="282" y="967"/>
                    <a:pt x="299" y="969"/>
                    <a:pt x="317" y="969"/>
                  </a:cubicBezTo>
                  <a:cubicBezTo>
                    <a:pt x="362" y="969"/>
                    <a:pt x="411" y="959"/>
                    <a:pt x="460" y="949"/>
                  </a:cubicBezTo>
                  <a:cubicBezTo>
                    <a:pt x="530" y="907"/>
                    <a:pt x="600" y="865"/>
                    <a:pt x="656" y="809"/>
                  </a:cubicBezTo>
                  <a:cubicBezTo>
                    <a:pt x="684" y="782"/>
                    <a:pt x="712" y="754"/>
                    <a:pt x="739" y="726"/>
                  </a:cubicBezTo>
                  <a:cubicBezTo>
                    <a:pt x="767" y="670"/>
                    <a:pt x="795" y="614"/>
                    <a:pt x="823" y="558"/>
                  </a:cubicBezTo>
                  <a:cubicBezTo>
                    <a:pt x="851" y="489"/>
                    <a:pt x="865" y="405"/>
                    <a:pt x="865" y="321"/>
                  </a:cubicBezTo>
                  <a:cubicBezTo>
                    <a:pt x="879" y="251"/>
                    <a:pt x="851" y="182"/>
                    <a:pt x="823" y="126"/>
                  </a:cubicBezTo>
                  <a:cubicBezTo>
                    <a:pt x="781" y="56"/>
                    <a:pt x="712" y="14"/>
                    <a:pt x="628"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4" name="Google Shape;984;p15"/>
          <p:cNvGrpSpPr/>
          <p:nvPr/>
        </p:nvGrpSpPr>
        <p:grpSpPr>
          <a:xfrm>
            <a:off x="4620507" y="4259700"/>
            <a:ext cx="944899" cy="1381049"/>
            <a:chOff x="7527282" y="2376150"/>
            <a:chExt cx="944899" cy="1381049"/>
          </a:xfrm>
        </p:grpSpPr>
        <p:sp>
          <p:nvSpPr>
            <p:cNvPr id="985" name="Google Shape;985;p15"/>
            <p:cNvSpPr/>
            <p:nvPr/>
          </p:nvSpPr>
          <p:spPr>
            <a:xfrm>
              <a:off x="7707791" y="2920031"/>
              <a:ext cx="169081" cy="150257"/>
            </a:xfrm>
            <a:custGeom>
              <a:avLst/>
              <a:gdLst/>
              <a:ahLst/>
              <a:cxnLst/>
              <a:rect l="l" t="t" r="r" b="b"/>
              <a:pathLst>
                <a:path w="1006" h="894" extrusionOk="0">
                  <a:moveTo>
                    <a:pt x="1005" y="0"/>
                  </a:moveTo>
                  <a:lnTo>
                    <a:pt x="1005" y="0"/>
                  </a:lnTo>
                  <a:cubicBezTo>
                    <a:pt x="1005" y="1"/>
                    <a:pt x="935" y="42"/>
                    <a:pt x="824" y="126"/>
                  </a:cubicBezTo>
                  <a:cubicBezTo>
                    <a:pt x="726" y="196"/>
                    <a:pt x="601" y="293"/>
                    <a:pt x="475" y="419"/>
                  </a:cubicBezTo>
                  <a:cubicBezTo>
                    <a:pt x="349" y="531"/>
                    <a:pt x="224" y="642"/>
                    <a:pt x="140" y="740"/>
                  </a:cubicBezTo>
                  <a:cubicBezTo>
                    <a:pt x="84" y="782"/>
                    <a:pt x="43" y="837"/>
                    <a:pt x="1" y="893"/>
                  </a:cubicBezTo>
                  <a:cubicBezTo>
                    <a:pt x="1" y="893"/>
                    <a:pt x="71" y="851"/>
                    <a:pt x="182" y="782"/>
                  </a:cubicBezTo>
                  <a:cubicBezTo>
                    <a:pt x="294" y="684"/>
                    <a:pt x="419" y="586"/>
                    <a:pt x="531" y="489"/>
                  </a:cubicBezTo>
                  <a:cubicBezTo>
                    <a:pt x="656" y="377"/>
                    <a:pt x="782" y="252"/>
                    <a:pt x="866" y="168"/>
                  </a:cubicBezTo>
                  <a:cubicBezTo>
                    <a:pt x="949" y="70"/>
                    <a:pt x="1005" y="1"/>
                    <a:pt x="1005"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15"/>
            <p:cNvSpPr/>
            <p:nvPr/>
          </p:nvSpPr>
          <p:spPr>
            <a:xfrm>
              <a:off x="7893006" y="2863727"/>
              <a:ext cx="225217" cy="199502"/>
            </a:xfrm>
            <a:custGeom>
              <a:avLst/>
              <a:gdLst/>
              <a:ahLst/>
              <a:cxnLst/>
              <a:rect l="l" t="t" r="r" b="b"/>
              <a:pathLst>
                <a:path w="1340" h="1187" extrusionOk="0">
                  <a:moveTo>
                    <a:pt x="1" y="1"/>
                  </a:moveTo>
                  <a:cubicBezTo>
                    <a:pt x="1" y="1"/>
                    <a:pt x="29" y="29"/>
                    <a:pt x="56" y="57"/>
                  </a:cubicBezTo>
                  <a:cubicBezTo>
                    <a:pt x="84" y="98"/>
                    <a:pt x="140" y="154"/>
                    <a:pt x="196" y="210"/>
                  </a:cubicBezTo>
                  <a:cubicBezTo>
                    <a:pt x="308" y="335"/>
                    <a:pt x="475" y="489"/>
                    <a:pt x="642" y="628"/>
                  </a:cubicBezTo>
                  <a:cubicBezTo>
                    <a:pt x="810" y="782"/>
                    <a:pt x="977" y="921"/>
                    <a:pt x="1117" y="1033"/>
                  </a:cubicBezTo>
                  <a:cubicBezTo>
                    <a:pt x="1172" y="1075"/>
                    <a:pt x="1242" y="1117"/>
                    <a:pt x="1270" y="1145"/>
                  </a:cubicBezTo>
                  <a:lnTo>
                    <a:pt x="1340" y="1186"/>
                  </a:lnTo>
                  <a:cubicBezTo>
                    <a:pt x="1340" y="1186"/>
                    <a:pt x="1326" y="1172"/>
                    <a:pt x="1284" y="1131"/>
                  </a:cubicBezTo>
                  <a:cubicBezTo>
                    <a:pt x="1256" y="1103"/>
                    <a:pt x="1214" y="1047"/>
                    <a:pt x="1144" y="991"/>
                  </a:cubicBezTo>
                  <a:cubicBezTo>
                    <a:pt x="1033" y="866"/>
                    <a:pt x="866" y="712"/>
                    <a:pt x="712" y="559"/>
                  </a:cubicBezTo>
                  <a:cubicBezTo>
                    <a:pt x="545" y="419"/>
                    <a:pt x="363" y="266"/>
                    <a:pt x="238" y="168"/>
                  </a:cubicBezTo>
                  <a:lnTo>
                    <a:pt x="70" y="43"/>
                  </a:lnTo>
                  <a:lnTo>
                    <a:pt x="1" y="1"/>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15"/>
            <p:cNvSpPr/>
            <p:nvPr/>
          </p:nvSpPr>
          <p:spPr>
            <a:xfrm>
              <a:off x="7893006" y="3363069"/>
              <a:ext cx="225217" cy="199502"/>
            </a:xfrm>
            <a:custGeom>
              <a:avLst/>
              <a:gdLst/>
              <a:ahLst/>
              <a:cxnLst/>
              <a:rect l="l" t="t" r="r" b="b"/>
              <a:pathLst>
                <a:path w="1340" h="1187" extrusionOk="0">
                  <a:moveTo>
                    <a:pt x="1340" y="1"/>
                  </a:moveTo>
                  <a:lnTo>
                    <a:pt x="1270" y="43"/>
                  </a:lnTo>
                  <a:lnTo>
                    <a:pt x="1117" y="168"/>
                  </a:lnTo>
                  <a:cubicBezTo>
                    <a:pt x="977" y="266"/>
                    <a:pt x="810" y="405"/>
                    <a:pt x="642" y="559"/>
                  </a:cubicBezTo>
                  <a:cubicBezTo>
                    <a:pt x="475" y="712"/>
                    <a:pt x="308" y="866"/>
                    <a:pt x="196" y="977"/>
                  </a:cubicBezTo>
                  <a:cubicBezTo>
                    <a:pt x="140" y="1047"/>
                    <a:pt x="98" y="1103"/>
                    <a:pt x="56" y="1131"/>
                  </a:cubicBezTo>
                  <a:cubicBezTo>
                    <a:pt x="29" y="1159"/>
                    <a:pt x="1" y="1186"/>
                    <a:pt x="1" y="1186"/>
                  </a:cubicBezTo>
                  <a:lnTo>
                    <a:pt x="70" y="1145"/>
                  </a:lnTo>
                  <a:cubicBezTo>
                    <a:pt x="112" y="1117"/>
                    <a:pt x="168" y="1075"/>
                    <a:pt x="238" y="1019"/>
                  </a:cubicBezTo>
                  <a:cubicBezTo>
                    <a:pt x="363" y="921"/>
                    <a:pt x="545" y="782"/>
                    <a:pt x="712" y="628"/>
                  </a:cubicBezTo>
                  <a:cubicBezTo>
                    <a:pt x="879" y="489"/>
                    <a:pt x="1033" y="322"/>
                    <a:pt x="1144" y="210"/>
                  </a:cubicBezTo>
                  <a:cubicBezTo>
                    <a:pt x="1214" y="154"/>
                    <a:pt x="1256" y="98"/>
                    <a:pt x="1284" y="57"/>
                  </a:cubicBezTo>
                  <a:cubicBezTo>
                    <a:pt x="1326" y="29"/>
                    <a:pt x="1340" y="1"/>
                    <a:pt x="1340"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15"/>
            <p:cNvSpPr/>
            <p:nvPr/>
          </p:nvSpPr>
          <p:spPr>
            <a:xfrm>
              <a:off x="7670311" y="3363069"/>
              <a:ext cx="222864" cy="201855"/>
            </a:xfrm>
            <a:custGeom>
              <a:avLst/>
              <a:gdLst/>
              <a:ahLst/>
              <a:cxnLst/>
              <a:rect l="l" t="t" r="r" b="b"/>
              <a:pathLst>
                <a:path w="1326" h="1201" extrusionOk="0">
                  <a:moveTo>
                    <a:pt x="1" y="1"/>
                  </a:moveTo>
                  <a:cubicBezTo>
                    <a:pt x="1" y="1"/>
                    <a:pt x="15" y="29"/>
                    <a:pt x="56" y="57"/>
                  </a:cubicBezTo>
                  <a:cubicBezTo>
                    <a:pt x="84" y="98"/>
                    <a:pt x="126" y="154"/>
                    <a:pt x="182" y="210"/>
                  </a:cubicBezTo>
                  <a:cubicBezTo>
                    <a:pt x="307" y="336"/>
                    <a:pt x="461" y="489"/>
                    <a:pt x="628" y="628"/>
                  </a:cubicBezTo>
                  <a:cubicBezTo>
                    <a:pt x="796" y="782"/>
                    <a:pt x="977" y="921"/>
                    <a:pt x="1103" y="1033"/>
                  </a:cubicBezTo>
                  <a:cubicBezTo>
                    <a:pt x="1172" y="1075"/>
                    <a:pt x="1228" y="1117"/>
                    <a:pt x="1270" y="1145"/>
                  </a:cubicBezTo>
                  <a:lnTo>
                    <a:pt x="1326" y="1200"/>
                  </a:lnTo>
                  <a:cubicBezTo>
                    <a:pt x="1326" y="1200"/>
                    <a:pt x="1312" y="1172"/>
                    <a:pt x="1284" y="1131"/>
                  </a:cubicBezTo>
                  <a:cubicBezTo>
                    <a:pt x="1242" y="1103"/>
                    <a:pt x="1200" y="1047"/>
                    <a:pt x="1144" y="991"/>
                  </a:cubicBezTo>
                  <a:cubicBezTo>
                    <a:pt x="1019" y="866"/>
                    <a:pt x="865" y="712"/>
                    <a:pt x="698" y="559"/>
                  </a:cubicBezTo>
                  <a:cubicBezTo>
                    <a:pt x="531" y="419"/>
                    <a:pt x="363" y="266"/>
                    <a:pt x="224" y="168"/>
                  </a:cubicBezTo>
                  <a:cubicBezTo>
                    <a:pt x="154" y="112"/>
                    <a:pt x="98" y="84"/>
                    <a:pt x="56" y="43"/>
                  </a:cubicBezTo>
                  <a:lnTo>
                    <a:pt x="1" y="1"/>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15"/>
            <p:cNvSpPr/>
            <p:nvPr/>
          </p:nvSpPr>
          <p:spPr>
            <a:xfrm>
              <a:off x="7714850" y="3365422"/>
              <a:ext cx="162022" cy="140845"/>
            </a:xfrm>
            <a:custGeom>
              <a:avLst/>
              <a:gdLst/>
              <a:ahLst/>
              <a:cxnLst/>
              <a:rect l="l" t="t" r="r" b="b"/>
              <a:pathLst>
                <a:path w="964" h="838" extrusionOk="0">
                  <a:moveTo>
                    <a:pt x="1" y="1"/>
                  </a:moveTo>
                  <a:lnTo>
                    <a:pt x="1" y="1"/>
                  </a:lnTo>
                  <a:cubicBezTo>
                    <a:pt x="1" y="1"/>
                    <a:pt x="56" y="57"/>
                    <a:pt x="140" y="154"/>
                  </a:cubicBezTo>
                  <a:cubicBezTo>
                    <a:pt x="210" y="238"/>
                    <a:pt x="321" y="349"/>
                    <a:pt x="447" y="461"/>
                  </a:cubicBezTo>
                  <a:cubicBezTo>
                    <a:pt x="559" y="559"/>
                    <a:pt x="670" y="642"/>
                    <a:pt x="796" y="726"/>
                  </a:cubicBezTo>
                  <a:cubicBezTo>
                    <a:pt x="893" y="796"/>
                    <a:pt x="963" y="838"/>
                    <a:pt x="963" y="838"/>
                  </a:cubicBezTo>
                  <a:cubicBezTo>
                    <a:pt x="921" y="796"/>
                    <a:pt x="879" y="740"/>
                    <a:pt x="838" y="684"/>
                  </a:cubicBezTo>
                  <a:cubicBezTo>
                    <a:pt x="740" y="587"/>
                    <a:pt x="628" y="475"/>
                    <a:pt x="517" y="377"/>
                  </a:cubicBezTo>
                  <a:cubicBezTo>
                    <a:pt x="405" y="280"/>
                    <a:pt x="294" y="196"/>
                    <a:pt x="182" y="112"/>
                  </a:cubicBezTo>
                  <a:cubicBezTo>
                    <a:pt x="126" y="70"/>
                    <a:pt x="70" y="29"/>
                    <a:pt x="1"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15"/>
            <p:cNvSpPr/>
            <p:nvPr/>
          </p:nvSpPr>
          <p:spPr>
            <a:xfrm>
              <a:off x="8110994" y="3063060"/>
              <a:ext cx="150257" cy="433795"/>
            </a:xfrm>
            <a:custGeom>
              <a:avLst/>
              <a:gdLst/>
              <a:ahLst/>
              <a:cxnLst/>
              <a:rect l="l" t="t" r="r" b="b"/>
              <a:pathLst>
                <a:path w="894" h="2581" extrusionOk="0">
                  <a:moveTo>
                    <a:pt x="29" y="0"/>
                  </a:moveTo>
                  <a:cubicBezTo>
                    <a:pt x="29" y="0"/>
                    <a:pt x="15" y="28"/>
                    <a:pt x="29" y="70"/>
                  </a:cubicBezTo>
                  <a:lnTo>
                    <a:pt x="29" y="0"/>
                  </a:lnTo>
                  <a:close/>
                  <a:moveTo>
                    <a:pt x="29" y="70"/>
                  </a:moveTo>
                  <a:lnTo>
                    <a:pt x="29" y="84"/>
                  </a:lnTo>
                  <a:cubicBezTo>
                    <a:pt x="29" y="126"/>
                    <a:pt x="15" y="196"/>
                    <a:pt x="15" y="279"/>
                  </a:cubicBezTo>
                  <a:cubicBezTo>
                    <a:pt x="1" y="461"/>
                    <a:pt x="1" y="670"/>
                    <a:pt x="1" y="893"/>
                  </a:cubicBezTo>
                  <a:cubicBezTo>
                    <a:pt x="1" y="1116"/>
                    <a:pt x="15" y="1339"/>
                    <a:pt x="29" y="1507"/>
                  </a:cubicBezTo>
                  <a:cubicBezTo>
                    <a:pt x="29" y="1591"/>
                    <a:pt x="57" y="1660"/>
                    <a:pt x="57" y="1716"/>
                  </a:cubicBezTo>
                  <a:cubicBezTo>
                    <a:pt x="57" y="1711"/>
                    <a:pt x="57" y="1707"/>
                    <a:pt x="57" y="1702"/>
                  </a:cubicBezTo>
                  <a:cubicBezTo>
                    <a:pt x="57" y="1660"/>
                    <a:pt x="71" y="1591"/>
                    <a:pt x="71" y="1507"/>
                  </a:cubicBezTo>
                  <a:cubicBezTo>
                    <a:pt x="85" y="1325"/>
                    <a:pt x="85" y="1116"/>
                    <a:pt x="85" y="893"/>
                  </a:cubicBezTo>
                  <a:cubicBezTo>
                    <a:pt x="71" y="670"/>
                    <a:pt x="57" y="447"/>
                    <a:pt x="43" y="279"/>
                  </a:cubicBezTo>
                  <a:cubicBezTo>
                    <a:pt x="43" y="196"/>
                    <a:pt x="29" y="126"/>
                    <a:pt x="29" y="70"/>
                  </a:cubicBezTo>
                  <a:close/>
                  <a:moveTo>
                    <a:pt x="57" y="1772"/>
                  </a:moveTo>
                  <a:cubicBezTo>
                    <a:pt x="57" y="1777"/>
                    <a:pt x="57" y="1781"/>
                    <a:pt x="57" y="1786"/>
                  </a:cubicBezTo>
                  <a:cubicBezTo>
                    <a:pt x="71" y="1800"/>
                    <a:pt x="113" y="1856"/>
                    <a:pt x="168" y="1925"/>
                  </a:cubicBezTo>
                  <a:cubicBezTo>
                    <a:pt x="252" y="2023"/>
                    <a:pt x="336" y="2121"/>
                    <a:pt x="433" y="2218"/>
                  </a:cubicBezTo>
                  <a:cubicBezTo>
                    <a:pt x="531" y="2302"/>
                    <a:pt x="629" y="2386"/>
                    <a:pt x="740" y="2469"/>
                  </a:cubicBezTo>
                  <a:cubicBezTo>
                    <a:pt x="824" y="2539"/>
                    <a:pt x="894" y="2581"/>
                    <a:pt x="894" y="2581"/>
                  </a:cubicBezTo>
                  <a:cubicBezTo>
                    <a:pt x="852" y="2525"/>
                    <a:pt x="824" y="2483"/>
                    <a:pt x="782" y="2427"/>
                  </a:cubicBezTo>
                  <a:cubicBezTo>
                    <a:pt x="698" y="2330"/>
                    <a:pt x="601" y="2232"/>
                    <a:pt x="503" y="2148"/>
                  </a:cubicBezTo>
                  <a:cubicBezTo>
                    <a:pt x="405" y="2051"/>
                    <a:pt x="308" y="1967"/>
                    <a:pt x="210" y="1883"/>
                  </a:cubicBezTo>
                  <a:cubicBezTo>
                    <a:pt x="154" y="1842"/>
                    <a:pt x="113" y="1814"/>
                    <a:pt x="57" y="1772"/>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15"/>
            <p:cNvSpPr/>
            <p:nvPr/>
          </p:nvSpPr>
          <p:spPr>
            <a:xfrm>
              <a:off x="8085279" y="3119365"/>
              <a:ext cx="16639" cy="192275"/>
            </a:xfrm>
            <a:custGeom>
              <a:avLst/>
              <a:gdLst/>
              <a:ahLst/>
              <a:cxnLst/>
              <a:rect l="l" t="t" r="r" b="b"/>
              <a:pathLst>
                <a:path w="99" h="1144" extrusionOk="0">
                  <a:moveTo>
                    <a:pt x="42" y="0"/>
                  </a:moveTo>
                  <a:cubicBezTo>
                    <a:pt x="42" y="0"/>
                    <a:pt x="28" y="70"/>
                    <a:pt x="14" y="168"/>
                  </a:cubicBezTo>
                  <a:cubicBezTo>
                    <a:pt x="0" y="307"/>
                    <a:pt x="0" y="433"/>
                    <a:pt x="0" y="572"/>
                  </a:cubicBezTo>
                  <a:cubicBezTo>
                    <a:pt x="0" y="712"/>
                    <a:pt x="14" y="865"/>
                    <a:pt x="28" y="963"/>
                  </a:cubicBezTo>
                  <a:cubicBezTo>
                    <a:pt x="42" y="1032"/>
                    <a:pt x="42" y="1088"/>
                    <a:pt x="56" y="1144"/>
                  </a:cubicBezTo>
                  <a:cubicBezTo>
                    <a:pt x="70" y="1088"/>
                    <a:pt x="84" y="1032"/>
                    <a:pt x="84" y="963"/>
                  </a:cubicBezTo>
                  <a:cubicBezTo>
                    <a:pt x="84" y="851"/>
                    <a:pt x="98" y="712"/>
                    <a:pt x="98" y="572"/>
                  </a:cubicBezTo>
                  <a:cubicBezTo>
                    <a:pt x="98" y="419"/>
                    <a:pt x="84" y="279"/>
                    <a:pt x="70" y="168"/>
                  </a:cubicBezTo>
                  <a:cubicBezTo>
                    <a:pt x="56" y="112"/>
                    <a:pt x="56" y="56"/>
                    <a:pt x="42"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15"/>
            <p:cNvSpPr/>
            <p:nvPr/>
          </p:nvSpPr>
          <p:spPr>
            <a:xfrm>
              <a:off x="7885947" y="2652797"/>
              <a:ext cx="16639" cy="192443"/>
            </a:xfrm>
            <a:custGeom>
              <a:avLst/>
              <a:gdLst/>
              <a:ahLst/>
              <a:cxnLst/>
              <a:rect l="l" t="t" r="r" b="b"/>
              <a:pathLst>
                <a:path w="99" h="1145" extrusionOk="0">
                  <a:moveTo>
                    <a:pt x="43" y="0"/>
                  </a:moveTo>
                  <a:cubicBezTo>
                    <a:pt x="29" y="56"/>
                    <a:pt x="15" y="112"/>
                    <a:pt x="15" y="182"/>
                  </a:cubicBezTo>
                  <a:cubicBezTo>
                    <a:pt x="1" y="307"/>
                    <a:pt x="1" y="447"/>
                    <a:pt x="1" y="572"/>
                  </a:cubicBezTo>
                  <a:cubicBezTo>
                    <a:pt x="1" y="712"/>
                    <a:pt x="15" y="851"/>
                    <a:pt x="29" y="977"/>
                  </a:cubicBezTo>
                  <a:cubicBezTo>
                    <a:pt x="43" y="1033"/>
                    <a:pt x="43" y="1088"/>
                    <a:pt x="57" y="1144"/>
                  </a:cubicBezTo>
                  <a:cubicBezTo>
                    <a:pt x="57" y="1144"/>
                    <a:pt x="71" y="1074"/>
                    <a:pt x="85" y="977"/>
                  </a:cubicBezTo>
                  <a:cubicBezTo>
                    <a:pt x="98" y="837"/>
                    <a:pt x="98" y="712"/>
                    <a:pt x="98" y="572"/>
                  </a:cubicBezTo>
                  <a:cubicBezTo>
                    <a:pt x="98" y="433"/>
                    <a:pt x="85" y="279"/>
                    <a:pt x="71" y="182"/>
                  </a:cubicBezTo>
                  <a:cubicBezTo>
                    <a:pt x="57" y="70"/>
                    <a:pt x="43" y="0"/>
                    <a:pt x="43"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15"/>
            <p:cNvSpPr/>
            <p:nvPr/>
          </p:nvSpPr>
          <p:spPr>
            <a:xfrm>
              <a:off x="7881241" y="3564756"/>
              <a:ext cx="18992" cy="192443"/>
            </a:xfrm>
            <a:custGeom>
              <a:avLst/>
              <a:gdLst/>
              <a:ahLst/>
              <a:cxnLst/>
              <a:rect l="l" t="t" r="r" b="b"/>
              <a:pathLst>
                <a:path w="113" h="1145" extrusionOk="0">
                  <a:moveTo>
                    <a:pt x="43" y="0"/>
                  </a:moveTo>
                  <a:cubicBezTo>
                    <a:pt x="43" y="0"/>
                    <a:pt x="29" y="70"/>
                    <a:pt x="15" y="168"/>
                  </a:cubicBezTo>
                  <a:cubicBezTo>
                    <a:pt x="1" y="307"/>
                    <a:pt x="1" y="433"/>
                    <a:pt x="1" y="572"/>
                  </a:cubicBezTo>
                  <a:cubicBezTo>
                    <a:pt x="1" y="712"/>
                    <a:pt x="15" y="865"/>
                    <a:pt x="29" y="977"/>
                  </a:cubicBezTo>
                  <a:cubicBezTo>
                    <a:pt x="43" y="1033"/>
                    <a:pt x="57" y="1088"/>
                    <a:pt x="71" y="1144"/>
                  </a:cubicBezTo>
                  <a:cubicBezTo>
                    <a:pt x="71" y="1144"/>
                    <a:pt x="85" y="1074"/>
                    <a:pt x="85" y="977"/>
                  </a:cubicBezTo>
                  <a:cubicBezTo>
                    <a:pt x="113" y="712"/>
                    <a:pt x="113" y="433"/>
                    <a:pt x="71" y="168"/>
                  </a:cubicBezTo>
                  <a:cubicBezTo>
                    <a:pt x="71" y="112"/>
                    <a:pt x="57" y="56"/>
                    <a:pt x="43"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15"/>
            <p:cNvSpPr/>
            <p:nvPr/>
          </p:nvSpPr>
          <p:spPr>
            <a:xfrm>
              <a:off x="8122759" y="2920031"/>
              <a:ext cx="136139" cy="140845"/>
            </a:xfrm>
            <a:custGeom>
              <a:avLst/>
              <a:gdLst/>
              <a:ahLst/>
              <a:cxnLst/>
              <a:rect l="l" t="t" r="r" b="b"/>
              <a:pathLst>
                <a:path w="810" h="838" extrusionOk="0">
                  <a:moveTo>
                    <a:pt x="810" y="0"/>
                  </a:moveTo>
                  <a:cubicBezTo>
                    <a:pt x="810" y="1"/>
                    <a:pt x="740" y="42"/>
                    <a:pt x="656" y="112"/>
                  </a:cubicBezTo>
                  <a:cubicBezTo>
                    <a:pt x="559" y="196"/>
                    <a:pt x="461" y="293"/>
                    <a:pt x="363" y="391"/>
                  </a:cubicBezTo>
                  <a:cubicBezTo>
                    <a:pt x="280" y="489"/>
                    <a:pt x="182" y="586"/>
                    <a:pt x="112" y="684"/>
                  </a:cubicBezTo>
                  <a:cubicBezTo>
                    <a:pt x="70" y="740"/>
                    <a:pt x="29" y="782"/>
                    <a:pt x="1" y="837"/>
                  </a:cubicBezTo>
                  <a:cubicBezTo>
                    <a:pt x="1" y="837"/>
                    <a:pt x="56" y="796"/>
                    <a:pt x="140" y="726"/>
                  </a:cubicBezTo>
                  <a:cubicBezTo>
                    <a:pt x="252" y="642"/>
                    <a:pt x="349" y="558"/>
                    <a:pt x="433" y="461"/>
                  </a:cubicBezTo>
                  <a:cubicBezTo>
                    <a:pt x="531" y="363"/>
                    <a:pt x="614" y="266"/>
                    <a:pt x="698" y="154"/>
                  </a:cubicBezTo>
                  <a:cubicBezTo>
                    <a:pt x="740" y="112"/>
                    <a:pt x="768" y="56"/>
                    <a:pt x="810"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15"/>
            <p:cNvSpPr/>
            <p:nvPr/>
          </p:nvSpPr>
          <p:spPr>
            <a:xfrm>
              <a:off x="7529635" y="3360716"/>
              <a:ext cx="136139" cy="140845"/>
            </a:xfrm>
            <a:custGeom>
              <a:avLst/>
              <a:gdLst/>
              <a:ahLst/>
              <a:cxnLst/>
              <a:rect l="l" t="t" r="r" b="b"/>
              <a:pathLst>
                <a:path w="810" h="838" extrusionOk="0">
                  <a:moveTo>
                    <a:pt x="810" y="1"/>
                  </a:moveTo>
                  <a:cubicBezTo>
                    <a:pt x="810" y="1"/>
                    <a:pt x="740" y="43"/>
                    <a:pt x="656" y="112"/>
                  </a:cubicBezTo>
                  <a:cubicBezTo>
                    <a:pt x="559" y="196"/>
                    <a:pt x="461" y="294"/>
                    <a:pt x="363" y="391"/>
                  </a:cubicBezTo>
                  <a:cubicBezTo>
                    <a:pt x="266" y="489"/>
                    <a:pt x="168" y="601"/>
                    <a:pt x="98" y="698"/>
                  </a:cubicBezTo>
                  <a:cubicBezTo>
                    <a:pt x="29" y="782"/>
                    <a:pt x="1" y="838"/>
                    <a:pt x="1" y="838"/>
                  </a:cubicBezTo>
                  <a:cubicBezTo>
                    <a:pt x="56" y="810"/>
                    <a:pt x="98" y="768"/>
                    <a:pt x="140" y="726"/>
                  </a:cubicBezTo>
                  <a:cubicBezTo>
                    <a:pt x="252" y="642"/>
                    <a:pt x="349" y="559"/>
                    <a:pt x="433" y="461"/>
                  </a:cubicBezTo>
                  <a:cubicBezTo>
                    <a:pt x="531" y="364"/>
                    <a:pt x="614" y="266"/>
                    <a:pt x="698" y="154"/>
                  </a:cubicBezTo>
                  <a:cubicBezTo>
                    <a:pt x="740" y="112"/>
                    <a:pt x="768" y="57"/>
                    <a:pt x="810"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15"/>
            <p:cNvSpPr/>
            <p:nvPr/>
          </p:nvSpPr>
          <p:spPr>
            <a:xfrm>
              <a:off x="7527282" y="2924737"/>
              <a:ext cx="140845" cy="136139"/>
            </a:xfrm>
            <a:custGeom>
              <a:avLst/>
              <a:gdLst/>
              <a:ahLst/>
              <a:cxnLst/>
              <a:rect l="l" t="t" r="r" b="b"/>
              <a:pathLst>
                <a:path w="838" h="810" extrusionOk="0">
                  <a:moveTo>
                    <a:pt x="1" y="0"/>
                  </a:moveTo>
                  <a:lnTo>
                    <a:pt x="1" y="0"/>
                  </a:lnTo>
                  <a:cubicBezTo>
                    <a:pt x="29" y="56"/>
                    <a:pt x="70" y="98"/>
                    <a:pt x="112" y="154"/>
                  </a:cubicBezTo>
                  <a:cubicBezTo>
                    <a:pt x="196" y="251"/>
                    <a:pt x="280" y="349"/>
                    <a:pt x="377" y="447"/>
                  </a:cubicBezTo>
                  <a:cubicBezTo>
                    <a:pt x="475" y="530"/>
                    <a:pt x="573" y="628"/>
                    <a:pt x="684" y="698"/>
                  </a:cubicBezTo>
                  <a:cubicBezTo>
                    <a:pt x="726" y="740"/>
                    <a:pt x="782" y="782"/>
                    <a:pt x="838" y="809"/>
                  </a:cubicBezTo>
                  <a:cubicBezTo>
                    <a:pt x="838" y="809"/>
                    <a:pt x="796" y="754"/>
                    <a:pt x="726" y="670"/>
                  </a:cubicBezTo>
                  <a:cubicBezTo>
                    <a:pt x="642" y="558"/>
                    <a:pt x="545" y="461"/>
                    <a:pt x="447" y="363"/>
                  </a:cubicBezTo>
                  <a:cubicBezTo>
                    <a:pt x="349" y="279"/>
                    <a:pt x="252" y="196"/>
                    <a:pt x="154" y="112"/>
                  </a:cubicBezTo>
                  <a:cubicBezTo>
                    <a:pt x="57" y="42"/>
                    <a:pt x="1" y="0"/>
                    <a:pt x="1"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15"/>
            <p:cNvSpPr/>
            <p:nvPr/>
          </p:nvSpPr>
          <p:spPr>
            <a:xfrm>
              <a:off x="7663252" y="2863727"/>
              <a:ext cx="227570" cy="499511"/>
            </a:xfrm>
            <a:custGeom>
              <a:avLst/>
              <a:gdLst/>
              <a:ahLst/>
              <a:cxnLst/>
              <a:rect l="l" t="t" r="r" b="b"/>
              <a:pathLst>
                <a:path w="1354" h="2972" extrusionOk="0">
                  <a:moveTo>
                    <a:pt x="1354" y="1"/>
                  </a:moveTo>
                  <a:lnTo>
                    <a:pt x="1298" y="43"/>
                  </a:lnTo>
                  <a:cubicBezTo>
                    <a:pt x="1256" y="70"/>
                    <a:pt x="1200" y="112"/>
                    <a:pt x="1131" y="154"/>
                  </a:cubicBezTo>
                  <a:cubicBezTo>
                    <a:pt x="1005" y="266"/>
                    <a:pt x="824" y="405"/>
                    <a:pt x="656" y="559"/>
                  </a:cubicBezTo>
                  <a:cubicBezTo>
                    <a:pt x="489" y="698"/>
                    <a:pt x="336" y="852"/>
                    <a:pt x="210" y="977"/>
                  </a:cubicBezTo>
                  <a:cubicBezTo>
                    <a:pt x="154" y="1033"/>
                    <a:pt x="112" y="1089"/>
                    <a:pt x="84" y="1131"/>
                  </a:cubicBezTo>
                  <a:cubicBezTo>
                    <a:pt x="43" y="1158"/>
                    <a:pt x="29" y="1186"/>
                    <a:pt x="29" y="1186"/>
                  </a:cubicBezTo>
                  <a:lnTo>
                    <a:pt x="84" y="1145"/>
                  </a:lnTo>
                  <a:cubicBezTo>
                    <a:pt x="126" y="1117"/>
                    <a:pt x="182" y="1075"/>
                    <a:pt x="252" y="1019"/>
                  </a:cubicBezTo>
                  <a:cubicBezTo>
                    <a:pt x="391" y="921"/>
                    <a:pt x="559" y="768"/>
                    <a:pt x="726" y="628"/>
                  </a:cubicBezTo>
                  <a:cubicBezTo>
                    <a:pt x="893" y="475"/>
                    <a:pt x="1047" y="322"/>
                    <a:pt x="1172" y="196"/>
                  </a:cubicBezTo>
                  <a:lnTo>
                    <a:pt x="1312" y="57"/>
                  </a:lnTo>
                  <a:cubicBezTo>
                    <a:pt x="1340" y="15"/>
                    <a:pt x="1354" y="1"/>
                    <a:pt x="1354" y="1"/>
                  </a:cubicBezTo>
                  <a:close/>
                  <a:moveTo>
                    <a:pt x="29" y="1186"/>
                  </a:moveTo>
                  <a:cubicBezTo>
                    <a:pt x="29" y="1214"/>
                    <a:pt x="29" y="1242"/>
                    <a:pt x="29" y="1256"/>
                  </a:cubicBezTo>
                  <a:cubicBezTo>
                    <a:pt x="29" y="1312"/>
                    <a:pt x="15" y="1382"/>
                    <a:pt x="15" y="1465"/>
                  </a:cubicBezTo>
                  <a:cubicBezTo>
                    <a:pt x="15" y="1633"/>
                    <a:pt x="1" y="1856"/>
                    <a:pt x="15" y="2079"/>
                  </a:cubicBezTo>
                  <a:cubicBezTo>
                    <a:pt x="15" y="2302"/>
                    <a:pt x="29" y="2525"/>
                    <a:pt x="43" y="2693"/>
                  </a:cubicBezTo>
                  <a:cubicBezTo>
                    <a:pt x="57" y="2777"/>
                    <a:pt x="57" y="2846"/>
                    <a:pt x="70" y="2888"/>
                  </a:cubicBezTo>
                  <a:cubicBezTo>
                    <a:pt x="70" y="2944"/>
                    <a:pt x="84" y="2972"/>
                    <a:pt x="84" y="2972"/>
                  </a:cubicBezTo>
                  <a:lnTo>
                    <a:pt x="84" y="2888"/>
                  </a:lnTo>
                  <a:cubicBezTo>
                    <a:pt x="84" y="2846"/>
                    <a:pt x="84" y="2777"/>
                    <a:pt x="98" y="2693"/>
                  </a:cubicBezTo>
                  <a:cubicBezTo>
                    <a:pt x="98" y="2511"/>
                    <a:pt x="112" y="2302"/>
                    <a:pt x="98" y="2079"/>
                  </a:cubicBezTo>
                  <a:cubicBezTo>
                    <a:pt x="84" y="1856"/>
                    <a:pt x="70" y="1633"/>
                    <a:pt x="57" y="1465"/>
                  </a:cubicBezTo>
                  <a:cubicBezTo>
                    <a:pt x="57" y="1382"/>
                    <a:pt x="43" y="1312"/>
                    <a:pt x="43" y="1256"/>
                  </a:cubicBezTo>
                  <a:cubicBezTo>
                    <a:pt x="29" y="1214"/>
                    <a:pt x="29" y="1186"/>
                    <a:pt x="29" y="1186"/>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15"/>
            <p:cNvSpPr/>
            <p:nvPr/>
          </p:nvSpPr>
          <p:spPr>
            <a:xfrm>
              <a:off x="7771154" y="2457161"/>
              <a:ext cx="129080" cy="144206"/>
            </a:xfrm>
            <a:custGeom>
              <a:avLst/>
              <a:gdLst/>
              <a:ahLst/>
              <a:cxnLst/>
              <a:rect l="l" t="t" r="r" b="b"/>
              <a:pathLst>
                <a:path w="768" h="858" extrusionOk="0">
                  <a:moveTo>
                    <a:pt x="489" y="272"/>
                  </a:moveTo>
                  <a:cubicBezTo>
                    <a:pt x="516" y="272"/>
                    <a:pt x="544" y="313"/>
                    <a:pt x="544" y="355"/>
                  </a:cubicBezTo>
                  <a:cubicBezTo>
                    <a:pt x="544" y="425"/>
                    <a:pt x="516" y="481"/>
                    <a:pt x="461" y="537"/>
                  </a:cubicBezTo>
                  <a:cubicBezTo>
                    <a:pt x="433" y="579"/>
                    <a:pt x="377" y="606"/>
                    <a:pt x="321" y="620"/>
                  </a:cubicBezTo>
                  <a:cubicBezTo>
                    <a:pt x="251" y="620"/>
                    <a:pt x="224" y="579"/>
                    <a:pt x="224" y="523"/>
                  </a:cubicBezTo>
                  <a:cubicBezTo>
                    <a:pt x="238" y="495"/>
                    <a:pt x="251" y="453"/>
                    <a:pt x="279" y="411"/>
                  </a:cubicBezTo>
                  <a:cubicBezTo>
                    <a:pt x="321" y="341"/>
                    <a:pt x="405" y="286"/>
                    <a:pt x="489" y="272"/>
                  </a:cubicBezTo>
                  <a:close/>
                  <a:moveTo>
                    <a:pt x="486" y="1"/>
                  </a:moveTo>
                  <a:cubicBezTo>
                    <a:pt x="442" y="1"/>
                    <a:pt x="402" y="11"/>
                    <a:pt x="363" y="21"/>
                  </a:cubicBezTo>
                  <a:cubicBezTo>
                    <a:pt x="293" y="62"/>
                    <a:pt x="238" y="104"/>
                    <a:pt x="196" y="146"/>
                  </a:cubicBezTo>
                  <a:cubicBezTo>
                    <a:pt x="168" y="174"/>
                    <a:pt x="140" y="202"/>
                    <a:pt x="126" y="230"/>
                  </a:cubicBezTo>
                  <a:cubicBezTo>
                    <a:pt x="98" y="272"/>
                    <a:pt x="70" y="313"/>
                    <a:pt x="56" y="369"/>
                  </a:cubicBezTo>
                  <a:cubicBezTo>
                    <a:pt x="28" y="425"/>
                    <a:pt x="0" y="509"/>
                    <a:pt x="0" y="579"/>
                  </a:cubicBezTo>
                  <a:cubicBezTo>
                    <a:pt x="0" y="634"/>
                    <a:pt x="14" y="690"/>
                    <a:pt x="42" y="746"/>
                  </a:cubicBezTo>
                  <a:cubicBezTo>
                    <a:pt x="84" y="802"/>
                    <a:pt x="140" y="844"/>
                    <a:pt x="210" y="857"/>
                  </a:cubicBezTo>
                  <a:cubicBezTo>
                    <a:pt x="265" y="857"/>
                    <a:pt x="321" y="844"/>
                    <a:pt x="363" y="830"/>
                  </a:cubicBezTo>
                  <a:cubicBezTo>
                    <a:pt x="433" y="802"/>
                    <a:pt x="489" y="760"/>
                    <a:pt x="544" y="718"/>
                  </a:cubicBezTo>
                  <a:cubicBezTo>
                    <a:pt x="628" y="676"/>
                    <a:pt x="684" y="606"/>
                    <a:pt x="726" y="523"/>
                  </a:cubicBezTo>
                  <a:cubicBezTo>
                    <a:pt x="740" y="481"/>
                    <a:pt x="754" y="439"/>
                    <a:pt x="768" y="397"/>
                  </a:cubicBezTo>
                  <a:cubicBezTo>
                    <a:pt x="768" y="355"/>
                    <a:pt x="768" y="313"/>
                    <a:pt x="768" y="258"/>
                  </a:cubicBezTo>
                  <a:cubicBezTo>
                    <a:pt x="754" y="188"/>
                    <a:pt x="726" y="118"/>
                    <a:pt x="670" y="62"/>
                  </a:cubicBezTo>
                  <a:cubicBezTo>
                    <a:pt x="628" y="35"/>
                    <a:pt x="586" y="7"/>
                    <a:pt x="544" y="7"/>
                  </a:cubicBezTo>
                  <a:cubicBezTo>
                    <a:pt x="524" y="3"/>
                    <a:pt x="505" y="1"/>
                    <a:pt x="486"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15"/>
            <p:cNvSpPr/>
            <p:nvPr/>
          </p:nvSpPr>
          <p:spPr>
            <a:xfrm>
              <a:off x="7909477" y="2376150"/>
              <a:ext cx="140845" cy="260344"/>
            </a:xfrm>
            <a:custGeom>
              <a:avLst/>
              <a:gdLst/>
              <a:ahLst/>
              <a:cxnLst/>
              <a:rect l="l" t="t" r="r" b="b"/>
              <a:pathLst>
                <a:path w="838" h="1549" extrusionOk="0">
                  <a:moveTo>
                    <a:pt x="419" y="0"/>
                  </a:moveTo>
                  <a:lnTo>
                    <a:pt x="419" y="0"/>
                  </a:lnTo>
                  <a:cubicBezTo>
                    <a:pt x="321" y="28"/>
                    <a:pt x="224" y="70"/>
                    <a:pt x="112" y="84"/>
                  </a:cubicBezTo>
                  <a:cubicBezTo>
                    <a:pt x="98" y="530"/>
                    <a:pt x="56" y="991"/>
                    <a:pt x="0" y="1479"/>
                  </a:cubicBezTo>
                  <a:lnTo>
                    <a:pt x="140" y="1437"/>
                  </a:lnTo>
                  <a:lnTo>
                    <a:pt x="279" y="1367"/>
                  </a:lnTo>
                  <a:cubicBezTo>
                    <a:pt x="293" y="1186"/>
                    <a:pt x="307" y="1074"/>
                    <a:pt x="307" y="1047"/>
                  </a:cubicBezTo>
                  <a:lnTo>
                    <a:pt x="461" y="991"/>
                  </a:lnTo>
                  <a:lnTo>
                    <a:pt x="461" y="991"/>
                  </a:lnTo>
                  <a:cubicBezTo>
                    <a:pt x="433" y="1256"/>
                    <a:pt x="419" y="1437"/>
                    <a:pt x="419" y="1549"/>
                  </a:cubicBezTo>
                  <a:cubicBezTo>
                    <a:pt x="461" y="1521"/>
                    <a:pt x="489" y="1507"/>
                    <a:pt x="530" y="1479"/>
                  </a:cubicBezTo>
                  <a:cubicBezTo>
                    <a:pt x="558" y="1465"/>
                    <a:pt x="600" y="1451"/>
                    <a:pt x="656" y="1423"/>
                  </a:cubicBezTo>
                  <a:lnTo>
                    <a:pt x="684" y="1409"/>
                  </a:lnTo>
                  <a:cubicBezTo>
                    <a:pt x="698" y="1144"/>
                    <a:pt x="740" y="684"/>
                    <a:pt x="837" y="56"/>
                  </a:cubicBezTo>
                  <a:lnTo>
                    <a:pt x="837" y="56"/>
                  </a:lnTo>
                  <a:cubicBezTo>
                    <a:pt x="740" y="98"/>
                    <a:pt x="642" y="140"/>
                    <a:pt x="530" y="168"/>
                  </a:cubicBezTo>
                  <a:cubicBezTo>
                    <a:pt x="516" y="377"/>
                    <a:pt x="502" y="544"/>
                    <a:pt x="502" y="670"/>
                  </a:cubicBezTo>
                  <a:lnTo>
                    <a:pt x="419" y="698"/>
                  </a:lnTo>
                  <a:lnTo>
                    <a:pt x="349" y="740"/>
                  </a:lnTo>
                  <a:cubicBezTo>
                    <a:pt x="363" y="489"/>
                    <a:pt x="391" y="238"/>
                    <a:pt x="419"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15"/>
            <p:cNvSpPr/>
            <p:nvPr/>
          </p:nvSpPr>
          <p:spPr>
            <a:xfrm>
              <a:off x="8296209" y="2748934"/>
              <a:ext cx="175972" cy="168913"/>
            </a:xfrm>
            <a:custGeom>
              <a:avLst/>
              <a:gdLst/>
              <a:ahLst/>
              <a:cxnLst/>
              <a:rect l="l" t="t" r="r" b="b"/>
              <a:pathLst>
                <a:path w="1047" h="1005" extrusionOk="0">
                  <a:moveTo>
                    <a:pt x="461" y="0"/>
                  </a:moveTo>
                  <a:lnTo>
                    <a:pt x="182" y="56"/>
                  </a:lnTo>
                  <a:cubicBezTo>
                    <a:pt x="140" y="279"/>
                    <a:pt x="112" y="447"/>
                    <a:pt x="85" y="558"/>
                  </a:cubicBezTo>
                  <a:cubicBezTo>
                    <a:pt x="71" y="656"/>
                    <a:pt x="43" y="809"/>
                    <a:pt x="1" y="977"/>
                  </a:cubicBezTo>
                  <a:cubicBezTo>
                    <a:pt x="126" y="963"/>
                    <a:pt x="224" y="949"/>
                    <a:pt x="294" y="935"/>
                  </a:cubicBezTo>
                  <a:lnTo>
                    <a:pt x="322" y="712"/>
                  </a:lnTo>
                  <a:lnTo>
                    <a:pt x="364" y="530"/>
                  </a:lnTo>
                  <a:cubicBezTo>
                    <a:pt x="419" y="698"/>
                    <a:pt x="475" y="851"/>
                    <a:pt x="559" y="1005"/>
                  </a:cubicBezTo>
                  <a:cubicBezTo>
                    <a:pt x="615" y="977"/>
                    <a:pt x="684" y="963"/>
                    <a:pt x="754" y="963"/>
                  </a:cubicBezTo>
                  <a:cubicBezTo>
                    <a:pt x="838" y="684"/>
                    <a:pt x="935" y="391"/>
                    <a:pt x="1047" y="98"/>
                  </a:cubicBezTo>
                  <a:lnTo>
                    <a:pt x="1047" y="98"/>
                  </a:lnTo>
                  <a:cubicBezTo>
                    <a:pt x="935" y="126"/>
                    <a:pt x="838" y="140"/>
                    <a:pt x="726" y="154"/>
                  </a:cubicBezTo>
                  <a:cubicBezTo>
                    <a:pt x="698" y="307"/>
                    <a:pt x="656" y="419"/>
                    <a:pt x="629" y="516"/>
                  </a:cubicBezTo>
                  <a:cubicBezTo>
                    <a:pt x="615" y="475"/>
                    <a:pt x="601" y="433"/>
                    <a:pt x="587" y="391"/>
                  </a:cubicBezTo>
                  <a:cubicBezTo>
                    <a:pt x="531" y="251"/>
                    <a:pt x="489" y="126"/>
                    <a:pt x="461"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15"/>
            <p:cNvSpPr/>
            <p:nvPr/>
          </p:nvSpPr>
          <p:spPr>
            <a:xfrm>
              <a:off x="8298562" y="3374330"/>
              <a:ext cx="126895" cy="198157"/>
            </a:xfrm>
            <a:custGeom>
              <a:avLst/>
              <a:gdLst/>
              <a:ahLst/>
              <a:cxnLst/>
              <a:rect l="l" t="t" r="r" b="b"/>
              <a:pathLst>
                <a:path w="755" h="1179" extrusionOk="0">
                  <a:moveTo>
                    <a:pt x="611" y="1"/>
                  </a:moveTo>
                  <a:cubicBezTo>
                    <a:pt x="475" y="1"/>
                    <a:pt x="334" y="42"/>
                    <a:pt x="224" y="115"/>
                  </a:cubicBezTo>
                  <a:cubicBezTo>
                    <a:pt x="168" y="143"/>
                    <a:pt x="126" y="199"/>
                    <a:pt x="85" y="255"/>
                  </a:cubicBezTo>
                  <a:cubicBezTo>
                    <a:pt x="71" y="296"/>
                    <a:pt x="57" y="352"/>
                    <a:pt x="43" y="394"/>
                  </a:cubicBezTo>
                  <a:cubicBezTo>
                    <a:pt x="15" y="478"/>
                    <a:pt x="1" y="561"/>
                    <a:pt x="15" y="631"/>
                  </a:cubicBezTo>
                  <a:cubicBezTo>
                    <a:pt x="29" y="659"/>
                    <a:pt x="43" y="687"/>
                    <a:pt x="57" y="715"/>
                  </a:cubicBezTo>
                  <a:cubicBezTo>
                    <a:pt x="85" y="743"/>
                    <a:pt x="98" y="757"/>
                    <a:pt x="140" y="771"/>
                  </a:cubicBezTo>
                  <a:cubicBezTo>
                    <a:pt x="159" y="771"/>
                    <a:pt x="184" y="777"/>
                    <a:pt x="206" y="777"/>
                  </a:cubicBezTo>
                  <a:cubicBezTo>
                    <a:pt x="218" y="777"/>
                    <a:pt x="229" y="775"/>
                    <a:pt x="238" y="771"/>
                  </a:cubicBezTo>
                  <a:cubicBezTo>
                    <a:pt x="252" y="778"/>
                    <a:pt x="262" y="781"/>
                    <a:pt x="273" y="781"/>
                  </a:cubicBezTo>
                  <a:cubicBezTo>
                    <a:pt x="283" y="781"/>
                    <a:pt x="294" y="778"/>
                    <a:pt x="308" y="771"/>
                  </a:cubicBezTo>
                  <a:cubicBezTo>
                    <a:pt x="336" y="771"/>
                    <a:pt x="377" y="757"/>
                    <a:pt x="405" y="743"/>
                  </a:cubicBezTo>
                  <a:cubicBezTo>
                    <a:pt x="433" y="729"/>
                    <a:pt x="475" y="715"/>
                    <a:pt x="503" y="701"/>
                  </a:cubicBezTo>
                  <a:cubicBezTo>
                    <a:pt x="517" y="701"/>
                    <a:pt x="531" y="701"/>
                    <a:pt x="531" y="715"/>
                  </a:cubicBezTo>
                  <a:cubicBezTo>
                    <a:pt x="545" y="729"/>
                    <a:pt x="545" y="757"/>
                    <a:pt x="531" y="771"/>
                  </a:cubicBezTo>
                  <a:cubicBezTo>
                    <a:pt x="517" y="799"/>
                    <a:pt x="489" y="840"/>
                    <a:pt x="461" y="868"/>
                  </a:cubicBezTo>
                  <a:cubicBezTo>
                    <a:pt x="405" y="896"/>
                    <a:pt x="336" y="924"/>
                    <a:pt x="280" y="924"/>
                  </a:cubicBezTo>
                  <a:cubicBezTo>
                    <a:pt x="252" y="931"/>
                    <a:pt x="224" y="935"/>
                    <a:pt x="196" y="935"/>
                  </a:cubicBezTo>
                  <a:cubicBezTo>
                    <a:pt x="168" y="935"/>
                    <a:pt x="140" y="931"/>
                    <a:pt x="112" y="924"/>
                  </a:cubicBezTo>
                  <a:cubicBezTo>
                    <a:pt x="98" y="1008"/>
                    <a:pt x="85" y="1092"/>
                    <a:pt x="43" y="1161"/>
                  </a:cubicBezTo>
                  <a:cubicBezTo>
                    <a:pt x="85" y="1175"/>
                    <a:pt x="112" y="1175"/>
                    <a:pt x="154" y="1175"/>
                  </a:cubicBezTo>
                  <a:cubicBezTo>
                    <a:pt x="176" y="1178"/>
                    <a:pt x="197" y="1179"/>
                    <a:pt x="219" y="1179"/>
                  </a:cubicBezTo>
                  <a:cubicBezTo>
                    <a:pt x="322" y="1179"/>
                    <a:pt x="424" y="1152"/>
                    <a:pt x="517" y="1105"/>
                  </a:cubicBezTo>
                  <a:cubicBezTo>
                    <a:pt x="573" y="1078"/>
                    <a:pt x="628" y="1022"/>
                    <a:pt x="656" y="966"/>
                  </a:cubicBezTo>
                  <a:cubicBezTo>
                    <a:pt x="684" y="924"/>
                    <a:pt x="698" y="896"/>
                    <a:pt x="726" y="854"/>
                  </a:cubicBezTo>
                  <a:cubicBezTo>
                    <a:pt x="740" y="785"/>
                    <a:pt x="754" y="715"/>
                    <a:pt x="740" y="631"/>
                  </a:cubicBezTo>
                  <a:cubicBezTo>
                    <a:pt x="726" y="603"/>
                    <a:pt x="712" y="575"/>
                    <a:pt x="698" y="548"/>
                  </a:cubicBezTo>
                  <a:cubicBezTo>
                    <a:pt x="698" y="548"/>
                    <a:pt x="684" y="534"/>
                    <a:pt x="670" y="520"/>
                  </a:cubicBezTo>
                  <a:cubicBezTo>
                    <a:pt x="642" y="506"/>
                    <a:pt x="615" y="492"/>
                    <a:pt x="587" y="478"/>
                  </a:cubicBezTo>
                  <a:lnTo>
                    <a:pt x="489" y="478"/>
                  </a:lnTo>
                  <a:cubicBezTo>
                    <a:pt x="447" y="492"/>
                    <a:pt x="405" y="506"/>
                    <a:pt x="377" y="534"/>
                  </a:cubicBezTo>
                  <a:cubicBezTo>
                    <a:pt x="354" y="538"/>
                    <a:pt x="336" y="541"/>
                    <a:pt x="321" y="541"/>
                  </a:cubicBezTo>
                  <a:cubicBezTo>
                    <a:pt x="291" y="541"/>
                    <a:pt x="275" y="529"/>
                    <a:pt x="266" y="492"/>
                  </a:cubicBezTo>
                  <a:cubicBezTo>
                    <a:pt x="266" y="408"/>
                    <a:pt x="308" y="338"/>
                    <a:pt x="391" y="310"/>
                  </a:cubicBezTo>
                  <a:cubicBezTo>
                    <a:pt x="433" y="296"/>
                    <a:pt x="479" y="289"/>
                    <a:pt x="524" y="289"/>
                  </a:cubicBezTo>
                  <a:cubicBezTo>
                    <a:pt x="569" y="289"/>
                    <a:pt x="615" y="296"/>
                    <a:pt x="656" y="310"/>
                  </a:cubicBezTo>
                  <a:lnTo>
                    <a:pt x="670" y="4"/>
                  </a:lnTo>
                  <a:cubicBezTo>
                    <a:pt x="651" y="2"/>
                    <a:pt x="631" y="1"/>
                    <a:pt x="611"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2" name="Google Shape;1002;p15"/>
          <p:cNvGrpSpPr/>
          <p:nvPr/>
        </p:nvGrpSpPr>
        <p:grpSpPr>
          <a:xfrm>
            <a:off x="8428893" y="889177"/>
            <a:ext cx="565057" cy="823049"/>
            <a:chOff x="8357393" y="315752"/>
            <a:chExt cx="565057" cy="823049"/>
          </a:xfrm>
        </p:grpSpPr>
        <p:sp>
          <p:nvSpPr>
            <p:cNvPr id="1003" name="Google Shape;1003;p15"/>
            <p:cNvSpPr/>
            <p:nvPr/>
          </p:nvSpPr>
          <p:spPr>
            <a:xfrm>
              <a:off x="8465127" y="639291"/>
              <a:ext cx="101012" cy="89246"/>
            </a:xfrm>
            <a:custGeom>
              <a:avLst/>
              <a:gdLst/>
              <a:ahLst/>
              <a:cxnLst/>
              <a:rect l="l" t="t" r="r" b="b"/>
              <a:pathLst>
                <a:path w="601" h="531" extrusionOk="0">
                  <a:moveTo>
                    <a:pt x="601" y="1"/>
                  </a:moveTo>
                  <a:cubicBezTo>
                    <a:pt x="601" y="1"/>
                    <a:pt x="559" y="29"/>
                    <a:pt x="503" y="70"/>
                  </a:cubicBezTo>
                  <a:cubicBezTo>
                    <a:pt x="433" y="112"/>
                    <a:pt x="363" y="168"/>
                    <a:pt x="280" y="238"/>
                  </a:cubicBezTo>
                  <a:cubicBezTo>
                    <a:pt x="210" y="307"/>
                    <a:pt x="140" y="377"/>
                    <a:pt x="84" y="433"/>
                  </a:cubicBezTo>
                  <a:cubicBezTo>
                    <a:pt x="29" y="489"/>
                    <a:pt x="1" y="531"/>
                    <a:pt x="1" y="531"/>
                  </a:cubicBezTo>
                  <a:cubicBezTo>
                    <a:pt x="1" y="531"/>
                    <a:pt x="43" y="503"/>
                    <a:pt x="112" y="461"/>
                  </a:cubicBezTo>
                  <a:cubicBezTo>
                    <a:pt x="168" y="419"/>
                    <a:pt x="252" y="349"/>
                    <a:pt x="322" y="294"/>
                  </a:cubicBezTo>
                  <a:cubicBezTo>
                    <a:pt x="391" y="224"/>
                    <a:pt x="461" y="154"/>
                    <a:pt x="517" y="98"/>
                  </a:cubicBezTo>
                  <a:cubicBezTo>
                    <a:pt x="573" y="42"/>
                    <a:pt x="601" y="1"/>
                    <a:pt x="601"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15"/>
            <p:cNvSpPr/>
            <p:nvPr/>
          </p:nvSpPr>
          <p:spPr>
            <a:xfrm>
              <a:off x="8577735" y="606516"/>
              <a:ext cx="131433" cy="117315"/>
            </a:xfrm>
            <a:custGeom>
              <a:avLst/>
              <a:gdLst/>
              <a:ahLst/>
              <a:cxnLst/>
              <a:rect l="l" t="t" r="r" b="b"/>
              <a:pathLst>
                <a:path w="782" h="698" extrusionOk="0">
                  <a:moveTo>
                    <a:pt x="0" y="0"/>
                  </a:moveTo>
                  <a:cubicBezTo>
                    <a:pt x="0" y="0"/>
                    <a:pt x="14" y="14"/>
                    <a:pt x="28" y="28"/>
                  </a:cubicBezTo>
                  <a:cubicBezTo>
                    <a:pt x="42" y="42"/>
                    <a:pt x="70" y="84"/>
                    <a:pt x="112" y="112"/>
                  </a:cubicBezTo>
                  <a:cubicBezTo>
                    <a:pt x="182" y="196"/>
                    <a:pt x="279" y="279"/>
                    <a:pt x="377" y="377"/>
                  </a:cubicBezTo>
                  <a:cubicBezTo>
                    <a:pt x="461" y="461"/>
                    <a:pt x="572" y="544"/>
                    <a:pt x="656" y="600"/>
                  </a:cubicBezTo>
                  <a:lnTo>
                    <a:pt x="754" y="684"/>
                  </a:lnTo>
                  <a:lnTo>
                    <a:pt x="781" y="698"/>
                  </a:lnTo>
                  <a:lnTo>
                    <a:pt x="754" y="670"/>
                  </a:lnTo>
                  <a:lnTo>
                    <a:pt x="670" y="586"/>
                  </a:lnTo>
                  <a:cubicBezTo>
                    <a:pt x="600" y="502"/>
                    <a:pt x="502" y="419"/>
                    <a:pt x="405" y="321"/>
                  </a:cubicBezTo>
                  <a:cubicBezTo>
                    <a:pt x="321" y="237"/>
                    <a:pt x="210" y="154"/>
                    <a:pt x="126" y="98"/>
                  </a:cubicBezTo>
                  <a:lnTo>
                    <a:pt x="28" y="14"/>
                  </a:lnTo>
                  <a:lnTo>
                    <a:pt x="0" y="0"/>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15"/>
            <p:cNvSpPr/>
            <p:nvPr/>
          </p:nvSpPr>
          <p:spPr>
            <a:xfrm>
              <a:off x="8577735" y="908878"/>
              <a:ext cx="126727" cy="115130"/>
            </a:xfrm>
            <a:custGeom>
              <a:avLst/>
              <a:gdLst/>
              <a:ahLst/>
              <a:cxnLst/>
              <a:rect l="l" t="t" r="r" b="b"/>
              <a:pathLst>
                <a:path w="754" h="685" extrusionOk="0">
                  <a:moveTo>
                    <a:pt x="754" y="1"/>
                  </a:moveTo>
                  <a:lnTo>
                    <a:pt x="754" y="1"/>
                  </a:lnTo>
                  <a:cubicBezTo>
                    <a:pt x="726" y="15"/>
                    <a:pt x="698" y="29"/>
                    <a:pt x="656" y="70"/>
                  </a:cubicBezTo>
                  <a:cubicBezTo>
                    <a:pt x="572" y="126"/>
                    <a:pt x="475" y="210"/>
                    <a:pt x="377" y="308"/>
                  </a:cubicBezTo>
                  <a:cubicBezTo>
                    <a:pt x="265" y="391"/>
                    <a:pt x="182" y="475"/>
                    <a:pt x="112" y="559"/>
                  </a:cubicBezTo>
                  <a:cubicBezTo>
                    <a:pt x="70" y="587"/>
                    <a:pt x="42" y="628"/>
                    <a:pt x="28" y="642"/>
                  </a:cubicBezTo>
                  <a:cubicBezTo>
                    <a:pt x="14" y="656"/>
                    <a:pt x="0" y="670"/>
                    <a:pt x="0" y="684"/>
                  </a:cubicBezTo>
                  <a:lnTo>
                    <a:pt x="28" y="656"/>
                  </a:lnTo>
                  <a:lnTo>
                    <a:pt x="126" y="573"/>
                  </a:lnTo>
                  <a:cubicBezTo>
                    <a:pt x="210" y="517"/>
                    <a:pt x="307" y="433"/>
                    <a:pt x="405" y="349"/>
                  </a:cubicBezTo>
                  <a:cubicBezTo>
                    <a:pt x="516" y="252"/>
                    <a:pt x="600" y="168"/>
                    <a:pt x="670" y="98"/>
                  </a:cubicBezTo>
                  <a:lnTo>
                    <a:pt x="754" y="1"/>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15"/>
            <p:cNvSpPr/>
            <p:nvPr/>
          </p:nvSpPr>
          <p:spPr>
            <a:xfrm>
              <a:off x="8448824" y="908878"/>
              <a:ext cx="129080" cy="115130"/>
            </a:xfrm>
            <a:custGeom>
              <a:avLst/>
              <a:gdLst/>
              <a:ahLst/>
              <a:cxnLst/>
              <a:rect l="l" t="t" r="r" b="b"/>
              <a:pathLst>
                <a:path w="768" h="685" extrusionOk="0">
                  <a:moveTo>
                    <a:pt x="0" y="1"/>
                  </a:moveTo>
                  <a:lnTo>
                    <a:pt x="84" y="98"/>
                  </a:lnTo>
                  <a:cubicBezTo>
                    <a:pt x="154" y="168"/>
                    <a:pt x="251" y="252"/>
                    <a:pt x="349" y="349"/>
                  </a:cubicBezTo>
                  <a:cubicBezTo>
                    <a:pt x="433" y="433"/>
                    <a:pt x="544" y="517"/>
                    <a:pt x="628" y="587"/>
                  </a:cubicBezTo>
                  <a:cubicBezTo>
                    <a:pt x="670" y="614"/>
                    <a:pt x="698" y="642"/>
                    <a:pt x="725" y="656"/>
                  </a:cubicBezTo>
                  <a:lnTo>
                    <a:pt x="767" y="684"/>
                  </a:lnTo>
                  <a:lnTo>
                    <a:pt x="725" y="642"/>
                  </a:lnTo>
                  <a:cubicBezTo>
                    <a:pt x="711" y="614"/>
                    <a:pt x="684" y="587"/>
                    <a:pt x="656" y="559"/>
                  </a:cubicBezTo>
                  <a:cubicBezTo>
                    <a:pt x="586" y="489"/>
                    <a:pt x="474" y="377"/>
                    <a:pt x="391" y="308"/>
                  </a:cubicBezTo>
                  <a:cubicBezTo>
                    <a:pt x="293" y="224"/>
                    <a:pt x="181" y="126"/>
                    <a:pt x="98" y="70"/>
                  </a:cubicBezTo>
                  <a:cubicBezTo>
                    <a:pt x="70" y="43"/>
                    <a:pt x="28" y="15"/>
                    <a:pt x="0"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15"/>
            <p:cNvSpPr/>
            <p:nvPr/>
          </p:nvSpPr>
          <p:spPr>
            <a:xfrm>
              <a:off x="8472186" y="904172"/>
              <a:ext cx="93953" cy="84540"/>
            </a:xfrm>
            <a:custGeom>
              <a:avLst/>
              <a:gdLst/>
              <a:ahLst/>
              <a:cxnLst/>
              <a:rect l="l" t="t" r="r" b="b"/>
              <a:pathLst>
                <a:path w="559" h="503" extrusionOk="0">
                  <a:moveTo>
                    <a:pt x="1" y="1"/>
                  </a:moveTo>
                  <a:cubicBezTo>
                    <a:pt x="15" y="43"/>
                    <a:pt x="42" y="71"/>
                    <a:pt x="70" y="98"/>
                  </a:cubicBezTo>
                  <a:cubicBezTo>
                    <a:pt x="126" y="154"/>
                    <a:pt x="196" y="210"/>
                    <a:pt x="252" y="266"/>
                  </a:cubicBezTo>
                  <a:cubicBezTo>
                    <a:pt x="321" y="336"/>
                    <a:pt x="405" y="391"/>
                    <a:pt x="461" y="433"/>
                  </a:cubicBezTo>
                  <a:cubicBezTo>
                    <a:pt x="517" y="475"/>
                    <a:pt x="559" y="503"/>
                    <a:pt x="559" y="503"/>
                  </a:cubicBezTo>
                  <a:cubicBezTo>
                    <a:pt x="531" y="475"/>
                    <a:pt x="503" y="433"/>
                    <a:pt x="489" y="405"/>
                  </a:cubicBezTo>
                  <a:cubicBezTo>
                    <a:pt x="419" y="350"/>
                    <a:pt x="363" y="294"/>
                    <a:pt x="294" y="238"/>
                  </a:cubicBezTo>
                  <a:cubicBezTo>
                    <a:pt x="224" y="168"/>
                    <a:pt x="154" y="112"/>
                    <a:pt x="98" y="71"/>
                  </a:cubicBezTo>
                  <a:cubicBezTo>
                    <a:pt x="29" y="29"/>
                    <a:pt x="1" y="1"/>
                    <a:pt x="1"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15"/>
            <p:cNvSpPr/>
            <p:nvPr/>
          </p:nvSpPr>
          <p:spPr>
            <a:xfrm>
              <a:off x="8690175" y="756605"/>
              <a:ext cx="11933" cy="114962"/>
            </a:xfrm>
            <a:custGeom>
              <a:avLst/>
              <a:gdLst/>
              <a:ahLst/>
              <a:cxnLst/>
              <a:rect l="l" t="t" r="r" b="b"/>
              <a:pathLst>
                <a:path w="71" h="684" extrusionOk="0">
                  <a:moveTo>
                    <a:pt x="29" y="0"/>
                  </a:moveTo>
                  <a:cubicBezTo>
                    <a:pt x="15" y="28"/>
                    <a:pt x="15" y="70"/>
                    <a:pt x="15" y="112"/>
                  </a:cubicBezTo>
                  <a:cubicBezTo>
                    <a:pt x="1" y="181"/>
                    <a:pt x="1" y="265"/>
                    <a:pt x="15" y="349"/>
                  </a:cubicBezTo>
                  <a:cubicBezTo>
                    <a:pt x="15" y="419"/>
                    <a:pt x="15" y="502"/>
                    <a:pt x="29" y="586"/>
                  </a:cubicBezTo>
                  <a:cubicBezTo>
                    <a:pt x="29" y="642"/>
                    <a:pt x="43" y="684"/>
                    <a:pt x="43" y="684"/>
                  </a:cubicBezTo>
                  <a:cubicBezTo>
                    <a:pt x="57" y="656"/>
                    <a:pt x="57" y="614"/>
                    <a:pt x="57" y="586"/>
                  </a:cubicBezTo>
                  <a:cubicBezTo>
                    <a:pt x="57" y="516"/>
                    <a:pt x="71" y="432"/>
                    <a:pt x="57" y="335"/>
                  </a:cubicBezTo>
                  <a:cubicBezTo>
                    <a:pt x="57" y="265"/>
                    <a:pt x="57" y="181"/>
                    <a:pt x="43" y="98"/>
                  </a:cubicBezTo>
                  <a:cubicBezTo>
                    <a:pt x="43" y="70"/>
                    <a:pt x="29" y="28"/>
                    <a:pt x="29"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15"/>
            <p:cNvSpPr/>
            <p:nvPr/>
          </p:nvSpPr>
          <p:spPr>
            <a:xfrm>
              <a:off x="8573029" y="479958"/>
              <a:ext cx="11933" cy="114962"/>
            </a:xfrm>
            <a:custGeom>
              <a:avLst/>
              <a:gdLst/>
              <a:ahLst/>
              <a:cxnLst/>
              <a:rect l="l" t="t" r="r" b="b"/>
              <a:pathLst>
                <a:path w="71" h="684" extrusionOk="0">
                  <a:moveTo>
                    <a:pt x="14" y="0"/>
                  </a:moveTo>
                  <a:cubicBezTo>
                    <a:pt x="14" y="28"/>
                    <a:pt x="0" y="70"/>
                    <a:pt x="0" y="98"/>
                  </a:cubicBezTo>
                  <a:lnTo>
                    <a:pt x="0" y="335"/>
                  </a:lnTo>
                  <a:cubicBezTo>
                    <a:pt x="0" y="419"/>
                    <a:pt x="14" y="502"/>
                    <a:pt x="14" y="586"/>
                  </a:cubicBezTo>
                  <a:cubicBezTo>
                    <a:pt x="28" y="642"/>
                    <a:pt x="42" y="684"/>
                    <a:pt x="42" y="684"/>
                  </a:cubicBezTo>
                  <a:cubicBezTo>
                    <a:pt x="42" y="684"/>
                    <a:pt x="42" y="642"/>
                    <a:pt x="56" y="586"/>
                  </a:cubicBezTo>
                  <a:cubicBezTo>
                    <a:pt x="70" y="516"/>
                    <a:pt x="56" y="419"/>
                    <a:pt x="56" y="335"/>
                  </a:cubicBezTo>
                  <a:cubicBezTo>
                    <a:pt x="56" y="265"/>
                    <a:pt x="42" y="181"/>
                    <a:pt x="28" y="98"/>
                  </a:cubicBezTo>
                  <a:cubicBezTo>
                    <a:pt x="28" y="70"/>
                    <a:pt x="28" y="28"/>
                    <a:pt x="14"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15"/>
            <p:cNvSpPr/>
            <p:nvPr/>
          </p:nvSpPr>
          <p:spPr>
            <a:xfrm>
              <a:off x="8570676" y="1023839"/>
              <a:ext cx="7227" cy="114962"/>
            </a:xfrm>
            <a:custGeom>
              <a:avLst/>
              <a:gdLst/>
              <a:ahLst/>
              <a:cxnLst/>
              <a:rect l="l" t="t" r="r" b="b"/>
              <a:pathLst>
                <a:path w="43" h="684" extrusionOk="0">
                  <a:moveTo>
                    <a:pt x="14" y="0"/>
                  </a:moveTo>
                  <a:cubicBezTo>
                    <a:pt x="0" y="28"/>
                    <a:pt x="0" y="70"/>
                    <a:pt x="0" y="98"/>
                  </a:cubicBezTo>
                  <a:lnTo>
                    <a:pt x="0" y="335"/>
                  </a:lnTo>
                  <a:cubicBezTo>
                    <a:pt x="0" y="433"/>
                    <a:pt x="0" y="516"/>
                    <a:pt x="14" y="572"/>
                  </a:cubicBezTo>
                  <a:cubicBezTo>
                    <a:pt x="28" y="642"/>
                    <a:pt x="28" y="684"/>
                    <a:pt x="28" y="684"/>
                  </a:cubicBezTo>
                  <a:cubicBezTo>
                    <a:pt x="42" y="656"/>
                    <a:pt x="42" y="614"/>
                    <a:pt x="42" y="572"/>
                  </a:cubicBezTo>
                  <a:lnTo>
                    <a:pt x="42" y="335"/>
                  </a:lnTo>
                  <a:cubicBezTo>
                    <a:pt x="42" y="265"/>
                    <a:pt x="42" y="182"/>
                    <a:pt x="28" y="98"/>
                  </a:cubicBezTo>
                  <a:cubicBezTo>
                    <a:pt x="28" y="70"/>
                    <a:pt x="14" y="28"/>
                    <a:pt x="14"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15"/>
            <p:cNvSpPr/>
            <p:nvPr/>
          </p:nvSpPr>
          <p:spPr>
            <a:xfrm>
              <a:off x="8713705" y="639291"/>
              <a:ext cx="79834" cy="84540"/>
            </a:xfrm>
            <a:custGeom>
              <a:avLst/>
              <a:gdLst/>
              <a:ahLst/>
              <a:cxnLst/>
              <a:rect l="l" t="t" r="r" b="b"/>
              <a:pathLst>
                <a:path w="475" h="503" extrusionOk="0">
                  <a:moveTo>
                    <a:pt x="475" y="1"/>
                  </a:moveTo>
                  <a:cubicBezTo>
                    <a:pt x="475" y="1"/>
                    <a:pt x="447" y="29"/>
                    <a:pt x="391" y="70"/>
                  </a:cubicBezTo>
                  <a:cubicBezTo>
                    <a:pt x="321" y="126"/>
                    <a:pt x="265" y="182"/>
                    <a:pt x="210" y="238"/>
                  </a:cubicBezTo>
                  <a:cubicBezTo>
                    <a:pt x="154" y="294"/>
                    <a:pt x="112" y="349"/>
                    <a:pt x="56" y="405"/>
                  </a:cubicBezTo>
                  <a:cubicBezTo>
                    <a:pt x="42" y="433"/>
                    <a:pt x="14" y="475"/>
                    <a:pt x="0" y="503"/>
                  </a:cubicBezTo>
                  <a:cubicBezTo>
                    <a:pt x="0" y="503"/>
                    <a:pt x="28" y="475"/>
                    <a:pt x="84" y="433"/>
                  </a:cubicBezTo>
                  <a:cubicBezTo>
                    <a:pt x="140" y="377"/>
                    <a:pt x="196" y="321"/>
                    <a:pt x="265" y="266"/>
                  </a:cubicBezTo>
                  <a:cubicBezTo>
                    <a:pt x="307" y="210"/>
                    <a:pt x="363" y="154"/>
                    <a:pt x="419" y="98"/>
                  </a:cubicBezTo>
                  <a:cubicBezTo>
                    <a:pt x="433" y="70"/>
                    <a:pt x="461" y="42"/>
                    <a:pt x="475"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15"/>
            <p:cNvSpPr/>
            <p:nvPr/>
          </p:nvSpPr>
          <p:spPr>
            <a:xfrm>
              <a:off x="8706646" y="733075"/>
              <a:ext cx="89246" cy="251100"/>
            </a:xfrm>
            <a:custGeom>
              <a:avLst/>
              <a:gdLst/>
              <a:ahLst/>
              <a:cxnLst/>
              <a:rect l="l" t="t" r="r" b="b"/>
              <a:pathLst>
                <a:path w="531" h="1494" extrusionOk="0">
                  <a:moveTo>
                    <a:pt x="0" y="1"/>
                  </a:moveTo>
                  <a:lnTo>
                    <a:pt x="0" y="112"/>
                  </a:lnTo>
                  <a:lnTo>
                    <a:pt x="0" y="489"/>
                  </a:lnTo>
                  <a:cubicBezTo>
                    <a:pt x="0" y="614"/>
                    <a:pt x="14" y="754"/>
                    <a:pt x="28" y="851"/>
                  </a:cubicBezTo>
                  <a:cubicBezTo>
                    <a:pt x="28" y="893"/>
                    <a:pt x="28" y="935"/>
                    <a:pt x="42" y="963"/>
                  </a:cubicBezTo>
                  <a:lnTo>
                    <a:pt x="42" y="851"/>
                  </a:lnTo>
                  <a:lnTo>
                    <a:pt x="42" y="475"/>
                  </a:lnTo>
                  <a:cubicBezTo>
                    <a:pt x="42" y="349"/>
                    <a:pt x="28" y="210"/>
                    <a:pt x="14" y="112"/>
                  </a:cubicBezTo>
                  <a:cubicBezTo>
                    <a:pt x="14" y="70"/>
                    <a:pt x="14" y="28"/>
                    <a:pt x="0" y="1"/>
                  </a:cubicBezTo>
                  <a:close/>
                  <a:moveTo>
                    <a:pt x="42" y="1005"/>
                  </a:moveTo>
                  <a:cubicBezTo>
                    <a:pt x="56" y="1033"/>
                    <a:pt x="84" y="1061"/>
                    <a:pt x="98" y="1089"/>
                  </a:cubicBezTo>
                  <a:cubicBezTo>
                    <a:pt x="154" y="1158"/>
                    <a:pt x="210" y="1214"/>
                    <a:pt x="265" y="1270"/>
                  </a:cubicBezTo>
                  <a:cubicBezTo>
                    <a:pt x="321" y="1326"/>
                    <a:pt x="391" y="1381"/>
                    <a:pt x="433" y="1423"/>
                  </a:cubicBezTo>
                  <a:cubicBezTo>
                    <a:pt x="461" y="1451"/>
                    <a:pt x="503" y="1465"/>
                    <a:pt x="531" y="1493"/>
                  </a:cubicBezTo>
                  <a:cubicBezTo>
                    <a:pt x="531" y="1493"/>
                    <a:pt x="503" y="1451"/>
                    <a:pt x="461" y="1395"/>
                  </a:cubicBezTo>
                  <a:cubicBezTo>
                    <a:pt x="405" y="1340"/>
                    <a:pt x="363" y="1284"/>
                    <a:pt x="293" y="1228"/>
                  </a:cubicBezTo>
                  <a:cubicBezTo>
                    <a:pt x="238" y="1172"/>
                    <a:pt x="182" y="1116"/>
                    <a:pt x="126" y="1075"/>
                  </a:cubicBezTo>
                  <a:cubicBezTo>
                    <a:pt x="98" y="1047"/>
                    <a:pt x="70" y="1033"/>
                    <a:pt x="42" y="1005"/>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15"/>
            <p:cNvSpPr/>
            <p:nvPr/>
          </p:nvSpPr>
          <p:spPr>
            <a:xfrm>
              <a:off x="8359746" y="901819"/>
              <a:ext cx="79834" cy="84709"/>
            </a:xfrm>
            <a:custGeom>
              <a:avLst/>
              <a:gdLst/>
              <a:ahLst/>
              <a:cxnLst/>
              <a:rect l="l" t="t" r="r" b="b"/>
              <a:pathLst>
                <a:path w="475" h="504" extrusionOk="0">
                  <a:moveTo>
                    <a:pt x="474" y="1"/>
                  </a:moveTo>
                  <a:lnTo>
                    <a:pt x="474" y="1"/>
                  </a:lnTo>
                  <a:cubicBezTo>
                    <a:pt x="474" y="1"/>
                    <a:pt x="446" y="29"/>
                    <a:pt x="391" y="71"/>
                  </a:cubicBezTo>
                  <a:cubicBezTo>
                    <a:pt x="335" y="126"/>
                    <a:pt x="279" y="182"/>
                    <a:pt x="223" y="238"/>
                  </a:cubicBezTo>
                  <a:cubicBezTo>
                    <a:pt x="154" y="294"/>
                    <a:pt x="98" y="364"/>
                    <a:pt x="70" y="405"/>
                  </a:cubicBezTo>
                  <a:cubicBezTo>
                    <a:pt x="42" y="433"/>
                    <a:pt x="14" y="461"/>
                    <a:pt x="0" y="503"/>
                  </a:cubicBezTo>
                  <a:cubicBezTo>
                    <a:pt x="0" y="503"/>
                    <a:pt x="42" y="475"/>
                    <a:pt x="84" y="433"/>
                  </a:cubicBezTo>
                  <a:cubicBezTo>
                    <a:pt x="154" y="377"/>
                    <a:pt x="209" y="322"/>
                    <a:pt x="265" y="266"/>
                  </a:cubicBezTo>
                  <a:cubicBezTo>
                    <a:pt x="321" y="210"/>
                    <a:pt x="377" y="140"/>
                    <a:pt x="419" y="99"/>
                  </a:cubicBezTo>
                  <a:cubicBezTo>
                    <a:pt x="446" y="71"/>
                    <a:pt x="460" y="29"/>
                    <a:pt x="474"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15"/>
            <p:cNvSpPr/>
            <p:nvPr/>
          </p:nvSpPr>
          <p:spPr>
            <a:xfrm>
              <a:off x="8357393" y="641644"/>
              <a:ext cx="84540" cy="82187"/>
            </a:xfrm>
            <a:custGeom>
              <a:avLst/>
              <a:gdLst/>
              <a:ahLst/>
              <a:cxnLst/>
              <a:rect l="l" t="t" r="r" b="b"/>
              <a:pathLst>
                <a:path w="503" h="489" extrusionOk="0">
                  <a:moveTo>
                    <a:pt x="0" y="1"/>
                  </a:moveTo>
                  <a:cubicBezTo>
                    <a:pt x="0" y="1"/>
                    <a:pt x="28" y="42"/>
                    <a:pt x="70" y="84"/>
                  </a:cubicBezTo>
                  <a:cubicBezTo>
                    <a:pt x="126" y="154"/>
                    <a:pt x="168" y="210"/>
                    <a:pt x="237" y="266"/>
                  </a:cubicBezTo>
                  <a:cubicBezTo>
                    <a:pt x="293" y="321"/>
                    <a:pt x="363" y="377"/>
                    <a:pt x="405" y="419"/>
                  </a:cubicBezTo>
                  <a:cubicBezTo>
                    <a:pt x="433" y="447"/>
                    <a:pt x="460" y="461"/>
                    <a:pt x="502" y="489"/>
                  </a:cubicBezTo>
                  <a:cubicBezTo>
                    <a:pt x="502" y="489"/>
                    <a:pt x="474" y="447"/>
                    <a:pt x="433" y="391"/>
                  </a:cubicBezTo>
                  <a:cubicBezTo>
                    <a:pt x="377" y="335"/>
                    <a:pt x="321" y="280"/>
                    <a:pt x="265" y="224"/>
                  </a:cubicBezTo>
                  <a:cubicBezTo>
                    <a:pt x="209" y="168"/>
                    <a:pt x="140" y="98"/>
                    <a:pt x="98" y="70"/>
                  </a:cubicBezTo>
                  <a:cubicBezTo>
                    <a:pt x="70" y="42"/>
                    <a:pt x="28" y="28"/>
                    <a:pt x="0"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15"/>
            <p:cNvSpPr/>
            <p:nvPr/>
          </p:nvSpPr>
          <p:spPr>
            <a:xfrm>
              <a:off x="8439412" y="604163"/>
              <a:ext cx="133786" cy="290933"/>
            </a:xfrm>
            <a:custGeom>
              <a:avLst/>
              <a:gdLst/>
              <a:ahLst/>
              <a:cxnLst/>
              <a:rect l="l" t="t" r="r" b="b"/>
              <a:pathLst>
                <a:path w="796" h="1731" extrusionOk="0">
                  <a:moveTo>
                    <a:pt x="795" y="0"/>
                  </a:moveTo>
                  <a:lnTo>
                    <a:pt x="754" y="28"/>
                  </a:lnTo>
                  <a:cubicBezTo>
                    <a:pt x="740" y="56"/>
                    <a:pt x="698" y="70"/>
                    <a:pt x="656" y="112"/>
                  </a:cubicBezTo>
                  <a:cubicBezTo>
                    <a:pt x="586" y="168"/>
                    <a:pt x="475" y="251"/>
                    <a:pt x="377" y="335"/>
                  </a:cubicBezTo>
                  <a:cubicBezTo>
                    <a:pt x="279" y="433"/>
                    <a:pt x="182" y="516"/>
                    <a:pt x="112" y="586"/>
                  </a:cubicBezTo>
                  <a:lnTo>
                    <a:pt x="28" y="684"/>
                  </a:lnTo>
                  <a:lnTo>
                    <a:pt x="0" y="712"/>
                  </a:lnTo>
                  <a:lnTo>
                    <a:pt x="0" y="712"/>
                  </a:lnTo>
                  <a:lnTo>
                    <a:pt x="42" y="684"/>
                  </a:lnTo>
                  <a:lnTo>
                    <a:pt x="140" y="614"/>
                  </a:lnTo>
                  <a:cubicBezTo>
                    <a:pt x="224" y="558"/>
                    <a:pt x="321" y="475"/>
                    <a:pt x="419" y="377"/>
                  </a:cubicBezTo>
                  <a:cubicBezTo>
                    <a:pt x="516" y="293"/>
                    <a:pt x="614" y="210"/>
                    <a:pt x="684" y="126"/>
                  </a:cubicBezTo>
                  <a:cubicBezTo>
                    <a:pt x="726" y="98"/>
                    <a:pt x="740" y="56"/>
                    <a:pt x="767" y="42"/>
                  </a:cubicBezTo>
                  <a:lnTo>
                    <a:pt x="795" y="0"/>
                  </a:lnTo>
                  <a:close/>
                  <a:moveTo>
                    <a:pt x="0" y="768"/>
                  </a:moveTo>
                  <a:lnTo>
                    <a:pt x="0" y="879"/>
                  </a:lnTo>
                  <a:cubicBezTo>
                    <a:pt x="0" y="977"/>
                    <a:pt x="0" y="1116"/>
                    <a:pt x="0" y="1256"/>
                  </a:cubicBezTo>
                  <a:cubicBezTo>
                    <a:pt x="0" y="1381"/>
                    <a:pt x="14" y="1521"/>
                    <a:pt x="28" y="1618"/>
                  </a:cubicBezTo>
                  <a:cubicBezTo>
                    <a:pt x="28" y="1660"/>
                    <a:pt x="28" y="1702"/>
                    <a:pt x="42" y="1730"/>
                  </a:cubicBezTo>
                  <a:lnTo>
                    <a:pt x="42" y="1618"/>
                  </a:lnTo>
                  <a:lnTo>
                    <a:pt x="42" y="1242"/>
                  </a:lnTo>
                  <a:cubicBezTo>
                    <a:pt x="42" y="1116"/>
                    <a:pt x="28" y="977"/>
                    <a:pt x="14" y="879"/>
                  </a:cubicBezTo>
                  <a:cubicBezTo>
                    <a:pt x="14" y="837"/>
                    <a:pt x="0" y="795"/>
                    <a:pt x="0" y="768"/>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15"/>
            <p:cNvSpPr/>
            <p:nvPr/>
          </p:nvSpPr>
          <p:spPr>
            <a:xfrm>
              <a:off x="8502607" y="362644"/>
              <a:ext cx="77649" cy="84540"/>
            </a:xfrm>
            <a:custGeom>
              <a:avLst/>
              <a:gdLst/>
              <a:ahLst/>
              <a:cxnLst/>
              <a:rect l="l" t="t" r="r" b="b"/>
              <a:pathLst>
                <a:path w="462" h="503" extrusionOk="0">
                  <a:moveTo>
                    <a:pt x="294" y="168"/>
                  </a:moveTo>
                  <a:cubicBezTo>
                    <a:pt x="308" y="168"/>
                    <a:pt x="322" y="182"/>
                    <a:pt x="336" y="210"/>
                  </a:cubicBezTo>
                  <a:cubicBezTo>
                    <a:pt x="322" y="252"/>
                    <a:pt x="308" y="294"/>
                    <a:pt x="280" y="322"/>
                  </a:cubicBezTo>
                  <a:cubicBezTo>
                    <a:pt x="252" y="349"/>
                    <a:pt x="224" y="363"/>
                    <a:pt x="196" y="363"/>
                  </a:cubicBezTo>
                  <a:cubicBezTo>
                    <a:pt x="154" y="363"/>
                    <a:pt x="140" y="349"/>
                    <a:pt x="140" y="322"/>
                  </a:cubicBezTo>
                  <a:cubicBezTo>
                    <a:pt x="140" y="294"/>
                    <a:pt x="154" y="266"/>
                    <a:pt x="168" y="252"/>
                  </a:cubicBezTo>
                  <a:cubicBezTo>
                    <a:pt x="196" y="210"/>
                    <a:pt x="238" y="168"/>
                    <a:pt x="294" y="168"/>
                  </a:cubicBezTo>
                  <a:close/>
                  <a:moveTo>
                    <a:pt x="322" y="1"/>
                  </a:moveTo>
                  <a:cubicBezTo>
                    <a:pt x="294" y="1"/>
                    <a:pt x="252" y="1"/>
                    <a:pt x="224" y="15"/>
                  </a:cubicBezTo>
                  <a:cubicBezTo>
                    <a:pt x="182" y="29"/>
                    <a:pt x="140" y="56"/>
                    <a:pt x="113" y="84"/>
                  </a:cubicBezTo>
                  <a:cubicBezTo>
                    <a:pt x="99" y="98"/>
                    <a:pt x="85" y="112"/>
                    <a:pt x="71" y="126"/>
                  </a:cubicBezTo>
                  <a:cubicBezTo>
                    <a:pt x="57" y="154"/>
                    <a:pt x="43" y="182"/>
                    <a:pt x="29" y="210"/>
                  </a:cubicBezTo>
                  <a:cubicBezTo>
                    <a:pt x="15" y="252"/>
                    <a:pt x="1" y="294"/>
                    <a:pt x="1" y="335"/>
                  </a:cubicBezTo>
                  <a:cubicBezTo>
                    <a:pt x="1" y="377"/>
                    <a:pt x="15" y="419"/>
                    <a:pt x="29" y="447"/>
                  </a:cubicBezTo>
                  <a:cubicBezTo>
                    <a:pt x="43" y="475"/>
                    <a:pt x="85" y="503"/>
                    <a:pt x="126" y="503"/>
                  </a:cubicBezTo>
                  <a:cubicBezTo>
                    <a:pt x="154" y="503"/>
                    <a:pt x="196" y="503"/>
                    <a:pt x="224" y="489"/>
                  </a:cubicBezTo>
                  <a:cubicBezTo>
                    <a:pt x="266" y="475"/>
                    <a:pt x="294" y="461"/>
                    <a:pt x="336" y="433"/>
                  </a:cubicBezTo>
                  <a:cubicBezTo>
                    <a:pt x="378" y="405"/>
                    <a:pt x="405" y="363"/>
                    <a:pt x="433" y="322"/>
                  </a:cubicBezTo>
                  <a:cubicBezTo>
                    <a:pt x="447" y="294"/>
                    <a:pt x="461" y="266"/>
                    <a:pt x="461" y="238"/>
                  </a:cubicBezTo>
                  <a:cubicBezTo>
                    <a:pt x="461" y="210"/>
                    <a:pt x="461" y="182"/>
                    <a:pt x="461" y="154"/>
                  </a:cubicBezTo>
                  <a:cubicBezTo>
                    <a:pt x="447" y="112"/>
                    <a:pt x="433" y="70"/>
                    <a:pt x="405" y="43"/>
                  </a:cubicBezTo>
                  <a:cubicBezTo>
                    <a:pt x="378" y="15"/>
                    <a:pt x="350" y="1"/>
                    <a:pt x="322"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15"/>
            <p:cNvSpPr/>
            <p:nvPr/>
          </p:nvSpPr>
          <p:spPr>
            <a:xfrm>
              <a:off x="8587147" y="315752"/>
              <a:ext cx="82187" cy="154963"/>
            </a:xfrm>
            <a:custGeom>
              <a:avLst/>
              <a:gdLst/>
              <a:ahLst/>
              <a:cxnLst/>
              <a:rect l="l" t="t" r="r" b="b"/>
              <a:pathLst>
                <a:path w="489" h="922" extrusionOk="0">
                  <a:moveTo>
                    <a:pt x="251" y="1"/>
                  </a:moveTo>
                  <a:cubicBezTo>
                    <a:pt x="195" y="15"/>
                    <a:pt x="126" y="29"/>
                    <a:pt x="70" y="43"/>
                  </a:cubicBezTo>
                  <a:cubicBezTo>
                    <a:pt x="56" y="308"/>
                    <a:pt x="28" y="587"/>
                    <a:pt x="0" y="879"/>
                  </a:cubicBezTo>
                  <a:lnTo>
                    <a:pt x="70" y="852"/>
                  </a:lnTo>
                  <a:lnTo>
                    <a:pt x="167" y="810"/>
                  </a:lnTo>
                  <a:cubicBezTo>
                    <a:pt x="167" y="698"/>
                    <a:pt x="181" y="628"/>
                    <a:pt x="181" y="614"/>
                  </a:cubicBezTo>
                  <a:lnTo>
                    <a:pt x="265" y="573"/>
                  </a:lnTo>
                  <a:lnTo>
                    <a:pt x="265" y="573"/>
                  </a:lnTo>
                  <a:cubicBezTo>
                    <a:pt x="251" y="740"/>
                    <a:pt x="237" y="852"/>
                    <a:pt x="237" y="921"/>
                  </a:cubicBezTo>
                  <a:cubicBezTo>
                    <a:pt x="265" y="907"/>
                    <a:pt x="293" y="893"/>
                    <a:pt x="307" y="879"/>
                  </a:cubicBezTo>
                  <a:lnTo>
                    <a:pt x="377" y="838"/>
                  </a:lnTo>
                  <a:lnTo>
                    <a:pt x="391" y="838"/>
                  </a:lnTo>
                  <a:cubicBezTo>
                    <a:pt x="391" y="670"/>
                    <a:pt x="432" y="405"/>
                    <a:pt x="488" y="29"/>
                  </a:cubicBezTo>
                  <a:lnTo>
                    <a:pt x="488" y="29"/>
                  </a:lnTo>
                  <a:cubicBezTo>
                    <a:pt x="432" y="57"/>
                    <a:pt x="377" y="84"/>
                    <a:pt x="321" y="98"/>
                  </a:cubicBezTo>
                  <a:cubicBezTo>
                    <a:pt x="321" y="224"/>
                    <a:pt x="307" y="322"/>
                    <a:pt x="293" y="391"/>
                  </a:cubicBezTo>
                  <a:lnTo>
                    <a:pt x="251" y="419"/>
                  </a:lnTo>
                  <a:lnTo>
                    <a:pt x="209" y="433"/>
                  </a:lnTo>
                  <a:cubicBezTo>
                    <a:pt x="209" y="294"/>
                    <a:pt x="223" y="140"/>
                    <a:pt x="251"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15"/>
            <p:cNvSpPr/>
            <p:nvPr/>
          </p:nvSpPr>
          <p:spPr>
            <a:xfrm>
              <a:off x="8816901" y="536094"/>
              <a:ext cx="105550" cy="101012"/>
            </a:xfrm>
            <a:custGeom>
              <a:avLst/>
              <a:gdLst/>
              <a:ahLst/>
              <a:cxnLst/>
              <a:rect l="l" t="t" r="r" b="b"/>
              <a:pathLst>
                <a:path w="628" h="601" extrusionOk="0">
                  <a:moveTo>
                    <a:pt x="279" y="1"/>
                  </a:moveTo>
                  <a:lnTo>
                    <a:pt x="112" y="29"/>
                  </a:lnTo>
                  <a:cubicBezTo>
                    <a:pt x="84" y="168"/>
                    <a:pt x="70" y="266"/>
                    <a:pt x="56" y="336"/>
                  </a:cubicBezTo>
                  <a:cubicBezTo>
                    <a:pt x="42" y="391"/>
                    <a:pt x="28" y="475"/>
                    <a:pt x="0" y="587"/>
                  </a:cubicBezTo>
                  <a:cubicBezTo>
                    <a:pt x="70" y="587"/>
                    <a:pt x="126" y="573"/>
                    <a:pt x="167" y="559"/>
                  </a:cubicBezTo>
                  <a:lnTo>
                    <a:pt x="195" y="433"/>
                  </a:lnTo>
                  <a:lnTo>
                    <a:pt x="209" y="322"/>
                  </a:lnTo>
                  <a:cubicBezTo>
                    <a:pt x="251" y="419"/>
                    <a:pt x="279" y="517"/>
                    <a:pt x="335" y="601"/>
                  </a:cubicBezTo>
                  <a:cubicBezTo>
                    <a:pt x="363" y="587"/>
                    <a:pt x="405" y="573"/>
                    <a:pt x="446" y="573"/>
                  </a:cubicBezTo>
                  <a:cubicBezTo>
                    <a:pt x="502" y="405"/>
                    <a:pt x="558" y="238"/>
                    <a:pt x="628" y="57"/>
                  </a:cubicBezTo>
                  <a:lnTo>
                    <a:pt x="628" y="57"/>
                  </a:lnTo>
                  <a:cubicBezTo>
                    <a:pt x="558" y="71"/>
                    <a:pt x="502" y="85"/>
                    <a:pt x="432" y="99"/>
                  </a:cubicBezTo>
                  <a:cubicBezTo>
                    <a:pt x="419" y="182"/>
                    <a:pt x="391" y="252"/>
                    <a:pt x="377" y="308"/>
                  </a:cubicBezTo>
                  <a:lnTo>
                    <a:pt x="349" y="238"/>
                  </a:lnTo>
                  <a:cubicBezTo>
                    <a:pt x="321" y="154"/>
                    <a:pt x="293" y="71"/>
                    <a:pt x="279"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15"/>
            <p:cNvSpPr/>
            <p:nvPr/>
          </p:nvSpPr>
          <p:spPr>
            <a:xfrm>
              <a:off x="8819086" y="910727"/>
              <a:ext cx="75296" cy="117987"/>
            </a:xfrm>
            <a:custGeom>
              <a:avLst/>
              <a:gdLst/>
              <a:ahLst/>
              <a:cxnLst/>
              <a:rect l="l" t="t" r="r" b="b"/>
              <a:pathLst>
                <a:path w="448" h="702" extrusionOk="0">
                  <a:moveTo>
                    <a:pt x="355" y="0"/>
                  </a:moveTo>
                  <a:cubicBezTo>
                    <a:pt x="275" y="0"/>
                    <a:pt x="198" y="27"/>
                    <a:pt x="140" y="73"/>
                  </a:cubicBezTo>
                  <a:cubicBezTo>
                    <a:pt x="85" y="101"/>
                    <a:pt x="57" y="143"/>
                    <a:pt x="57" y="157"/>
                  </a:cubicBezTo>
                  <a:cubicBezTo>
                    <a:pt x="43" y="185"/>
                    <a:pt x="29" y="213"/>
                    <a:pt x="29" y="241"/>
                  </a:cubicBezTo>
                  <a:cubicBezTo>
                    <a:pt x="15" y="283"/>
                    <a:pt x="1" y="324"/>
                    <a:pt x="15" y="380"/>
                  </a:cubicBezTo>
                  <a:cubicBezTo>
                    <a:pt x="15" y="394"/>
                    <a:pt x="29" y="408"/>
                    <a:pt x="43" y="422"/>
                  </a:cubicBezTo>
                  <a:cubicBezTo>
                    <a:pt x="43" y="436"/>
                    <a:pt x="71" y="450"/>
                    <a:pt x="85" y="464"/>
                  </a:cubicBezTo>
                  <a:lnTo>
                    <a:pt x="182" y="464"/>
                  </a:lnTo>
                  <a:cubicBezTo>
                    <a:pt x="210" y="450"/>
                    <a:pt x="224" y="450"/>
                    <a:pt x="252" y="436"/>
                  </a:cubicBezTo>
                  <a:cubicBezTo>
                    <a:pt x="266" y="422"/>
                    <a:pt x="280" y="422"/>
                    <a:pt x="308" y="408"/>
                  </a:cubicBezTo>
                  <a:cubicBezTo>
                    <a:pt x="308" y="408"/>
                    <a:pt x="322" y="422"/>
                    <a:pt x="322" y="422"/>
                  </a:cubicBezTo>
                  <a:cubicBezTo>
                    <a:pt x="322" y="436"/>
                    <a:pt x="322" y="436"/>
                    <a:pt x="322" y="450"/>
                  </a:cubicBezTo>
                  <a:cubicBezTo>
                    <a:pt x="308" y="478"/>
                    <a:pt x="294" y="492"/>
                    <a:pt x="280" y="506"/>
                  </a:cubicBezTo>
                  <a:cubicBezTo>
                    <a:pt x="238" y="534"/>
                    <a:pt x="210" y="548"/>
                    <a:pt x="168" y="548"/>
                  </a:cubicBezTo>
                  <a:lnTo>
                    <a:pt x="71" y="548"/>
                  </a:lnTo>
                  <a:cubicBezTo>
                    <a:pt x="57" y="603"/>
                    <a:pt x="43" y="645"/>
                    <a:pt x="29" y="687"/>
                  </a:cubicBezTo>
                  <a:lnTo>
                    <a:pt x="99" y="701"/>
                  </a:lnTo>
                  <a:cubicBezTo>
                    <a:pt x="168" y="701"/>
                    <a:pt x="238" y="687"/>
                    <a:pt x="308" y="659"/>
                  </a:cubicBezTo>
                  <a:cubicBezTo>
                    <a:pt x="350" y="631"/>
                    <a:pt x="378" y="603"/>
                    <a:pt x="392" y="576"/>
                  </a:cubicBezTo>
                  <a:cubicBezTo>
                    <a:pt x="406" y="548"/>
                    <a:pt x="419" y="534"/>
                    <a:pt x="433" y="506"/>
                  </a:cubicBezTo>
                  <a:cubicBezTo>
                    <a:pt x="447" y="464"/>
                    <a:pt x="447" y="422"/>
                    <a:pt x="447" y="380"/>
                  </a:cubicBezTo>
                  <a:cubicBezTo>
                    <a:pt x="433" y="352"/>
                    <a:pt x="433" y="338"/>
                    <a:pt x="419" y="324"/>
                  </a:cubicBezTo>
                  <a:cubicBezTo>
                    <a:pt x="419" y="324"/>
                    <a:pt x="406" y="311"/>
                    <a:pt x="406" y="311"/>
                  </a:cubicBezTo>
                  <a:cubicBezTo>
                    <a:pt x="392" y="297"/>
                    <a:pt x="364" y="283"/>
                    <a:pt x="350" y="283"/>
                  </a:cubicBezTo>
                  <a:lnTo>
                    <a:pt x="294" y="283"/>
                  </a:lnTo>
                  <a:cubicBezTo>
                    <a:pt x="266" y="297"/>
                    <a:pt x="252" y="297"/>
                    <a:pt x="224" y="311"/>
                  </a:cubicBezTo>
                  <a:cubicBezTo>
                    <a:pt x="213" y="314"/>
                    <a:pt x="204" y="316"/>
                    <a:pt x="196" y="316"/>
                  </a:cubicBezTo>
                  <a:cubicBezTo>
                    <a:pt x="176" y="316"/>
                    <a:pt x="168" y="303"/>
                    <a:pt x="168" y="283"/>
                  </a:cubicBezTo>
                  <a:cubicBezTo>
                    <a:pt x="154" y="241"/>
                    <a:pt x="196" y="199"/>
                    <a:pt x="238" y="185"/>
                  </a:cubicBezTo>
                  <a:cubicBezTo>
                    <a:pt x="259" y="178"/>
                    <a:pt x="283" y="175"/>
                    <a:pt x="310" y="175"/>
                  </a:cubicBezTo>
                  <a:cubicBezTo>
                    <a:pt x="336" y="175"/>
                    <a:pt x="364" y="178"/>
                    <a:pt x="392" y="185"/>
                  </a:cubicBezTo>
                  <a:lnTo>
                    <a:pt x="406" y="4"/>
                  </a:lnTo>
                  <a:cubicBezTo>
                    <a:pt x="389" y="1"/>
                    <a:pt x="372" y="0"/>
                    <a:pt x="355"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0" name="Google Shape;1020;p15"/>
          <p:cNvGrpSpPr/>
          <p:nvPr/>
        </p:nvGrpSpPr>
        <p:grpSpPr>
          <a:xfrm>
            <a:off x="1617851" y="115336"/>
            <a:ext cx="1322388" cy="942549"/>
            <a:chOff x="1447164" y="1023861"/>
            <a:chExt cx="1322388" cy="942549"/>
          </a:xfrm>
        </p:grpSpPr>
        <p:sp>
          <p:nvSpPr>
            <p:cNvPr id="1021" name="Google Shape;1021;p15"/>
            <p:cNvSpPr/>
            <p:nvPr/>
          </p:nvSpPr>
          <p:spPr>
            <a:xfrm>
              <a:off x="1873898" y="1263027"/>
              <a:ext cx="126727" cy="173619"/>
            </a:xfrm>
            <a:custGeom>
              <a:avLst/>
              <a:gdLst/>
              <a:ahLst/>
              <a:cxnLst/>
              <a:rect l="l" t="t" r="r" b="b"/>
              <a:pathLst>
                <a:path w="754" h="1033" extrusionOk="0">
                  <a:moveTo>
                    <a:pt x="572" y="0"/>
                  </a:moveTo>
                  <a:cubicBezTo>
                    <a:pt x="377" y="70"/>
                    <a:pt x="195" y="112"/>
                    <a:pt x="0" y="140"/>
                  </a:cubicBezTo>
                  <a:lnTo>
                    <a:pt x="84" y="684"/>
                  </a:lnTo>
                  <a:cubicBezTo>
                    <a:pt x="126" y="642"/>
                    <a:pt x="181" y="600"/>
                    <a:pt x="237" y="586"/>
                  </a:cubicBezTo>
                  <a:cubicBezTo>
                    <a:pt x="276" y="579"/>
                    <a:pt x="310" y="576"/>
                    <a:pt x="339" y="576"/>
                  </a:cubicBezTo>
                  <a:cubicBezTo>
                    <a:pt x="428" y="576"/>
                    <a:pt x="478" y="607"/>
                    <a:pt x="488" y="670"/>
                  </a:cubicBezTo>
                  <a:cubicBezTo>
                    <a:pt x="498" y="741"/>
                    <a:pt x="464" y="760"/>
                    <a:pt x="413" y="760"/>
                  </a:cubicBezTo>
                  <a:cubicBezTo>
                    <a:pt x="394" y="760"/>
                    <a:pt x="372" y="757"/>
                    <a:pt x="349" y="753"/>
                  </a:cubicBezTo>
                  <a:cubicBezTo>
                    <a:pt x="293" y="739"/>
                    <a:pt x="251" y="712"/>
                    <a:pt x="209" y="684"/>
                  </a:cubicBezTo>
                  <a:cubicBezTo>
                    <a:pt x="167" y="753"/>
                    <a:pt x="112" y="809"/>
                    <a:pt x="56" y="865"/>
                  </a:cubicBezTo>
                  <a:cubicBezTo>
                    <a:pt x="154" y="963"/>
                    <a:pt x="293" y="1018"/>
                    <a:pt x="432" y="1032"/>
                  </a:cubicBezTo>
                  <a:cubicBezTo>
                    <a:pt x="516" y="1032"/>
                    <a:pt x="586" y="990"/>
                    <a:pt x="656" y="935"/>
                  </a:cubicBezTo>
                  <a:cubicBezTo>
                    <a:pt x="725" y="837"/>
                    <a:pt x="753" y="739"/>
                    <a:pt x="753" y="628"/>
                  </a:cubicBezTo>
                  <a:cubicBezTo>
                    <a:pt x="739" y="544"/>
                    <a:pt x="711" y="474"/>
                    <a:pt x="642" y="419"/>
                  </a:cubicBezTo>
                  <a:cubicBezTo>
                    <a:pt x="581" y="370"/>
                    <a:pt x="500" y="332"/>
                    <a:pt x="406" y="332"/>
                  </a:cubicBezTo>
                  <a:cubicBezTo>
                    <a:pt x="392" y="332"/>
                    <a:pt x="377" y="333"/>
                    <a:pt x="363" y="335"/>
                  </a:cubicBezTo>
                  <a:cubicBezTo>
                    <a:pt x="335" y="335"/>
                    <a:pt x="293" y="335"/>
                    <a:pt x="265" y="349"/>
                  </a:cubicBezTo>
                  <a:lnTo>
                    <a:pt x="251" y="307"/>
                  </a:lnTo>
                  <a:cubicBezTo>
                    <a:pt x="377" y="279"/>
                    <a:pt x="502" y="265"/>
                    <a:pt x="628" y="265"/>
                  </a:cubicBezTo>
                  <a:cubicBezTo>
                    <a:pt x="600" y="181"/>
                    <a:pt x="586" y="98"/>
                    <a:pt x="572"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15"/>
            <p:cNvSpPr/>
            <p:nvPr/>
          </p:nvSpPr>
          <p:spPr>
            <a:xfrm>
              <a:off x="1447164" y="1117645"/>
              <a:ext cx="178325" cy="270261"/>
            </a:xfrm>
            <a:custGeom>
              <a:avLst/>
              <a:gdLst/>
              <a:ahLst/>
              <a:cxnLst/>
              <a:rect l="l" t="t" r="r" b="b"/>
              <a:pathLst>
                <a:path w="1061" h="1608" extrusionOk="0">
                  <a:moveTo>
                    <a:pt x="823" y="0"/>
                  </a:moveTo>
                  <a:cubicBezTo>
                    <a:pt x="768" y="14"/>
                    <a:pt x="712" y="42"/>
                    <a:pt x="656" y="70"/>
                  </a:cubicBezTo>
                  <a:cubicBezTo>
                    <a:pt x="572" y="126"/>
                    <a:pt x="489" y="182"/>
                    <a:pt x="419" y="251"/>
                  </a:cubicBezTo>
                  <a:cubicBezTo>
                    <a:pt x="321" y="349"/>
                    <a:pt x="224" y="461"/>
                    <a:pt x="154" y="586"/>
                  </a:cubicBezTo>
                  <a:cubicBezTo>
                    <a:pt x="112" y="656"/>
                    <a:pt x="70" y="754"/>
                    <a:pt x="42" y="837"/>
                  </a:cubicBezTo>
                  <a:cubicBezTo>
                    <a:pt x="0" y="991"/>
                    <a:pt x="0" y="1158"/>
                    <a:pt x="42" y="1311"/>
                  </a:cubicBezTo>
                  <a:cubicBezTo>
                    <a:pt x="56" y="1367"/>
                    <a:pt x="84" y="1423"/>
                    <a:pt x="126" y="1465"/>
                  </a:cubicBezTo>
                  <a:cubicBezTo>
                    <a:pt x="154" y="1493"/>
                    <a:pt x="182" y="1521"/>
                    <a:pt x="210" y="1535"/>
                  </a:cubicBezTo>
                  <a:cubicBezTo>
                    <a:pt x="302" y="1581"/>
                    <a:pt x="395" y="1608"/>
                    <a:pt x="487" y="1608"/>
                  </a:cubicBezTo>
                  <a:cubicBezTo>
                    <a:pt x="506" y="1608"/>
                    <a:pt x="525" y="1607"/>
                    <a:pt x="544" y="1604"/>
                  </a:cubicBezTo>
                  <a:cubicBezTo>
                    <a:pt x="656" y="1590"/>
                    <a:pt x="754" y="1549"/>
                    <a:pt x="851" y="1493"/>
                  </a:cubicBezTo>
                  <a:cubicBezTo>
                    <a:pt x="921" y="1437"/>
                    <a:pt x="1005" y="1381"/>
                    <a:pt x="1061" y="1311"/>
                  </a:cubicBezTo>
                  <a:lnTo>
                    <a:pt x="879" y="977"/>
                  </a:lnTo>
                  <a:cubicBezTo>
                    <a:pt x="865" y="1005"/>
                    <a:pt x="851" y="1019"/>
                    <a:pt x="837" y="1046"/>
                  </a:cubicBezTo>
                  <a:cubicBezTo>
                    <a:pt x="782" y="1116"/>
                    <a:pt x="698" y="1172"/>
                    <a:pt x="600" y="1200"/>
                  </a:cubicBezTo>
                  <a:lnTo>
                    <a:pt x="530" y="1200"/>
                  </a:lnTo>
                  <a:cubicBezTo>
                    <a:pt x="447" y="1158"/>
                    <a:pt x="419" y="1074"/>
                    <a:pt x="447" y="921"/>
                  </a:cubicBezTo>
                  <a:cubicBezTo>
                    <a:pt x="475" y="837"/>
                    <a:pt x="530" y="754"/>
                    <a:pt x="600" y="684"/>
                  </a:cubicBezTo>
                  <a:cubicBezTo>
                    <a:pt x="670" y="628"/>
                    <a:pt x="754" y="586"/>
                    <a:pt x="837" y="572"/>
                  </a:cubicBezTo>
                  <a:lnTo>
                    <a:pt x="823" y="0"/>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15"/>
            <p:cNvSpPr/>
            <p:nvPr/>
          </p:nvSpPr>
          <p:spPr>
            <a:xfrm>
              <a:off x="1653388" y="1023861"/>
              <a:ext cx="162022" cy="328414"/>
            </a:xfrm>
            <a:custGeom>
              <a:avLst/>
              <a:gdLst/>
              <a:ahLst/>
              <a:cxnLst/>
              <a:rect l="l" t="t" r="r" b="b"/>
              <a:pathLst>
                <a:path w="964" h="1954" extrusionOk="0">
                  <a:moveTo>
                    <a:pt x="364" y="0"/>
                  </a:moveTo>
                  <a:cubicBezTo>
                    <a:pt x="238" y="70"/>
                    <a:pt x="126" y="126"/>
                    <a:pt x="1" y="182"/>
                  </a:cubicBezTo>
                  <a:cubicBezTo>
                    <a:pt x="57" y="726"/>
                    <a:pt x="99" y="1325"/>
                    <a:pt x="126" y="1939"/>
                  </a:cubicBezTo>
                  <a:lnTo>
                    <a:pt x="294" y="1856"/>
                  </a:lnTo>
                  <a:lnTo>
                    <a:pt x="475" y="1744"/>
                  </a:lnTo>
                  <a:cubicBezTo>
                    <a:pt x="447" y="1521"/>
                    <a:pt x="433" y="1381"/>
                    <a:pt x="433" y="1339"/>
                  </a:cubicBezTo>
                  <a:lnTo>
                    <a:pt x="615" y="1242"/>
                  </a:lnTo>
                  <a:cubicBezTo>
                    <a:pt x="629" y="1591"/>
                    <a:pt x="643" y="1814"/>
                    <a:pt x="670" y="1953"/>
                  </a:cubicBezTo>
                  <a:cubicBezTo>
                    <a:pt x="712" y="1911"/>
                    <a:pt x="754" y="1883"/>
                    <a:pt x="810" y="1842"/>
                  </a:cubicBezTo>
                  <a:cubicBezTo>
                    <a:pt x="852" y="1814"/>
                    <a:pt x="894" y="1772"/>
                    <a:pt x="935" y="1744"/>
                  </a:cubicBezTo>
                  <a:lnTo>
                    <a:pt x="963" y="1730"/>
                  </a:lnTo>
                  <a:cubicBezTo>
                    <a:pt x="935" y="1381"/>
                    <a:pt x="908" y="795"/>
                    <a:pt x="894" y="0"/>
                  </a:cubicBezTo>
                  <a:cubicBezTo>
                    <a:pt x="782" y="70"/>
                    <a:pt x="656" y="140"/>
                    <a:pt x="531" y="196"/>
                  </a:cubicBezTo>
                  <a:cubicBezTo>
                    <a:pt x="559" y="461"/>
                    <a:pt x="587" y="684"/>
                    <a:pt x="587" y="823"/>
                  </a:cubicBezTo>
                  <a:lnTo>
                    <a:pt x="503" y="893"/>
                  </a:lnTo>
                  <a:cubicBezTo>
                    <a:pt x="475" y="907"/>
                    <a:pt x="447" y="921"/>
                    <a:pt x="419" y="949"/>
                  </a:cubicBezTo>
                  <a:cubicBezTo>
                    <a:pt x="391" y="628"/>
                    <a:pt x="378" y="321"/>
                    <a:pt x="364"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15"/>
            <p:cNvSpPr/>
            <p:nvPr/>
          </p:nvSpPr>
          <p:spPr>
            <a:xfrm>
              <a:off x="2401306" y="1455134"/>
              <a:ext cx="178325" cy="268076"/>
            </a:xfrm>
            <a:custGeom>
              <a:avLst/>
              <a:gdLst/>
              <a:ahLst/>
              <a:cxnLst/>
              <a:rect l="l" t="t" r="r" b="b"/>
              <a:pathLst>
                <a:path w="1061" h="1595" extrusionOk="0">
                  <a:moveTo>
                    <a:pt x="823" y="1"/>
                  </a:moveTo>
                  <a:cubicBezTo>
                    <a:pt x="768" y="15"/>
                    <a:pt x="712" y="43"/>
                    <a:pt x="656" y="71"/>
                  </a:cubicBezTo>
                  <a:cubicBezTo>
                    <a:pt x="572" y="126"/>
                    <a:pt x="503" y="182"/>
                    <a:pt x="419" y="252"/>
                  </a:cubicBezTo>
                  <a:cubicBezTo>
                    <a:pt x="321" y="350"/>
                    <a:pt x="238" y="461"/>
                    <a:pt x="168" y="573"/>
                  </a:cubicBezTo>
                  <a:cubicBezTo>
                    <a:pt x="112" y="657"/>
                    <a:pt x="70" y="740"/>
                    <a:pt x="56" y="838"/>
                  </a:cubicBezTo>
                  <a:cubicBezTo>
                    <a:pt x="1" y="991"/>
                    <a:pt x="1" y="1159"/>
                    <a:pt x="56" y="1312"/>
                  </a:cubicBezTo>
                  <a:cubicBezTo>
                    <a:pt x="70" y="1354"/>
                    <a:pt x="98" y="1410"/>
                    <a:pt x="126" y="1452"/>
                  </a:cubicBezTo>
                  <a:cubicBezTo>
                    <a:pt x="154" y="1479"/>
                    <a:pt x="182" y="1507"/>
                    <a:pt x="210" y="1521"/>
                  </a:cubicBezTo>
                  <a:cubicBezTo>
                    <a:pt x="302" y="1568"/>
                    <a:pt x="395" y="1595"/>
                    <a:pt x="487" y="1595"/>
                  </a:cubicBezTo>
                  <a:cubicBezTo>
                    <a:pt x="506" y="1595"/>
                    <a:pt x="525" y="1593"/>
                    <a:pt x="545" y="1591"/>
                  </a:cubicBezTo>
                  <a:cubicBezTo>
                    <a:pt x="656" y="1577"/>
                    <a:pt x="754" y="1535"/>
                    <a:pt x="837" y="1479"/>
                  </a:cubicBezTo>
                  <a:cubicBezTo>
                    <a:pt x="921" y="1438"/>
                    <a:pt x="1005" y="1382"/>
                    <a:pt x="1061" y="1312"/>
                  </a:cubicBezTo>
                  <a:lnTo>
                    <a:pt x="879" y="977"/>
                  </a:lnTo>
                  <a:cubicBezTo>
                    <a:pt x="879" y="977"/>
                    <a:pt x="865" y="1005"/>
                    <a:pt x="837" y="1047"/>
                  </a:cubicBezTo>
                  <a:cubicBezTo>
                    <a:pt x="782" y="1117"/>
                    <a:pt x="698" y="1173"/>
                    <a:pt x="600" y="1201"/>
                  </a:cubicBezTo>
                  <a:lnTo>
                    <a:pt x="545" y="1201"/>
                  </a:lnTo>
                  <a:cubicBezTo>
                    <a:pt x="447" y="1159"/>
                    <a:pt x="419" y="1061"/>
                    <a:pt x="447" y="922"/>
                  </a:cubicBezTo>
                  <a:cubicBezTo>
                    <a:pt x="489" y="838"/>
                    <a:pt x="531" y="754"/>
                    <a:pt x="600" y="684"/>
                  </a:cubicBezTo>
                  <a:cubicBezTo>
                    <a:pt x="670" y="629"/>
                    <a:pt x="754" y="587"/>
                    <a:pt x="837" y="573"/>
                  </a:cubicBezTo>
                  <a:lnTo>
                    <a:pt x="823" y="1"/>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15"/>
            <p:cNvSpPr/>
            <p:nvPr/>
          </p:nvSpPr>
          <p:spPr>
            <a:xfrm>
              <a:off x="2607530" y="1361349"/>
              <a:ext cx="162022" cy="328414"/>
            </a:xfrm>
            <a:custGeom>
              <a:avLst/>
              <a:gdLst/>
              <a:ahLst/>
              <a:cxnLst/>
              <a:rect l="l" t="t" r="r" b="b"/>
              <a:pathLst>
                <a:path w="964" h="1954" extrusionOk="0">
                  <a:moveTo>
                    <a:pt x="364" y="1"/>
                  </a:moveTo>
                  <a:cubicBezTo>
                    <a:pt x="252" y="71"/>
                    <a:pt x="127" y="127"/>
                    <a:pt x="1" y="168"/>
                  </a:cubicBezTo>
                  <a:cubicBezTo>
                    <a:pt x="57" y="726"/>
                    <a:pt x="99" y="1326"/>
                    <a:pt x="140" y="1940"/>
                  </a:cubicBezTo>
                  <a:lnTo>
                    <a:pt x="294" y="1856"/>
                  </a:lnTo>
                  <a:lnTo>
                    <a:pt x="461" y="1745"/>
                  </a:lnTo>
                  <a:cubicBezTo>
                    <a:pt x="447" y="1521"/>
                    <a:pt x="433" y="1382"/>
                    <a:pt x="433" y="1340"/>
                  </a:cubicBezTo>
                  <a:lnTo>
                    <a:pt x="615" y="1228"/>
                  </a:lnTo>
                  <a:cubicBezTo>
                    <a:pt x="629" y="1577"/>
                    <a:pt x="643" y="1814"/>
                    <a:pt x="671" y="1954"/>
                  </a:cubicBezTo>
                  <a:cubicBezTo>
                    <a:pt x="712" y="1926"/>
                    <a:pt x="754" y="1884"/>
                    <a:pt x="810" y="1842"/>
                  </a:cubicBezTo>
                  <a:cubicBezTo>
                    <a:pt x="852" y="1814"/>
                    <a:pt x="894" y="1772"/>
                    <a:pt x="949" y="1745"/>
                  </a:cubicBezTo>
                  <a:lnTo>
                    <a:pt x="963" y="1731"/>
                  </a:lnTo>
                  <a:cubicBezTo>
                    <a:pt x="936" y="1382"/>
                    <a:pt x="908" y="810"/>
                    <a:pt x="894" y="1"/>
                  </a:cubicBezTo>
                  <a:cubicBezTo>
                    <a:pt x="782" y="71"/>
                    <a:pt x="671" y="140"/>
                    <a:pt x="545" y="182"/>
                  </a:cubicBezTo>
                  <a:cubicBezTo>
                    <a:pt x="573" y="461"/>
                    <a:pt x="587" y="671"/>
                    <a:pt x="587" y="824"/>
                  </a:cubicBezTo>
                  <a:lnTo>
                    <a:pt x="503" y="894"/>
                  </a:lnTo>
                  <a:cubicBezTo>
                    <a:pt x="503" y="894"/>
                    <a:pt x="475" y="908"/>
                    <a:pt x="419" y="936"/>
                  </a:cubicBezTo>
                  <a:cubicBezTo>
                    <a:pt x="392" y="629"/>
                    <a:pt x="378" y="308"/>
                    <a:pt x="364"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15"/>
            <p:cNvSpPr/>
            <p:nvPr/>
          </p:nvSpPr>
          <p:spPr>
            <a:xfrm>
              <a:off x="1925328" y="1773126"/>
              <a:ext cx="157316" cy="193283"/>
            </a:xfrm>
            <a:custGeom>
              <a:avLst/>
              <a:gdLst/>
              <a:ahLst/>
              <a:cxnLst/>
              <a:rect l="l" t="t" r="r" b="b"/>
              <a:pathLst>
                <a:path w="936" h="1150" extrusionOk="0">
                  <a:moveTo>
                    <a:pt x="506" y="0"/>
                  </a:moveTo>
                  <a:cubicBezTo>
                    <a:pt x="486" y="0"/>
                    <a:pt x="466" y="2"/>
                    <a:pt x="447" y="6"/>
                  </a:cubicBezTo>
                  <a:cubicBezTo>
                    <a:pt x="266" y="6"/>
                    <a:pt x="99" y="118"/>
                    <a:pt x="29" y="285"/>
                  </a:cubicBezTo>
                  <a:cubicBezTo>
                    <a:pt x="1" y="383"/>
                    <a:pt x="1" y="480"/>
                    <a:pt x="57" y="578"/>
                  </a:cubicBezTo>
                  <a:cubicBezTo>
                    <a:pt x="137" y="543"/>
                    <a:pt x="217" y="518"/>
                    <a:pt x="306" y="518"/>
                  </a:cubicBezTo>
                  <a:cubicBezTo>
                    <a:pt x="325" y="518"/>
                    <a:pt x="344" y="520"/>
                    <a:pt x="364" y="522"/>
                  </a:cubicBezTo>
                  <a:cubicBezTo>
                    <a:pt x="364" y="494"/>
                    <a:pt x="364" y="466"/>
                    <a:pt x="350" y="438"/>
                  </a:cubicBezTo>
                  <a:cubicBezTo>
                    <a:pt x="336" y="396"/>
                    <a:pt x="364" y="341"/>
                    <a:pt x="392" y="327"/>
                  </a:cubicBezTo>
                  <a:cubicBezTo>
                    <a:pt x="461" y="327"/>
                    <a:pt x="475" y="355"/>
                    <a:pt x="489" y="396"/>
                  </a:cubicBezTo>
                  <a:cubicBezTo>
                    <a:pt x="489" y="424"/>
                    <a:pt x="475" y="438"/>
                    <a:pt x="475" y="466"/>
                  </a:cubicBezTo>
                  <a:cubicBezTo>
                    <a:pt x="405" y="592"/>
                    <a:pt x="308" y="717"/>
                    <a:pt x="196" y="829"/>
                  </a:cubicBezTo>
                  <a:cubicBezTo>
                    <a:pt x="113" y="899"/>
                    <a:pt x="71" y="1038"/>
                    <a:pt x="113" y="1150"/>
                  </a:cubicBezTo>
                  <a:cubicBezTo>
                    <a:pt x="176" y="1102"/>
                    <a:pt x="280" y="1077"/>
                    <a:pt x="421" y="1077"/>
                  </a:cubicBezTo>
                  <a:cubicBezTo>
                    <a:pt x="529" y="1077"/>
                    <a:pt x="659" y="1092"/>
                    <a:pt x="810" y="1122"/>
                  </a:cubicBezTo>
                  <a:cubicBezTo>
                    <a:pt x="824" y="1010"/>
                    <a:pt x="866" y="899"/>
                    <a:pt x="936" y="815"/>
                  </a:cubicBezTo>
                  <a:cubicBezTo>
                    <a:pt x="854" y="795"/>
                    <a:pt x="765" y="782"/>
                    <a:pt x="673" y="782"/>
                  </a:cubicBezTo>
                  <a:cubicBezTo>
                    <a:pt x="640" y="782"/>
                    <a:pt x="606" y="783"/>
                    <a:pt x="573" y="787"/>
                  </a:cubicBezTo>
                  <a:cubicBezTo>
                    <a:pt x="726" y="675"/>
                    <a:pt x="824" y="508"/>
                    <a:pt x="852" y="327"/>
                  </a:cubicBezTo>
                  <a:cubicBezTo>
                    <a:pt x="852" y="201"/>
                    <a:pt x="782" y="90"/>
                    <a:pt x="670" y="34"/>
                  </a:cubicBezTo>
                  <a:cubicBezTo>
                    <a:pt x="619" y="13"/>
                    <a:pt x="561" y="0"/>
                    <a:pt x="506"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15"/>
            <p:cNvSpPr/>
            <p:nvPr/>
          </p:nvSpPr>
          <p:spPr>
            <a:xfrm>
              <a:off x="1510527" y="1661526"/>
              <a:ext cx="180678" cy="268076"/>
            </a:xfrm>
            <a:custGeom>
              <a:avLst/>
              <a:gdLst/>
              <a:ahLst/>
              <a:cxnLst/>
              <a:rect l="l" t="t" r="r" b="b"/>
              <a:pathLst>
                <a:path w="1075" h="1595" extrusionOk="0">
                  <a:moveTo>
                    <a:pt x="823" y="0"/>
                  </a:moveTo>
                  <a:cubicBezTo>
                    <a:pt x="767" y="14"/>
                    <a:pt x="711" y="42"/>
                    <a:pt x="656" y="70"/>
                  </a:cubicBezTo>
                  <a:cubicBezTo>
                    <a:pt x="572" y="126"/>
                    <a:pt x="488" y="182"/>
                    <a:pt x="419" y="251"/>
                  </a:cubicBezTo>
                  <a:cubicBezTo>
                    <a:pt x="321" y="349"/>
                    <a:pt x="237" y="461"/>
                    <a:pt x="153" y="586"/>
                  </a:cubicBezTo>
                  <a:cubicBezTo>
                    <a:pt x="112" y="656"/>
                    <a:pt x="70" y="754"/>
                    <a:pt x="42" y="837"/>
                  </a:cubicBezTo>
                  <a:cubicBezTo>
                    <a:pt x="0" y="991"/>
                    <a:pt x="0" y="1158"/>
                    <a:pt x="42" y="1312"/>
                  </a:cubicBezTo>
                  <a:cubicBezTo>
                    <a:pt x="70" y="1353"/>
                    <a:pt x="98" y="1409"/>
                    <a:pt x="126" y="1451"/>
                  </a:cubicBezTo>
                  <a:cubicBezTo>
                    <a:pt x="153" y="1479"/>
                    <a:pt x="181" y="1507"/>
                    <a:pt x="209" y="1521"/>
                  </a:cubicBezTo>
                  <a:cubicBezTo>
                    <a:pt x="302" y="1567"/>
                    <a:pt x="394" y="1594"/>
                    <a:pt x="487" y="1594"/>
                  </a:cubicBezTo>
                  <a:cubicBezTo>
                    <a:pt x="506" y="1594"/>
                    <a:pt x="525" y="1593"/>
                    <a:pt x="544" y="1591"/>
                  </a:cubicBezTo>
                  <a:cubicBezTo>
                    <a:pt x="656" y="1577"/>
                    <a:pt x="753" y="1535"/>
                    <a:pt x="851" y="1479"/>
                  </a:cubicBezTo>
                  <a:cubicBezTo>
                    <a:pt x="921" y="1437"/>
                    <a:pt x="1004" y="1381"/>
                    <a:pt x="1074" y="1312"/>
                  </a:cubicBezTo>
                  <a:lnTo>
                    <a:pt x="879" y="977"/>
                  </a:lnTo>
                  <a:cubicBezTo>
                    <a:pt x="879" y="977"/>
                    <a:pt x="865" y="1005"/>
                    <a:pt x="837" y="1047"/>
                  </a:cubicBezTo>
                  <a:cubicBezTo>
                    <a:pt x="781" y="1116"/>
                    <a:pt x="697" y="1172"/>
                    <a:pt x="600" y="1200"/>
                  </a:cubicBezTo>
                  <a:lnTo>
                    <a:pt x="544" y="1200"/>
                  </a:lnTo>
                  <a:cubicBezTo>
                    <a:pt x="460" y="1158"/>
                    <a:pt x="419" y="1060"/>
                    <a:pt x="446" y="921"/>
                  </a:cubicBezTo>
                  <a:cubicBezTo>
                    <a:pt x="488" y="837"/>
                    <a:pt x="544" y="754"/>
                    <a:pt x="600" y="684"/>
                  </a:cubicBezTo>
                  <a:cubicBezTo>
                    <a:pt x="670" y="628"/>
                    <a:pt x="753" y="586"/>
                    <a:pt x="851" y="572"/>
                  </a:cubicBezTo>
                  <a:lnTo>
                    <a:pt x="823" y="0"/>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15"/>
            <p:cNvSpPr/>
            <p:nvPr/>
          </p:nvSpPr>
          <p:spPr>
            <a:xfrm>
              <a:off x="1716751" y="1567742"/>
              <a:ext cx="161854" cy="330767"/>
            </a:xfrm>
            <a:custGeom>
              <a:avLst/>
              <a:gdLst/>
              <a:ahLst/>
              <a:cxnLst/>
              <a:rect l="l" t="t" r="r" b="b"/>
              <a:pathLst>
                <a:path w="963" h="1968" extrusionOk="0">
                  <a:moveTo>
                    <a:pt x="363" y="0"/>
                  </a:moveTo>
                  <a:cubicBezTo>
                    <a:pt x="238" y="70"/>
                    <a:pt x="126" y="126"/>
                    <a:pt x="1" y="182"/>
                  </a:cubicBezTo>
                  <a:cubicBezTo>
                    <a:pt x="56" y="740"/>
                    <a:pt x="98" y="1326"/>
                    <a:pt x="126" y="1939"/>
                  </a:cubicBezTo>
                  <a:lnTo>
                    <a:pt x="293" y="1856"/>
                  </a:lnTo>
                  <a:lnTo>
                    <a:pt x="461" y="1744"/>
                  </a:lnTo>
                  <a:cubicBezTo>
                    <a:pt x="447" y="1521"/>
                    <a:pt x="433" y="1381"/>
                    <a:pt x="433" y="1340"/>
                  </a:cubicBezTo>
                  <a:lnTo>
                    <a:pt x="600" y="1242"/>
                  </a:lnTo>
                  <a:cubicBezTo>
                    <a:pt x="628" y="1591"/>
                    <a:pt x="642" y="1828"/>
                    <a:pt x="670" y="1967"/>
                  </a:cubicBezTo>
                  <a:cubicBezTo>
                    <a:pt x="712" y="1925"/>
                    <a:pt x="754" y="1884"/>
                    <a:pt x="796" y="1856"/>
                  </a:cubicBezTo>
                  <a:cubicBezTo>
                    <a:pt x="837" y="1828"/>
                    <a:pt x="879" y="1786"/>
                    <a:pt x="935" y="1744"/>
                  </a:cubicBezTo>
                  <a:lnTo>
                    <a:pt x="963" y="1730"/>
                  </a:lnTo>
                  <a:cubicBezTo>
                    <a:pt x="935" y="1381"/>
                    <a:pt x="907" y="809"/>
                    <a:pt x="893" y="0"/>
                  </a:cubicBezTo>
                  <a:cubicBezTo>
                    <a:pt x="782" y="70"/>
                    <a:pt x="656" y="140"/>
                    <a:pt x="531" y="196"/>
                  </a:cubicBezTo>
                  <a:cubicBezTo>
                    <a:pt x="558" y="461"/>
                    <a:pt x="586" y="684"/>
                    <a:pt x="586" y="837"/>
                  </a:cubicBezTo>
                  <a:cubicBezTo>
                    <a:pt x="558" y="851"/>
                    <a:pt x="531" y="879"/>
                    <a:pt x="503" y="893"/>
                  </a:cubicBezTo>
                  <a:lnTo>
                    <a:pt x="419" y="949"/>
                  </a:lnTo>
                  <a:cubicBezTo>
                    <a:pt x="391" y="628"/>
                    <a:pt x="363" y="321"/>
                    <a:pt x="363"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15"/>
            <p:cNvSpPr/>
            <p:nvPr/>
          </p:nvSpPr>
          <p:spPr>
            <a:xfrm>
              <a:off x="2075416" y="1394292"/>
              <a:ext cx="260344" cy="152442"/>
            </a:xfrm>
            <a:custGeom>
              <a:avLst/>
              <a:gdLst/>
              <a:ahLst/>
              <a:cxnLst/>
              <a:rect l="l" t="t" r="r" b="b"/>
              <a:pathLst>
                <a:path w="1549" h="907" extrusionOk="0">
                  <a:moveTo>
                    <a:pt x="1" y="0"/>
                  </a:moveTo>
                  <a:cubicBezTo>
                    <a:pt x="29" y="14"/>
                    <a:pt x="43" y="28"/>
                    <a:pt x="56" y="42"/>
                  </a:cubicBezTo>
                  <a:cubicBezTo>
                    <a:pt x="112" y="70"/>
                    <a:pt x="168" y="112"/>
                    <a:pt x="238" y="168"/>
                  </a:cubicBezTo>
                  <a:cubicBezTo>
                    <a:pt x="377" y="265"/>
                    <a:pt x="559" y="377"/>
                    <a:pt x="754" y="488"/>
                  </a:cubicBezTo>
                  <a:cubicBezTo>
                    <a:pt x="963" y="614"/>
                    <a:pt x="1144" y="712"/>
                    <a:pt x="1298" y="781"/>
                  </a:cubicBezTo>
                  <a:cubicBezTo>
                    <a:pt x="1368" y="823"/>
                    <a:pt x="1437" y="851"/>
                    <a:pt x="1479" y="865"/>
                  </a:cubicBezTo>
                  <a:lnTo>
                    <a:pt x="1549" y="907"/>
                  </a:lnTo>
                  <a:lnTo>
                    <a:pt x="1493" y="851"/>
                  </a:lnTo>
                  <a:cubicBezTo>
                    <a:pt x="1451" y="823"/>
                    <a:pt x="1396" y="781"/>
                    <a:pt x="1326" y="740"/>
                  </a:cubicBezTo>
                  <a:cubicBezTo>
                    <a:pt x="1186" y="642"/>
                    <a:pt x="991" y="516"/>
                    <a:pt x="796" y="405"/>
                  </a:cubicBezTo>
                  <a:cubicBezTo>
                    <a:pt x="600" y="293"/>
                    <a:pt x="405" y="196"/>
                    <a:pt x="252" y="112"/>
                  </a:cubicBezTo>
                  <a:cubicBezTo>
                    <a:pt x="182" y="84"/>
                    <a:pt x="112" y="56"/>
                    <a:pt x="70" y="28"/>
                  </a:cubicBezTo>
                  <a:lnTo>
                    <a:pt x="1" y="0"/>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15"/>
            <p:cNvSpPr/>
            <p:nvPr/>
          </p:nvSpPr>
          <p:spPr>
            <a:xfrm>
              <a:off x="2108189" y="1708418"/>
              <a:ext cx="269924" cy="131433"/>
            </a:xfrm>
            <a:custGeom>
              <a:avLst/>
              <a:gdLst/>
              <a:ahLst/>
              <a:cxnLst/>
              <a:rect l="l" t="t" r="r" b="b"/>
              <a:pathLst>
                <a:path w="1606" h="782" extrusionOk="0">
                  <a:moveTo>
                    <a:pt x="1605" y="0"/>
                  </a:moveTo>
                  <a:lnTo>
                    <a:pt x="1535" y="28"/>
                  </a:lnTo>
                  <a:cubicBezTo>
                    <a:pt x="1479" y="42"/>
                    <a:pt x="1424" y="70"/>
                    <a:pt x="1340" y="98"/>
                  </a:cubicBezTo>
                  <a:cubicBezTo>
                    <a:pt x="1187" y="154"/>
                    <a:pt x="977" y="251"/>
                    <a:pt x="782" y="349"/>
                  </a:cubicBezTo>
                  <a:cubicBezTo>
                    <a:pt x="573" y="447"/>
                    <a:pt x="378" y="544"/>
                    <a:pt x="238" y="628"/>
                  </a:cubicBezTo>
                  <a:cubicBezTo>
                    <a:pt x="168" y="670"/>
                    <a:pt x="99" y="712"/>
                    <a:pt x="57" y="740"/>
                  </a:cubicBezTo>
                  <a:lnTo>
                    <a:pt x="1" y="781"/>
                  </a:lnTo>
                  <a:lnTo>
                    <a:pt x="71" y="754"/>
                  </a:lnTo>
                  <a:cubicBezTo>
                    <a:pt x="113" y="740"/>
                    <a:pt x="182" y="712"/>
                    <a:pt x="266" y="684"/>
                  </a:cubicBezTo>
                  <a:cubicBezTo>
                    <a:pt x="419" y="614"/>
                    <a:pt x="615" y="530"/>
                    <a:pt x="824" y="433"/>
                  </a:cubicBezTo>
                  <a:cubicBezTo>
                    <a:pt x="1019" y="335"/>
                    <a:pt x="1214" y="238"/>
                    <a:pt x="1368" y="140"/>
                  </a:cubicBezTo>
                  <a:cubicBezTo>
                    <a:pt x="1438" y="98"/>
                    <a:pt x="1493" y="70"/>
                    <a:pt x="1535" y="42"/>
                  </a:cubicBezTo>
                  <a:lnTo>
                    <a:pt x="1605" y="0"/>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1" name="Google Shape;1031;p15"/>
          <p:cNvGrpSpPr/>
          <p:nvPr/>
        </p:nvGrpSpPr>
        <p:grpSpPr>
          <a:xfrm>
            <a:off x="2121429" y="4288680"/>
            <a:ext cx="1856862" cy="1120533"/>
            <a:chOff x="2851254" y="3935230"/>
            <a:chExt cx="1856862" cy="1120533"/>
          </a:xfrm>
        </p:grpSpPr>
        <p:sp>
          <p:nvSpPr>
            <p:cNvPr id="1032" name="Google Shape;1032;p15"/>
            <p:cNvSpPr/>
            <p:nvPr/>
          </p:nvSpPr>
          <p:spPr>
            <a:xfrm rot="5400000">
              <a:off x="4090282" y="3995903"/>
              <a:ext cx="227570" cy="499511"/>
            </a:xfrm>
            <a:custGeom>
              <a:avLst/>
              <a:gdLst/>
              <a:ahLst/>
              <a:cxnLst/>
              <a:rect l="l" t="t" r="r" b="b"/>
              <a:pathLst>
                <a:path w="1354" h="2972" extrusionOk="0">
                  <a:moveTo>
                    <a:pt x="1354" y="0"/>
                  </a:moveTo>
                  <a:lnTo>
                    <a:pt x="1354" y="0"/>
                  </a:lnTo>
                  <a:cubicBezTo>
                    <a:pt x="1354" y="0"/>
                    <a:pt x="1340" y="14"/>
                    <a:pt x="1298" y="42"/>
                  </a:cubicBezTo>
                  <a:cubicBezTo>
                    <a:pt x="1256" y="70"/>
                    <a:pt x="1200" y="112"/>
                    <a:pt x="1130" y="154"/>
                  </a:cubicBezTo>
                  <a:cubicBezTo>
                    <a:pt x="1005" y="265"/>
                    <a:pt x="824" y="405"/>
                    <a:pt x="656" y="558"/>
                  </a:cubicBezTo>
                  <a:cubicBezTo>
                    <a:pt x="489" y="698"/>
                    <a:pt x="335" y="851"/>
                    <a:pt x="210" y="977"/>
                  </a:cubicBezTo>
                  <a:cubicBezTo>
                    <a:pt x="154" y="1032"/>
                    <a:pt x="112" y="1088"/>
                    <a:pt x="84" y="1130"/>
                  </a:cubicBezTo>
                  <a:lnTo>
                    <a:pt x="29" y="1186"/>
                  </a:lnTo>
                  <a:cubicBezTo>
                    <a:pt x="29" y="1186"/>
                    <a:pt x="56" y="1172"/>
                    <a:pt x="84" y="1144"/>
                  </a:cubicBezTo>
                  <a:cubicBezTo>
                    <a:pt x="126" y="1102"/>
                    <a:pt x="182" y="1074"/>
                    <a:pt x="252" y="1019"/>
                  </a:cubicBezTo>
                  <a:cubicBezTo>
                    <a:pt x="391" y="921"/>
                    <a:pt x="559" y="767"/>
                    <a:pt x="726" y="628"/>
                  </a:cubicBezTo>
                  <a:cubicBezTo>
                    <a:pt x="893" y="475"/>
                    <a:pt x="1047" y="321"/>
                    <a:pt x="1172" y="196"/>
                  </a:cubicBezTo>
                  <a:cubicBezTo>
                    <a:pt x="1228" y="140"/>
                    <a:pt x="1270" y="84"/>
                    <a:pt x="1312" y="56"/>
                  </a:cubicBezTo>
                  <a:lnTo>
                    <a:pt x="1354" y="0"/>
                  </a:lnTo>
                  <a:close/>
                  <a:moveTo>
                    <a:pt x="29" y="1186"/>
                  </a:moveTo>
                  <a:cubicBezTo>
                    <a:pt x="29" y="1214"/>
                    <a:pt x="29" y="1228"/>
                    <a:pt x="29" y="1256"/>
                  </a:cubicBezTo>
                  <a:cubicBezTo>
                    <a:pt x="29" y="1311"/>
                    <a:pt x="15" y="1381"/>
                    <a:pt x="15" y="1465"/>
                  </a:cubicBezTo>
                  <a:cubicBezTo>
                    <a:pt x="1" y="1632"/>
                    <a:pt x="1" y="1855"/>
                    <a:pt x="1" y="2079"/>
                  </a:cubicBezTo>
                  <a:cubicBezTo>
                    <a:pt x="1" y="2302"/>
                    <a:pt x="15" y="2525"/>
                    <a:pt x="42" y="2692"/>
                  </a:cubicBezTo>
                  <a:cubicBezTo>
                    <a:pt x="42" y="2776"/>
                    <a:pt x="56" y="2846"/>
                    <a:pt x="56" y="2888"/>
                  </a:cubicBezTo>
                  <a:cubicBezTo>
                    <a:pt x="70" y="2943"/>
                    <a:pt x="70" y="2971"/>
                    <a:pt x="70" y="2971"/>
                  </a:cubicBezTo>
                  <a:lnTo>
                    <a:pt x="70" y="2888"/>
                  </a:lnTo>
                  <a:cubicBezTo>
                    <a:pt x="70" y="2846"/>
                    <a:pt x="84" y="2776"/>
                    <a:pt x="84" y="2692"/>
                  </a:cubicBezTo>
                  <a:cubicBezTo>
                    <a:pt x="98" y="2511"/>
                    <a:pt x="98" y="2302"/>
                    <a:pt x="98" y="2079"/>
                  </a:cubicBezTo>
                  <a:cubicBezTo>
                    <a:pt x="84" y="1855"/>
                    <a:pt x="70" y="1632"/>
                    <a:pt x="56" y="1465"/>
                  </a:cubicBezTo>
                  <a:cubicBezTo>
                    <a:pt x="56" y="1381"/>
                    <a:pt x="42" y="1311"/>
                    <a:pt x="42" y="1256"/>
                  </a:cubicBezTo>
                  <a:cubicBezTo>
                    <a:pt x="29" y="1214"/>
                    <a:pt x="29" y="1186"/>
                    <a:pt x="29" y="1186"/>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15"/>
            <p:cNvSpPr/>
            <p:nvPr/>
          </p:nvSpPr>
          <p:spPr>
            <a:xfrm rot="5400000">
              <a:off x="3982464" y="4333475"/>
              <a:ext cx="445560" cy="497158"/>
            </a:xfrm>
            <a:custGeom>
              <a:avLst/>
              <a:gdLst/>
              <a:ahLst/>
              <a:cxnLst/>
              <a:rect l="l" t="t" r="r" b="b"/>
              <a:pathLst>
                <a:path w="2651" h="2958" extrusionOk="0">
                  <a:moveTo>
                    <a:pt x="1" y="0"/>
                  </a:moveTo>
                  <a:lnTo>
                    <a:pt x="56" y="56"/>
                  </a:lnTo>
                  <a:cubicBezTo>
                    <a:pt x="84" y="84"/>
                    <a:pt x="140" y="140"/>
                    <a:pt x="196" y="196"/>
                  </a:cubicBezTo>
                  <a:cubicBezTo>
                    <a:pt x="307" y="321"/>
                    <a:pt x="475" y="475"/>
                    <a:pt x="642" y="628"/>
                  </a:cubicBezTo>
                  <a:cubicBezTo>
                    <a:pt x="810" y="781"/>
                    <a:pt x="977" y="921"/>
                    <a:pt x="1117" y="1019"/>
                  </a:cubicBezTo>
                  <a:cubicBezTo>
                    <a:pt x="1172" y="1074"/>
                    <a:pt x="1228" y="1102"/>
                    <a:pt x="1270" y="1144"/>
                  </a:cubicBezTo>
                  <a:lnTo>
                    <a:pt x="1326" y="1172"/>
                  </a:lnTo>
                  <a:lnTo>
                    <a:pt x="1284" y="1130"/>
                  </a:lnTo>
                  <a:cubicBezTo>
                    <a:pt x="1256" y="1088"/>
                    <a:pt x="1200" y="1032"/>
                    <a:pt x="1144" y="977"/>
                  </a:cubicBezTo>
                  <a:cubicBezTo>
                    <a:pt x="1033" y="851"/>
                    <a:pt x="865" y="698"/>
                    <a:pt x="698" y="558"/>
                  </a:cubicBezTo>
                  <a:cubicBezTo>
                    <a:pt x="545" y="405"/>
                    <a:pt x="363" y="265"/>
                    <a:pt x="238" y="154"/>
                  </a:cubicBezTo>
                  <a:cubicBezTo>
                    <a:pt x="168" y="112"/>
                    <a:pt x="112" y="70"/>
                    <a:pt x="70" y="42"/>
                  </a:cubicBezTo>
                  <a:cubicBezTo>
                    <a:pt x="42" y="28"/>
                    <a:pt x="29" y="14"/>
                    <a:pt x="1" y="0"/>
                  </a:cubicBezTo>
                  <a:close/>
                  <a:moveTo>
                    <a:pt x="2651" y="0"/>
                  </a:moveTo>
                  <a:lnTo>
                    <a:pt x="2651" y="0"/>
                  </a:lnTo>
                  <a:cubicBezTo>
                    <a:pt x="2623" y="14"/>
                    <a:pt x="2595" y="28"/>
                    <a:pt x="2581" y="42"/>
                  </a:cubicBezTo>
                  <a:cubicBezTo>
                    <a:pt x="2539" y="70"/>
                    <a:pt x="2483" y="112"/>
                    <a:pt x="2414" y="154"/>
                  </a:cubicBezTo>
                  <a:cubicBezTo>
                    <a:pt x="2288" y="265"/>
                    <a:pt x="2107" y="405"/>
                    <a:pt x="1953" y="558"/>
                  </a:cubicBezTo>
                  <a:cubicBezTo>
                    <a:pt x="1786" y="698"/>
                    <a:pt x="1619" y="851"/>
                    <a:pt x="1507" y="977"/>
                  </a:cubicBezTo>
                  <a:cubicBezTo>
                    <a:pt x="1451" y="1032"/>
                    <a:pt x="1409" y="1088"/>
                    <a:pt x="1368" y="1130"/>
                  </a:cubicBezTo>
                  <a:lnTo>
                    <a:pt x="1326" y="1172"/>
                  </a:lnTo>
                  <a:lnTo>
                    <a:pt x="1382" y="1144"/>
                  </a:lnTo>
                  <a:cubicBezTo>
                    <a:pt x="1423" y="1102"/>
                    <a:pt x="1479" y="1074"/>
                    <a:pt x="1535" y="1019"/>
                  </a:cubicBezTo>
                  <a:cubicBezTo>
                    <a:pt x="1674" y="921"/>
                    <a:pt x="1842" y="767"/>
                    <a:pt x="2009" y="628"/>
                  </a:cubicBezTo>
                  <a:cubicBezTo>
                    <a:pt x="2177" y="475"/>
                    <a:pt x="2344" y="321"/>
                    <a:pt x="2456" y="196"/>
                  </a:cubicBezTo>
                  <a:cubicBezTo>
                    <a:pt x="2511" y="140"/>
                    <a:pt x="2567" y="84"/>
                    <a:pt x="2595" y="56"/>
                  </a:cubicBezTo>
                  <a:lnTo>
                    <a:pt x="2651" y="0"/>
                  </a:lnTo>
                  <a:close/>
                  <a:moveTo>
                    <a:pt x="1326" y="1172"/>
                  </a:moveTo>
                  <a:lnTo>
                    <a:pt x="1326" y="1256"/>
                  </a:lnTo>
                  <a:cubicBezTo>
                    <a:pt x="1326" y="1297"/>
                    <a:pt x="1312" y="1367"/>
                    <a:pt x="1312" y="1451"/>
                  </a:cubicBezTo>
                  <a:cubicBezTo>
                    <a:pt x="1298" y="1632"/>
                    <a:pt x="1298" y="1841"/>
                    <a:pt x="1312" y="2065"/>
                  </a:cubicBezTo>
                  <a:cubicBezTo>
                    <a:pt x="1326" y="2288"/>
                    <a:pt x="1326" y="2511"/>
                    <a:pt x="1340" y="2678"/>
                  </a:cubicBezTo>
                  <a:cubicBezTo>
                    <a:pt x="1340" y="2762"/>
                    <a:pt x="1368" y="2832"/>
                    <a:pt x="1368" y="2888"/>
                  </a:cubicBezTo>
                  <a:cubicBezTo>
                    <a:pt x="1368" y="2929"/>
                    <a:pt x="1382" y="2957"/>
                    <a:pt x="1382" y="2957"/>
                  </a:cubicBezTo>
                  <a:lnTo>
                    <a:pt x="1382" y="2888"/>
                  </a:lnTo>
                  <a:cubicBezTo>
                    <a:pt x="1382" y="2832"/>
                    <a:pt x="1382" y="2762"/>
                    <a:pt x="1395" y="2678"/>
                  </a:cubicBezTo>
                  <a:cubicBezTo>
                    <a:pt x="1395" y="2511"/>
                    <a:pt x="1409" y="2288"/>
                    <a:pt x="1395" y="2065"/>
                  </a:cubicBezTo>
                  <a:cubicBezTo>
                    <a:pt x="1382" y="1841"/>
                    <a:pt x="1368" y="1618"/>
                    <a:pt x="1354" y="1451"/>
                  </a:cubicBezTo>
                  <a:cubicBezTo>
                    <a:pt x="1354" y="1367"/>
                    <a:pt x="1340" y="1297"/>
                    <a:pt x="1340" y="1256"/>
                  </a:cubicBezTo>
                  <a:cubicBezTo>
                    <a:pt x="1326" y="1200"/>
                    <a:pt x="1326" y="1172"/>
                    <a:pt x="1326" y="1172"/>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15"/>
            <p:cNvSpPr/>
            <p:nvPr/>
          </p:nvSpPr>
          <p:spPr>
            <a:xfrm rot="5400000">
              <a:off x="4237934" y="4181202"/>
              <a:ext cx="169081" cy="150089"/>
            </a:xfrm>
            <a:custGeom>
              <a:avLst/>
              <a:gdLst/>
              <a:ahLst/>
              <a:cxnLst/>
              <a:rect l="l" t="t" r="r" b="b"/>
              <a:pathLst>
                <a:path w="1006" h="893" extrusionOk="0">
                  <a:moveTo>
                    <a:pt x="1005" y="0"/>
                  </a:moveTo>
                  <a:lnTo>
                    <a:pt x="1005" y="0"/>
                  </a:lnTo>
                  <a:cubicBezTo>
                    <a:pt x="949" y="28"/>
                    <a:pt x="893" y="70"/>
                    <a:pt x="838" y="112"/>
                  </a:cubicBezTo>
                  <a:cubicBezTo>
                    <a:pt x="726" y="181"/>
                    <a:pt x="601" y="293"/>
                    <a:pt x="475" y="405"/>
                  </a:cubicBezTo>
                  <a:cubicBezTo>
                    <a:pt x="349" y="516"/>
                    <a:pt x="224" y="628"/>
                    <a:pt x="140" y="725"/>
                  </a:cubicBezTo>
                  <a:cubicBezTo>
                    <a:pt x="98" y="781"/>
                    <a:pt x="43" y="837"/>
                    <a:pt x="1" y="893"/>
                  </a:cubicBezTo>
                  <a:cubicBezTo>
                    <a:pt x="1" y="893"/>
                    <a:pt x="84" y="851"/>
                    <a:pt x="182" y="767"/>
                  </a:cubicBezTo>
                  <a:cubicBezTo>
                    <a:pt x="280" y="697"/>
                    <a:pt x="419" y="600"/>
                    <a:pt x="545" y="474"/>
                  </a:cubicBezTo>
                  <a:cubicBezTo>
                    <a:pt x="670" y="363"/>
                    <a:pt x="782" y="251"/>
                    <a:pt x="866" y="153"/>
                  </a:cubicBezTo>
                  <a:cubicBezTo>
                    <a:pt x="963" y="56"/>
                    <a:pt x="1005" y="0"/>
                    <a:pt x="1005"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15"/>
            <p:cNvSpPr/>
            <p:nvPr/>
          </p:nvSpPr>
          <p:spPr>
            <a:xfrm rot="5400000">
              <a:off x="4242724" y="4816429"/>
              <a:ext cx="222864" cy="199334"/>
            </a:xfrm>
            <a:custGeom>
              <a:avLst/>
              <a:gdLst/>
              <a:ahLst/>
              <a:cxnLst/>
              <a:rect l="l" t="t" r="r" b="b"/>
              <a:pathLst>
                <a:path w="1326" h="1186" extrusionOk="0">
                  <a:moveTo>
                    <a:pt x="1" y="0"/>
                  </a:moveTo>
                  <a:lnTo>
                    <a:pt x="57" y="56"/>
                  </a:lnTo>
                  <a:cubicBezTo>
                    <a:pt x="85" y="84"/>
                    <a:pt x="126" y="140"/>
                    <a:pt x="196" y="196"/>
                  </a:cubicBezTo>
                  <a:cubicBezTo>
                    <a:pt x="308" y="321"/>
                    <a:pt x="461" y="475"/>
                    <a:pt x="629" y="628"/>
                  </a:cubicBezTo>
                  <a:cubicBezTo>
                    <a:pt x="796" y="781"/>
                    <a:pt x="977" y="921"/>
                    <a:pt x="1103" y="1019"/>
                  </a:cubicBezTo>
                  <a:cubicBezTo>
                    <a:pt x="1173" y="1074"/>
                    <a:pt x="1228" y="1116"/>
                    <a:pt x="1270" y="1144"/>
                  </a:cubicBezTo>
                  <a:cubicBezTo>
                    <a:pt x="1312" y="1172"/>
                    <a:pt x="1326" y="1186"/>
                    <a:pt x="1326" y="1186"/>
                  </a:cubicBezTo>
                  <a:lnTo>
                    <a:pt x="1284" y="1130"/>
                  </a:lnTo>
                  <a:cubicBezTo>
                    <a:pt x="1242" y="1088"/>
                    <a:pt x="1200" y="1032"/>
                    <a:pt x="1145" y="977"/>
                  </a:cubicBezTo>
                  <a:cubicBezTo>
                    <a:pt x="1033" y="851"/>
                    <a:pt x="866" y="698"/>
                    <a:pt x="698" y="558"/>
                  </a:cubicBezTo>
                  <a:cubicBezTo>
                    <a:pt x="531" y="405"/>
                    <a:pt x="364" y="265"/>
                    <a:pt x="224" y="154"/>
                  </a:cubicBezTo>
                  <a:cubicBezTo>
                    <a:pt x="168" y="112"/>
                    <a:pt x="98" y="70"/>
                    <a:pt x="71" y="42"/>
                  </a:cubicBezTo>
                  <a:cubicBezTo>
                    <a:pt x="29" y="14"/>
                    <a:pt x="1" y="0"/>
                    <a:pt x="1"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15"/>
            <p:cNvSpPr/>
            <p:nvPr/>
          </p:nvSpPr>
          <p:spPr>
            <a:xfrm rot="5400000">
              <a:off x="3743382" y="4373392"/>
              <a:ext cx="222864" cy="199334"/>
            </a:xfrm>
            <a:custGeom>
              <a:avLst/>
              <a:gdLst/>
              <a:ahLst/>
              <a:cxnLst/>
              <a:rect l="l" t="t" r="r" b="b"/>
              <a:pathLst>
                <a:path w="1326" h="1186" extrusionOk="0">
                  <a:moveTo>
                    <a:pt x="1326" y="0"/>
                  </a:moveTo>
                  <a:cubicBezTo>
                    <a:pt x="1312" y="14"/>
                    <a:pt x="1284" y="28"/>
                    <a:pt x="1270" y="42"/>
                  </a:cubicBezTo>
                  <a:cubicBezTo>
                    <a:pt x="1228" y="70"/>
                    <a:pt x="1172" y="112"/>
                    <a:pt x="1103" y="168"/>
                  </a:cubicBezTo>
                  <a:cubicBezTo>
                    <a:pt x="977" y="265"/>
                    <a:pt x="796" y="405"/>
                    <a:pt x="628" y="558"/>
                  </a:cubicBezTo>
                  <a:cubicBezTo>
                    <a:pt x="461" y="698"/>
                    <a:pt x="307" y="851"/>
                    <a:pt x="196" y="977"/>
                  </a:cubicBezTo>
                  <a:cubicBezTo>
                    <a:pt x="126" y="1033"/>
                    <a:pt x="84" y="1088"/>
                    <a:pt x="56" y="1130"/>
                  </a:cubicBezTo>
                  <a:lnTo>
                    <a:pt x="1" y="1186"/>
                  </a:lnTo>
                  <a:cubicBezTo>
                    <a:pt x="15" y="1172"/>
                    <a:pt x="42" y="1158"/>
                    <a:pt x="70" y="1144"/>
                  </a:cubicBezTo>
                  <a:cubicBezTo>
                    <a:pt x="98" y="1116"/>
                    <a:pt x="154" y="1074"/>
                    <a:pt x="224" y="1019"/>
                  </a:cubicBezTo>
                  <a:cubicBezTo>
                    <a:pt x="363" y="921"/>
                    <a:pt x="531" y="781"/>
                    <a:pt x="698" y="628"/>
                  </a:cubicBezTo>
                  <a:cubicBezTo>
                    <a:pt x="865" y="475"/>
                    <a:pt x="1033" y="321"/>
                    <a:pt x="1144" y="210"/>
                  </a:cubicBezTo>
                  <a:cubicBezTo>
                    <a:pt x="1200" y="140"/>
                    <a:pt x="1242" y="84"/>
                    <a:pt x="1284" y="56"/>
                  </a:cubicBezTo>
                  <a:lnTo>
                    <a:pt x="1326" y="0"/>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15"/>
            <p:cNvSpPr/>
            <p:nvPr/>
          </p:nvSpPr>
          <p:spPr>
            <a:xfrm rot="5400000">
              <a:off x="3732794" y="4834076"/>
              <a:ext cx="225217" cy="199334"/>
            </a:xfrm>
            <a:custGeom>
              <a:avLst/>
              <a:gdLst/>
              <a:ahLst/>
              <a:cxnLst/>
              <a:rect l="l" t="t" r="r" b="b"/>
              <a:pathLst>
                <a:path w="1340" h="1186" extrusionOk="0">
                  <a:moveTo>
                    <a:pt x="1340" y="0"/>
                  </a:moveTo>
                  <a:cubicBezTo>
                    <a:pt x="1340" y="0"/>
                    <a:pt x="1312" y="14"/>
                    <a:pt x="1270" y="42"/>
                  </a:cubicBezTo>
                  <a:cubicBezTo>
                    <a:pt x="1228" y="70"/>
                    <a:pt x="1172" y="112"/>
                    <a:pt x="1102" y="154"/>
                  </a:cubicBezTo>
                  <a:cubicBezTo>
                    <a:pt x="977" y="265"/>
                    <a:pt x="810" y="405"/>
                    <a:pt x="642" y="544"/>
                  </a:cubicBezTo>
                  <a:cubicBezTo>
                    <a:pt x="475" y="698"/>
                    <a:pt x="307" y="851"/>
                    <a:pt x="196" y="977"/>
                  </a:cubicBezTo>
                  <a:cubicBezTo>
                    <a:pt x="140" y="1032"/>
                    <a:pt x="84" y="1088"/>
                    <a:pt x="56" y="1130"/>
                  </a:cubicBezTo>
                  <a:lnTo>
                    <a:pt x="0" y="1186"/>
                  </a:lnTo>
                  <a:cubicBezTo>
                    <a:pt x="0" y="1186"/>
                    <a:pt x="28" y="1172"/>
                    <a:pt x="70" y="1144"/>
                  </a:cubicBezTo>
                  <a:cubicBezTo>
                    <a:pt x="112" y="1102"/>
                    <a:pt x="168" y="1074"/>
                    <a:pt x="238" y="1018"/>
                  </a:cubicBezTo>
                  <a:cubicBezTo>
                    <a:pt x="363" y="921"/>
                    <a:pt x="531" y="767"/>
                    <a:pt x="698" y="628"/>
                  </a:cubicBezTo>
                  <a:cubicBezTo>
                    <a:pt x="865" y="474"/>
                    <a:pt x="1033" y="321"/>
                    <a:pt x="1144" y="195"/>
                  </a:cubicBezTo>
                  <a:cubicBezTo>
                    <a:pt x="1200" y="140"/>
                    <a:pt x="1256" y="84"/>
                    <a:pt x="1284" y="56"/>
                  </a:cubicBezTo>
                  <a:lnTo>
                    <a:pt x="1340" y="0"/>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15"/>
            <p:cNvSpPr/>
            <p:nvPr/>
          </p:nvSpPr>
          <p:spPr>
            <a:xfrm rot="5400000">
              <a:off x="3743382" y="4148344"/>
              <a:ext cx="222864" cy="199334"/>
            </a:xfrm>
            <a:custGeom>
              <a:avLst/>
              <a:gdLst/>
              <a:ahLst/>
              <a:cxnLst/>
              <a:rect l="l" t="t" r="r" b="b"/>
              <a:pathLst>
                <a:path w="1326" h="1186" extrusionOk="0">
                  <a:moveTo>
                    <a:pt x="1" y="0"/>
                  </a:moveTo>
                  <a:lnTo>
                    <a:pt x="56" y="56"/>
                  </a:lnTo>
                  <a:cubicBezTo>
                    <a:pt x="84" y="84"/>
                    <a:pt x="126" y="140"/>
                    <a:pt x="182" y="196"/>
                  </a:cubicBezTo>
                  <a:cubicBezTo>
                    <a:pt x="307" y="321"/>
                    <a:pt x="461" y="475"/>
                    <a:pt x="628" y="628"/>
                  </a:cubicBezTo>
                  <a:cubicBezTo>
                    <a:pt x="796" y="781"/>
                    <a:pt x="977" y="921"/>
                    <a:pt x="1102" y="1019"/>
                  </a:cubicBezTo>
                  <a:cubicBezTo>
                    <a:pt x="1172" y="1074"/>
                    <a:pt x="1228" y="1116"/>
                    <a:pt x="1270" y="1144"/>
                  </a:cubicBezTo>
                  <a:cubicBezTo>
                    <a:pt x="1312" y="1172"/>
                    <a:pt x="1326" y="1186"/>
                    <a:pt x="1326" y="1186"/>
                  </a:cubicBezTo>
                  <a:lnTo>
                    <a:pt x="1284" y="1130"/>
                  </a:lnTo>
                  <a:cubicBezTo>
                    <a:pt x="1242" y="1088"/>
                    <a:pt x="1200" y="1033"/>
                    <a:pt x="1144" y="977"/>
                  </a:cubicBezTo>
                  <a:cubicBezTo>
                    <a:pt x="1019" y="851"/>
                    <a:pt x="865" y="698"/>
                    <a:pt x="698" y="558"/>
                  </a:cubicBezTo>
                  <a:cubicBezTo>
                    <a:pt x="531" y="405"/>
                    <a:pt x="363" y="265"/>
                    <a:pt x="224" y="168"/>
                  </a:cubicBezTo>
                  <a:cubicBezTo>
                    <a:pt x="154" y="112"/>
                    <a:pt x="98" y="70"/>
                    <a:pt x="56" y="42"/>
                  </a:cubicBezTo>
                  <a:cubicBezTo>
                    <a:pt x="28" y="14"/>
                    <a:pt x="1" y="0"/>
                    <a:pt x="1"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15"/>
            <p:cNvSpPr/>
            <p:nvPr/>
          </p:nvSpPr>
          <p:spPr>
            <a:xfrm rot="5400000">
              <a:off x="3732794" y="4599617"/>
              <a:ext cx="225217" cy="199334"/>
            </a:xfrm>
            <a:custGeom>
              <a:avLst/>
              <a:gdLst/>
              <a:ahLst/>
              <a:cxnLst/>
              <a:rect l="l" t="t" r="r" b="b"/>
              <a:pathLst>
                <a:path w="1340" h="1186" extrusionOk="0">
                  <a:moveTo>
                    <a:pt x="1" y="0"/>
                  </a:moveTo>
                  <a:lnTo>
                    <a:pt x="56" y="56"/>
                  </a:lnTo>
                  <a:cubicBezTo>
                    <a:pt x="84" y="84"/>
                    <a:pt x="126" y="140"/>
                    <a:pt x="196" y="195"/>
                  </a:cubicBezTo>
                  <a:cubicBezTo>
                    <a:pt x="308" y="321"/>
                    <a:pt x="475" y="474"/>
                    <a:pt x="628" y="628"/>
                  </a:cubicBezTo>
                  <a:cubicBezTo>
                    <a:pt x="796" y="781"/>
                    <a:pt x="977" y="921"/>
                    <a:pt x="1103" y="1018"/>
                  </a:cubicBezTo>
                  <a:cubicBezTo>
                    <a:pt x="1172" y="1074"/>
                    <a:pt x="1228" y="1102"/>
                    <a:pt x="1270" y="1144"/>
                  </a:cubicBezTo>
                  <a:cubicBezTo>
                    <a:pt x="1284" y="1158"/>
                    <a:pt x="1312" y="1172"/>
                    <a:pt x="1340" y="1186"/>
                  </a:cubicBezTo>
                  <a:lnTo>
                    <a:pt x="1284" y="1130"/>
                  </a:lnTo>
                  <a:cubicBezTo>
                    <a:pt x="1242" y="1088"/>
                    <a:pt x="1200" y="1032"/>
                    <a:pt x="1144" y="977"/>
                  </a:cubicBezTo>
                  <a:cubicBezTo>
                    <a:pt x="1033" y="851"/>
                    <a:pt x="865" y="698"/>
                    <a:pt x="698" y="544"/>
                  </a:cubicBezTo>
                  <a:cubicBezTo>
                    <a:pt x="531" y="405"/>
                    <a:pt x="363" y="265"/>
                    <a:pt x="224" y="154"/>
                  </a:cubicBezTo>
                  <a:cubicBezTo>
                    <a:pt x="168" y="112"/>
                    <a:pt x="98" y="70"/>
                    <a:pt x="70" y="42"/>
                  </a:cubicBezTo>
                  <a:cubicBezTo>
                    <a:pt x="42" y="28"/>
                    <a:pt x="29" y="14"/>
                    <a:pt x="1"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15"/>
            <p:cNvSpPr/>
            <p:nvPr/>
          </p:nvSpPr>
          <p:spPr>
            <a:xfrm rot="5400000">
              <a:off x="3803048" y="4189354"/>
              <a:ext cx="159669" cy="143198"/>
            </a:xfrm>
            <a:custGeom>
              <a:avLst/>
              <a:gdLst/>
              <a:ahLst/>
              <a:cxnLst/>
              <a:rect l="l" t="t" r="r" b="b"/>
              <a:pathLst>
                <a:path w="950" h="852" extrusionOk="0">
                  <a:moveTo>
                    <a:pt x="1" y="0"/>
                  </a:moveTo>
                  <a:cubicBezTo>
                    <a:pt x="42" y="56"/>
                    <a:pt x="84" y="112"/>
                    <a:pt x="126" y="154"/>
                  </a:cubicBezTo>
                  <a:cubicBezTo>
                    <a:pt x="224" y="265"/>
                    <a:pt x="321" y="363"/>
                    <a:pt x="433" y="461"/>
                  </a:cubicBezTo>
                  <a:cubicBezTo>
                    <a:pt x="558" y="572"/>
                    <a:pt x="684" y="670"/>
                    <a:pt x="782" y="740"/>
                  </a:cubicBezTo>
                  <a:cubicBezTo>
                    <a:pt x="837" y="781"/>
                    <a:pt x="893" y="809"/>
                    <a:pt x="949" y="851"/>
                  </a:cubicBezTo>
                  <a:cubicBezTo>
                    <a:pt x="949" y="851"/>
                    <a:pt x="907" y="781"/>
                    <a:pt x="823" y="698"/>
                  </a:cubicBezTo>
                  <a:cubicBezTo>
                    <a:pt x="740" y="600"/>
                    <a:pt x="642" y="489"/>
                    <a:pt x="517" y="391"/>
                  </a:cubicBezTo>
                  <a:cubicBezTo>
                    <a:pt x="405" y="293"/>
                    <a:pt x="293" y="196"/>
                    <a:pt x="168" y="112"/>
                  </a:cubicBezTo>
                  <a:cubicBezTo>
                    <a:pt x="70" y="42"/>
                    <a:pt x="1" y="0"/>
                    <a:pt x="1"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15"/>
            <p:cNvSpPr/>
            <p:nvPr/>
          </p:nvSpPr>
          <p:spPr>
            <a:xfrm rot="5400000">
              <a:off x="4080871" y="4896094"/>
              <a:ext cx="18992" cy="300346"/>
            </a:xfrm>
            <a:custGeom>
              <a:avLst/>
              <a:gdLst/>
              <a:ahLst/>
              <a:cxnLst/>
              <a:rect l="l" t="t" r="r" b="b"/>
              <a:pathLst>
                <a:path w="113" h="1787" extrusionOk="0">
                  <a:moveTo>
                    <a:pt x="29" y="1"/>
                  </a:moveTo>
                  <a:lnTo>
                    <a:pt x="29" y="84"/>
                  </a:lnTo>
                  <a:cubicBezTo>
                    <a:pt x="29" y="126"/>
                    <a:pt x="29" y="196"/>
                    <a:pt x="15" y="280"/>
                  </a:cubicBezTo>
                  <a:cubicBezTo>
                    <a:pt x="15" y="461"/>
                    <a:pt x="1" y="670"/>
                    <a:pt x="15" y="893"/>
                  </a:cubicBezTo>
                  <a:cubicBezTo>
                    <a:pt x="29" y="1116"/>
                    <a:pt x="43" y="1340"/>
                    <a:pt x="57" y="1507"/>
                  </a:cubicBezTo>
                  <a:cubicBezTo>
                    <a:pt x="57" y="1591"/>
                    <a:pt x="71" y="1660"/>
                    <a:pt x="71" y="1716"/>
                  </a:cubicBezTo>
                  <a:cubicBezTo>
                    <a:pt x="84" y="1758"/>
                    <a:pt x="84" y="1786"/>
                    <a:pt x="84" y="1786"/>
                  </a:cubicBezTo>
                  <a:lnTo>
                    <a:pt x="84" y="1716"/>
                  </a:lnTo>
                  <a:cubicBezTo>
                    <a:pt x="84" y="1660"/>
                    <a:pt x="98" y="1591"/>
                    <a:pt x="98" y="1507"/>
                  </a:cubicBezTo>
                  <a:cubicBezTo>
                    <a:pt x="112" y="1340"/>
                    <a:pt x="112" y="1116"/>
                    <a:pt x="112" y="893"/>
                  </a:cubicBezTo>
                  <a:cubicBezTo>
                    <a:pt x="112" y="670"/>
                    <a:pt x="84" y="447"/>
                    <a:pt x="71" y="280"/>
                  </a:cubicBezTo>
                  <a:cubicBezTo>
                    <a:pt x="71" y="196"/>
                    <a:pt x="57" y="126"/>
                    <a:pt x="43" y="84"/>
                  </a:cubicBezTo>
                  <a:cubicBezTo>
                    <a:pt x="43" y="28"/>
                    <a:pt x="29" y="1"/>
                    <a:pt x="29"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15"/>
            <p:cNvSpPr/>
            <p:nvPr/>
          </p:nvSpPr>
          <p:spPr>
            <a:xfrm rot="5400000">
              <a:off x="3195971" y="3987667"/>
              <a:ext cx="229923" cy="499511"/>
            </a:xfrm>
            <a:custGeom>
              <a:avLst/>
              <a:gdLst/>
              <a:ahLst/>
              <a:cxnLst/>
              <a:rect l="l" t="t" r="r" b="b"/>
              <a:pathLst>
                <a:path w="1368" h="2972" extrusionOk="0">
                  <a:moveTo>
                    <a:pt x="1368" y="1"/>
                  </a:moveTo>
                  <a:cubicBezTo>
                    <a:pt x="1354" y="15"/>
                    <a:pt x="1326" y="29"/>
                    <a:pt x="1312" y="43"/>
                  </a:cubicBezTo>
                  <a:cubicBezTo>
                    <a:pt x="1270" y="84"/>
                    <a:pt x="1200" y="112"/>
                    <a:pt x="1145" y="168"/>
                  </a:cubicBezTo>
                  <a:cubicBezTo>
                    <a:pt x="1005" y="266"/>
                    <a:pt x="838" y="419"/>
                    <a:pt x="670" y="559"/>
                  </a:cubicBezTo>
                  <a:cubicBezTo>
                    <a:pt x="503" y="712"/>
                    <a:pt x="336" y="866"/>
                    <a:pt x="224" y="991"/>
                  </a:cubicBezTo>
                  <a:cubicBezTo>
                    <a:pt x="168" y="1047"/>
                    <a:pt x="126" y="1103"/>
                    <a:pt x="85" y="1131"/>
                  </a:cubicBezTo>
                  <a:lnTo>
                    <a:pt x="29" y="1186"/>
                  </a:lnTo>
                  <a:lnTo>
                    <a:pt x="29" y="1270"/>
                  </a:lnTo>
                  <a:cubicBezTo>
                    <a:pt x="29" y="1312"/>
                    <a:pt x="29" y="1382"/>
                    <a:pt x="15" y="1465"/>
                  </a:cubicBezTo>
                  <a:cubicBezTo>
                    <a:pt x="15" y="1647"/>
                    <a:pt x="1" y="1856"/>
                    <a:pt x="15" y="2079"/>
                  </a:cubicBezTo>
                  <a:cubicBezTo>
                    <a:pt x="29" y="2302"/>
                    <a:pt x="43" y="2525"/>
                    <a:pt x="57" y="2693"/>
                  </a:cubicBezTo>
                  <a:cubicBezTo>
                    <a:pt x="57" y="2776"/>
                    <a:pt x="71" y="2846"/>
                    <a:pt x="71" y="2902"/>
                  </a:cubicBezTo>
                  <a:cubicBezTo>
                    <a:pt x="85" y="2944"/>
                    <a:pt x="85" y="2972"/>
                    <a:pt x="85" y="2972"/>
                  </a:cubicBezTo>
                  <a:cubicBezTo>
                    <a:pt x="85" y="2958"/>
                    <a:pt x="85" y="2930"/>
                    <a:pt x="85" y="2902"/>
                  </a:cubicBezTo>
                  <a:cubicBezTo>
                    <a:pt x="85" y="2846"/>
                    <a:pt x="98" y="2776"/>
                    <a:pt x="98" y="2693"/>
                  </a:cubicBezTo>
                  <a:cubicBezTo>
                    <a:pt x="112" y="2525"/>
                    <a:pt x="112" y="2302"/>
                    <a:pt x="112" y="2079"/>
                  </a:cubicBezTo>
                  <a:cubicBezTo>
                    <a:pt x="112" y="1856"/>
                    <a:pt x="98" y="1633"/>
                    <a:pt x="71" y="1465"/>
                  </a:cubicBezTo>
                  <a:cubicBezTo>
                    <a:pt x="71" y="1382"/>
                    <a:pt x="57" y="1312"/>
                    <a:pt x="57" y="1270"/>
                  </a:cubicBezTo>
                  <a:cubicBezTo>
                    <a:pt x="43" y="1214"/>
                    <a:pt x="43" y="1186"/>
                    <a:pt x="43" y="1186"/>
                  </a:cubicBezTo>
                  <a:cubicBezTo>
                    <a:pt x="57" y="1172"/>
                    <a:pt x="85" y="1158"/>
                    <a:pt x="112" y="1144"/>
                  </a:cubicBezTo>
                  <a:cubicBezTo>
                    <a:pt x="140" y="1117"/>
                    <a:pt x="196" y="1075"/>
                    <a:pt x="266" y="1033"/>
                  </a:cubicBezTo>
                  <a:cubicBezTo>
                    <a:pt x="405" y="921"/>
                    <a:pt x="573" y="782"/>
                    <a:pt x="740" y="628"/>
                  </a:cubicBezTo>
                  <a:cubicBezTo>
                    <a:pt x="907" y="489"/>
                    <a:pt x="1075" y="335"/>
                    <a:pt x="1186" y="210"/>
                  </a:cubicBezTo>
                  <a:cubicBezTo>
                    <a:pt x="1242" y="154"/>
                    <a:pt x="1284" y="98"/>
                    <a:pt x="1326" y="56"/>
                  </a:cubicBezTo>
                  <a:lnTo>
                    <a:pt x="1368" y="1"/>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15"/>
            <p:cNvSpPr/>
            <p:nvPr/>
          </p:nvSpPr>
          <p:spPr>
            <a:xfrm rot="5400000">
              <a:off x="3349505" y="4363896"/>
              <a:ext cx="222864" cy="199502"/>
            </a:xfrm>
            <a:custGeom>
              <a:avLst/>
              <a:gdLst/>
              <a:ahLst/>
              <a:cxnLst/>
              <a:rect l="l" t="t" r="r" b="b"/>
              <a:pathLst>
                <a:path w="1326" h="1187" extrusionOk="0">
                  <a:moveTo>
                    <a:pt x="1" y="1"/>
                  </a:moveTo>
                  <a:lnTo>
                    <a:pt x="43" y="56"/>
                  </a:lnTo>
                  <a:cubicBezTo>
                    <a:pt x="84" y="98"/>
                    <a:pt x="126" y="154"/>
                    <a:pt x="182" y="210"/>
                  </a:cubicBezTo>
                  <a:cubicBezTo>
                    <a:pt x="308" y="335"/>
                    <a:pt x="461" y="489"/>
                    <a:pt x="628" y="642"/>
                  </a:cubicBezTo>
                  <a:cubicBezTo>
                    <a:pt x="810" y="782"/>
                    <a:pt x="963" y="921"/>
                    <a:pt x="1103" y="1033"/>
                  </a:cubicBezTo>
                  <a:cubicBezTo>
                    <a:pt x="1172" y="1075"/>
                    <a:pt x="1228" y="1117"/>
                    <a:pt x="1270" y="1144"/>
                  </a:cubicBezTo>
                  <a:cubicBezTo>
                    <a:pt x="1284" y="1158"/>
                    <a:pt x="1312" y="1172"/>
                    <a:pt x="1326" y="1186"/>
                  </a:cubicBezTo>
                  <a:lnTo>
                    <a:pt x="1284" y="1131"/>
                  </a:lnTo>
                  <a:cubicBezTo>
                    <a:pt x="1242" y="1103"/>
                    <a:pt x="1200" y="1047"/>
                    <a:pt x="1145" y="991"/>
                  </a:cubicBezTo>
                  <a:cubicBezTo>
                    <a:pt x="1019" y="866"/>
                    <a:pt x="866" y="712"/>
                    <a:pt x="698" y="559"/>
                  </a:cubicBezTo>
                  <a:cubicBezTo>
                    <a:pt x="531" y="405"/>
                    <a:pt x="349" y="266"/>
                    <a:pt x="224" y="168"/>
                  </a:cubicBezTo>
                  <a:cubicBezTo>
                    <a:pt x="154" y="112"/>
                    <a:pt x="98" y="84"/>
                    <a:pt x="57" y="43"/>
                  </a:cubicBezTo>
                  <a:cubicBezTo>
                    <a:pt x="15" y="15"/>
                    <a:pt x="1" y="1"/>
                    <a:pt x="1"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15"/>
            <p:cNvSpPr/>
            <p:nvPr/>
          </p:nvSpPr>
          <p:spPr>
            <a:xfrm rot="5400000">
              <a:off x="2839575" y="4381544"/>
              <a:ext cx="225217" cy="199502"/>
            </a:xfrm>
            <a:custGeom>
              <a:avLst/>
              <a:gdLst/>
              <a:ahLst/>
              <a:cxnLst/>
              <a:rect l="l" t="t" r="r" b="b"/>
              <a:pathLst>
                <a:path w="1340" h="1187" extrusionOk="0">
                  <a:moveTo>
                    <a:pt x="1339" y="1"/>
                  </a:moveTo>
                  <a:cubicBezTo>
                    <a:pt x="1312" y="14"/>
                    <a:pt x="1284" y="28"/>
                    <a:pt x="1270" y="42"/>
                  </a:cubicBezTo>
                  <a:cubicBezTo>
                    <a:pt x="1228" y="70"/>
                    <a:pt x="1172" y="112"/>
                    <a:pt x="1102" y="168"/>
                  </a:cubicBezTo>
                  <a:cubicBezTo>
                    <a:pt x="977" y="266"/>
                    <a:pt x="795" y="419"/>
                    <a:pt x="642" y="558"/>
                  </a:cubicBezTo>
                  <a:cubicBezTo>
                    <a:pt x="475" y="712"/>
                    <a:pt x="307" y="865"/>
                    <a:pt x="196" y="991"/>
                  </a:cubicBezTo>
                  <a:cubicBezTo>
                    <a:pt x="140" y="1047"/>
                    <a:pt x="84" y="1102"/>
                    <a:pt x="56" y="1130"/>
                  </a:cubicBezTo>
                  <a:lnTo>
                    <a:pt x="0" y="1186"/>
                  </a:lnTo>
                  <a:cubicBezTo>
                    <a:pt x="0" y="1186"/>
                    <a:pt x="28" y="1172"/>
                    <a:pt x="70" y="1144"/>
                  </a:cubicBezTo>
                  <a:cubicBezTo>
                    <a:pt x="98" y="1116"/>
                    <a:pt x="168" y="1075"/>
                    <a:pt x="224" y="1033"/>
                  </a:cubicBezTo>
                  <a:cubicBezTo>
                    <a:pt x="363" y="921"/>
                    <a:pt x="530" y="782"/>
                    <a:pt x="698" y="628"/>
                  </a:cubicBezTo>
                  <a:cubicBezTo>
                    <a:pt x="865" y="489"/>
                    <a:pt x="1033" y="335"/>
                    <a:pt x="1144" y="210"/>
                  </a:cubicBezTo>
                  <a:cubicBezTo>
                    <a:pt x="1200" y="154"/>
                    <a:pt x="1256" y="98"/>
                    <a:pt x="1284" y="56"/>
                  </a:cubicBezTo>
                  <a:lnTo>
                    <a:pt x="1339" y="1"/>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15"/>
            <p:cNvSpPr/>
            <p:nvPr/>
          </p:nvSpPr>
          <p:spPr>
            <a:xfrm rot="5400000">
              <a:off x="2840751" y="4145907"/>
              <a:ext cx="222864" cy="199502"/>
            </a:xfrm>
            <a:custGeom>
              <a:avLst/>
              <a:gdLst/>
              <a:ahLst/>
              <a:cxnLst/>
              <a:rect l="l" t="t" r="r" b="b"/>
              <a:pathLst>
                <a:path w="1326" h="1187" extrusionOk="0">
                  <a:moveTo>
                    <a:pt x="1" y="1"/>
                  </a:moveTo>
                  <a:lnTo>
                    <a:pt x="56" y="56"/>
                  </a:lnTo>
                  <a:cubicBezTo>
                    <a:pt x="84" y="98"/>
                    <a:pt x="126" y="154"/>
                    <a:pt x="196" y="210"/>
                  </a:cubicBezTo>
                  <a:cubicBezTo>
                    <a:pt x="307" y="335"/>
                    <a:pt x="461" y="489"/>
                    <a:pt x="628" y="628"/>
                  </a:cubicBezTo>
                  <a:cubicBezTo>
                    <a:pt x="796" y="782"/>
                    <a:pt x="977" y="921"/>
                    <a:pt x="1102" y="1033"/>
                  </a:cubicBezTo>
                  <a:cubicBezTo>
                    <a:pt x="1172" y="1075"/>
                    <a:pt x="1228" y="1116"/>
                    <a:pt x="1270" y="1144"/>
                  </a:cubicBezTo>
                  <a:cubicBezTo>
                    <a:pt x="1312" y="1172"/>
                    <a:pt x="1326" y="1186"/>
                    <a:pt x="1326" y="1186"/>
                  </a:cubicBezTo>
                  <a:lnTo>
                    <a:pt x="1284" y="1130"/>
                  </a:lnTo>
                  <a:cubicBezTo>
                    <a:pt x="1242" y="1102"/>
                    <a:pt x="1200" y="1047"/>
                    <a:pt x="1144" y="991"/>
                  </a:cubicBezTo>
                  <a:cubicBezTo>
                    <a:pt x="1033" y="865"/>
                    <a:pt x="865" y="712"/>
                    <a:pt x="698" y="558"/>
                  </a:cubicBezTo>
                  <a:cubicBezTo>
                    <a:pt x="531" y="405"/>
                    <a:pt x="363" y="266"/>
                    <a:pt x="224" y="168"/>
                  </a:cubicBezTo>
                  <a:cubicBezTo>
                    <a:pt x="168" y="112"/>
                    <a:pt x="98" y="70"/>
                    <a:pt x="70" y="42"/>
                  </a:cubicBezTo>
                  <a:cubicBezTo>
                    <a:pt x="42" y="28"/>
                    <a:pt x="15" y="15"/>
                    <a:pt x="1"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15"/>
            <p:cNvSpPr/>
            <p:nvPr/>
          </p:nvSpPr>
          <p:spPr>
            <a:xfrm rot="5400000">
              <a:off x="4096166" y="4463646"/>
              <a:ext cx="16639" cy="192443"/>
            </a:xfrm>
            <a:custGeom>
              <a:avLst/>
              <a:gdLst/>
              <a:ahLst/>
              <a:cxnLst/>
              <a:rect l="l" t="t" r="r" b="b"/>
              <a:pathLst>
                <a:path w="99" h="1145" extrusionOk="0">
                  <a:moveTo>
                    <a:pt x="42" y="1"/>
                  </a:moveTo>
                  <a:cubicBezTo>
                    <a:pt x="42" y="1"/>
                    <a:pt x="28" y="70"/>
                    <a:pt x="14" y="182"/>
                  </a:cubicBezTo>
                  <a:cubicBezTo>
                    <a:pt x="0" y="308"/>
                    <a:pt x="0" y="447"/>
                    <a:pt x="0" y="573"/>
                  </a:cubicBezTo>
                  <a:cubicBezTo>
                    <a:pt x="0" y="712"/>
                    <a:pt x="14" y="838"/>
                    <a:pt x="28" y="977"/>
                  </a:cubicBezTo>
                  <a:cubicBezTo>
                    <a:pt x="42" y="1075"/>
                    <a:pt x="56" y="1145"/>
                    <a:pt x="56" y="1145"/>
                  </a:cubicBezTo>
                  <a:cubicBezTo>
                    <a:pt x="70" y="1089"/>
                    <a:pt x="84" y="1033"/>
                    <a:pt x="84" y="977"/>
                  </a:cubicBezTo>
                  <a:cubicBezTo>
                    <a:pt x="98" y="838"/>
                    <a:pt x="98" y="712"/>
                    <a:pt x="98" y="573"/>
                  </a:cubicBezTo>
                  <a:cubicBezTo>
                    <a:pt x="98" y="433"/>
                    <a:pt x="84" y="280"/>
                    <a:pt x="70" y="182"/>
                  </a:cubicBezTo>
                  <a:cubicBezTo>
                    <a:pt x="56" y="112"/>
                    <a:pt x="56" y="57"/>
                    <a:pt x="42"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15"/>
            <p:cNvSpPr/>
            <p:nvPr/>
          </p:nvSpPr>
          <p:spPr>
            <a:xfrm rot="5400000">
              <a:off x="3649598" y="4258431"/>
              <a:ext cx="16639" cy="194796"/>
            </a:xfrm>
            <a:custGeom>
              <a:avLst/>
              <a:gdLst/>
              <a:ahLst/>
              <a:cxnLst/>
              <a:rect l="l" t="t" r="r" b="b"/>
              <a:pathLst>
                <a:path w="99" h="1159" extrusionOk="0">
                  <a:moveTo>
                    <a:pt x="43" y="1"/>
                  </a:moveTo>
                  <a:cubicBezTo>
                    <a:pt x="43" y="1"/>
                    <a:pt x="29" y="71"/>
                    <a:pt x="15" y="182"/>
                  </a:cubicBezTo>
                  <a:cubicBezTo>
                    <a:pt x="1" y="322"/>
                    <a:pt x="1" y="447"/>
                    <a:pt x="1" y="587"/>
                  </a:cubicBezTo>
                  <a:cubicBezTo>
                    <a:pt x="1" y="726"/>
                    <a:pt x="15" y="866"/>
                    <a:pt x="29" y="977"/>
                  </a:cubicBezTo>
                  <a:cubicBezTo>
                    <a:pt x="43" y="1033"/>
                    <a:pt x="43" y="1103"/>
                    <a:pt x="71" y="1159"/>
                  </a:cubicBezTo>
                  <a:cubicBezTo>
                    <a:pt x="71" y="1159"/>
                    <a:pt x="85" y="1075"/>
                    <a:pt x="85" y="977"/>
                  </a:cubicBezTo>
                  <a:cubicBezTo>
                    <a:pt x="99" y="852"/>
                    <a:pt x="99" y="712"/>
                    <a:pt x="99" y="587"/>
                  </a:cubicBezTo>
                  <a:cubicBezTo>
                    <a:pt x="99" y="447"/>
                    <a:pt x="85" y="308"/>
                    <a:pt x="71" y="182"/>
                  </a:cubicBezTo>
                  <a:cubicBezTo>
                    <a:pt x="71" y="126"/>
                    <a:pt x="57" y="57"/>
                    <a:pt x="43"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15"/>
            <p:cNvSpPr/>
            <p:nvPr/>
          </p:nvSpPr>
          <p:spPr>
            <a:xfrm rot="5400000">
              <a:off x="3766744" y="3941952"/>
              <a:ext cx="196813" cy="183367"/>
            </a:xfrm>
            <a:custGeom>
              <a:avLst/>
              <a:gdLst/>
              <a:ahLst/>
              <a:cxnLst/>
              <a:rect l="l" t="t" r="r" b="b"/>
              <a:pathLst>
                <a:path w="1171" h="1091" extrusionOk="0">
                  <a:moveTo>
                    <a:pt x="1171" y="0"/>
                  </a:moveTo>
                  <a:cubicBezTo>
                    <a:pt x="1115" y="28"/>
                    <a:pt x="1059" y="70"/>
                    <a:pt x="1017" y="112"/>
                  </a:cubicBezTo>
                  <a:cubicBezTo>
                    <a:pt x="920" y="196"/>
                    <a:pt x="822" y="279"/>
                    <a:pt x="724" y="377"/>
                  </a:cubicBezTo>
                  <a:cubicBezTo>
                    <a:pt x="641" y="475"/>
                    <a:pt x="557" y="558"/>
                    <a:pt x="501" y="642"/>
                  </a:cubicBezTo>
                  <a:cubicBezTo>
                    <a:pt x="452" y="607"/>
                    <a:pt x="402" y="591"/>
                    <a:pt x="353" y="591"/>
                  </a:cubicBezTo>
                  <a:cubicBezTo>
                    <a:pt x="155" y="591"/>
                    <a:pt x="1" y="850"/>
                    <a:pt x="180" y="1019"/>
                  </a:cubicBezTo>
                  <a:cubicBezTo>
                    <a:pt x="234" y="1069"/>
                    <a:pt x="293" y="1090"/>
                    <a:pt x="351" y="1090"/>
                  </a:cubicBezTo>
                  <a:cubicBezTo>
                    <a:pt x="533" y="1090"/>
                    <a:pt x="691" y="875"/>
                    <a:pt x="543" y="684"/>
                  </a:cubicBezTo>
                  <a:cubicBezTo>
                    <a:pt x="627" y="614"/>
                    <a:pt x="710" y="530"/>
                    <a:pt x="794" y="447"/>
                  </a:cubicBezTo>
                  <a:cubicBezTo>
                    <a:pt x="892" y="349"/>
                    <a:pt x="975" y="251"/>
                    <a:pt x="1059" y="140"/>
                  </a:cubicBezTo>
                  <a:cubicBezTo>
                    <a:pt x="1101" y="98"/>
                    <a:pt x="1129" y="42"/>
                    <a:pt x="1171"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15"/>
            <p:cNvSpPr/>
            <p:nvPr/>
          </p:nvSpPr>
          <p:spPr>
            <a:xfrm rot="5400000">
              <a:off x="3180088" y="4257841"/>
              <a:ext cx="236982" cy="894650"/>
            </a:xfrm>
            <a:custGeom>
              <a:avLst/>
              <a:gdLst/>
              <a:ahLst/>
              <a:cxnLst/>
              <a:rect l="l" t="t" r="r" b="b"/>
              <a:pathLst>
                <a:path w="1410" h="5323" extrusionOk="0">
                  <a:moveTo>
                    <a:pt x="1326" y="1"/>
                  </a:moveTo>
                  <a:cubicBezTo>
                    <a:pt x="1326" y="1"/>
                    <a:pt x="1326" y="84"/>
                    <a:pt x="1312" y="224"/>
                  </a:cubicBezTo>
                  <a:cubicBezTo>
                    <a:pt x="1298" y="363"/>
                    <a:pt x="1284" y="559"/>
                    <a:pt x="1270" y="796"/>
                  </a:cubicBezTo>
                  <a:cubicBezTo>
                    <a:pt x="1256" y="1033"/>
                    <a:pt x="1242" y="1312"/>
                    <a:pt x="1228" y="1605"/>
                  </a:cubicBezTo>
                  <a:cubicBezTo>
                    <a:pt x="1214" y="1898"/>
                    <a:pt x="1200" y="2219"/>
                    <a:pt x="1186" y="2539"/>
                  </a:cubicBezTo>
                  <a:cubicBezTo>
                    <a:pt x="1172" y="2860"/>
                    <a:pt x="1172" y="3181"/>
                    <a:pt x="1172" y="3474"/>
                  </a:cubicBezTo>
                  <a:cubicBezTo>
                    <a:pt x="1158" y="3767"/>
                    <a:pt x="1172" y="4046"/>
                    <a:pt x="1158" y="4283"/>
                  </a:cubicBezTo>
                  <a:cubicBezTo>
                    <a:pt x="1144" y="4534"/>
                    <a:pt x="1158" y="4715"/>
                    <a:pt x="1158" y="4855"/>
                  </a:cubicBezTo>
                  <a:cubicBezTo>
                    <a:pt x="1103" y="4855"/>
                    <a:pt x="1047" y="4869"/>
                    <a:pt x="1005" y="4911"/>
                  </a:cubicBezTo>
                  <a:cubicBezTo>
                    <a:pt x="907" y="4813"/>
                    <a:pt x="782" y="4674"/>
                    <a:pt x="642" y="4548"/>
                  </a:cubicBezTo>
                  <a:cubicBezTo>
                    <a:pt x="503" y="4422"/>
                    <a:pt x="363" y="4297"/>
                    <a:pt x="252" y="4213"/>
                  </a:cubicBezTo>
                  <a:cubicBezTo>
                    <a:pt x="196" y="4171"/>
                    <a:pt x="140" y="4143"/>
                    <a:pt x="112" y="4116"/>
                  </a:cubicBezTo>
                  <a:lnTo>
                    <a:pt x="70" y="4088"/>
                  </a:lnTo>
                  <a:cubicBezTo>
                    <a:pt x="70" y="4032"/>
                    <a:pt x="84" y="3976"/>
                    <a:pt x="84" y="3892"/>
                  </a:cubicBezTo>
                  <a:cubicBezTo>
                    <a:pt x="98" y="3725"/>
                    <a:pt x="98" y="3502"/>
                    <a:pt x="98" y="3279"/>
                  </a:cubicBezTo>
                  <a:cubicBezTo>
                    <a:pt x="84" y="3056"/>
                    <a:pt x="70" y="2832"/>
                    <a:pt x="56" y="2665"/>
                  </a:cubicBezTo>
                  <a:cubicBezTo>
                    <a:pt x="56" y="2581"/>
                    <a:pt x="42" y="2512"/>
                    <a:pt x="42" y="2470"/>
                  </a:cubicBezTo>
                  <a:cubicBezTo>
                    <a:pt x="29" y="2414"/>
                    <a:pt x="29" y="2386"/>
                    <a:pt x="29" y="2386"/>
                  </a:cubicBezTo>
                  <a:lnTo>
                    <a:pt x="29" y="2470"/>
                  </a:lnTo>
                  <a:cubicBezTo>
                    <a:pt x="29" y="2512"/>
                    <a:pt x="15" y="2581"/>
                    <a:pt x="15" y="2665"/>
                  </a:cubicBezTo>
                  <a:cubicBezTo>
                    <a:pt x="15" y="2846"/>
                    <a:pt x="1" y="3056"/>
                    <a:pt x="15" y="3279"/>
                  </a:cubicBezTo>
                  <a:cubicBezTo>
                    <a:pt x="15" y="3502"/>
                    <a:pt x="29" y="3725"/>
                    <a:pt x="42" y="3892"/>
                  </a:cubicBezTo>
                  <a:cubicBezTo>
                    <a:pt x="42" y="3976"/>
                    <a:pt x="56" y="4046"/>
                    <a:pt x="70" y="4102"/>
                  </a:cubicBezTo>
                  <a:lnTo>
                    <a:pt x="112" y="4143"/>
                  </a:lnTo>
                  <a:cubicBezTo>
                    <a:pt x="140" y="4171"/>
                    <a:pt x="168" y="4213"/>
                    <a:pt x="224" y="4269"/>
                  </a:cubicBezTo>
                  <a:cubicBezTo>
                    <a:pt x="321" y="4367"/>
                    <a:pt x="447" y="4506"/>
                    <a:pt x="586" y="4632"/>
                  </a:cubicBezTo>
                  <a:cubicBezTo>
                    <a:pt x="726" y="4757"/>
                    <a:pt x="865" y="4869"/>
                    <a:pt x="977" y="4953"/>
                  </a:cubicBezTo>
                  <a:cubicBezTo>
                    <a:pt x="949" y="4994"/>
                    <a:pt x="935" y="5036"/>
                    <a:pt x="935" y="5092"/>
                  </a:cubicBezTo>
                  <a:cubicBezTo>
                    <a:pt x="935" y="5245"/>
                    <a:pt x="1050" y="5322"/>
                    <a:pt x="1165" y="5322"/>
                  </a:cubicBezTo>
                  <a:cubicBezTo>
                    <a:pt x="1280" y="5322"/>
                    <a:pt x="1395" y="5245"/>
                    <a:pt x="1395" y="5092"/>
                  </a:cubicBezTo>
                  <a:cubicBezTo>
                    <a:pt x="1409" y="4966"/>
                    <a:pt x="1298" y="4855"/>
                    <a:pt x="1172" y="4855"/>
                  </a:cubicBezTo>
                  <a:cubicBezTo>
                    <a:pt x="1186" y="4715"/>
                    <a:pt x="1200" y="4520"/>
                    <a:pt x="1214" y="4297"/>
                  </a:cubicBezTo>
                  <a:cubicBezTo>
                    <a:pt x="1228" y="4060"/>
                    <a:pt x="1242" y="3767"/>
                    <a:pt x="1256" y="3474"/>
                  </a:cubicBezTo>
                  <a:cubicBezTo>
                    <a:pt x="1270" y="3181"/>
                    <a:pt x="1270" y="2860"/>
                    <a:pt x="1284" y="2539"/>
                  </a:cubicBezTo>
                  <a:cubicBezTo>
                    <a:pt x="1298" y="2233"/>
                    <a:pt x="1298" y="1912"/>
                    <a:pt x="1312" y="1605"/>
                  </a:cubicBezTo>
                  <a:cubicBezTo>
                    <a:pt x="1326" y="1312"/>
                    <a:pt x="1312" y="1033"/>
                    <a:pt x="1326" y="796"/>
                  </a:cubicBezTo>
                  <a:cubicBezTo>
                    <a:pt x="1340" y="559"/>
                    <a:pt x="1326" y="363"/>
                    <a:pt x="1326" y="224"/>
                  </a:cubicBezTo>
                  <a:lnTo>
                    <a:pt x="1326" y="1"/>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15"/>
            <p:cNvSpPr/>
            <p:nvPr/>
          </p:nvSpPr>
          <p:spPr>
            <a:xfrm rot="5400000">
              <a:off x="4544834" y="4235321"/>
              <a:ext cx="93280" cy="233285"/>
            </a:xfrm>
            <a:custGeom>
              <a:avLst/>
              <a:gdLst/>
              <a:ahLst/>
              <a:cxnLst/>
              <a:rect l="l" t="t" r="r" b="b"/>
              <a:pathLst>
                <a:path w="555" h="1388" extrusionOk="0">
                  <a:moveTo>
                    <a:pt x="312" y="1"/>
                  </a:moveTo>
                  <a:cubicBezTo>
                    <a:pt x="257" y="1"/>
                    <a:pt x="201" y="20"/>
                    <a:pt x="154" y="63"/>
                  </a:cubicBezTo>
                  <a:cubicBezTo>
                    <a:pt x="1" y="188"/>
                    <a:pt x="84" y="453"/>
                    <a:pt x="280" y="467"/>
                  </a:cubicBezTo>
                  <a:cubicBezTo>
                    <a:pt x="280" y="579"/>
                    <a:pt x="280" y="690"/>
                    <a:pt x="280" y="816"/>
                  </a:cubicBezTo>
                  <a:cubicBezTo>
                    <a:pt x="280" y="955"/>
                    <a:pt x="294" y="1081"/>
                    <a:pt x="308" y="1220"/>
                  </a:cubicBezTo>
                  <a:cubicBezTo>
                    <a:pt x="308" y="1276"/>
                    <a:pt x="322" y="1332"/>
                    <a:pt x="336" y="1388"/>
                  </a:cubicBezTo>
                  <a:cubicBezTo>
                    <a:pt x="350" y="1332"/>
                    <a:pt x="363" y="1276"/>
                    <a:pt x="363" y="1220"/>
                  </a:cubicBezTo>
                  <a:cubicBezTo>
                    <a:pt x="377" y="1081"/>
                    <a:pt x="377" y="955"/>
                    <a:pt x="377" y="816"/>
                  </a:cubicBezTo>
                  <a:cubicBezTo>
                    <a:pt x="377" y="690"/>
                    <a:pt x="363" y="565"/>
                    <a:pt x="350" y="467"/>
                  </a:cubicBezTo>
                  <a:cubicBezTo>
                    <a:pt x="461" y="453"/>
                    <a:pt x="545" y="356"/>
                    <a:pt x="545" y="244"/>
                  </a:cubicBezTo>
                  <a:cubicBezTo>
                    <a:pt x="554" y="99"/>
                    <a:pt x="437" y="1"/>
                    <a:pt x="312"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1" name="Google Shape;1051;p15"/>
          <p:cNvGrpSpPr/>
          <p:nvPr/>
        </p:nvGrpSpPr>
        <p:grpSpPr>
          <a:xfrm>
            <a:off x="71183" y="3390836"/>
            <a:ext cx="1605925" cy="928430"/>
            <a:chOff x="1062633" y="3663211"/>
            <a:chExt cx="1605925" cy="928430"/>
          </a:xfrm>
        </p:grpSpPr>
        <p:sp>
          <p:nvSpPr>
            <p:cNvPr id="1052" name="Google Shape;1052;p15"/>
            <p:cNvSpPr/>
            <p:nvPr/>
          </p:nvSpPr>
          <p:spPr>
            <a:xfrm>
              <a:off x="1618110" y="3785064"/>
              <a:ext cx="251100" cy="162022"/>
            </a:xfrm>
            <a:custGeom>
              <a:avLst/>
              <a:gdLst/>
              <a:ahLst/>
              <a:cxnLst/>
              <a:rect l="l" t="t" r="r" b="b"/>
              <a:pathLst>
                <a:path w="1494" h="964" extrusionOk="0">
                  <a:moveTo>
                    <a:pt x="1" y="1"/>
                  </a:moveTo>
                  <a:lnTo>
                    <a:pt x="57" y="43"/>
                  </a:lnTo>
                  <a:cubicBezTo>
                    <a:pt x="99" y="70"/>
                    <a:pt x="154" y="126"/>
                    <a:pt x="224" y="168"/>
                  </a:cubicBezTo>
                  <a:cubicBezTo>
                    <a:pt x="350" y="266"/>
                    <a:pt x="531" y="391"/>
                    <a:pt x="726" y="517"/>
                  </a:cubicBezTo>
                  <a:cubicBezTo>
                    <a:pt x="908" y="642"/>
                    <a:pt x="1103" y="754"/>
                    <a:pt x="1242" y="824"/>
                  </a:cubicBezTo>
                  <a:cubicBezTo>
                    <a:pt x="1326" y="865"/>
                    <a:pt x="1382" y="907"/>
                    <a:pt x="1424" y="921"/>
                  </a:cubicBezTo>
                  <a:cubicBezTo>
                    <a:pt x="1465" y="949"/>
                    <a:pt x="1493" y="963"/>
                    <a:pt x="1493" y="963"/>
                  </a:cubicBezTo>
                  <a:lnTo>
                    <a:pt x="1438" y="907"/>
                  </a:lnTo>
                  <a:cubicBezTo>
                    <a:pt x="1396" y="879"/>
                    <a:pt x="1340" y="838"/>
                    <a:pt x="1270" y="782"/>
                  </a:cubicBezTo>
                  <a:cubicBezTo>
                    <a:pt x="1131" y="684"/>
                    <a:pt x="949" y="559"/>
                    <a:pt x="768" y="433"/>
                  </a:cubicBezTo>
                  <a:cubicBezTo>
                    <a:pt x="573" y="308"/>
                    <a:pt x="391" y="196"/>
                    <a:pt x="238" y="126"/>
                  </a:cubicBezTo>
                  <a:cubicBezTo>
                    <a:pt x="168" y="84"/>
                    <a:pt x="99" y="56"/>
                    <a:pt x="71" y="29"/>
                  </a:cubicBezTo>
                  <a:cubicBezTo>
                    <a:pt x="29" y="15"/>
                    <a:pt x="1" y="1"/>
                    <a:pt x="1"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15"/>
            <p:cNvSpPr/>
            <p:nvPr/>
          </p:nvSpPr>
          <p:spPr>
            <a:xfrm>
              <a:off x="2394096" y="4286759"/>
              <a:ext cx="173787" cy="140845"/>
            </a:xfrm>
            <a:custGeom>
              <a:avLst/>
              <a:gdLst/>
              <a:ahLst/>
              <a:cxnLst/>
              <a:rect l="l" t="t" r="r" b="b"/>
              <a:pathLst>
                <a:path w="1034" h="838" extrusionOk="0">
                  <a:moveTo>
                    <a:pt x="1" y="1"/>
                  </a:moveTo>
                  <a:lnTo>
                    <a:pt x="1" y="1"/>
                  </a:lnTo>
                  <a:cubicBezTo>
                    <a:pt x="43" y="56"/>
                    <a:pt x="85" y="98"/>
                    <a:pt x="140" y="154"/>
                  </a:cubicBezTo>
                  <a:cubicBezTo>
                    <a:pt x="238" y="238"/>
                    <a:pt x="364" y="349"/>
                    <a:pt x="489" y="461"/>
                  </a:cubicBezTo>
                  <a:cubicBezTo>
                    <a:pt x="629" y="559"/>
                    <a:pt x="754" y="670"/>
                    <a:pt x="866" y="726"/>
                  </a:cubicBezTo>
                  <a:cubicBezTo>
                    <a:pt x="963" y="796"/>
                    <a:pt x="1033" y="838"/>
                    <a:pt x="1033" y="838"/>
                  </a:cubicBezTo>
                  <a:cubicBezTo>
                    <a:pt x="991" y="796"/>
                    <a:pt x="949" y="740"/>
                    <a:pt x="894" y="684"/>
                  </a:cubicBezTo>
                  <a:cubicBezTo>
                    <a:pt x="796" y="600"/>
                    <a:pt x="670" y="489"/>
                    <a:pt x="545" y="377"/>
                  </a:cubicBezTo>
                  <a:cubicBezTo>
                    <a:pt x="419" y="280"/>
                    <a:pt x="308" y="196"/>
                    <a:pt x="168" y="112"/>
                  </a:cubicBezTo>
                  <a:cubicBezTo>
                    <a:pt x="71" y="43"/>
                    <a:pt x="1" y="1"/>
                    <a:pt x="1"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15"/>
            <p:cNvSpPr/>
            <p:nvPr/>
          </p:nvSpPr>
          <p:spPr>
            <a:xfrm>
              <a:off x="2366028" y="4336004"/>
              <a:ext cx="175972" cy="143198"/>
            </a:xfrm>
            <a:custGeom>
              <a:avLst/>
              <a:gdLst/>
              <a:ahLst/>
              <a:cxnLst/>
              <a:rect l="l" t="t" r="r" b="b"/>
              <a:pathLst>
                <a:path w="1047" h="852" extrusionOk="0">
                  <a:moveTo>
                    <a:pt x="0" y="1"/>
                  </a:moveTo>
                  <a:lnTo>
                    <a:pt x="0" y="1"/>
                  </a:lnTo>
                  <a:cubicBezTo>
                    <a:pt x="42" y="56"/>
                    <a:pt x="98" y="112"/>
                    <a:pt x="140" y="168"/>
                  </a:cubicBezTo>
                  <a:cubicBezTo>
                    <a:pt x="238" y="252"/>
                    <a:pt x="363" y="363"/>
                    <a:pt x="489" y="475"/>
                  </a:cubicBezTo>
                  <a:cubicBezTo>
                    <a:pt x="628" y="572"/>
                    <a:pt x="754" y="670"/>
                    <a:pt x="865" y="740"/>
                  </a:cubicBezTo>
                  <a:cubicBezTo>
                    <a:pt x="977" y="810"/>
                    <a:pt x="1047" y="851"/>
                    <a:pt x="1047" y="851"/>
                  </a:cubicBezTo>
                  <a:cubicBezTo>
                    <a:pt x="1047" y="851"/>
                    <a:pt x="991" y="782"/>
                    <a:pt x="893" y="698"/>
                  </a:cubicBezTo>
                  <a:cubicBezTo>
                    <a:pt x="782" y="586"/>
                    <a:pt x="670" y="489"/>
                    <a:pt x="544" y="391"/>
                  </a:cubicBezTo>
                  <a:cubicBezTo>
                    <a:pt x="419" y="280"/>
                    <a:pt x="279" y="182"/>
                    <a:pt x="168" y="112"/>
                  </a:cubicBezTo>
                  <a:cubicBezTo>
                    <a:pt x="70" y="42"/>
                    <a:pt x="1" y="1"/>
                    <a:pt x="0"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15"/>
            <p:cNvSpPr/>
            <p:nvPr/>
          </p:nvSpPr>
          <p:spPr>
            <a:xfrm>
              <a:off x="1744836" y="4317180"/>
              <a:ext cx="140677" cy="176140"/>
            </a:xfrm>
            <a:custGeom>
              <a:avLst/>
              <a:gdLst/>
              <a:ahLst/>
              <a:cxnLst/>
              <a:rect l="l" t="t" r="r" b="b"/>
              <a:pathLst>
                <a:path w="837" h="1048" extrusionOk="0">
                  <a:moveTo>
                    <a:pt x="837" y="1"/>
                  </a:moveTo>
                  <a:lnTo>
                    <a:pt x="837" y="1"/>
                  </a:lnTo>
                  <a:cubicBezTo>
                    <a:pt x="781" y="43"/>
                    <a:pt x="739" y="99"/>
                    <a:pt x="684" y="140"/>
                  </a:cubicBezTo>
                  <a:cubicBezTo>
                    <a:pt x="600" y="238"/>
                    <a:pt x="488" y="364"/>
                    <a:pt x="377" y="489"/>
                  </a:cubicBezTo>
                  <a:cubicBezTo>
                    <a:pt x="279" y="629"/>
                    <a:pt x="181" y="754"/>
                    <a:pt x="112" y="866"/>
                  </a:cubicBezTo>
                  <a:cubicBezTo>
                    <a:pt x="42" y="977"/>
                    <a:pt x="0" y="1047"/>
                    <a:pt x="0" y="1047"/>
                  </a:cubicBezTo>
                  <a:cubicBezTo>
                    <a:pt x="56" y="991"/>
                    <a:pt x="98" y="949"/>
                    <a:pt x="154" y="894"/>
                  </a:cubicBezTo>
                  <a:cubicBezTo>
                    <a:pt x="237" y="810"/>
                    <a:pt x="349" y="684"/>
                    <a:pt x="460" y="545"/>
                  </a:cubicBezTo>
                  <a:cubicBezTo>
                    <a:pt x="558" y="433"/>
                    <a:pt x="642" y="308"/>
                    <a:pt x="725" y="182"/>
                  </a:cubicBezTo>
                  <a:cubicBezTo>
                    <a:pt x="809" y="71"/>
                    <a:pt x="837" y="1"/>
                    <a:pt x="837"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15"/>
            <p:cNvSpPr/>
            <p:nvPr/>
          </p:nvSpPr>
          <p:spPr>
            <a:xfrm>
              <a:off x="1693238" y="4289112"/>
              <a:ext cx="143198" cy="175972"/>
            </a:xfrm>
            <a:custGeom>
              <a:avLst/>
              <a:gdLst/>
              <a:ahLst/>
              <a:cxnLst/>
              <a:rect l="l" t="t" r="r" b="b"/>
              <a:pathLst>
                <a:path w="852" h="1047" extrusionOk="0">
                  <a:moveTo>
                    <a:pt x="851" y="1"/>
                  </a:moveTo>
                  <a:lnTo>
                    <a:pt x="851" y="1"/>
                  </a:lnTo>
                  <a:cubicBezTo>
                    <a:pt x="851" y="1"/>
                    <a:pt x="781" y="56"/>
                    <a:pt x="698" y="140"/>
                  </a:cubicBezTo>
                  <a:cubicBezTo>
                    <a:pt x="600" y="238"/>
                    <a:pt x="488" y="363"/>
                    <a:pt x="391" y="489"/>
                  </a:cubicBezTo>
                  <a:cubicBezTo>
                    <a:pt x="279" y="628"/>
                    <a:pt x="182" y="754"/>
                    <a:pt x="112" y="865"/>
                  </a:cubicBezTo>
                  <a:cubicBezTo>
                    <a:pt x="42" y="977"/>
                    <a:pt x="0" y="1047"/>
                    <a:pt x="0" y="1047"/>
                  </a:cubicBezTo>
                  <a:cubicBezTo>
                    <a:pt x="56" y="991"/>
                    <a:pt x="112" y="949"/>
                    <a:pt x="154" y="893"/>
                  </a:cubicBezTo>
                  <a:cubicBezTo>
                    <a:pt x="251" y="810"/>
                    <a:pt x="363" y="684"/>
                    <a:pt x="461" y="545"/>
                  </a:cubicBezTo>
                  <a:cubicBezTo>
                    <a:pt x="572" y="419"/>
                    <a:pt x="670" y="280"/>
                    <a:pt x="739" y="168"/>
                  </a:cubicBezTo>
                  <a:cubicBezTo>
                    <a:pt x="809" y="70"/>
                    <a:pt x="851" y="1"/>
                    <a:pt x="851"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15"/>
            <p:cNvSpPr/>
            <p:nvPr/>
          </p:nvSpPr>
          <p:spPr>
            <a:xfrm>
              <a:off x="1911227" y="4272641"/>
              <a:ext cx="222864" cy="201855"/>
            </a:xfrm>
            <a:custGeom>
              <a:avLst/>
              <a:gdLst/>
              <a:ahLst/>
              <a:cxnLst/>
              <a:rect l="l" t="t" r="r" b="b"/>
              <a:pathLst>
                <a:path w="1326" h="1201" extrusionOk="0">
                  <a:moveTo>
                    <a:pt x="0" y="1"/>
                  </a:moveTo>
                  <a:lnTo>
                    <a:pt x="56" y="71"/>
                  </a:lnTo>
                  <a:cubicBezTo>
                    <a:pt x="84" y="99"/>
                    <a:pt x="126" y="154"/>
                    <a:pt x="182" y="210"/>
                  </a:cubicBezTo>
                  <a:cubicBezTo>
                    <a:pt x="307" y="336"/>
                    <a:pt x="461" y="489"/>
                    <a:pt x="628" y="643"/>
                  </a:cubicBezTo>
                  <a:cubicBezTo>
                    <a:pt x="796" y="782"/>
                    <a:pt x="977" y="922"/>
                    <a:pt x="1102" y="1033"/>
                  </a:cubicBezTo>
                  <a:cubicBezTo>
                    <a:pt x="1172" y="1089"/>
                    <a:pt x="1228" y="1117"/>
                    <a:pt x="1270" y="1145"/>
                  </a:cubicBezTo>
                  <a:cubicBezTo>
                    <a:pt x="1312" y="1187"/>
                    <a:pt x="1326" y="1201"/>
                    <a:pt x="1326" y="1201"/>
                  </a:cubicBezTo>
                  <a:lnTo>
                    <a:pt x="1284" y="1131"/>
                  </a:lnTo>
                  <a:cubicBezTo>
                    <a:pt x="1242" y="1103"/>
                    <a:pt x="1200" y="1047"/>
                    <a:pt x="1144" y="991"/>
                  </a:cubicBezTo>
                  <a:cubicBezTo>
                    <a:pt x="1033" y="866"/>
                    <a:pt x="865" y="712"/>
                    <a:pt x="698" y="559"/>
                  </a:cubicBezTo>
                  <a:cubicBezTo>
                    <a:pt x="530" y="419"/>
                    <a:pt x="363" y="280"/>
                    <a:pt x="224" y="168"/>
                  </a:cubicBezTo>
                  <a:cubicBezTo>
                    <a:pt x="168" y="113"/>
                    <a:pt x="98" y="85"/>
                    <a:pt x="56" y="57"/>
                  </a:cubicBezTo>
                  <a:cubicBezTo>
                    <a:pt x="28" y="15"/>
                    <a:pt x="0" y="1"/>
                    <a:pt x="0"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15"/>
            <p:cNvSpPr/>
            <p:nvPr/>
          </p:nvSpPr>
          <p:spPr>
            <a:xfrm>
              <a:off x="1894756" y="3766408"/>
              <a:ext cx="222864" cy="199334"/>
            </a:xfrm>
            <a:custGeom>
              <a:avLst/>
              <a:gdLst/>
              <a:ahLst/>
              <a:cxnLst/>
              <a:rect l="l" t="t" r="r" b="b"/>
              <a:pathLst>
                <a:path w="1326" h="1186" extrusionOk="0">
                  <a:moveTo>
                    <a:pt x="1326" y="0"/>
                  </a:moveTo>
                  <a:cubicBezTo>
                    <a:pt x="1326" y="0"/>
                    <a:pt x="1298" y="14"/>
                    <a:pt x="1270" y="42"/>
                  </a:cubicBezTo>
                  <a:cubicBezTo>
                    <a:pt x="1228" y="70"/>
                    <a:pt x="1172" y="112"/>
                    <a:pt x="1103" y="154"/>
                  </a:cubicBezTo>
                  <a:cubicBezTo>
                    <a:pt x="963" y="265"/>
                    <a:pt x="796" y="405"/>
                    <a:pt x="628" y="544"/>
                  </a:cubicBezTo>
                  <a:cubicBezTo>
                    <a:pt x="461" y="697"/>
                    <a:pt x="308" y="851"/>
                    <a:pt x="182" y="976"/>
                  </a:cubicBezTo>
                  <a:cubicBezTo>
                    <a:pt x="126" y="1032"/>
                    <a:pt x="84" y="1088"/>
                    <a:pt x="43" y="1130"/>
                  </a:cubicBezTo>
                  <a:lnTo>
                    <a:pt x="1" y="1186"/>
                  </a:lnTo>
                  <a:cubicBezTo>
                    <a:pt x="1" y="1186"/>
                    <a:pt x="15" y="1172"/>
                    <a:pt x="57" y="1144"/>
                  </a:cubicBezTo>
                  <a:cubicBezTo>
                    <a:pt x="98" y="1102"/>
                    <a:pt x="154" y="1074"/>
                    <a:pt x="224" y="1018"/>
                  </a:cubicBezTo>
                  <a:cubicBezTo>
                    <a:pt x="363" y="907"/>
                    <a:pt x="531" y="767"/>
                    <a:pt x="698" y="628"/>
                  </a:cubicBezTo>
                  <a:cubicBezTo>
                    <a:pt x="866" y="474"/>
                    <a:pt x="1019" y="321"/>
                    <a:pt x="1145" y="195"/>
                  </a:cubicBezTo>
                  <a:cubicBezTo>
                    <a:pt x="1200" y="140"/>
                    <a:pt x="1242" y="84"/>
                    <a:pt x="1270" y="56"/>
                  </a:cubicBezTo>
                  <a:lnTo>
                    <a:pt x="1326" y="0"/>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15"/>
            <p:cNvSpPr/>
            <p:nvPr/>
          </p:nvSpPr>
          <p:spPr>
            <a:xfrm>
              <a:off x="2129216" y="3766408"/>
              <a:ext cx="222864" cy="199334"/>
            </a:xfrm>
            <a:custGeom>
              <a:avLst/>
              <a:gdLst/>
              <a:ahLst/>
              <a:cxnLst/>
              <a:rect l="l" t="t" r="r" b="b"/>
              <a:pathLst>
                <a:path w="1326" h="1186" extrusionOk="0">
                  <a:moveTo>
                    <a:pt x="1" y="0"/>
                  </a:moveTo>
                  <a:lnTo>
                    <a:pt x="56" y="56"/>
                  </a:lnTo>
                  <a:cubicBezTo>
                    <a:pt x="84" y="84"/>
                    <a:pt x="126" y="140"/>
                    <a:pt x="196" y="195"/>
                  </a:cubicBezTo>
                  <a:cubicBezTo>
                    <a:pt x="308" y="321"/>
                    <a:pt x="461" y="474"/>
                    <a:pt x="628" y="628"/>
                  </a:cubicBezTo>
                  <a:cubicBezTo>
                    <a:pt x="796" y="781"/>
                    <a:pt x="977" y="921"/>
                    <a:pt x="1103" y="1018"/>
                  </a:cubicBezTo>
                  <a:cubicBezTo>
                    <a:pt x="1172" y="1074"/>
                    <a:pt x="1228" y="1116"/>
                    <a:pt x="1270" y="1144"/>
                  </a:cubicBezTo>
                  <a:cubicBezTo>
                    <a:pt x="1284" y="1158"/>
                    <a:pt x="1312" y="1172"/>
                    <a:pt x="1326" y="1186"/>
                  </a:cubicBezTo>
                  <a:lnTo>
                    <a:pt x="1284" y="1130"/>
                  </a:lnTo>
                  <a:cubicBezTo>
                    <a:pt x="1242" y="1088"/>
                    <a:pt x="1200" y="1032"/>
                    <a:pt x="1144" y="976"/>
                  </a:cubicBezTo>
                  <a:cubicBezTo>
                    <a:pt x="1019" y="851"/>
                    <a:pt x="865" y="697"/>
                    <a:pt x="698" y="544"/>
                  </a:cubicBezTo>
                  <a:cubicBezTo>
                    <a:pt x="531" y="405"/>
                    <a:pt x="363" y="265"/>
                    <a:pt x="224" y="154"/>
                  </a:cubicBezTo>
                  <a:cubicBezTo>
                    <a:pt x="154" y="112"/>
                    <a:pt x="98" y="70"/>
                    <a:pt x="70" y="42"/>
                  </a:cubicBezTo>
                  <a:cubicBezTo>
                    <a:pt x="43" y="28"/>
                    <a:pt x="15" y="0"/>
                    <a:pt x="1"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15"/>
            <p:cNvSpPr/>
            <p:nvPr/>
          </p:nvSpPr>
          <p:spPr>
            <a:xfrm>
              <a:off x="2138628" y="3972632"/>
              <a:ext cx="227570" cy="501864"/>
            </a:xfrm>
            <a:custGeom>
              <a:avLst/>
              <a:gdLst/>
              <a:ahLst/>
              <a:cxnLst/>
              <a:rect l="l" t="t" r="r" b="b"/>
              <a:pathLst>
                <a:path w="1354" h="2986" extrusionOk="0">
                  <a:moveTo>
                    <a:pt x="1270" y="1"/>
                  </a:moveTo>
                  <a:lnTo>
                    <a:pt x="1270" y="84"/>
                  </a:lnTo>
                  <a:cubicBezTo>
                    <a:pt x="1270" y="140"/>
                    <a:pt x="1270" y="210"/>
                    <a:pt x="1256" y="293"/>
                  </a:cubicBezTo>
                  <a:cubicBezTo>
                    <a:pt x="1256" y="461"/>
                    <a:pt x="1242" y="684"/>
                    <a:pt x="1256" y="907"/>
                  </a:cubicBezTo>
                  <a:cubicBezTo>
                    <a:pt x="1270" y="1130"/>
                    <a:pt x="1284" y="1354"/>
                    <a:pt x="1298" y="1521"/>
                  </a:cubicBezTo>
                  <a:cubicBezTo>
                    <a:pt x="1298" y="1605"/>
                    <a:pt x="1312" y="1660"/>
                    <a:pt x="1312" y="1716"/>
                  </a:cubicBezTo>
                  <a:cubicBezTo>
                    <a:pt x="1326" y="1772"/>
                    <a:pt x="1326" y="1786"/>
                    <a:pt x="1326" y="1800"/>
                  </a:cubicBezTo>
                  <a:lnTo>
                    <a:pt x="1326" y="1716"/>
                  </a:lnTo>
                  <a:cubicBezTo>
                    <a:pt x="1326" y="1674"/>
                    <a:pt x="1340" y="1591"/>
                    <a:pt x="1340" y="1507"/>
                  </a:cubicBezTo>
                  <a:cubicBezTo>
                    <a:pt x="1353" y="1340"/>
                    <a:pt x="1353" y="1116"/>
                    <a:pt x="1353" y="893"/>
                  </a:cubicBezTo>
                  <a:cubicBezTo>
                    <a:pt x="1340" y="670"/>
                    <a:pt x="1326" y="461"/>
                    <a:pt x="1312" y="280"/>
                  </a:cubicBezTo>
                  <a:cubicBezTo>
                    <a:pt x="1312" y="196"/>
                    <a:pt x="1298" y="126"/>
                    <a:pt x="1284" y="84"/>
                  </a:cubicBezTo>
                  <a:cubicBezTo>
                    <a:pt x="1284" y="28"/>
                    <a:pt x="1270" y="1"/>
                    <a:pt x="1270" y="1"/>
                  </a:cubicBezTo>
                  <a:close/>
                  <a:moveTo>
                    <a:pt x="1326" y="1800"/>
                  </a:moveTo>
                  <a:cubicBezTo>
                    <a:pt x="1312" y="1800"/>
                    <a:pt x="1284" y="1814"/>
                    <a:pt x="1270" y="1842"/>
                  </a:cubicBezTo>
                  <a:cubicBezTo>
                    <a:pt x="1228" y="1870"/>
                    <a:pt x="1172" y="1912"/>
                    <a:pt x="1102" y="1953"/>
                  </a:cubicBezTo>
                  <a:cubicBezTo>
                    <a:pt x="963" y="2065"/>
                    <a:pt x="796" y="2204"/>
                    <a:pt x="628" y="2344"/>
                  </a:cubicBezTo>
                  <a:cubicBezTo>
                    <a:pt x="461" y="2497"/>
                    <a:pt x="307" y="2651"/>
                    <a:pt x="182" y="2776"/>
                  </a:cubicBezTo>
                  <a:cubicBezTo>
                    <a:pt x="126" y="2832"/>
                    <a:pt x="84" y="2888"/>
                    <a:pt x="42" y="2930"/>
                  </a:cubicBezTo>
                  <a:lnTo>
                    <a:pt x="0" y="2986"/>
                  </a:lnTo>
                  <a:cubicBezTo>
                    <a:pt x="14" y="2972"/>
                    <a:pt x="42" y="2958"/>
                    <a:pt x="56" y="2944"/>
                  </a:cubicBezTo>
                  <a:cubicBezTo>
                    <a:pt x="98" y="2902"/>
                    <a:pt x="154" y="2874"/>
                    <a:pt x="224" y="2818"/>
                  </a:cubicBezTo>
                  <a:cubicBezTo>
                    <a:pt x="363" y="2721"/>
                    <a:pt x="530" y="2567"/>
                    <a:pt x="698" y="2428"/>
                  </a:cubicBezTo>
                  <a:cubicBezTo>
                    <a:pt x="865" y="2274"/>
                    <a:pt x="1019" y="2121"/>
                    <a:pt x="1144" y="1995"/>
                  </a:cubicBezTo>
                  <a:cubicBezTo>
                    <a:pt x="1200" y="1939"/>
                    <a:pt x="1242" y="1884"/>
                    <a:pt x="1284" y="1856"/>
                  </a:cubicBezTo>
                  <a:lnTo>
                    <a:pt x="1326" y="1800"/>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15"/>
            <p:cNvSpPr/>
            <p:nvPr/>
          </p:nvSpPr>
          <p:spPr>
            <a:xfrm>
              <a:off x="1887697" y="3958514"/>
              <a:ext cx="16639" cy="300346"/>
            </a:xfrm>
            <a:custGeom>
              <a:avLst/>
              <a:gdLst/>
              <a:ahLst/>
              <a:cxnLst/>
              <a:rect l="l" t="t" r="r" b="b"/>
              <a:pathLst>
                <a:path w="99" h="1787" extrusionOk="0">
                  <a:moveTo>
                    <a:pt x="29" y="1"/>
                  </a:moveTo>
                  <a:cubicBezTo>
                    <a:pt x="15" y="29"/>
                    <a:pt x="15" y="57"/>
                    <a:pt x="29" y="71"/>
                  </a:cubicBezTo>
                  <a:cubicBezTo>
                    <a:pt x="29" y="29"/>
                    <a:pt x="29" y="1"/>
                    <a:pt x="29" y="1"/>
                  </a:cubicBezTo>
                  <a:close/>
                  <a:moveTo>
                    <a:pt x="29" y="71"/>
                  </a:moveTo>
                  <a:cubicBezTo>
                    <a:pt x="29" y="126"/>
                    <a:pt x="15" y="196"/>
                    <a:pt x="1" y="280"/>
                  </a:cubicBezTo>
                  <a:cubicBezTo>
                    <a:pt x="1" y="447"/>
                    <a:pt x="1" y="670"/>
                    <a:pt x="1" y="894"/>
                  </a:cubicBezTo>
                  <a:cubicBezTo>
                    <a:pt x="15" y="1117"/>
                    <a:pt x="29" y="1340"/>
                    <a:pt x="43" y="1507"/>
                  </a:cubicBezTo>
                  <a:cubicBezTo>
                    <a:pt x="43" y="1591"/>
                    <a:pt x="57" y="1661"/>
                    <a:pt x="57" y="1717"/>
                  </a:cubicBezTo>
                  <a:cubicBezTo>
                    <a:pt x="71" y="1758"/>
                    <a:pt x="71" y="1786"/>
                    <a:pt x="71" y="1786"/>
                  </a:cubicBezTo>
                  <a:lnTo>
                    <a:pt x="71" y="1717"/>
                  </a:lnTo>
                  <a:cubicBezTo>
                    <a:pt x="71" y="1661"/>
                    <a:pt x="85" y="1591"/>
                    <a:pt x="85" y="1507"/>
                  </a:cubicBezTo>
                  <a:cubicBezTo>
                    <a:pt x="99" y="1326"/>
                    <a:pt x="99" y="1117"/>
                    <a:pt x="99" y="894"/>
                  </a:cubicBezTo>
                  <a:cubicBezTo>
                    <a:pt x="99" y="670"/>
                    <a:pt x="71" y="447"/>
                    <a:pt x="57" y="280"/>
                  </a:cubicBezTo>
                  <a:cubicBezTo>
                    <a:pt x="57" y="196"/>
                    <a:pt x="43" y="126"/>
                    <a:pt x="29" y="7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15"/>
            <p:cNvSpPr/>
            <p:nvPr/>
          </p:nvSpPr>
          <p:spPr>
            <a:xfrm>
              <a:off x="1958119" y="3946917"/>
              <a:ext cx="344717" cy="335305"/>
            </a:xfrm>
            <a:custGeom>
              <a:avLst/>
              <a:gdLst/>
              <a:ahLst/>
              <a:cxnLst/>
              <a:rect l="l" t="t" r="r" b="b"/>
              <a:pathLst>
                <a:path w="2051" h="1995" extrusionOk="0">
                  <a:moveTo>
                    <a:pt x="382" y="1784"/>
                  </a:moveTo>
                  <a:lnTo>
                    <a:pt x="382" y="1784"/>
                  </a:lnTo>
                  <a:cubicBezTo>
                    <a:pt x="406" y="1805"/>
                    <a:pt x="433" y="1824"/>
                    <a:pt x="461" y="1841"/>
                  </a:cubicBezTo>
                  <a:cubicBezTo>
                    <a:pt x="433" y="1823"/>
                    <a:pt x="407" y="1804"/>
                    <a:pt x="382" y="1784"/>
                  </a:cubicBezTo>
                  <a:close/>
                  <a:moveTo>
                    <a:pt x="991" y="0"/>
                  </a:moveTo>
                  <a:cubicBezTo>
                    <a:pt x="893" y="0"/>
                    <a:pt x="795" y="28"/>
                    <a:pt x="698" y="42"/>
                  </a:cubicBezTo>
                  <a:cubicBezTo>
                    <a:pt x="600" y="84"/>
                    <a:pt x="517" y="126"/>
                    <a:pt x="433" y="181"/>
                  </a:cubicBezTo>
                  <a:cubicBezTo>
                    <a:pt x="349" y="237"/>
                    <a:pt x="279" y="307"/>
                    <a:pt x="224" y="377"/>
                  </a:cubicBezTo>
                  <a:cubicBezTo>
                    <a:pt x="154" y="446"/>
                    <a:pt x="112" y="530"/>
                    <a:pt x="70" y="614"/>
                  </a:cubicBezTo>
                  <a:cubicBezTo>
                    <a:pt x="42" y="698"/>
                    <a:pt x="14" y="795"/>
                    <a:pt x="0" y="879"/>
                  </a:cubicBezTo>
                  <a:cubicBezTo>
                    <a:pt x="0" y="921"/>
                    <a:pt x="0" y="963"/>
                    <a:pt x="0" y="1018"/>
                  </a:cubicBezTo>
                  <a:cubicBezTo>
                    <a:pt x="0" y="1060"/>
                    <a:pt x="0" y="1102"/>
                    <a:pt x="0" y="1144"/>
                  </a:cubicBezTo>
                  <a:cubicBezTo>
                    <a:pt x="38" y="1392"/>
                    <a:pt x="175" y="1619"/>
                    <a:pt x="382" y="1784"/>
                  </a:cubicBezTo>
                  <a:lnTo>
                    <a:pt x="382" y="1784"/>
                  </a:lnTo>
                  <a:cubicBezTo>
                    <a:pt x="308" y="1722"/>
                    <a:pt x="248" y="1646"/>
                    <a:pt x="196" y="1562"/>
                  </a:cubicBezTo>
                  <a:cubicBezTo>
                    <a:pt x="112" y="1437"/>
                    <a:pt x="56" y="1283"/>
                    <a:pt x="42" y="1144"/>
                  </a:cubicBezTo>
                  <a:lnTo>
                    <a:pt x="42" y="1018"/>
                  </a:lnTo>
                  <a:cubicBezTo>
                    <a:pt x="42" y="977"/>
                    <a:pt x="42" y="935"/>
                    <a:pt x="56" y="893"/>
                  </a:cubicBezTo>
                  <a:cubicBezTo>
                    <a:pt x="70" y="809"/>
                    <a:pt x="98" y="725"/>
                    <a:pt x="140" y="656"/>
                  </a:cubicBezTo>
                  <a:cubicBezTo>
                    <a:pt x="210" y="488"/>
                    <a:pt x="335" y="349"/>
                    <a:pt x="489" y="251"/>
                  </a:cubicBezTo>
                  <a:cubicBezTo>
                    <a:pt x="558" y="209"/>
                    <a:pt x="642" y="167"/>
                    <a:pt x="740" y="140"/>
                  </a:cubicBezTo>
                  <a:cubicBezTo>
                    <a:pt x="823" y="126"/>
                    <a:pt x="907" y="112"/>
                    <a:pt x="1005" y="112"/>
                  </a:cubicBezTo>
                  <a:cubicBezTo>
                    <a:pt x="1088" y="112"/>
                    <a:pt x="1186" y="126"/>
                    <a:pt x="1270" y="140"/>
                  </a:cubicBezTo>
                  <a:cubicBezTo>
                    <a:pt x="1353" y="167"/>
                    <a:pt x="1437" y="209"/>
                    <a:pt x="1507" y="265"/>
                  </a:cubicBezTo>
                  <a:cubicBezTo>
                    <a:pt x="1660" y="349"/>
                    <a:pt x="1786" y="488"/>
                    <a:pt x="1856" y="656"/>
                  </a:cubicBezTo>
                  <a:cubicBezTo>
                    <a:pt x="1925" y="809"/>
                    <a:pt x="1967" y="977"/>
                    <a:pt x="1953" y="1144"/>
                  </a:cubicBezTo>
                  <a:cubicBezTo>
                    <a:pt x="1925" y="1283"/>
                    <a:pt x="1883" y="1437"/>
                    <a:pt x="1800" y="1562"/>
                  </a:cubicBezTo>
                  <a:cubicBezTo>
                    <a:pt x="1730" y="1674"/>
                    <a:pt x="1646" y="1772"/>
                    <a:pt x="1535" y="1841"/>
                  </a:cubicBezTo>
                  <a:cubicBezTo>
                    <a:pt x="1646" y="1772"/>
                    <a:pt x="1744" y="1674"/>
                    <a:pt x="1828" y="1562"/>
                  </a:cubicBezTo>
                  <a:cubicBezTo>
                    <a:pt x="2023" y="1283"/>
                    <a:pt x="2051" y="921"/>
                    <a:pt x="1925" y="614"/>
                  </a:cubicBezTo>
                  <a:cubicBezTo>
                    <a:pt x="1856" y="433"/>
                    <a:pt x="1730" y="279"/>
                    <a:pt x="1577" y="167"/>
                  </a:cubicBezTo>
                  <a:lnTo>
                    <a:pt x="1563" y="181"/>
                  </a:lnTo>
                  <a:cubicBezTo>
                    <a:pt x="1479" y="126"/>
                    <a:pt x="1381" y="84"/>
                    <a:pt x="1284" y="42"/>
                  </a:cubicBezTo>
                  <a:cubicBezTo>
                    <a:pt x="1200" y="28"/>
                    <a:pt x="1088" y="0"/>
                    <a:pt x="991" y="0"/>
                  </a:cubicBezTo>
                  <a:close/>
                  <a:moveTo>
                    <a:pt x="461" y="1841"/>
                  </a:moveTo>
                  <a:lnTo>
                    <a:pt x="461" y="1841"/>
                  </a:lnTo>
                  <a:cubicBezTo>
                    <a:pt x="544" y="1897"/>
                    <a:pt x="642" y="1939"/>
                    <a:pt x="740" y="1967"/>
                  </a:cubicBezTo>
                  <a:cubicBezTo>
                    <a:pt x="768" y="1981"/>
                    <a:pt x="809" y="1995"/>
                    <a:pt x="837" y="1995"/>
                  </a:cubicBezTo>
                  <a:lnTo>
                    <a:pt x="921" y="1995"/>
                  </a:lnTo>
                  <a:cubicBezTo>
                    <a:pt x="893" y="1995"/>
                    <a:pt x="865" y="1981"/>
                    <a:pt x="837" y="1981"/>
                  </a:cubicBezTo>
                  <a:cubicBezTo>
                    <a:pt x="809" y="1981"/>
                    <a:pt x="768" y="1967"/>
                    <a:pt x="726" y="1953"/>
                  </a:cubicBezTo>
                  <a:cubicBezTo>
                    <a:pt x="628" y="1925"/>
                    <a:pt x="544" y="1883"/>
                    <a:pt x="461" y="1841"/>
                  </a:cubicBezTo>
                  <a:close/>
                  <a:moveTo>
                    <a:pt x="1535" y="1841"/>
                  </a:moveTo>
                  <a:cubicBezTo>
                    <a:pt x="1451" y="1897"/>
                    <a:pt x="1353" y="1925"/>
                    <a:pt x="1270" y="1953"/>
                  </a:cubicBezTo>
                  <a:cubicBezTo>
                    <a:pt x="1228" y="1967"/>
                    <a:pt x="1186" y="1981"/>
                    <a:pt x="1158" y="1981"/>
                  </a:cubicBezTo>
                  <a:cubicBezTo>
                    <a:pt x="1130" y="1981"/>
                    <a:pt x="1102" y="1995"/>
                    <a:pt x="1074" y="1995"/>
                  </a:cubicBezTo>
                  <a:lnTo>
                    <a:pt x="1158" y="1995"/>
                  </a:lnTo>
                  <a:cubicBezTo>
                    <a:pt x="1186" y="1981"/>
                    <a:pt x="1228" y="1981"/>
                    <a:pt x="1270" y="1967"/>
                  </a:cubicBezTo>
                  <a:cubicBezTo>
                    <a:pt x="1353" y="1939"/>
                    <a:pt x="1451" y="1897"/>
                    <a:pt x="1535" y="184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15"/>
            <p:cNvSpPr/>
            <p:nvPr/>
          </p:nvSpPr>
          <p:spPr>
            <a:xfrm>
              <a:off x="2548890" y="4436847"/>
              <a:ext cx="119668" cy="117315"/>
            </a:xfrm>
            <a:custGeom>
              <a:avLst/>
              <a:gdLst/>
              <a:ahLst/>
              <a:cxnLst/>
              <a:rect l="l" t="t" r="r" b="b"/>
              <a:pathLst>
                <a:path w="712" h="698" extrusionOk="0">
                  <a:moveTo>
                    <a:pt x="545" y="43"/>
                  </a:moveTo>
                  <a:cubicBezTo>
                    <a:pt x="559" y="56"/>
                    <a:pt x="573" y="70"/>
                    <a:pt x="586" y="84"/>
                  </a:cubicBezTo>
                  <a:lnTo>
                    <a:pt x="614" y="98"/>
                  </a:lnTo>
                  <a:lnTo>
                    <a:pt x="600" y="84"/>
                  </a:lnTo>
                  <a:cubicBezTo>
                    <a:pt x="573" y="70"/>
                    <a:pt x="559" y="56"/>
                    <a:pt x="545" y="43"/>
                  </a:cubicBezTo>
                  <a:close/>
                  <a:moveTo>
                    <a:pt x="307" y="0"/>
                  </a:moveTo>
                  <a:cubicBezTo>
                    <a:pt x="252" y="0"/>
                    <a:pt x="210" y="28"/>
                    <a:pt x="168" y="56"/>
                  </a:cubicBezTo>
                  <a:cubicBezTo>
                    <a:pt x="112" y="84"/>
                    <a:pt x="70" y="140"/>
                    <a:pt x="42" y="196"/>
                  </a:cubicBezTo>
                  <a:cubicBezTo>
                    <a:pt x="0" y="293"/>
                    <a:pt x="0" y="405"/>
                    <a:pt x="56" y="503"/>
                  </a:cubicBezTo>
                  <a:cubicBezTo>
                    <a:pt x="70" y="544"/>
                    <a:pt x="84" y="572"/>
                    <a:pt x="112" y="586"/>
                  </a:cubicBezTo>
                  <a:cubicBezTo>
                    <a:pt x="168" y="642"/>
                    <a:pt x="238" y="684"/>
                    <a:pt x="307" y="698"/>
                  </a:cubicBezTo>
                  <a:cubicBezTo>
                    <a:pt x="377" y="698"/>
                    <a:pt x="447" y="698"/>
                    <a:pt x="503" y="670"/>
                  </a:cubicBezTo>
                  <a:cubicBezTo>
                    <a:pt x="544" y="656"/>
                    <a:pt x="572" y="628"/>
                    <a:pt x="586" y="614"/>
                  </a:cubicBezTo>
                  <a:lnTo>
                    <a:pt x="628" y="586"/>
                  </a:lnTo>
                  <a:cubicBezTo>
                    <a:pt x="628" y="572"/>
                    <a:pt x="642" y="558"/>
                    <a:pt x="656" y="544"/>
                  </a:cubicBezTo>
                  <a:cubicBezTo>
                    <a:pt x="684" y="503"/>
                    <a:pt x="698" y="447"/>
                    <a:pt x="712" y="391"/>
                  </a:cubicBezTo>
                  <a:lnTo>
                    <a:pt x="712" y="321"/>
                  </a:lnTo>
                  <a:lnTo>
                    <a:pt x="712" y="251"/>
                  </a:lnTo>
                  <a:lnTo>
                    <a:pt x="698" y="210"/>
                  </a:lnTo>
                  <a:cubicBezTo>
                    <a:pt x="698" y="196"/>
                    <a:pt x="684" y="182"/>
                    <a:pt x="670" y="168"/>
                  </a:cubicBezTo>
                  <a:cubicBezTo>
                    <a:pt x="656" y="154"/>
                    <a:pt x="642" y="140"/>
                    <a:pt x="629" y="126"/>
                  </a:cubicBezTo>
                  <a:lnTo>
                    <a:pt x="629" y="126"/>
                  </a:lnTo>
                  <a:cubicBezTo>
                    <a:pt x="642" y="140"/>
                    <a:pt x="656" y="154"/>
                    <a:pt x="670" y="182"/>
                  </a:cubicBezTo>
                  <a:lnTo>
                    <a:pt x="698" y="224"/>
                  </a:lnTo>
                  <a:cubicBezTo>
                    <a:pt x="698" y="237"/>
                    <a:pt x="698" y="251"/>
                    <a:pt x="698" y="265"/>
                  </a:cubicBezTo>
                  <a:cubicBezTo>
                    <a:pt x="712" y="293"/>
                    <a:pt x="698" y="307"/>
                    <a:pt x="698" y="335"/>
                  </a:cubicBezTo>
                  <a:cubicBezTo>
                    <a:pt x="698" y="349"/>
                    <a:pt x="698" y="377"/>
                    <a:pt x="698" y="391"/>
                  </a:cubicBezTo>
                  <a:cubicBezTo>
                    <a:pt x="684" y="447"/>
                    <a:pt x="656" y="489"/>
                    <a:pt x="614" y="530"/>
                  </a:cubicBezTo>
                  <a:cubicBezTo>
                    <a:pt x="614" y="530"/>
                    <a:pt x="600" y="544"/>
                    <a:pt x="600" y="558"/>
                  </a:cubicBezTo>
                  <a:lnTo>
                    <a:pt x="558" y="572"/>
                  </a:lnTo>
                  <a:cubicBezTo>
                    <a:pt x="531" y="586"/>
                    <a:pt x="517" y="600"/>
                    <a:pt x="489" y="614"/>
                  </a:cubicBezTo>
                  <a:cubicBezTo>
                    <a:pt x="461" y="621"/>
                    <a:pt x="433" y="625"/>
                    <a:pt x="405" y="625"/>
                  </a:cubicBezTo>
                  <a:cubicBezTo>
                    <a:pt x="377" y="625"/>
                    <a:pt x="349" y="621"/>
                    <a:pt x="321" y="614"/>
                  </a:cubicBezTo>
                  <a:cubicBezTo>
                    <a:pt x="279" y="600"/>
                    <a:pt x="224" y="572"/>
                    <a:pt x="182" y="530"/>
                  </a:cubicBezTo>
                  <a:cubicBezTo>
                    <a:pt x="168" y="503"/>
                    <a:pt x="154" y="489"/>
                    <a:pt x="140" y="461"/>
                  </a:cubicBezTo>
                  <a:cubicBezTo>
                    <a:pt x="126" y="433"/>
                    <a:pt x="112" y="419"/>
                    <a:pt x="112" y="391"/>
                  </a:cubicBezTo>
                  <a:cubicBezTo>
                    <a:pt x="98" y="335"/>
                    <a:pt x="98" y="279"/>
                    <a:pt x="112" y="224"/>
                  </a:cubicBezTo>
                  <a:cubicBezTo>
                    <a:pt x="140" y="126"/>
                    <a:pt x="210" y="56"/>
                    <a:pt x="321" y="14"/>
                  </a:cubicBezTo>
                  <a:lnTo>
                    <a:pt x="447" y="14"/>
                  </a:lnTo>
                  <a:lnTo>
                    <a:pt x="503" y="28"/>
                  </a:lnTo>
                  <a:lnTo>
                    <a:pt x="544" y="42"/>
                  </a:lnTo>
                  <a:lnTo>
                    <a:pt x="503" y="14"/>
                  </a:lnTo>
                  <a:lnTo>
                    <a:pt x="447" y="0"/>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15"/>
            <p:cNvSpPr/>
            <p:nvPr/>
          </p:nvSpPr>
          <p:spPr>
            <a:xfrm>
              <a:off x="1622816" y="4476680"/>
              <a:ext cx="117483" cy="114962"/>
            </a:xfrm>
            <a:custGeom>
              <a:avLst/>
              <a:gdLst/>
              <a:ahLst/>
              <a:cxnLst/>
              <a:rect l="l" t="t" r="r" b="b"/>
              <a:pathLst>
                <a:path w="699" h="684" extrusionOk="0">
                  <a:moveTo>
                    <a:pt x="280" y="0"/>
                  </a:moveTo>
                  <a:cubicBezTo>
                    <a:pt x="224" y="0"/>
                    <a:pt x="168" y="28"/>
                    <a:pt x="126" y="56"/>
                  </a:cubicBezTo>
                  <a:lnTo>
                    <a:pt x="71" y="112"/>
                  </a:lnTo>
                  <a:lnTo>
                    <a:pt x="43" y="154"/>
                  </a:lnTo>
                  <a:lnTo>
                    <a:pt x="15" y="210"/>
                  </a:lnTo>
                  <a:lnTo>
                    <a:pt x="43" y="168"/>
                  </a:lnTo>
                  <a:cubicBezTo>
                    <a:pt x="57" y="154"/>
                    <a:pt x="71" y="126"/>
                    <a:pt x="84" y="112"/>
                  </a:cubicBezTo>
                  <a:cubicBezTo>
                    <a:pt x="98" y="98"/>
                    <a:pt x="126" y="84"/>
                    <a:pt x="140" y="70"/>
                  </a:cubicBezTo>
                  <a:cubicBezTo>
                    <a:pt x="182" y="56"/>
                    <a:pt x="238" y="42"/>
                    <a:pt x="280" y="42"/>
                  </a:cubicBezTo>
                  <a:lnTo>
                    <a:pt x="363" y="42"/>
                  </a:lnTo>
                  <a:cubicBezTo>
                    <a:pt x="391" y="42"/>
                    <a:pt x="419" y="56"/>
                    <a:pt x="433" y="70"/>
                  </a:cubicBezTo>
                  <a:cubicBezTo>
                    <a:pt x="531" y="126"/>
                    <a:pt x="601" y="224"/>
                    <a:pt x="601" y="335"/>
                  </a:cubicBezTo>
                  <a:cubicBezTo>
                    <a:pt x="601" y="391"/>
                    <a:pt x="587" y="447"/>
                    <a:pt x="559" y="489"/>
                  </a:cubicBezTo>
                  <a:cubicBezTo>
                    <a:pt x="531" y="531"/>
                    <a:pt x="489" y="572"/>
                    <a:pt x="433" y="600"/>
                  </a:cubicBezTo>
                  <a:cubicBezTo>
                    <a:pt x="391" y="628"/>
                    <a:pt x="336" y="642"/>
                    <a:pt x="280" y="642"/>
                  </a:cubicBezTo>
                  <a:cubicBezTo>
                    <a:pt x="238" y="628"/>
                    <a:pt x="182" y="614"/>
                    <a:pt x="140" y="600"/>
                  </a:cubicBezTo>
                  <a:cubicBezTo>
                    <a:pt x="126" y="586"/>
                    <a:pt x="112" y="572"/>
                    <a:pt x="98" y="558"/>
                  </a:cubicBezTo>
                  <a:cubicBezTo>
                    <a:pt x="71" y="544"/>
                    <a:pt x="71" y="531"/>
                    <a:pt x="57" y="517"/>
                  </a:cubicBezTo>
                  <a:lnTo>
                    <a:pt x="29" y="461"/>
                  </a:lnTo>
                  <a:cubicBezTo>
                    <a:pt x="29" y="447"/>
                    <a:pt x="15" y="433"/>
                    <a:pt x="15" y="419"/>
                  </a:cubicBezTo>
                  <a:cubicBezTo>
                    <a:pt x="1" y="405"/>
                    <a:pt x="1" y="377"/>
                    <a:pt x="1" y="363"/>
                  </a:cubicBezTo>
                  <a:cubicBezTo>
                    <a:pt x="1" y="377"/>
                    <a:pt x="1" y="405"/>
                    <a:pt x="1" y="419"/>
                  </a:cubicBezTo>
                  <a:cubicBezTo>
                    <a:pt x="15" y="433"/>
                    <a:pt x="15" y="447"/>
                    <a:pt x="15" y="461"/>
                  </a:cubicBezTo>
                  <a:lnTo>
                    <a:pt x="43" y="517"/>
                  </a:lnTo>
                  <a:cubicBezTo>
                    <a:pt x="57" y="531"/>
                    <a:pt x="71" y="544"/>
                    <a:pt x="84" y="572"/>
                  </a:cubicBezTo>
                  <a:lnTo>
                    <a:pt x="140" y="614"/>
                  </a:lnTo>
                  <a:cubicBezTo>
                    <a:pt x="182" y="642"/>
                    <a:pt x="224" y="670"/>
                    <a:pt x="280" y="684"/>
                  </a:cubicBezTo>
                  <a:cubicBezTo>
                    <a:pt x="349" y="684"/>
                    <a:pt x="405" y="684"/>
                    <a:pt x="475" y="670"/>
                  </a:cubicBezTo>
                  <a:cubicBezTo>
                    <a:pt x="531" y="642"/>
                    <a:pt x="587" y="600"/>
                    <a:pt x="628" y="544"/>
                  </a:cubicBezTo>
                  <a:cubicBezTo>
                    <a:pt x="670" y="475"/>
                    <a:pt x="698" y="405"/>
                    <a:pt x="698" y="335"/>
                  </a:cubicBezTo>
                  <a:cubicBezTo>
                    <a:pt x="698" y="293"/>
                    <a:pt x="684" y="266"/>
                    <a:pt x="684" y="224"/>
                  </a:cubicBezTo>
                  <a:cubicBezTo>
                    <a:pt x="670" y="196"/>
                    <a:pt x="656" y="168"/>
                    <a:pt x="628" y="140"/>
                  </a:cubicBezTo>
                  <a:cubicBezTo>
                    <a:pt x="573" y="56"/>
                    <a:pt x="475" y="0"/>
                    <a:pt x="377"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15"/>
            <p:cNvSpPr/>
            <p:nvPr/>
          </p:nvSpPr>
          <p:spPr>
            <a:xfrm>
              <a:off x="1062633" y="3679514"/>
              <a:ext cx="166560" cy="246394"/>
            </a:xfrm>
            <a:custGeom>
              <a:avLst/>
              <a:gdLst/>
              <a:ahLst/>
              <a:cxnLst/>
              <a:rect l="l" t="t" r="r" b="b"/>
              <a:pathLst>
                <a:path w="991" h="1466" extrusionOk="0">
                  <a:moveTo>
                    <a:pt x="990" y="1"/>
                  </a:moveTo>
                  <a:lnTo>
                    <a:pt x="753" y="15"/>
                  </a:lnTo>
                  <a:lnTo>
                    <a:pt x="516" y="29"/>
                  </a:lnTo>
                  <a:lnTo>
                    <a:pt x="42" y="57"/>
                  </a:lnTo>
                  <a:lnTo>
                    <a:pt x="0" y="57"/>
                  </a:lnTo>
                  <a:lnTo>
                    <a:pt x="0" y="99"/>
                  </a:lnTo>
                  <a:cubicBezTo>
                    <a:pt x="14" y="531"/>
                    <a:pt x="42" y="977"/>
                    <a:pt x="70" y="1424"/>
                  </a:cubicBezTo>
                  <a:lnTo>
                    <a:pt x="70" y="1466"/>
                  </a:lnTo>
                  <a:lnTo>
                    <a:pt x="112" y="1466"/>
                  </a:lnTo>
                  <a:lnTo>
                    <a:pt x="558" y="1438"/>
                  </a:lnTo>
                  <a:lnTo>
                    <a:pt x="781" y="1424"/>
                  </a:lnTo>
                  <a:lnTo>
                    <a:pt x="990" y="1410"/>
                  </a:lnTo>
                  <a:cubicBezTo>
                    <a:pt x="921" y="1410"/>
                    <a:pt x="851" y="1410"/>
                    <a:pt x="781" y="1396"/>
                  </a:cubicBezTo>
                  <a:lnTo>
                    <a:pt x="153" y="1396"/>
                  </a:lnTo>
                  <a:cubicBezTo>
                    <a:pt x="140" y="977"/>
                    <a:pt x="112" y="559"/>
                    <a:pt x="84" y="140"/>
                  </a:cubicBezTo>
                  <a:lnTo>
                    <a:pt x="530" y="85"/>
                  </a:lnTo>
                  <a:lnTo>
                    <a:pt x="767" y="43"/>
                  </a:lnTo>
                  <a:lnTo>
                    <a:pt x="990" y="1"/>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15"/>
            <p:cNvSpPr/>
            <p:nvPr/>
          </p:nvSpPr>
          <p:spPr>
            <a:xfrm>
              <a:off x="1383818" y="3663211"/>
              <a:ext cx="168913" cy="243873"/>
            </a:xfrm>
            <a:custGeom>
              <a:avLst/>
              <a:gdLst/>
              <a:ahLst/>
              <a:cxnLst/>
              <a:rect l="l" t="t" r="r" b="b"/>
              <a:pathLst>
                <a:path w="1005" h="1451" extrusionOk="0">
                  <a:moveTo>
                    <a:pt x="893" y="0"/>
                  </a:moveTo>
                  <a:lnTo>
                    <a:pt x="446" y="28"/>
                  </a:lnTo>
                  <a:lnTo>
                    <a:pt x="223" y="42"/>
                  </a:lnTo>
                  <a:lnTo>
                    <a:pt x="0" y="56"/>
                  </a:lnTo>
                  <a:lnTo>
                    <a:pt x="223" y="70"/>
                  </a:lnTo>
                  <a:lnTo>
                    <a:pt x="851" y="70"/>
                  </a:lnTo>
                  <a:cubicBezTo>
                    <a:pt x="851" y="489"/>
                    <a:pt x="879" y="907"/>
                    <a:pt x="907" y="1325"/>
                  </a:cubicBezTo>
                  <a:lnTo>
                    <a:pt x="474" y="1381"/>
                  </a:lnTo>
                  <a:lnTo>
                    <a:pt x="237" y="1409"/>
                  </a:lnTo>
                  <a:lnTo>
                    <a:pt x="0" y="1451"/>
                  </a:lnTo>
                  <a:lnTo>
                    <a:pt x="237" y="1451"/>
                  </a:lnTo>
                  <a:lnTo>
                    <a:pt x="488" y="1437"/>
                  </a:lnTo>
                  <a:lnTo>
                    <a:pt x="962" y="1409"/>
                  </a:lnTo>
                  <a:lnTo>
                    <a:pt x="1004" y="1409"/>
                  </a:lnTo>
                  <a:lnTo>
                    <a:pt x="1004" y="1381"/>
                  </a:lnTo>
                  <a:cubicBezTo>
                    <a:pt x="990" y="935"/>
                    <a:pt x="962" y="489"/>
                    <a:pt x="935" y="42"/>
                  </a:cubicBezTo>
                  <a:lnTo>
                    <a:pt x="935" y="0"/>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15"/>
            <p:cNvSpPr/>
            <p:nvPr/>
          </p:nvSpPr>
          <p:spPr>
            <a:xfrm>
              <a:off x="1151711" y="3695985"/>
              <a:ext cx="105550" cy="164207"/>
            </a:xfrm>
            <a:custGeom>
              <a:avLst/>
              <a:gdLst/>
              <a:ahLst/>
              <a:cxnLst/>
              <a:rect l="l" t="t" r="r" b="b"/>
              <a:pathLst>
                <a:path w="628" h="977" extrusionOk="0">
                  <a:moveTo>
                    <a:pt x="628" y="1"/>
                  </a:moveTo>
                  <a:lnTo>
                    <a:pt x="628" y="1"/>
                  </a:lnTo>
                  <a:cubicBezTo>
                    <a:pt x="558" y="42"/>
                    <a:pt x="488" y="84"/>
                    <a:pt x="405" y="126"/>
                  </a:cubicBezTo>
                  <a:cubicBezTo>
                    <a:pt x="405" y="238"/>
                    <a:pt x="391" y="335"/>
                    <a:pt x="391" y="405"/>
                  </a:cubicBezTo>
                  <a:lnTo>
                    <a:pt x="335" y="321"/>
                  </a:lnTo>
                  <a:cubicBezTo>
                    <a:pt x="279" y="238"/>
                    <a:pt x="223" y="154"/>
                    <a:pt x="181" y="70"/>
                  </a:cubicBezTo>
                  <a:lnTo>
                    <a:pt x="0" y="168"/>
                  </a:lnTo>
                  <a:lnTo>
                    <a:pt x="0" y="573"/>
                  </a:lnTo>
                  <a:lnTo>
                    <a:pt x="0" y="865"/>
                  </a:lnTo>
                  <a:cubicBezTo>
                    <a:pt x="84" y="824"/>
                    <a:pt x="154" y="782"/>
                    <a:pt x="195" y="754"/>
                  </a:cubicBezTo>
                  <a:lnTo>
                    <a:pt x="195" y="628"/>
                  </a:lnTo>
                  <a:lnTo>
                    <a:pt x="195" y="489"/>
                  </a:lnTo>
                  <a:cubicBezTo>
                    <a:pt x="293" y="642"/>
                    <a:pt x="377" y="810"/>
                    <a:pt x="460" y="977"/>
                  </a:cubicBezTo>
                  <a:cubicBezTo>
                    <a:pt x="502" y="935"/>
                    <a:pt x="544" y="907"/>
                    <a:pt x="600" y="893"/>
                  </a:cubicBezTo>
                  <a:lnTo>
                    <a:pt x="614" y="154"/>
                  </a:lnTo>
                  <a:cubicBezTo>
                    <a:pt x="614" y="98"/>
                    <a:pt x="614" y="42"/>
                    <a:pt x="628"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15"/>
            <p:cNvSpPr/>
            <p:nvPr/>
          </p:nvSpPr>
          <p:spPr>
            <a:xfrm>
              <a:off x="1268857" y="3732625"/>
              <a:ext cx="98659" cy="113617"/>
            </a:xfrm>
            <a:custGeom>
              <a:avLst/>
              <a:gdLst/>
              <a:ahLst/>
              <a:cxnLst/>
              <a:rect l="l" t="t" r="r" b="b"/>
              <a:pathLst>
                <a:path w="587" h="676" extrusionOk="0">
                  <a:moveTo>
                    <a:pt x="363" y="215"/>
                  </a:moveTo>
                  <a:cubicBezTo>
                    <a:pt x="391" y="215"/>
                    <a:pt x="405" y="229"/>
                    <a:pt x="405" y="271"/>
                  </a:cubicBezTo>
                  <a:cubicBezTo>
                    <a:pt x="419" y="327"/>
                    <a:pt x="391" y="368"/>
                    <a:pt x="363" y="410"/>
                  </a:cubicBezTo>
                  <a:cubicBezTo>
                    <a:pt x="335" y="438"/>
                    <a:pt x="293" y="466"/>
                    <a:pt x="252" y="480"/>
                  </a:cubicBezTo>
                  <a:cubicBezTo>
                    <a:pt x="210" y="480"/>
                    <a:pt x="182" y="466"/>
                    <a:pt x="182" y="424"/>
                  </a:cubicBezTo>
                  <a:cubicBezTo>
                    <a:pt x="182" y="382"/>
                    <a:pt x="196" y="355"/>
                    <a:pt x="210" y="327"/>
                  </a:cubicBezTo>
                  <a:cubicBezTo>
                    <a:pt x="238" y="271"/>
                    <a:pt x="293" y="229"/>
                    <a:pt x="363" y="215"/>
                  </a:cubicBezTo>
                  <a:close/>
                  <a:moveTo>
                    <a:pt x="340" y="0"/>
                  </a:moveTo>
                  <a:cubicBezTo>
                    <a:pt x="311" y="0"/>
                    <a:pt x="281" y="10"/>
                    <a:pt x="252" y="20"/>
                  </a:cubicBezTo>
                  <a:cubicBezTo>
                    <a:pt x="196" y="48"/>
                    <a:pt x="154" y="89"/>
                    <a:pt x="112" y="131"/>
                  </a:cubicBezTo>
                  <a:cubicBezTo>
                    <a:pt x="98" y="145"/>
                    <a:pt x="84" y="173"/>
                    <a:pt x="70" y="187"/>
                  </a:cubicBezTo>
                  <a:cubicBezTo>
                    <a:pt x="56" y="229"/>
                    <a:pt x="42" y="257"/>
                    <a:pt x="28" y="299"/>
                  </a:cubicBezTo>
                  <a:cubicBezTo>
                    <a:pt x="1" y="355"/>
                    <a:pt x="1" y="410"/>
                    <a:pt x="1" y="466"/>
                  </a:cubicBezTo>
                  <a:cubicBezTo>
                    <a:pt x="1" y="508"/>
                    <a:pt x="14" y="550"/>
                    <a:pt x="42" y="592"/>
                  </a:cubicBezTo>
                  <a:cubicBezTo>
                    <a:pt x="84" y="633"/>
                    <a:pt x="126" y="661"/>
                    <a:pt x="182" y="675"/>
                  </a:cubicBezTo>
                  <a:cubicBezTo>
                    <a:pt x="224" y="661"/>
                    <a:pt x="266" y="647"/>
                    <a:pt x="293" y="633"/>
                  </a:cubicBezTo>
                  <a:cubicBezTo>
                    <a:pt x="349" y="606"/>
                    <a:pt x="391" y="578"/>
                    <a:pt x="433" y="550"/>
                  </a:cubicBezTo>
                  <a:cubicBezTo>
                    <a:pt x="489" y="494"/>
                    <a:pt x="531" y="452"/>
                    <a:pt x="558" y="382"/>
                  </a:cubicBezTo>
                  <a:cubicBezTo>
                    <a:pt x="572" y="355"/>
                    <a:pt x="586" y="327"/>
                    <a:pt x="586" y="285"/>
                  </a:cubicBezTo>
                  <a:cubicBezTo>
                    <a:pt x="586" y="257"/>
                    <a:pt x="572" y="215"/>
                    <a:pt x="572" y="187"/>
                  </a:cubicBezTo>
                  <a:cubicBezTo>
                    <a:pt x="558" y="131"/>
                    <a:pt x="531" y="76"/>
                    <a:pt x="489" y="34"/>
                  </a:cubicBezTo>
                  <a:cubicBezTo>
                    <a:pt x="461" y="20"/>
                    <a:pt x="419" y="6"/>
                    <a:pt x="377" y="6"/>
                  </a:cubicBezTo>
                  <a:cubicBezTo>
                    <a:pt x="365" y="2"/>
                    <a:pt x="353" y="0"/>
                    <a:pt x="340"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15"/>
            <p:cNvSpPr/>
            <p:nvPr/>
          </p:nvSpPr>
          <p:spPr>
            <a:xfrm>
              <a:off x="1379112" y="3789097"/>
              <a:ext cx="68069" cy="83868"/>
            </a:xfrm>
            <a:custGeom>
              <a:avLst/>
              <a:gdLst/>
              <a:ahLst/>
              <a:cxnLst/>
              <a:rect l="l" t="t" r="r" b="b"/>
              <a:pathLst>
                <a:path w="405" h="499" extrusionOk="0">
                  <a:moveTo>
                    <a:pt x="235" y="1"/>
                  </a:moveTo>
                  <a:cubicBezTo>
                    <a:pt x="166" y="1"/>
                    <a:pt x="99" y="26"/>
                    <a:pt x="42" y="60"/>
                  </a:cubicBezTo>
                  <a:cubicBezTo>
                    <a:pt x="42" y="102"/>
                    <a:pt x="56" y="144"/>
                    <a:pt x="84" y="172"/>
                  </a:cubicBezTo>
                  <a:cubicBezTo>
                    <a:pt x="140" y="144"/>
                    <a:pt x="167" y="130"/>
                    <a:pt x="195" y="130"/>
                  </a:cubicBezTo>
                  <a:cubicBezTo>
                    <a:pt x="209" y="144"/>
                    <a:pt x="209" y="172"/>
                    <a:pt x="195" y="186"/>
                  </a:cubicBezTo>
                  <a:cubicBezTo>
                    <a:pt x="181" y="200"/>
                    <a:pt x="154" y="200"/>
                    <a:pt x="126" y="200"/>
                  </a:cubicBezTo>
                  <a:cubicBezTo>
                    <a:pt x="112" y="228"/>
                    <a:pt x="112" y="256"/>
                    <a:pt x="126" y="284"/>
                  </a:cubicBezTo>
                  <a:cubicBezTo>
                    <a:pt x="195" y="284"/>
                    <a:pt x="223" y="297"/>
                    <a:pt x="237" y="325"/>
                  </a:cubicBezTo>
                  <a:cubicBezTo>
                    <a:pt x="237" y="356"/>
                    <a:pt x="223" y="378"/>
                    <a:pt x="189" y="378"/>
                  </a:cubicBezTo>
                  <a:cubicBezTo>
                    <a:pt x="175" y="378"/>
                    <a:pt x="159" y="375"/>
                    <a:pt x="140" y="367"/>
                  </a:cubicBezTo>
                  <a:cubicBezTo>
                    <a:pt x="112" y="353"/>
                    <a:pt x="84" y="339"/>
                    <a:pt x="70" y="297"/>
                  </a:cubicBezTo>
                  <a:cubicBezTo>
                    <a:pt x="42" y="325"/>
                    <a:pt x="14" y="353"/>
                    <a:pt x="0" y="381"/>
                  </a:cubicBezTo>
                  <a:cubicBezTo>
                    <a:pt x="42" y="451"/>
                    <a:pt x="112" y="479"/>
                    <a:pt x="181" y="493"/>
                  </a:cubicBezTo>
                  <a:cubicBezTo>
                    <a:pt x="196" y="496"/>
                    <a:pt x="210" y="498"/>
                    <a:pt x="224" y="498"/>
                  </a:cubicBezTo>
                  <a:cubicBezTo>
                    <a:pt x="261" y="498"/>
                    <a:pt x="294" y="485"/>
                    <a:pt x="335" y="465"/>
                  </a:cubicBezTo>
                  <a:cubicBezTo>
                    <a:pt x="377" y="423"/>
                    <a:pt x="405" y="353"/>
                    <a:pt x="377" y="284"/>
                  </a:cubicBezTo>
                  <a:cubicBezTo>
                    <a:pt x="349" y="256"/>
                    <a:pt x="335" y="242"/>
                    <a:pt x="307" y="228"/>
                  </a:cubicBezTo>
                  <a:cubicBezTo>
                    <a:pt x="335" y="214"/>
                    <a:pt x="363" y="172"/>
                    <a:pt x="377" y="144"/>
                  </a:cubicBezTo>
                  <a:cubicBezTo>
                    <a:pt x="391" y="60"/>
                    <a:pt x="349" y="19"/>
                    <a:pt x="279" y="5"/>
                  </a:cubicBezTo>
                  <a:cubicBezTo>
                    <a:pt x="264" y="2"/>
                    <a:pt x="249" y="1"/>
                    <a:pt x="235"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70" name="Google Shape;1070;p15"/>
          <p:cNvGrpSpPr/>
          <p:nvPr/>
        </p:nvGrpSpPr>
        <p:grpSpPr>
          <a:xfrm>
            <a:off x="6459740" y="-91908"/>
            <a:ext cx="1184784" cy="798517"/>
            <a:chOff x="6205000" y="728514"/>
            <a:chExt cx="881536" cy="594135"/>
          </a:xfrm>
        </p:grpSpPr>
        <p:sp>
          <p:nvSpPr>
            <p:cNvPr id="1071" name="Google Shape;1071;p15"/>
            <p:cNvSpPr/>
            <p:nvPr/>
          </p:nvSpPr>
          <p:spPr>
            <a:xfrm>
              <a:off x="6401812" y="805827"/>
              <a:ext cx="14286" cy="147904"/>
            </a:xfrm>
            <a:custGeom>
              <a:avLst/>
              <a:gdLst/>
              <a:ahLst/>
              <a:cxnLst/>
              <a:rect l="l" t="t" r="r" b="b"/>
              <a:pathLst>
                <a:path w="85" h="880" extrusionOk="0">
                  <a:moveTo>
                    <a:pt x="29" y="0"/>
                  </a:moveTo>
                  <a:cubicBezTo>
                    <a:pt x="15" y="42"/>
                    <a:pt x="15" y="84"/>
                    <a:pt x="15" y="140"/>
                  </a:cubicBezTo>
                  <a:cubicBezTo>
                    <a:pt x="1" y="238"/>
                    <a:pt x="1" y="335"/>
                    <a:pt x="15" y="433"/>
                  </a:cubicBezTo>
                  <a:cubicBezTo>
                    <a:pt x="15" y="530"/>
                    <a:pt x="15" y="642"/>
                    <a:pt x="29" y="740"/>
                  </a:cubicBezTo>
                  <a:cubicBezTo>
                    <a:pt x="43" y="782"/>
                    <a:pt x="43" y="823"/>
                    <a:pt x="57" y="879"/>
                  </a:cubicBezTo>
                  <a:cubicBezTo>
                    <a:pt x="57" y="879"/>
                    <a:pt x="71" y="823"/>
                    <a:pt x="71" y="740"/>
                  </a:cubicBezTo>
                  <a:cubicBezTo>
                    <a:pt x="84" y="642"/>
                    <a:pt x="84" y="530"/>
                    <a:pt x="84" y="433"/>
                  </a:cubicBezTo>
                  <a:cubicBezTo>
                    <a:pt x="84" y="335"/>
                    <a:pt x="71" y="238"/>
                    <a:pt x="57" y="140"/>
                  </a:cubicBezTo>
                  <a:cubicBezTo>
                    <a:pt x="57" y="84"/>
                    <a:pt x="43" y="42"/>
                    <a:pt x="29"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15"/>
            <p:cNvSpPr/>
            <p:nvPr/>
          </p:nvSpPr>
          <p:spPr>
            <a:xfrm>
              <a:off x="6448704" y="805827"/>
              <a:ext cx="11933" cy="147904"/>
            </a:xfrm>
            <a:custGeom>
              <a:avLst/>
              <a:gdLst/>
              <a:ahLst/>
              <a:cxnLst/>
              <a:rect l="l" t="t" r="r" b="b"/>
              <a:pathLst>
                <a:path w="71" h="880" extrusionOk="0">
                  <a:moveTo>
                    <a:pt x="29" y="0"/>
                  </a:moveTo>
                  <a:cubicBezTo>
                    <a:pt x="15" y="42"/>
                    <a:pt x="15" y="84"/>
                    <a:pt x="15" y="140"/>
                  </a:cubicBezTo>
                  <a:cubicBezTo>
                    <a:pt x="1" y="238"/>
                    <a:pt x="1" y="335"/>
                    <a:pt x="1" y="433"/>
                  </a:cubicBezTo>
                  <a:cubicBezTo>
                    <a:pt x="1" y="530"/>
                    <a:pt x="1" y="642"/>
                    <a:pt x="15" y="740"/>
                  </a:cubicBezTo>
                  <a:cubicBezTo>
                    <a:pt x="29" y="782"/>
                    <a:pt x="29" y="823"/>
                    <a:pt x="43" y="879"/>
                  </a:cubicBezTo>
                  <a:cubicBezTo>
                    <a:pt x="43" y="879"/>
                    <a:pt x="57" y="823"/>
                    <a:pt x="57" y="740"/>
                  </a:cubicBezTo>
                  <a:cubicBezTo>
                    <a:pt x="71" y="642"/>
                    <a:pt x="71" y="530"/>
                    <a:pt x="71" y="433"/>
                  </a:cubicBezTo>
                  <a:cubicBezTo>
                    <a:pt x="71" y="335"/>
                    <a:pt x="71" y="238"/>
                    <a:pt x="57" y="140"/>
                  </a:cubicBezTo>
                  <a:cubicBezTo>
                    <a:pt x="43" y="84"/>
                    <a:pt x="43" y="42"/>
                    <a:pt x="29"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15"/>
            <p:cNvSpPr/>
            <p:nvPr/>
          </p:nvSpPr>
          <p:spPr>
            <a:xfrm>
              <a:off x="6880144" y="1119954"/>
              <a:ext cx="131433" cy="108071"/>
            </a:xfrm>
            <a:custGeom>
              <a:avLst/>
              <a:gdLst/>
              <a:ahLst/>
              <a:cxnLst/>
              <a:rect l="l" t="t" r="r" b="b"/>
              <a:pathLst>
                <a:path w="782" h="643" extrusionOk="0">
                  <a:moveTo>
                    <a:pt x="0" y="0"/>
                  </a:moveTo>
                  <a:cubicBezTo>
                    <a:pt x="0" y="1"/>
                    <a:pt x="42" y="56"/>
                    <a:pt x="112" y="112"/>
                  </a:cubicBezTo>
                  <a:cubicBezTo>
                    <a:pt x="182" y="182"/>
                    <a:pt x="265" y="266"/>
                    <a:pt x="363" y="349"/>
                  </a:cubicBezTo>
                  <a:cubicBezTo>
                    <a:pt x="461" y="433"/>
                    <a:pt x="572" y="503"/>
                    <a:pt x="642" y="558"/>
                  </a:cubicBezTo>
                  <a:cubicBezTo>
                    <a:pt x="684" y="586"/>
                    <a:pt x="740" y="614"/>
                    <a:pt x="781" y="642"/>
                  </a:cubicBezTo>
                  <a:cubicBezTo>
                    <a:pt x="781" y="642"/>
                    <a:pt x="740" y="586"/>
                    <a:pt x="670" y="517"/>
                  </a:cubicBezTo>
                  <a:cubicBezTo>
                    <a:pt x="586" y="447"/>
                    <a:pt x="502" y="363"/>
                    <a:pt x="419" y="293"/>
                  </a:cubicBezTo>
                  <a:cubicBezTo>
                    <a:pt x="307" y="210"/>
                    <a:pt x="210" y="140"/>
                    <a:pt x="140" y="84"/>
                  </a:cubicBezTo>
                  <a:cubicBezTo>
                    <a:pt x="84" y="56"/>
                    <a:pt x="42" y="28"/>
                    <a:pt x="0"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15"/>
            <p:cNvSpPr/>
            <p:nvPr/>
          </p:nvSpPr>
          <p:spPr>
            <a:xfrm>
              <a:off x="6856614" y="1157434"/>
              <a:ext cx="133786" cy="108071"/>
            </a:xfrm>
            <a:custGeom>
              <a:avLst/>
              <a:gdLst/>
              <a:ahLst/>
              <a:cxnLst/>
              <a:rect l="l" t="t" r="r" b="b"/>
              <a:pathLst>
                <a:path w="796" h="643" extrusionOk="0">
                  <a:moveTo>
                    <a:pt x="1" y="1"/>
                  </a:moveTo>
                  <a:cubicBezTo>
                    <a:pt x="1" y="1"/>
                    <a:pt x="43" y="56"/>
                    <a:pt x="112" y="126"/>
                  </a:cubicBezTo>
                  <a:cubicBezTo>
                    <a:pt x="182" y="196"/>
                    <a:pt x="280" y="280"/>
                    <a:pt x="377" y="349"/>
                  </a:cubicBezTo>
                  <a:cubicBezTo>
                    <a:pt x="475" y="433"/>
                    <a:pt x="573" y="503"/>
                    <a:pt x="656" y="559"/>
                  </a:cubicBezTo>
                  <a:cubicBezTo>
                    <a:pt x="698" y="587"/>
                    <a:pt x="740" y="614"/>
                    <a:pt x="796" y="642"/>
                  </a:cubicBezTo>
                  <a:cubicBezTo>
                    <a:pt x="796" y="642"/>
                    <a:pt x="754" y="587"/>
                    <a:pt x="684" y="531"/>
                  </a:cubicBezTo>
                  <a:cubicBezTo>
                    <a:pt x="615" y="461"/>
                    <a:pt x="531" y="363"/>
                    <a:pt x="419" y="294"/>
                  </a:cubicBezTo>
                  <a:cubicBezTo>
                    <a:pt x="322" y="210"/>
                    <a:pt x="224" y="140"/>
                    <a:pt x="140" y="84"/>
                  </a:cubicBezTo>
                  <a:cubicBezTo>
                    <a:pt x="98" y="56"/>
                    <a:pt x="57" y="29"/>
                    <a:pt x="1"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15"/>
            <p:cNvSpPr/>
            <p:nvPr/>
          </p:nvSpPr>
          <p:spPr>
            <a:xfrm>
              <a:off x="6521479" y="1110542"/>
              <a:ext cx="166560" cy="150257"/>
            </a:xfrm>
            <a:custGeom>
              <a:avLst/>
              <a:gdLst/>
              <a:ahLst/>
              <a:cxnLst/>
              <a:rect l="l" t="t" r="r" b="b"/>
              <a:pathLst>
                <a:path w="991" h="894" extrusionOk="0">
                  <a:moveTo>
                    <a:pt x="0" y="1"/>
                  </a:moveTo>
                  <a:lnTo>
                    <a:pt x="28" y="43"/>
                  </a:lnTo>
                  <a:cubicBezTo>
                    <a:pt x="56" y="70"/>
                    <a:pt x="98" y="112"/>
                    <a:pt x="140" y="154"/>
                  </a:cubicBezTo>
                  <a:cubicBezTo>
                    <a:pt x="223" y="252"/>
                    <a:pt x="349" y="363"/>
                    <a:pt x="474" y="475"/>
                  </a:cubicBezTo>
                  <a:cubicBezTo>
                    <a:pt x="600" y="587"/>
                    <a:pt x="725" y="698"/>
                    <a:pt x="823" y="768"/>
                  </a:cubicBezTo>
                  <a:cubicBezTo>
                    <a:pt x="865" y="810"/>
                    <a:pt x="907" y="838"/>
                    <a:pt x="935" y="866"/>
                  </a:cubicBezTo>
                  <a:lnTo>
                    <a:pt x="991" y="893"/>
                  </a:lnTo>
                  <a:lnTo>
                    <a:pt x="949" y="852"/>
                  </a:lnTo>
                  <a:lnTo>
                    <a:pt x="851" y="740"/>
                  </a:lnTo>
                  <a:cubicBezTo>
                    <a:pt x="753" y="656"/>
                    <a:pt x="642" y="531"/>
                    <a:pt x="516" y="419"/>
                  </a:cubicBezTo>
                  <a:cubicBezTo>
                    <a:pt x="391" y="308"/>
                    <a:pt x="265" y="210"/>
                    <a:pt x="168" y="126"/>
                  </a:cubicBezTo>
                  <a:cubicBezTo>
                    <a:pt x="112" y="84"/>
                    <a:pt x="70" y="56"/>
                    <a:pt x="42" y="43"/>
                  </a:cubicBezTo>
                  <a:cubicBezTo>
                    <a:pt x="28" y="29"/>
                    <a:pt x="14" y="15"/>
                    <a:pt x="0"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15"/>
            <p:cNvSpPr/>
            <p:nvPr/>
          </p:nvSpPr>
          <p:spPr>
            <a:xfrm>
              <a:off x="6505008" y="728514"/>
              <a:ext cx="168913" cy="150089"/>
            </a:xfrm>
            <a:custGeom>
              <a:avLst/>
              <a:gdLst/>
              <a:ahLst/>
              <a:cxnLst/>
              <a:rect l="l" t="t" r="r" b="b"/>
              <a:pathLst>
                <a:path w="1005" h="893" extrusionOk="0">
                  <a:moveTo>
                    <a:pt x="1005" y="0"/>
                  </a:moveTo>
                  <a:lnTo>
                    <a:pt x="949" y="42"/>
                  </a:lnTo>
                  <a:lnTo>
                    <a:pt x="837" y="126"/>
                  </a:lnTo>
                  <a:cubicBezTo>
                    <a:pt x="726" y="209"/>
                    <a:pt x="600" y="307"/>
                    <a:pt x="489" y="419"/>
                  </a:cubicBezTo>
                  <a:cubicBezTo>
                    <a:pt x="363" y="530"/>
                    <a:pt x="238" y="656"/>
                    <a:pt x="154" y="739"/>
                  </a:cubicBezTo>
                  <a:cubicBezTo>
                    <a:pt x="112" y="781"/>
                    <a:pt x="70" y="823"/>
                    <a:pt x="42" y="851"/>
                  </a:cubicBezTo>
                  <a:lnTo>
                    <a:pt x="1" y="893"/>
                  </a:lnTo>
                  <a:lnTo>
                    <a:pt x="56" y="865"/>
                  </a:lnTo>
                  <a:cubicBezTo>
                    <a:pt x="84" y="837"/>
                    <a:pt x="126" y="809"/>
                    <a:pt x="182" y="781"/>
                  </a:cubicBezTo>
                  <a:cubicBezTo>
                    <a:pt x="266" y="698"/>
                    <a:pt x="405" y="586"/>
                    <a:pt x="531" y="474"/>
                  </a:cubicBezTo>
                  <a:cubicBezTo>
                    <a:pt x="656" y="363"/>
                    <a:pt x="768" y="251"/>
                    <a:pt x="865" y="167"/>
                  </a:cubicBezTo>
                  <a:cubicBezTo>
                    <a:pt x="907" y="112"/>
                    <a:pt x="935" y="70"/>
                    <a:pt x="963" y="42"/>
                  </a:cubicBezTo>
                  <a:lnTo>
                    <a:pt x="1005" y="0"/>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15"/>
            <p:cNvSpPr/>
            <p:nvPr/>
          </p:nvSpPr>
          <p:spPr>
            <a:xfrm>
              <a:off x="6683164" y="728514"/>
              <a:ext cx="166560" cy="150089"/>
            </a:xfrm>
            <a:custGeom>
              <a:avLst/>
              <a:gdLst/>
              <a:ahLst/>
              <a:cxnLst/>
              <a:rect l="l" t="t" r="r" b="b"/>
              <a:pathLst>
                <a:path w="991" h="893" extrusionOk="0">
                  <a:moveTo>
                    <a:pt x="1" y="0"/>
                  </a:moveTo>
                  <a:lnTo>
                    <a:pt x="29" y="42"/>
                  </a:lnTo>
                  <a:lnTo>
                    <a:pt x="140" y="154"/>
                  </a:lnTo>
                  <a:cubicBezTo>
                    <a:pt x="224" y="251"/>
                    <a:pt x="349" y="363"/>
                    <a:pt x="475" y="474"/>
                  </a:cubicBezTo>
                  <a:cubicBezTo>
                    <a:pt x="600" y="586"/>
                    <a:pt x="726" y="698"/>
                    <a:pt x="824" y="767"/>
                  </a:cubicBezTo>
                  <a:lnTo>
                    <a:pt x="949" y="865"/>
                  </a:lnTo>
                  <a:lnTo>
                    <a:pt x="991" y="893"/>
                  </a:lnTo>
                  <a:lnTo>
                    <a:pt x="949" y="851"/>
                  </a:lnTo>
                  <a:cubicBezTo>
                    <a:pt x="935" y="823"/>
                    <a:pt x="893" y="781"/>
                    <a:pt x="851" y="739"/>
                  </a:cubicBezTo>
                  <a:cubicBezTo>
                    <a:pt x="768" y="656"/>
                    <a:pt x="642" y="530"/>
                    <a:pt x="517" y="419"/>
                  </a:cubicBezTo>
                  <a:cubicBezTo>
                    <a:pt x="391" y="307"/>
                    <a:pt x="266" y="209"/>
                    <a:pt x="168" y="126"/>
                  </a:cubicBezTo>
                  <a:cubicBezTo>
                    <a:pt x="112" y="84"/>
                    <a:pt x="70" y="56"/>
                    <a:pt x="42" y="42"/>
                  </a:cubicBezTo>
                  <a:cubicBezTo>
                    <a:pt x="29" y="28"/>
                    <a:pt x="15" y="14"/>
                    <a:pt x="1"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15"/>
            <p:cNvSpPr/>
            <p:nvPr/>
          </p:nvSpPr>
          <p:spPr>
            <a:xfrm>
              <a:off x="6690223" y="885493"/>
              <a:ext cx="168913" cy="375306"/>
            </a:xfrm>
            <a:custGeom>
              <a:avLst/>
              <a:gdLst/>
              <a:ahLst/>
              <a:cxnLst/>
              <a:rect l="l" t="t" r="r" b="b"/>
              <a:pathLst>
                <a:path w="1005" h="2233" extrusionOk="0">
                  <a:moveTo>
                    <a:pt x="963" y="1"/>
                  </a:moveTo>
                  <a:cubicBezTo>
                    <a:pt x="963" y="1"/>
                    <a:pt x="949" y="29"/>
                    <a:pt x="963" y="56"/>
                  </a:cubicBezTo>
                  <a:lnTo>
                    <a:pt x="963" y="1"/>
                  </a:lnTo>
                  <a:close/>
                  <a:moveTo>
                    <a:pt x="963" y="56"/>
                  </a:moveTo>
                  <a:cubicBezTo>
                    <a:pt x="963" y="98"/>
                    <a:pt x="949" y="154"/>
                    <a:pt x="949" y="210"/>
                  </a:cubicBezTo>
                  <a:lnTo>
                    <a:pt x="949" y="670"/>
                  </a:lnTo>
                  <a:cubicBezTo>
                    <a:pt x="949" y="838"/>
                    <a:pt x="963" y="1005"/>
                    <a:pt x="963" y="1130"/>
                  </a:cubicBezTo>
                  <a:cubicBezTo>
                    <a:pt x="963" y="1200"/>
                    <a:pt x="977" y="1256"/>
                    <a:pt x="991" y="1284"/>
                  </a:cubicBezTo>
                  <a:cubicBezTo>
                    <a:pt x="991" y="1242"/>
                    <a:pt x="991" y="1200"/>
                    <a:pt x="991" y="1130"/>
                  </a:cubicBezTo>
                  <a:cubicBezTo>
                    <a:pt x="991" y="1005"/>
                    <a:pt x="1005" y="838"/>
                    <a:pt x="991" y="670"/>
                  </a:cubicBezTo>
                  <a:cubicBezTo>
                    <a:pt x="991" y="503"/>
                    <a:pt x="991" y="335"/>
                    <a:pt x="977" y="210"/>
                  </a:cubicBezTo>
                  <a:cubicBezTo>
                    <a:pt x="977" y="154"/>
                    <a:pt x="963" y="98"/>
                    <a:pt x="963" y="56"/>
                  </a:cubicBezTo>
                  <a:close/>
                  <a:moveTo>
                    <a:pt x="991" y="1340"/>
                  </a:moveTo>
                  <a:cubicBezTo>
                    <a:pt x="977" y="1354"/>
                    <a:pt x="949" y="1368"/>
                    <a:pt x="935" y="1382"/>
                  </a:cubicBezTo>
                  <a:cubicBezTo>
                    <a:pt x="907" y="1395"/>
                    <a:pt x="865" y="1423"/>
                    <a:pt x="823" y="1465"/>
                  </a:cubicBezTo>
                  <a:cubicBezTo>
                    <a:pt x="712" y="1549"/>
                    <a:pt x="586" y="1647"/>
                    <a:pt x="475" y="1758"/>
                  </a:cubicBezTo>
                  <a:cubicBezTo>
                    <a:pt x="349" y="1884"/>
                    <a:pt x="224" y="1995"/>
                    <a:pt x="140" y="2079"/>
                  </a:cubicBezTo>
                  <a:cubicBezTo>
                    <a:pt x="98" y="2121"/>
                    <a:pt x="56" y="2163"/>
                    <a:pt x="28" y="2191"/>
                  </a:cubicBezTo>
                  <a:cubicBezTo>
                    <a:pt x="14" y="2218"/>
                    <a:pt x="0" y="2232"/>
                    <a:pt x="0" y="2232"/>
                  </a:cubicBezTo>
                  <a:lnTo>
                    <a:pt x="42" y="2205"/>
                  </a:lnTo>
                  <a:cubicBezTo>
                    <a:pt x="70" y="2177"/>
                    <a:pt x="112" y="2149"/>
                    <a:pt x="168" y="2107"/>
                  </a:cubicBezTo>
                  <a:cubicBezTo>
                    <a:pt x="265" y="2037"/>
                    <a:pt x="391" y="1939"/>
                    <a:pt x="517" y="1814"/>
                  </a:cubicBezTo>
                  <a:cubicBezTo>
                    <a:pt x="628" y="1702"/>
                    <a:pt x="754" y="1591"/>
                    <a:pt x="851" y="1493"/>
                  </a:cubicBezTo>
                  <a:lnTo>
                    <a:pt x="949" y="1382"/>
                  </a:lnTo>
                  <a:lnTo>
                    <a:pt x="991" y="1340"/>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15"/>
            <p:cNvSpPr/>
            <p:nvPr/>
          </p:nvSpPr>
          <p:spPr>
            <a:xfrm>
              <a:off x="6500302" y="873728"/>
              <a:ext cx="11933" cy="225217"/>
            </a:xfrm>
            <a:custGeom>
              <a:avLst/>
              <a:gdLst/>
              <a:ahLst/>
              <a:cxnLst/>
              <a:rect l="l" t="t" r="r" b="b"/>
              <a:pathLst>
                <a:path w="71" h="1340" extrusionOk="0">
                  <a:moveTo>
                    <a:pt x="15" y="1"/>
                  </a:moveTo>
                  <a:lnTo>
                    <a:pt x="15" y="57"/>
                  </a:lnTo>
                  <a:cubicBezTo>
                    <a:pt x="15" y="99"/>
                    <a:pt x="15" y="154"/>
                    <a:pt x="1" y="210"/>
                  </a:cubicBezTo>
                  <a:cubicBezTo>
                    <a:pt x="1" y="336"/>
                    <a:pt x="1" y="503"/>
                    <a:pt x="1" y="670"/>
                  </a:cubicBezTo>
                  <a:cubicBezTo>
                    <a:pt x="15" y="838"/>
                    <a:pt x="15" y="1005"/>
                    <a:pt x="29" y="1131"/>
                  </a:cubicBezTo>
                  <a:cubicBezTo>
                    <a:pt x="29" y="1200"/>
                    <a:pt x="42" y="1256"/>
                    <a:pt x="42" y="1284"/>
                  </a:cubicBezTo>
                  <a:cubicBezTo>
                    <a:pt x="42" y="1256"/>
                    <a:pt x="42" y="1200"/>
                    <a:pt x="56" y="1131"/>
                  </a:cubicBezTo>
                  <a:cubicBezTo>
                    <a:pt x="56" y="1005"/>
                    <a:pt x="70" y="838"/>
                    <a:pt x="56" y="670"/>
                  </a:cubicBezTo>
                  <a:cubicBezTo>
                    <a:pt x="56" y="503"/>
                    <a:pt x="56" y="336"/>
                    <a:pt x="42" y="210"/>
                  </a:cubicBezTo>
                  <a:cubicBezTo>
                    <a:pt x="42" y="154"/>
                    <a:pt x="29" y="99"/>
                    <a:pt x="29" y="57"/>
                  </a:cubicBezTo>
                  <a:cubicBezTo>
                    <a:pt x="15" y="29"/>
                    <a:pt x="15" y="1"/>
                    <a:pt x="15" y="1"/>
                  </a:cubicBezTo>
                  <a:close/>
                  <a:moveTo>
                    <a:pt x="42" y="1284"/>
                  </a:moveTo>
                  <a:cubicBezTo>
                    <a:pt x="42" y="1312"/>
                    <a:pt x="42" y="1326"/>
                    <a:pt x="42" y="1340"/>
                  </a:cubicBezTo>
                  <a:cubicBezTo>
                    <a:pt x="42" y="1340"/>
                    <a:pt x="56" y="1326"/>
                    <a:pt x="42" y="1284"/>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15"/>
            <p:cNvSpPr/>
            <p:nvPr/>
          </p:nvSpPr>
          <p:spPr>
            <a:xfrm>
              <a:off x="6554253" y="866837"/>
              <a:ext cx="257991" cy="232108"/>
            </a:xfrm>
            <a:custGeom>
              <a:avLst/>
              <a:gdLst/>
              <a:ahLst/>
              <a:cxnLst/>
              <a:rect l="l" t="t" r="r" b="b"/>
              <a:pathLst>
                <a:path w="1535" h="1381" extrusionOk="0">
                  <a:moveTo>
                    <a:pt x="740" y="0"/>
                  </a:moveTo>
                  <a:cubicBezTo>
                    <a:pt x="670" y="0"/>
                    <a:pt x="586" y="14"/>
                    <a:pt x="517" y="28"/>
                  </a:cubicBezTo>
                  <a:cubicBezTo>
                    <a:pt x="447" y="56"/>
                    <a:pt x="377" y="84"/>
                    <a:pt x="321" y="126"/>
                  </a:cubicBezTo>
                  <a:cubicBezTo>
                    <a:pt x="196" y="209"/>
                    <a:pt x="98" y="321"/>
                    <a:pt x="56" y="460"/>
                  </a:cubicBezTo>
                  <a:cubicBezTo>
                    <a:pt x="28" y="516"/>
                    <a:pt x="0" y="586"/>
                    <a:pt x="0" y="656"/>
                  </a:cubicBezTo>
                  <a:cubicBezTo>
                    <a:pt x="0" y="684"/>
                    <a:pt x="0" y="725"/>
                    <a:pt x="0" y="753"/>
                  </a:cubicBezTo>
                  <a:cubicBezTo>
                    <a:pt x="0" y="781"/>
                    <a:pt x="0" y="809"/>
                    <a:pt x="0" y="851"/>
                  </a:cubicBezTo>
                  <a:cubicBezTo>
                    <a:pt x="14" y="963"/>
                    <a:pt x="56" y="1074"/>
                    <a:pt x="126" y="1172"/>
                  </a:cubicBezTo>
                  <a:cubicBezTo>
                    <a:pt x="182" y="1255"/>
                    <a:pt x="252" y="1325"/>
                    <a:pt x="335" y="1381"/>
                  </a:cubicBezTo>
                  <a:cubicBezTo>
                    <a:pt x="265" y="1325"/>
                    <a:pt x="196" y="1255"/>
                    <a:pt x="140" y="1172"/>
                  </a:cubicBezTo>
                  <a:cubicBezTo>
                    <a:pt x="84" y="1074"/>
                    <a:pt x="42" y="963"/>
                    <a:pt x="28" y="851"/>
                  </a:cubicBezTo>
                  <a:lnTo>
                    <a:pt x="28" y="753"/>
                  </a:lnTo>
                  <a:cubicBezTo>
                    <a:pt x="28" y="725"/>
                    <a:pt x="28" y="697"/>
                    <a:pt x="42" y="656"/>
                  </a:cubicBezTo>
                  <a:cubicBezTo>
                    <a:pt x="56" y="600"/>
                    <a:pt x="70" y="544"/>
                    <a:pt x="98" y="488"/>
                  </a:cubicBezTo>
                  <a:cubicBezTo>
                    <a:pt x="154" y="363"/>
                    <a:pt x="238" y="265"/>
                    <a:pt x="349" y="195"/>
                  </a:cubicBezTo>
                  <a:cubicBezTo>
                    <a:pt x="419" y="153"/>
                    <a:pt x="475" y="126"/>
                    <a:pt x="544" y="112"/>
                  </a:cubicBezTo>
                  <a:cubicBezTo>
                    <a:pt x="600" y="84"/>
                    <a:pt x="670" y="84"/>
                    <a:pt x="740" y="84"/>
                  </a:cubicBezTo>
                  <a:cubicBezTo>
                    <a:pt x="809" y="84"/>
                    <a:pt x="879" y="84"/>
                    <a:pt x="949" y="112"/>
                  </a:cubicBezTo>
                  <a:cubicBezTo>
                    <a:pt x="1005" y="126"/>
                    <a:pt x="1074" y="153"/>
                    <a:pt x="1130" y="195"/>
                  </a:cubicBezTo>
                  <a:cubicBezTo>
                    <a:pt x="1242" y="265"/>
                    <a:pt x="1326" y="363"/>
                    <a:pt x="1381" y="488"/>
                  </a:cubicBezTo>
                  <a:cubicBezTo>
                    <a:pt x="1437" y="600"/>
                    <a:pt x="1465" y="725"/>
                    <a:pt x="1451" y="851"/>
                  </a:cubicBezTo>
                  <a:cubicBezTo>
                    <a:pt x="1437" y="963"/>
                    <a:pt x="1395" y="1074"/>
                    <a:pt x="1340" y="1172"/>
                  </a:cubicBezTo>
                  <a:cubicBezTo>
                    <a:pt x="1284" y="1255"/>
                    <a:pt x="1214" y="1325"/>
                    <a:pt x="1144" y="1381"/>
                  </a:cubicBezTo>
                  <a:cubicBezTo>
                    <a:pt x="1228" y="1325"/>
                    <a:pt x="1298" y="1255"/>
                    <a:pt x="1353" y="1186"/>
                  </a:cubicBezTo>
                  <a:cubicBezTo>
                    <a:pt x="1507" y="976"/>
                    <a:pt x="1535" y="697"/>
                    <a:pt x="1437" y="460"/>
                  </a:cubicBezTo>
                  <a:cubicBezTo>
                    <a:pt x="1395" y="405"/>
                    <a:pt x="1367" y="349"/>
                    <a:pt x="1326" y="293"/>
                  </a:cubicBezTo>
                  <a:cubicBezTo>
                    <a:pt x="1284" y="223"/>
                    <a:pt x="1228" y="167"/>
                    <a:pt x="1158" y="126"/>
                  </a:cubicBezTo>
                  <a:cubicBezTo>
                    <a:pt x="1102" y="84"/>
                    <a:pt x="1033" y="56"/>
                    <a:pt x="963" y="28"/>
                  </a:cubicBezTo>
                  <a:cubicBezTo>
                    <a:pt x="893" y="14"/>
                    <a:pt x="823" y="0"/>
                    <a:pt x="740"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15"/>
            <p:cNvSpPr/>
            <p:nvPr/>
          </p:nvSpPr>
          <p:spPr>
            <a:xfrm>
              <a:off x="6997289" y="1234747"/>
              <a:ext cx="89246" cy="87902"/>
            </a:xfrm>
            <a:custGeom>
              <a:avLst/>
              <a:gdLst/>
              <a:ahLst/>
              <a:cxnLst/>
              <a:rect l="l" t="t" r="r" b="b"/>
              <a:pathLst>
                <a:path w="531" h="523" extrusionOk="0">
                  <a:moveTo>
                    <a:pt x="503" y="127"/>
                  </a:moveTo>
                  <a:cubicBezTo>
                    <a:pt x="503" y="133"/>
                    <a:pt x="506" y="137"/>
                    <a:pt x="510" y="140"/>
                  </a:cubicBezTo>
                  <a:lnTo>
                    <a:pt x="503" y="127"/>
                  </a:lnTo>
                  <a:close/>
                  <a:moveTo>
                    <a:pt x="510" y="140"/>
                  </a:moveTo>
                  <a:lnTo>
                    <a:pt x="517" y="154"/>
                  </a:lnTo>
                  <a:cubicBezTo>
                    <a:pt x="517" y="147"/>
                    <a:pt x="513" y="144"/>
                    <a:pt x="510" y="140"/>
                  </a:cubicBezTo>
                  <a:close/>
                  <a:moveTo>
                    <a:pt x="238" y="1"/>
                  </a:moveTo>
                  <a:cubicBezTo>
                    <a:pt x="196" y="1"/>
                    <a:pt x="168" y="15"/>
                    <a:pt x="126" y="43"/>
                  </a:cubicBezTo>
                  <a:cubicBezTo>
                    <a:pt x="84" y="71"/>
                    <a:pt x="57" y="99"/>
                    <a:pt x="43" y="140"/>
                  </a:cubicBezTo>
                  <a:cubicBezTo>
                    <a:pt x="1" y="224"/>
                    <a:pt x="1" y="308"/>
                    <a:pt x="43" y="378"/>
                  </a:cubicBezTo>
                  <a:cubicBezTo>
                    <a:pt x="57" y="405"/>
                    <a:pt x="70" y="419"/>
                    <a:pt x="84" y="447"/>
                  </a:cubicBezTo>
                  <a:cubicBezTo>
                    <a:pt x="126" y="475"/>
                    <a:pt x="182" y="503"/>
                    <a:pt x="238" y="517"/>
                  </a:cubicBezTo>
                  <a:cubicBezTo>
                    <a:pt x="250" y="521"/>
                    <a:pt x="264" y="523"/>
                    <a:pt x="278" y="523"/>
                  </a:cubicBezTo>
                  <a:cubicBezTo>
                    <a:pt x="312" y="523"/>
                    <a:pt x="352" y="513"/>
                    <a:pt x="391" y="503"/>
                  </a:cubicBezTo>
                  <a:cubicBezTo>
                    <a:pt x="405" y="489"/>
                    <a:pt x="433" y="475"/>
                    <a:pt x="447" y="461"/>
                  </a:cubicBezTo>
                  <a:lnTo>
                    <a:pt x="475" y="433"/>
                  </a:lnTo>
                  <a:cubicBezTo>
                    <a:pt x="475" y="419"/>
                    <a:pt x="489" y="419"/>
                    <a:pt x="489" y="405"/>
                  </a:cubicBezTo>
                  <a:cubicBezTo>
                    <a:pt x="517" y="378"/>
                    <a:pt x="531" y="336"/>
                    <a:pt x="531" y="294"/>
                  </a:cubicBezTo>
                  <a:lnTo>
                    <a:pt x="531" y="294"/>
                  </a:lnTo>
                  <a:cubicBezTo>
                    <a:pt x="517" y="322"/>
                    <a:pt x="503" y="364"/>
                    <a:pt x="475" y="392"/>
                  </a:cubicBezTo>
                  <a:lnTo>
                    <a:pt x="461" y="405"/>
                  </a:lnTo>
                  <a:lnTo>
                    <a:pt x="433" y="419"/>
                  </a:lnTo>
                  <a:cubicBezTo>
                    <a:pt x="405" y="433"/>
                    <a:pt x="391" y="447"/>
                    <a:pt x="377" y="447"/>
                  </a:cubicBezTo>
                  <a:cubicBezTo>
                    <a:pt x="356" y="454"/>
                    <a:pt x="336" y="458"/>
                    <a:pt x="315" y="458"/>
                  </a:cubicBezTo>
                  <a:cubicBezTo>
                    <a:pt x="294" y="458"/>
                    <a:pt x="273" y="454"/>
                    <a:pt x="252" y="447"/>
                  </a:cubicBezTo>
                  <a:cubicBezTo>
                    <a:pt x="210" y="433"/>
                    <a:pt x="182" y="419"/>
                    <a:pt x="154" y="392"/>
                  </a:cubicBezTo>
                  <a:cubicBezTo>
                    <a:pt x="126" y="378"/>
                    <a:pt x="126" y="364"/>
                    <a:pt x="112" y="336"/>
                  </a:cubicBezTo>
                  <a:cubicBezTo>
                    <a:pt x="98" y="322"/>
                    <a:pt x="98" y="308"/>
                    <a:pt x="84" y="280"/>
                  </a:cubicBezTo>
                  <a:cubicBezTo>
                    <a:pt x="84" y="252"/>
                    <a:pt x="84" y="210"/>
                    <a:pt x="84" y="168"/>
                  </a:cubicBezTo>
                  <a:cubicBezTo>
                    <a:pt x="98" y="127"/>
                    <a:pt x="126" y="99"/>
                    <a:pt x="154" y="71"/>
                  </a:cubicBezTo>
                  <a:cubicBezTo>
                    <a:pt x="182" y="43"/>
                    <a:pt x="210" y="15"/>
                    <a:pt x="252" y="15"/>
                  </a:cubicBezTo>
                  <a:lnTo>
                    <a:pt x="377" y="15"/>
                  </a:lnTo>
                  <a:lnTo>
                    <a:pt x="349" y="1"/>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15"/>
            <p:cNvSpPr/>
            <p:nvPr/>
          </p:nvSpPr>
          <p:spPr>
            <a:xfrm>
              <a:off x="6205000" y="866837"/>
              <a:ext cx="180678" cy="262697"/>
            </a:xfrm>
            <a:custGeom>
              <a:avLst/>
              <a:gdLst/>
              <a:ahLst/>
              <a:cxnLst/>
              <a:rect l="l" t="t" r="r" b="b"/>
              <a:pathLst>
                <a:path w="1075" h="1563" extrusionOk="0">
                  <a:moveTo>
                    <a:pt x="558" y="0"/>
                  </a:moveTo>
                  <a:lnTo>
                    <a:pt x="42" y="42"/>
                  </a:lnTo>
                  <a:lnTo>
                    <a:pt x="0" y="42"/>
                  </a:lnTo>
                  <a:lnTo>
                    <a:pt x="0" y="84"/>
                  </a:lnTo>
                  <a:cubicBezTo>
                    <a:pt x="14" y="572"/>
                    <a:pt x="42" y="1046"/>
                    <a:pt x="70" y="1520"/>
                  </a:cubicBezTo>
                  <a:lnTo>
                    <a:pt x="70" y="1562"/>
                  </a:lnTo>
                  <a:lnTo>
                    <a:pt x="112" y="1562"/>
                  </a:lnTo>
                  <a:lnTo>
                    <a:pt x="586" y="1534"/>
                  </a:lnTo>
                  <a:lnTo>
                    <a:pt x="837" y="1520"/>
                  </a:lnTo>
                  <a:cubicBezTo>
                    <a:pt x="907" y="1520"/>
                    <a:pt x="990" y="1520"/>
                    <a:pt x="1074" y="1506"/>
                  </a:cubicBezTo>
                  <a:cubicBezTo>
                    <a:pt x="990" y="1506"/>
                    <a:pt x="907" y="1493"/>
                    <a:pt x="837" y="1493"/>
                  </a:cubicBezTo>
                  <a:lnTo>
                    <a:pt x="154" y="1493"/>
                  </a:lnTo>
                  <a:cubicBezTo>
                    <a:pt x="140" y="1046"/>
                    <a:pt x="126" y="600"/>
                    <a:pt x="98" y="140"/>
                  </a:cubicBezTo>
                  <a:lnTo>
                    <a:pt x="572" y="70"/>
                  </a:lnTo>
                  <a:cubicBezTo>
                    <a:pt x="656" y="70"/>
                    <a:pt x="739" y="42"/>
                    <a:pt x="823" y="42"/>
                  </a:cubicBezTo>
                  <a:lnTo>
                    <a:pt x="1074" y="0"/>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83" name="Google Shape;1083;p15"/>
          <p:cNvGrpSpPr/>
          <p:nvPr/>
        </p:nvGrpSpPr>
        <p:grpSpPr>
          <a:xfrm>
            <a:off x="300003" y="1998289"/>
            <a:ext cx="771079" cy="526476"/>
            <a:chOff x="4880140" y="275914"/>
            <a:chExt cx="771079" cy="526476"/>
          </a:xfrm>
        </p:grpSpPr>
        <p:sp>
          <p:nvSpPr>
            <p:cNvPr id="1084" name="Google Shape;1084;p15"/>
            <p:cNvSpPr/>
            <p:nvPr/>
          </p:nvSpPr>
          <p:spPr>
            <a:xfrm>
              <a:off x="4880140" y="275914"/>
              <a:ext cx="281547" cy="526476"/>
            </a:xfrm>
            <a:custGeom>
              <a:avLst/>
              <a:gdLst/>
              <a:ahLst/>
              <a:cxnLst/>
              <a:rect l="l" t="t" r="r" b="b"/>
              <a:pathLst>
                <a:path w="754" h="1410" extrusionOk="0">
                  <a:moveTo>
                    <a:pt x="377" y="1"/>
                  </a:moveTo>
                  <a:cubicBezTo>
                    <a:pt x="293" y="29"/>
                    <a:pt x="196" y="56"/>
                    <a:pt x="98" y="84"/>
                  </a:cubicBezTo>
                  <a:cubicBezTo>
                    <a:pt x="84" y="475"/>
                    <a:pt x="56" y="893"/>
                    <a:pt x="1" y="1340"/>
                  </a:cubicBezTo>
                  <a:lnTo>
                    <a:pt x="126" y="1298"/>
                  </a:lnTo>
                  <a:lnTo>
                    <a:pt x="252" y="1242"/>
                  </a:lnTo>
                  <a:cubicBezTo>
                    <a:pt x="266" y="1061"/>
                    <a:pt x="280" y="977"/>
                    <a:pt x="280" y="949"/>
                  </a:cubicBezTo>
                  <a:lnTo>
                    <a:pt x="419" y="893"/>
                  </a:lnTo>
                  <a:lnTo>
                    <a:pt x="419" y="893"/>
                  </a:lnTo>
                  <a:cubicBezTo>
                    <a:pt x="391" y="1130"/>
                    <a:pt x="377" y="1312"/>
                    <a:pt x="377" y="1409"/>
                  </a:cubicBezTo>
                  <a:cubicBezTo>
                    <a:pt x="419" y="1395"/>
                    <a:pt x="447" y="1368"/>
                    <a:pt x="489" y="1354"/>
                  </a:cubicBezTo>
                  <a:cubicBezTo>
                    <a:pt x="517" y="1326"/>
                    <a:pt x="558" y="1312"/>
                    <a:pt x="600" y="1298"/>
                  </a:cubicBezTo>
                  <a:lnTo>
                    <a:pt x="614" y="1298"/>
                  </a:lnTo>
                  <a:cubicBezTo>
                    <a:pt x="628" y="1047"/>
                    <a:pt x="670" y="642"/>
                    <a:pt x="754" y="70"/>
                  </a:cubicBezTo>
                  <a:lnTo>
                    <a:pt x="754" y="70"/>
                  </a:lnTo>
                  <a:cubicBezTo>
                    <a:pt x="670" y="112"/>
                    <a:pt x="572" y="140"/>
                    <a:pt x="489" y="154"/>
                  </a:cubicBezTo>
                  <a:cubicBezTo>
                    <a:pt x="475" y="349"/>
                    <a:pt x="461" y="503"/>
                    <a:pt x="447" y="600"/>
                  </a:cubicBezTo>
                  <a:lnTo>
                    <a:pt x="377" y="642"/>
                  </a:lnTo>
                  <a:lnTo>
                    <a:pt x="321" y="670"/>
                  </a:lnTo>
                  <a:cubicBezTo>
                    <a:pt x="335" y="447"/>
                    <a:pt x="349" y="224"/>
                    <a:pt x="377"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15"/>
            <p:cNvSpPr/>
            <p:nvPr/>
          </p:nvSpPr>
          <p:spPr>
            <a:xfrm>
              <a:off x="5156085" y="575743"/>
              <a:ext cx="156830" cy="184827"/>
            </a:xfrm>
            <a:custGeom>
              <a:avLst/>
              <a:gdLst/>
              <a:ahLst/>
              <a:cxnLst/>
              <a:rect l="l" t="t" r="r" b="b"/>
              <a:pathLst>
                <a:path w="420" h="495" extrusionOk="0">
                  <a:moveTo>
                    <a:pt x="230" y="1"/>
                  </a:moveTo>
                  <a:cubicBezTo>
                    <a:pt x="219" y="1"/>
                    <a:pt x="208" y="3"/>
                    <a:pt x="196" y="7"/>
                  </a:cubicBezTo>
                  <a:cubicBezTo>
                    <a:pt x="126" y="7"/>
                    <a:pt x="57" y="48"/>
                    <a:pt x="15" y="118"/>
                  </a:cubicBezTo>
                  <a:cubicBezTo>
                    <a:pt x="1" y="160"/>
                    <a:pt x="15" y="202"/>
                    <a:pt x="29" y="244"/>
                  </a:cubicBezTo>
                  <a:cubicBezTo>
                    <a:pt x="71" y="230"/>
                    <a:pt x="112" y="216"/>
                    <a:pt x="154" y="216"/>
                  </a:cubicBezTo>
                  <a:cubicBezTo>
                    <a:pt x="168" y="202"/>
                    <a:pt x="168" y="202"/>
                    <a:pt x="154" y="188"/>
                  </a:cubicBezTo>
                  <a:cubicBezTo>
                    <a:pt x="154" y="160"/>
                    <a:pt x="168" y="146"/>
                    <a:pt x="182" y="132"/>
                  </a:cubicBezTo>
                  <a:cubicBezTo>
                    <a:pt x="210" y="132"/>
                    <a:pt x="224" y="146"/>
                    <a:pt x="224" y="174"/>
                  </a:cubicBezTo>
                  <a:cubicBezTo>
                    <a:pt x="224" y="174"/>
                    <a:pt x="224" y="188"/>
                    <a:pt x="224" y="202"/>
                  </a:cubicBezTo>
                  <a:cubicBezTo>
                    <a:pt x="196" y="258"/>
                    <a:pt x="154" y="314"/>
                    <a:pt x="112" y="355"/>
                  </a:cubicBezTo>
                  <a:cubicBezTo>
                    <a:pt x="71" y="383"/>
                    <a:pt x="57" y="439"/>
                    <a:pt x="71" y="495"/>
                  </a:cubicBezTo>
                  <a:cubicBezTo>
                    <a:pt x="94" y="472"/>
                    <a:pt x="134" y="461"/>
                    <a:pt x="193" y="461"/>
                  </a:cubicBezTo>
                  <a:cubicBezTo>
                    <a:pt x="241" y="461"/>
                    <a:pt x="302" y="468"/>
                    <a:pt x="377" y="481"/>
                  </a:cubicBezTo>
                  <a:cubicBezTo>
                    <a:pt x="377" y="425"/>
                    <a:pt x="391" y="383"/>
                    <a:pt x="419" y="355"/>
                  </a:cubicBezTo>
                  <a:cubicBezTo>
                    <a:pt x="387" y="339"/>
                    <a:pt x="354" y="332"/>
                    <a:pt x="321" y="332"/>
                  </a:cubicBezTo>
                  <a:cubicBezTo>
                    <a:pt x="298" y="332"/>
                    <a:pt x="275" y="336"/>
                    <a:pt x="252" y="341"/>
                  </a:cubicBezTo>
                  <a:cubicBezTo>
                    <a:pt x="322" y="286"/>
                    <a:pt x="363" y="216"/>
                    <a:pt x="363" y="132"/>
                  </a:cubicBezTo>
                  <a:cubicBezTo>
                    <a:pt x="363" y="90"/>
                    <a:pt x="336" y="35"/>
                    <a:pt x="294" y="21"/>
                  </a:cubicBezTo>
                  <a:cubicBezTo>
                    <a:pt x="274" y="11"/>
                    <a:pt x="254" y="1"/>
                    <a:pt x="230" y="1"/>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15"/>
            <p:cNvSpPr/>
            <p:nvPr/>
          </p:nvSpPr>
          <p:spPr>
            <a:xfrm>
              <a:off x="5322996" y="400998"/>
              <a:ext cx="328223" cy="361812"/>
            </a:xfrm>
            <a:custGeom>
              <a:avLst/>
              <a:gdLst/>
              <a:ahLst/>
              <a:cxnLst/>
              <a:rect l="l" t="t" r="r" b="b"/>
              <a:pathLst>
                <a:path w="879" h="969" extrusionOk="0">
                  <a:moveTo>
                    <a:pt x="516" y="391"/>
                  </a:moveTo>
                  <a:cubicBezTo>
                    <a:pt x="586" y="391"/>
                    <a:pt x="628" y="419"/>
                    <a:pt x="614" y="489"/>
                  </a:cubicBezTo>
                  <a:cubicBezTo>
                    <a:pt x="614" y="530"/>
                    <a:pt x="586" y="572"/>
                    <a:pt x="558" y="614"/>
                  </a:cubicBezTo>
                  <a:cubicBezTo>
                    <a:pt x="516" y="698"/>
                    <a:pt x="419" y="754"/>
                    <a:pt x="321" y="782"/>
                  </a:cubicBezTo>
                  <a:cubicBezTo>
                    <a:pt x="293" y="782"/>
                    <a:pt x="265" y="740"/>
                    <a:pt x="251" y="684"/>
                  </a:cubicBezTo>
                  <a:cubicBezTo>
                    <a:pt x="265" y="530"/>
                    <a:pt x="377" y="419"/>
                    <a:pt x="516" y="391"/>
                  </a:cubicBezTo>
                  <a:close/>
                  <a:moveTo>
                    <a:pt x="628" y="0"/>
                  </a:moveTo>
                  <a:cubicBezTo>
                    <a:pt x="572" y="0"/>
                    <a:pt x="516" y="14"/>
                    <a:pt x="460" y="42"/>
                  </a:cubicBezTo>
                  <a:cubicBezTo>
                    <a:pt x="377" y="70"/>
                    <a:pt x="307" y="112"/>
                    <a:pt x="237" y="154"/>
                  </a:cubicBezTo>
                  <a:cubicBezTo>
                    <a:pt x="182" y="224"/>
                    <a:pt x="112" y="307"/>
                    <a:pt x="70" y="391"/>
                  </a:cubicBezTo>
                  <a:cubicBezTo>
                    <a:pt x="28" y="489"/>
                    <a:pt x="0" y="600"/>
                    <a:pt x="14" y="698"/>
                  </a:cubicBezTo>
                  <a:cubicBezTo>
                    <a:pt x="28" y="768"/>
                    <a:pt x="56" y="837"/>
                    <a:pt x="112" y="893"/>
                  </a:cubicBezTo>
                  <a:cubicBezTo>
                    <a:pt x="154" y="935"/>
                    <a:pt x="195" y="963"/>
                    <a:pt x="265" y="963"/>
                  </a:cubicBezTo>
                  <a:cubicBezTo>
                    <a:pt x="282" y="967"/>
                    <a:pt x="299" y="969"/>
                    <a:pt x="317" y="969"/>
                  </a:cubicBezTo>
                  <a:cubicBezTo>
                    <a:pt x="362" y="969"/>
                    <a:pt x="411" y="959"/>
                    <a:pt x="460" y="949"/>
                  </a:cubicBezTo>
                  <a:cubicBezTo>
                    <a:pt x="530" y="907"/>
                    <a:pt x="600" y="865"/>
                    <a:pt x="656" y="809"/>
                  </a:cubicBezTo>
                  <a:cubicBezTo>
                    <a:pt x="684" y="782"/>
                    <a:pt x="712" y="754"/>
                    <a:pt x="739" y="726"/>
                  </a:cubicBezTo>
                  <a:cubicBezTo>
                    <a:pt x="767" y="670"/>
                    <a:pt x="795" y="614"/>
                    <a:pt x="823" y="558"/>
                  </a:cubicBezTo>
                  <a:cubicBezTo>
                    <a:pt x="851" y="489"/>
                    <a:pt x="865" y="405"/>
                    <a:pt x="865" y="321"/>
                  </a:cubicBezTo>
                  <a:cubicBezTo>
                    <a:pt x="879" y="251"/>
                    <a:pt x="851" y="182"/>
                    <a:pt x="823" y="126"/>
                  </a:cubicBezTo>
                  <a:cubicBezTo>
                    <a:pt x="781" y="56"/>
                    <a:pt x="712" y="14"/>
                    <a:pt x="628"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ext 3">
  <p:cSld name="CUSTOM_1_1_1">
    <p:spTree>
      <p:nvGrpSpPr>
        <p:cNvPr id="1" name="Shape 1382"/>
        <p:cNvGrpSpPr/>
        <p:nvPr/>
      </p:nvGrpSpPr>
      <p:grpSpPr>
        <a:xfrm>
          <a:off x="0" y="0"/>
          <a:ext cx="0" cy="0"/>
          <a:chOff x="0" y="0"/>
          <a:chExt cx="0" cy="0"/>
        </a:xfrm>
      </p:grpSpPr>
      <p:sp>
        <p:nvSpPr>
          <p:cNvPr id="1383" name="Google Shape;1383;p21"/>
          <p:cNvSpPr txBox="1">
            <a:spLocks noGrp="1"/>
          </p:cNvSpPr>
          <p:nvPr>
            <p:ph type="subTitle" idx="1"/>
          </p:nvPr>
        </p:nvSpPr>
        <p:spPr>
          <a:xfrm>
            <a:off x="2220700" y="3138226"/>
            <a:ext cx="4702800" cy="620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384" name="Google Shape;1384;p21"/>
          <p:cNvSpPr txBox="1">
            <a:spLocks noGrp="1"/>
          </p:cNvSpPr>
          <p:nvPr>
            <p:ph type="title"/>
          </p:nvPr>
        </p:nvSpPr>
        <p:spPr>
          <a:xfrm>
            <a:off x="2220700" y="1732475"/>
            <a:ext cx="4702800" cy="1258200"/>
          </a:xfrm>
          <a:prstGeom prst="rect">
            <a:avLst/>
          </a:prstGeom>
          <a:ln w="1905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500"/>
              <a:buNone/>
              <a:defRPr sz="7200">
                <a:solidFill>
                  <a:schemeClr val="accent6"/>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1385" name="Google Shape;1385;p21"/>
          <p:cNvGrpSpPr/>
          <p:nvPr/>
        </p:nvGrpSpPr>
        <p:grpSpPr>
          <a:xfrm>
            <a:off x="2611538" y="760475"/>
            <a:ext cx="421315" cy="386049"/>
            <a:chOff x="7707097" y="4793395"/>
            <a:chExt cx="156530" cy="143427"/>
          </a:xfrm>
        </p:grpSpPr>
        <p:sp>
          <p:nvSpPr>
            <p:cNvPr id="1386" name="Google Shape;1386;p21"/>
            <p:cNvSpPr/>
            <p:nvPr/>
          </p:nvSpPr>
          <p:spPr>
            <a:xfrm>
              <a:off x="7707097" y="4814598"/>
              <a:ext cx="73742" cy="111080"/>
            </a:xfrm>
            <a:custGeom>
              <a:avLst/>
              <a:gdLst/>
              <a:ahLst/>
              <a:cxnLst/>
              <a:rect l="l" t="t" r="r" b="b"/>
              <a:pathLst>
                <a:path w="1019" h="1535" extrusionOk="0">
                  <a:moveTo>
                    <a:pt x="991" y="0"/>
                  </a:moveTo>
                  <a:cubicBezTo>
                    <a:pt x="935" y="0"/>
                    <a:pt x="879" y="28"/>
                    <a:pt x="823" y="42"/>
                  </a:cubicBezTo>
                  <a:cubicBezTo>
                    <a:pt x="726" y="84"/>
                    <a:pt x="642" y="126"/>
                    <a:pt x="558" y="182"/>
                  </a:cubicBezTo>
                  <a:cubicBezTo>
                    <a:pt x="447" y="265"/>
                    <a:pt x="349" y="363"/>
                    <a:pt x="252" y="475"/>
                  </a:cubicBezTo>
                  <a:cubicBezTo>
                    <a:pt x="196" y="544"/>
                    <a:pt x="140" y="628"/>
                    <a:pt x="98" y="712"/>
                  </a:cubicBezTo>
                  <a:cubicBezTo>
                    <a:pt x="28" y="851"/>
                    <a:pt x="0" y="1005"/>
                    <a:pt x="14" y="1172"/>
                  </a:cubicBezTo>
                  <a:cubicBezTo>
                    <a:pt x="28" y="1228"/>
                    <a:pt x="42" y="1270"/>
                    <a:pt x="70" y="1326"/>
                  </a:cubicBezTo>
                  <a:cubicBezTo>
                    <a:pt x="98" y="1353"/>
                    <a:pt x="126" y="1381"/>
                    <a:pt x="154" y="1409"/>
                  </a:cubicBezTo>
                  <a:cubicBezTo>
                    <a:pt x="238" y="1479"/>
                    <a:pt x="349" y="1521"/>
                    <a:pt x="475" y="1535"/>
                  </a:cubicBezTo>
                  <a:cubicBezTo>
                    <a:pt x="572" y="1535"/>
                    <a:pt x="684" y="1507"/>
                    <a:pt x="782" y="1465"/>
                  </a:cubicBezTo>
                  <a:cubicBezTo>
                    <a:pt x="865" y="1437"/>
                    <a:pt x="949" y="1381"/>
                    <a:pt x="1019" y="1326"/>
                  </a:cubicBezTo>
                  <a:lnTo>
                    <a:pt x="893" y="977"/>
                  </a:lnTo>
                  <a:cubicBezTo>
                    <a:pt x="893" y="977"/>
                    <a:pt x="865" y="1005"/>
                    <a:pt x="837" y="1033"/>
                  </a:cubicBezTo>
                  <a:cubicBezTo>
                    <a:pt x="768" y="1102"/>
                    <a:pt x="684" y="1144"/>
                    <a:pt x="586" y="1144"/>
                  </a:cubicBezTo>
                  <a:lnTo>
                    <a:pt x="517" y="1144"/>
                  </a:lnTo>
                  <a:cubicBezTo>
                    <a:pt x="447" y="1088"/>
                    <a:pt x="433" y="991"/>
                    <a:pt x="475" y="851"/>
                  </a:cubicBezTo>
                  <a:cubicBezTo>
                    <a:pt x="517" y="768"/>
                    <a:pt x="586" y="698"/>
                    <a:pt x="670" y="642"/>
                  </a:cubicBezTo>
                  <a:cubicBezTo>
                    <a:pt x="740" y="586"/>
                    <a:pt x="823" y="558"/>
                    <a:pt x="921" y="558"/>
                  </a:cubicBezTo>
                  <a:lnTo>
                    <a:pt x="991" y="0"/>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21"/>
            <p:cNvSpPr/>
            <p:nvPr/>
          </p:nvSpPr>
          <p:spPr>
            <a:xfrm>
              <a:off x="7785831" y="4793395"/>
              <a:ext cx="77795" cy="143427"/>
            </a:xfrm>
            <a:custGeom>
              <a:avLst/>
              <a:gdLst/>
              <a:ahLst/>
              <a:cxnLst/>
              <a:rect l="l" t="t" r="r" b="b"/>
              <a:pathLst>
                <a:path w="1075" h="1982" extrusionOk="0">
                  <a:moveTo>
                    <a:pt x="544" y="1"/>
                  </a:moveTo>
                  <a:lnTo>
                    <a:pt x="544" y="1"/>
                  </a:lnTo>
                  <a:cubicBezTo>
                    <a:pt x="419" y="42"/>
                    <a:pt x="279" y="84"/>
                    <a:pt x="154" y="112"/>
                  </a:cubicBezTo>
                  <a:cubicBezTo>
                    <a:pt x="126" y="670"/>
                    <a:pt x="70" y="1256"/>
                    <a:pt x="0" y="1870"/>
                  </a:cubicBezTo>
                  <a:lnTo>
                    <a:pt x="182" y="1814"/>
                  </a:lnTo>
                  <a:lnTo>
                    <a:pt x="363" y="1730"/>
                  </a:lnTo>
                  <a:cubicBezTo>
                    <a:pt x="391" y="1507"/>
                    <a:pt x="405" y="1368"/>
                    <a:pt x="405" y="1326"/>
                  </a:cubicBezTo>
                  <a:lnTo>
                    <a:pt x="600" y="1256"/>
                  </a:lnTo>
                  <a:lnTo>
                    <a:pt x="600" y="1256"/>
                  </a:lnTo>
                  <a:cubicBezTo>
                    <a:pt x="558" y="1605"/>
                    <a:pt x="544" y="1842"/>
                    <a:pt x="544" y="1981"/>
                  </a:cubicBezTo>
                  <a:cubicBezTo>
                    <a:pt x="586" y="1939"/>
                    <a:pt x="642" y="1912"/>
                    <a:pt x="698" y="1884"/>
                  </a:cubicBezTo>
                  <a:cubicBezTo>
                    <a:pt x="740" y="1856"/>
                    <a:pt x="796" y="1828"/>
                    <a:pt x="837" y="1814"/>
                  </a:cubicBezTo>
                  <a:lnTo>
                    <a:pt x="879" y="1800"/>
                  </a:lnTo>
                  <a:cubicBezTo>
                    <a:pt x="893" y="1451"/>
                    <a:pt x="963" y="879"/>
                    <a:pt x="1075" y="70"/>
                  </a:cubicBezTo>
                  <a:lnTo>
                    <a:pt x="1075" y="70"/>
                  </a:lnTo>
                  <a:cubicBezTo>
                    <a:pt x="949" y="126"/>
                    <a:pt x="823" y="182"/>
                    <a:pt x="684" y="210"/>
                  </a:cubicBezTo>
                  <a:cubicBezTo>
                    <a:pt x="670" y="489"/>
                    <a:pt x="656" y="698"/>
                    <a:pt x="642" y="851"/>
                  </a:cubicBezTo>
                  <a:lnTo>
                    <a:pt x="531" y="893"/>
                  </a:lnTo>
                  <a:lnTo>
                    <a:pt x="447" y="935"/>
                  </a:lnTo>
                  <a:cubicBezTo>
                    <a:pt x="475" y="614"/>
                    <a:pt x="503" y="307"/>
                    <a:pt x="544"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8" name="Google Shape;1388;p21"/>
          <p:cNvGrpSpPr/>
          <p:nvPr/>
        </p:nvGrpSpPr>
        <p:grpSpPr>
          <a:xfrm>
            <a:off x="335956" y="280911"/>
            <a:ext cx="758285" cy="508180"/>
            <a:chOff x="5068478" y="3972763"/>
            <a:chExt cx="281723" cy="188802"/>
          </a:xfrm>
        </p:grpSpPr>
        <p:sp>
          <p:nvSpPr>
            <p:cNvPr id="1389" name="Google Shape;1389;p21"/>
            <p:cNvSpPr/>
            <p:nvPr/>
          </p:nvSpPr>
          <p:spPr>
            <a:xfrm>
              <a:off x="5295636" y="4076753"/>
              <a:ext cx="54565" cy="74753"/>
            </a:xfrm>
            <a:custGeom>
              <a:avLst/>
              <a:gdLst/>
              <a:ahLst/>
              <a:cxnLst/>
              <a:rect l="l" t="t" r="r" b="b"/>
              <a:pathLst>
                <a:path w="754" h="1033" extrusionOk="0">
                  <a:moveTo>
                    <a:pt x="572" y="0"/>
                  </a:moveTo>
                  <a:cubicBezTo>
                    <a:pt x="391" y="56"/>
                    <a:pt x="196" y="98"/>
                    <a:pt x="0" y="140"/>
                  </a:cubicBezTo>
                  <a:lnTo>
                    <a:pt x="98" y="684"/>
                  </a:lnTo>
                  <a:cubicBezTo>
                    <a:pt x="126" y="642"/>
                    <a:pt x="182" y="600"/>
                    <a:pt x="237" y="572"/>
                  </a:cubicBezTo>
                  <a:cubicBezTo>
                    <a:pt x="275" y="565"/>
                    <a:pt x="308" y="562"/>
                    <a:pt x="337" y="562"/>
                  </a:cubicBezTo>
                  <a:cubicBezTo>
                    <a:pt x="427" y="562"/>
                    <a:pt x="478" y="596"/>
                    <a:pt x="488" y="670"/>
                  </a:cubicBezTo>
                  <a:cubicBezTo>
                    <a:pt x="499" y="735"/>
                    <a:pt x="459" y="758"/>
                    <a:pt x="400" y="758"/>
                  </a:cubicBezTo>
                  <a:cubicBezTo>
                    <a:pt x="384" y="758"/>
                    <a:pt x="367" y="756"/>
                    <a:pt x="349" y="753"/>
                  </a:cubicBezTo>
                  <a:cubicBezTo>
                    <a:pt x="293" y="739"/>
                    <a:pt x="251" y="711"/>
                    <a:pt x="210" y="684"/>
                  </a:cubicBezTo>
                  <a:cubicBezTo>
                    <a:pt x="168" y="739"/>
                    <a:pt x="112" y="809"/>
                    <a:pt x="56" y="865"/>
                  </a:cubicBezTo>
                  <a:cubicBezTo>
                    <a:pt x="154" y="962"/>
                    <a:pt x="279" y="1018"/>
                    <a:pt x="433" y="1032"/>
                  </a:cubicBezTo>
                  <a:cubicBezTo>
                    <a:pt x="516" y="1018"/>
                    <a:pt x="586" y="990"/>
                    <a:pt x="656" y="921"/>
                  </a:cubicBezTo>
                  <a:cubicBezTo>
                    <a:pt x="726" y="837"/>
                    <a:pt x="754" y="725"/>
                    <a:pt x="754" y="614"/>
                  </a:cubicBezTo>
                  <a:cubicBezTo>
                    <a:pt x="740" y="544"/>
                    <a:pt x="712" y="474"/>
                    <a:pt x="642" y="418"/>
                  </a:cubicBezTo>
                  <a:cubicBezTo>
                    <a:pt x="572" y="349"/>
                    <a:pt x="475" y="321"/>
                    <a:pt x="363" y="321"/>
                  </a:cubicBezTo>
                  <a:cubicBezTo>
                    <a:pt x="335" y="321"/>
                    <a:pt x="293" y="335"/>
                    <a:pt x="265" y="349"/>
                  </a:cubicBezTo>
                  <a:lnTo>
                    <a:pt x="265" y="307"/>
                  </a:lnTo>
                  <a:cubicBezTo>
                    <a:pt x="391" y="279"/>
                    <a:pt x="502" y="251"/>
                    <a:pt x="628" y="251"/>
                  </a:cubicBezTo>
                  <a:cubicBezTo>
                    <a:pt x="614" y="167"/>
                    <a:pt x="586" y="84"/>
                    <a:pt x="572"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21"/>
            <p:cNvSpPr/>
            <p:nvPr/>
          </p:nvSpPr>
          <p:spPr>
            <a:xfrm>
              <a:off x="5068478" y="4011117"/>
              <a:ext cx="76782" cy="115422"/>
            </a:xfrm>
            <a:custGeom>
              <a:avLst/>
              <a:gdLst/>
              <a:ahLst/>
              <a:cxnLst/>
              <a:rect l="l" t="t" r="r" b="b"/>
              <a:pathLst>
                <a:path w="1061" h="1595" extrusionOk="0">
                  <a:moveTo>
                    <a:pt x="824" y="0"/>
                  </a:moveTo>
                  <a:cubicBezTo>
                    <a:pt x="768" y="14"/>
                    <a:pt x="712" y="42"/>
                    <a:pt x="656" y="70"/>
                  </a:cubicBezTo>
                  <a:cubicBezTo>
                    <a:pt x="573" y="126"/>
                    <a:pt x="489" y="182"/>
                    <a:pt x="419" y="251"/>
                  </a:cubicBezTo>
                  <a:cubicBezTo>
                    <a:pt x="322" y="349"/>
                    <a:pt x="224" y="461"/>
                    <a:pt x="154" y="586"/>
                  </a:cubicBezTo>
                  <a:cubicBezTo>
                    <a:pt x="112" y="656"/>
                    <a:pt x="71" y="754"/>
                    <a:pt x="43" y="837"/>
                  </a:cubicBezTo>
                  <a:cubicBezTo>
                    <a:pt x="1" y="991"/>
                    <a:pt x="1" y="1158"/>
                    <a:pt x="43" y="1312"/>
                  </a:cubicBezTo>
                  <a:cubicBezTo>
                    <a:pt x="57" y="1353"/>
                    <a:pt x="85" y="1409"/>
                    <a:pt x="126" y="1451"/>
                  </a:cubicBezTo>
                  <a:cubicBezTo>
                    <a:pt x="140" y="1479"/>
                    <a:pt x="182" y="1507"/>
                    <a:pt x="210" y="1521"/>
                  </a:cubicBezTo>
                  <a:cubicBezTo>
                    <a:pt x="291" y="1567"/>
                    <a:pt x="391" y="1594"/>
                    <a:pt x="486" y="1594"/>
                  </a:cubicBezTo>
                  <a:cubicBezTo>
                    <a:pt x="506" y="1594"/>
                    <a:pt x="526" y="1593"/>
                    <a:pt x="545" y="1591"/>
                  </a:cubicBezTo>
                  <a:cubicBezTo>
                    <a:pt x="656" y="1577"/>
                    <a:pt x="754" y="1535"/>
                    <a:pt x="838" y="1479"/>
                  </a:cubicBezTo>
                  <a:cubicBezTo>
                    <a:pt x="921" y="1437"/>
                    <a:pt x="991" y="1381"/>
                    <a:pt x="1061" y="1312"/>
                  </a:cubicBezTo>
                  <a:lnTo>
                    <a:pt x="880" y="977"/>
                  </a:lnTo>
                  <a:cubicBezTo>
                    <a:pt x="866" y="1005"/>
                    <a:pt x="852" y="1019"/>
                    <a:pt x="838" y="1047"/>
                  </a:cubicBezTo>
                  <a:cubicBezTo>
                    <a:pt x="782" y="1116"/>
                    <a:pt x="698" y="1172"/>
                    <a:pt x="601" y="1200"/>
                  </a:cubicBezTo>
                  <a:lnTo>
                    <a:pt x="531" y="1200"/>
                  </a:lnTo>
                  <a:cubicBezTo>
                    <a:pt x="447" y="1158"/>
                    <a:pt x="419" y="1074"/>
                    <a:pt x="447" y="921"/>
                  </a:cubicBezTo>
                  <a:cubicBezTo>
                    <a:pt x="475" y="837"/>
                    <a:pt x="531" y="754"/>
                    <a:pt x="601" y="684"/>
                  </a:cubicBezTo>
                  <a:cubicBezTo>
                    <a:pt x="670" y="628"/>
                    <a:pt x="754" y="586"/>
                    <a:pt x="838" y="572"/>
                  </a:cubicBezTo>
                  <a:lnTo>
                    <a:pt x="824" y="0"/>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21"/>
            <p:cNvSpPr/>
            <p:nvPr/>
          </p:nvSpPr>
          <p:spPr>
            <a:xfrm>
              <a:off x="5199750" y="3972763"/>
              <a:ext cx="70703" cy="142414"/>
            </a:xfrm>
            <a:custGeom>
              <a:avLst/>
              <a:gdLst/>
              <a:ahLst/>
              <a:cxnLst/>
              <a:rect l="l" t="t" r="r" b="b"/>
              <a:pathLst>
                <a:path w="977" h="1968" extrusionOk="0">
                  <a:moveTo>
                    <a:pt x="907" y="0"/>
                  </a:moveTo>
                  <a:cubicBezTo>
                    <a:pt x="795" y="84"/>
                    <a:pt x="670" y="154"/>
                    <a:pt x="544" y="196"/>
                  </a:cubicBezTo>
                  <a:cubicBezTo>
                    <a:pt x="572" y="475"/>
                    <a:pt x="600" y="684"/>
                    <a:pt x="600" y="837"/>
                  </a:cubicBezTo>
                  <a:lnTo>
                    <a:pt x="516" y="907"/>
                  </a:lnTo>
                  <a:cubicBezTo>
                    <a:pt x="488" y="921"/>
                    <a:pt x="460" y="935"/>
                    <a:pt x="433" y="949"/>
                  </a:cubicBezTo>
                  <a:cubicBezTo>
                    <a:pt x="405" y="642"/>
                    <a:pt x="377" y="321"/>
                    <a:pt x="377" y="14"/>
                  </a:cubicBezTo>
                  <a:cubicBezTo>
                    <a:pt x="251" y="84"/>
                    <a:pt x="126" y="140"/>
                    <a:pt x="0" y="182"/>
                  </a:cubicBezTo>
                  <a:cubicBezTo>
                    <a:pt x="70" y="740"/>
                    <a:pt x="112" y="1325"/>
                    <a:pt x="140" y="1953"/>
                  </a:cubicBezTo>
                  <a:lnTo>
                    <a:pt x="307" y="1869"/>
                  </a:lnTo>
                  <a:lnTo>
                    <a:pt x="474" y="1758"/>
                  </a:lnTo>
                  <a:cubicBezTo>
                    <a:pt x="460" y="1521"/>
                    <a:pt x="447" y="1381"/>
                    <a:pt x="447" y="1339"/>
                  </a:cubicBezTo>
                  <a:lnTo>
                    <a:pt x="614" y="1242"/>
                  </a:lnTo>
                  <a:cubicBezTo>
                    <a:pt x="642" y="1590"/>
                    <a:pt x="656" y="1828"/>
                    <a:pt x="684" y="1967"/>
                  </a:cubicBezTo>
                  <a:cubicBezTo>
                    <a:pt x="725" y="1925"/>
                    <a:pt x="767" y="1883"/>
                    <a:pt x="823" y="1855"/>
                  </a:cubicBezTo>
                  <a:cubicBezTo>
                    <a:pt x="865" y="1814"/>
                    <a:pt x="907" y="1786"/>
                    <a:pt x="949" y="1758"/>
                  </a:cubicBezTo>
                  <a:lnTo>
                    <a:pt x="977" y="1730"/>
                  </a:lnTo>
                  <a:cubicBezTo>
                    <a:pt x="949" y="1381"/>
                    <a:pt x="921" y="809"/>
                    <a:pt x="907"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21"/>
            <p:cNvSpPr/>
            <p:nvPr/>
          </p:nvSpPr>
          <p:spPr>
            <a:xfrm>
              <a:off x="5146199" y="4095279"/>
              <a:ext cx="56591" cy="66286"/>
            </a:xfrm>
            <a:custGeom>
              <a:avLst/>
              <a:gdLst/>
              <a:ahLst/>
              <a:cxnLst/>
              <a:rect l="l" t="t" r="r" b="b"/>
              <a:pathLst>
                <a:path w="782" h="916" extrusionOk="0">
                  <a:moveTo>
                    <a:pt x="392" y="0"/>
                  </a:moveTo>
                  <a:cubicBezTo>
                    <a:pt x="227" y="0"/>
                    <a:pt x="75" y="105"/>
                    <a:pt x="15" y="260"/>
                  </a:cubicBezTo>
                  <a:cubicBezTo>
                    <a:pt x="1" y="344"/>
                    <a:pt x="29" y="414"/>
                    <a:pt x="71" y="483"/>
                  </a:cubicBezTo>
                  <a:cubicBezTo>
                    <a:pt x="140" y="441"/>
                    <a:pt x="224" y="414"/>
                    <a:pt x="308" y="400"/>
                  </a:cubicBezTo>
                  <a:cubicBezTo>
                    <a:pt x="294" y="386"/>
                    <a:pt x="294" y="372"/>
                    <a:pt x="280" y="344"/>
                  </a:cubicBezTo>
                  <a:cubicBezTo>
                    <a:pt x="266" y="316"/>
                    <a:pt x="280" y="274"/>
                    <a:pt x="308" y="260"/>
                  </a:cubicBezTo>
                  <a:cubicBezTo>
                    <a:pt x="350" y="260"/>
                    <a:pt x="377" y="274"/>
                    <a:pt x="377" y="302"/>
                  </a:cubicBezTo>
                  <a:cubicBezTo>
                    <a:pt x="391" y="316"/>
                    <a:pt x="391" y="330"/>
                    <a:pt x="377" y="358"/>
                  </a:cubicBezTo>
                  <a:cubicBezTo>
                    <a:pt x="350" y="455"/>
                    <a:pt x="294" y="567"/>
                    <a:pt x="224" y="651"/>
                  </a:cubicBezTo>
                  <a:cubicBezTo>
                    <a:pt x="168" y="720"/>
                    <a:pt x="154" y="832"/>
                    <a:pt x="196" y="916"/>
                  </a:cubicBezTo>
                  <a:cubicBezTo>
                    <a:pt x="266" y="846"/>
                    <a:pt x="447" y="804"/>
                    <a:pt x="726" y="804"/>
                  </a:cubicBezTo>
                  <a:cubicBezTo>
                    <a:pt x="712" y="720"/>
                    <a:pt x="740" y="637"/>
                    <a:pt x="782" y="567"/>
                  </a:cubicBezTo>
                  <a:cubicBezTo>
                    <a:pt x="742" y="561"/>
                    <a:pt x="701" y="558"/>
                    <a:pt x="662" y="558"/>
                  </a:cubicBezTo>
                  <a:cubicBezTo>
                    <a:pt x="606" y="558"/>
                    <a:pt x="552" y="565"/>
                    <a:pt x="503" y="581"/>
                  </a:cubicBezTo>
                  <a:cubicBezTo>
                    <a:pt x="601" y="483"/>
                    <a:pt x="656" y="344"/>
                    <a:pt x="643" y="204"/>
                  </a:cubicBezTo>
                  <a:cubicBezTo>
                    <a:pt x="629" y="107"/>
                    <a:pt x="559" y="37"/>
                    <a:pt x="475" y="9"/>
                  </a:cubicBezTo>
                  <a:cubicBezTo>
                    <a:pt x="447" y="3"/>
                    <a:pt x="420" y="0"/>
                    <a:pt x="392"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93" name="Google Shape;1393;p21"/>
          <p:cNvGrpSpPr/>
          <p:nvPr/>
        </p:nvGrpSpPr>
        <p:grpSpPr>
          <a:xfrm>
            <a:off x="7090057" y="4506615"/>
            <a:ext cx="1019102" cy="698473"/>
            <a:chOff x="7234690" y="5339470"/>
            <a:chExt cx="378623" cy="259501"/>
          </a:xfrm>
        </p:grpSpPr>
        <p:sp>
          <p:nvSpPr>
            <p:cNvPr id="1394" name="Google Shape;1394;p21"/>
            <p:cNvSpPr/>
            <p:nvPr/>
          </p:nvSpPr>
          <p:spPr>
            <a:xfrm>
              <a:off x="7234690" y="5339470"/>
              <a:ext cx="139380" cy="259501"/>
            </a:xfrm>
            <a:custGeom>
              <a:avLst/>
              <a:gdLst/>
              <a:ahLst/>
              <a:cxnLst/>
              <a:rect l="l" t="t" r="r" b="b"/>
              <a:pathLst>
                <a:path w="1926" h="3586" extrusionOk="0">
                  <a:moveTo>
                    <a:pt x="963" y="1"/>
                  </a:moveTo>
                  <a:lnTo>
                    <a:pt x="963" y="1"/>
                  </a:lnTo>
                  <a:cubicBezTo>
                    <a:pt x="740" y="84"/>
                    <a:pt x="503" y="154"/>
                    <a:pt x="252" y="196"/>
                  </a:cubicBezTo>
                  <a:cubicBezTo>
                    <a:pt x="210" y="1214"/>
                    <a:pt x="112" y="2274"/>
                    <a:pt x="1" y="3404"/>
                  </a:cubicBezTo>
                  <a:lnTo>
                    <a:pt x="307" y="3293"/>
                  </a:lnTo>
                  <a:cubicBezTo>
                    <a:pt x="391" y="3251"/>
                    <a:pt x="517" y="3209"/>
                    <a:pt x="656" y="3153"/>
                  </a:cubicBezTo>
                  <a:cubicBezTo>
                    <a:pt x="684" y="2721"/>
                    <a:pt x="698" y="2484"/>
                    <a:pt x="712" y="2400"/>
                  </a:cubicBezTo>
                  <a:lnTo>
                    <a:pt x="1061" y="2274"/>
                  </a:lnTo>
                  <a:lnTo>
                    <a:pt x="1061" y="2274"/>
                  </a:lnTo>
                  <a:cubicBezTo>
                    <a:pt x="991" y="2888"/>
                    <a:pt x="963" y="3334"/>
                    <a:pt x="963" y="3586"/>
                  </a:cubicBezTo>
                  <a:cubicBezTo>
                    <a:pt x="1047" y="3530"/>
                    <a:pt x="1130" y="3474"/>
                    <a:pt x="1228" y="3418"/>
                  </a:cubicBezTo>
                  <a:cubicBezTo>
                    <a:pt x="1326" y="3362"/>
                    <a:pt x="1409" y="3321"/>
                    <a:pt x="1507" y="3279"/>
                  </a:cubicBezTo>
                  <a:lnTo>
                    <a:pt x="1563" y="3251"/>
                  </a:lnTo>
                  <a:cubicBezTo>
                    <a:pt x="1591" y="2623"/>
                    <a:pt x="1716" y="1591"/>
                    <a:pt x="1925" y="140"/>
                  </a:cubicBezTo>
                  <a:lnTo>
                    <a:pt x="1925" y="140"/>
                  </a:lnTo>
                  <a:cubicBezTo>
                    <a:pt x="1702" y="252"/>
                    <a:pt x="1451" y="322"/>
                    <a:pt x="1214" y="377"/>
                  </a:cubicBezTo>
                  <a:cubicBezTo>
                    <a:pt x="1186" y="880"/>
                    <a:pt x="1144" y="1270"/>
                    <a:pt x="1130" y="1535"/>
                  </a:cubicBezTo>
                  <a:cubicBezTo>
                    <a:pt x="1061" y="1577"/>
                    <a:pt x="991" y="1605"/>
                    <a:pt x="949" y="1619"/>
                  </a:cubicBezTo>
                  <a:cubicBezTo>
                    <a:pt x="949" y="1619"/>
                    <a:pt x="893" y="1647"/>
                    <a:pt x="796" y="1702"/>
                  </a:cubicBezTo>
                  <a:cubicBezTo>
                    <a:pt x="824" y="1131"/>
                    <a:pt x="879" y="559"/>
                    <a:pt x="963"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21"/>
            <p:cNvSpPr/>
            <p:nvPr/>
          </p:nvSpPr>
          <p:spPr>
            <a:xfrm>
              <a:off x="7369942" y="5487893"/>
              <a:ext cx="75769" cy="89877"/>
            </a:xfrm>
            <a:custGeom>
              <a:avLst/>
              <a:gdLst/>
              <a:ahLst/>
              <a:cxnLst/>
              <a:rect l="l" t="t" r="r" b="b"/>
              <a:pathLst>
                <a:path w="1047" h="1242" extrusionOk="0">
                  <a:moveTo>
                    <a:pt x="503" y="0"/>
                  </a:moveTo>
                  <a:cubicBezTo>
                    <a:pt x="308" y="0"/>
                    <a:pt x="126" y="126"/>
                    <a:pt x="43" y="307"/>
                  </a:cubicBezTo>
                  <a:cubicBezTo>
                    <a:pt x="1" y="405"/>
                    <a:pt x="15" y="516"/>
                    <a:pt x="56" y="614"/>
                  </a:cubicBezTo>
                  <a:cubicBezTo>
                    <a:pt x="148" y="580"/>
                    <a:pt x="250" y="555"/>
                    <a:pt x="345" y="555"/>
                  </a:cubicBezTo>
                  <a:cubicBezTo>
                    <a:pt x="365" y="555"/>
                    <a:pt x="385" y="556"/>
                    <a:pt x="405" y="558"/>
                  </a:cubicBezTo>
                  <a:cubicBezTo>
                    <a:pt x="405" y="516"/>
                    <a:pt x="405" y="488"/>
                    <a:pt x="391" y="461"/>
                  </a:cubicBezTo>
                  <a:cubicBezTo>
                    <a:pt x="377" y="419"/>
                    <a:pt x="405" y="377"/>
                    <a:pt x="447" y="349"/>
                  </a:cubicBezTo>
                  <a:cubicBezTo>
                    <a:pt x="503" y="349"/>
                    <a:pt x="545" y="377"/>
                    <a:pt x="545" y="419"/>
                  </a:cubicBezTo>
                  <a:cubicBezTo>
                    <a:pt x="545" y="447"/>
                    <a:pt x="531" y="474"/>
                    <a:pt x="531" y="502"/>
                  </a:cubicBezTo>
                  <a:cubicBezTo>
                    <a:pt x="447" y="642"/>
                    <a:pt x="349" y="781"/>
                    <a:pt x="238" y="893"/>
                  </a:cubicBezTo>
                  <a:cubicBezTo>
                    <a:pt x="140" y="977"/>
                    <a:pt x="98" y="1116"/>
                    <a:pt x="140" y="1242"/>
                  </a:cubicBezTo>
                  <a:cubicBezTo>
                    <a:pt x="203" y="1194"/>
                    <a:pt x="312" y="1169"/>
                    <a:pt x="468" y="1169"/>
                  </a:cubicBezTo>
                  <a:cubicBezTo>
                    <a:pt x="586" y="1169"/>
                    <a:pt x="732" y="1184"/>
                    <a:pt x="907" y="1214"/>
                  </a:cubicBezTo>
                  <a:cubicBezTo>
                    <a:pt x="921" y="1088"/>
                    <a:pt x="963" y="977"/>
                    <a:pt x="1047" y="879"/>
                  </a:cubicBezTo>
                  <a:cubicBezTo>
                    <a:pt x="961" y="862"/>
                    <a:pt x="880" y="850"/>
                    <a:pt x="798" y="850"/>
                  </a:cubicBezTo>
                  <a:cubicBezTo>
                    <a:pt x="747" y="850"/>
                    <a:pt x="696" y="854"/>
                    <a:pt x="642" y="865"/>
                  </a:cubicBezTo>
                  <a:cubicBezTo>
                    <a:pt x="852" y="670"/>
                    <a:pt x="949" y="502"/>
                    <a:pt x="935" y="349"/>
                  </a:cubicBezTo>
                  <a:cubicBezTo>
                    <a:pt x="935" y="209"/>
                    <a:pt x="852" y="98"/>
                    <a:pt x="740" y="42"/>
                  </a:cubicBezTo>
                  <a:cubicBezTo>
                    <a:pt x="670" y="0"/>
                    <a:pt x="586" y="0"/>
                    <a:pt x="503"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21"/>
            <p:cNvSpPr/>
            <p:nvPr/>
          </p:nvSpPr>
          <p:spPr>
            <a:xfrm>
              <a:off x="7452729" y="5402067"/>
              <a:ext cx="160583" cy="178090"/>
            </a:xfrm>
            <a:custGeom>
              <a:avLst/>
              <a:gdLst/>
              <a:ahLst/>
              <a:cxnLst/>
              <a:rect l="l" t="t" r="r" b="b"/>
              <a:pathLst>
                <a:path w="2219" h="2461" extrusionOk="0">
                  <a:moveTo>
                    <a:pt x="1298" y="977"/>
                  </a:moveTo>
                  <a:cubicBezTo>
                    <a:pt x="1493" y="977"/>
                    <a:pt x="1577" y="1061"/>
                    <a:pt x="1563" y="1228"/>
                  </a:cubicBezTo>
                  <a:cubicBezTo>
                    <a:pt x="1549" y="1340"/>
                    <a:pt x="1493" y="1465"/>
                    <a:pt x="1423" y="1563"/>
                  </a:cubicBezTo>
                  <a:cubicBezTo>
                    <a:pt x="1284" y="1786"/>
                    <a:pt x="1061" y="1925"/>
                    <a:pt x="809" y="1967"/>
                  </a:cubicBezTo>
                  <a:cubicBezTo>
                    <a:pt x="712" y="1953"/>
                    <a:pt x="656" y="1870"/>
                    <a:pt x="642" y="1730"/>
                  </a:cubicBezTo>
                  <a:cubicBezTo>
                    <a:pt x="642" y="1535"/>
                    <a:pt x="726" y="1354"/>
                    <a:pt x="865" y="1200"/>
                  </a:cubicBezTo>
                  <a:cubicBezTo>
                    <a:pt x="991" y="1089"/>
                    <a:pt x="1144" y="1005"/>
                    <a:pt x="1298" y="977"/>
                  </a:cubicBezTo>
                  <a:close/>
                  <a:moveTo>
                    <a:pt x="1591" y="1"/>
                  </a:moveTo>
                  <a:cubicBezTo>
                    <a:pt x="1437" y="1"/>
                    <a:pt x="1298" y="28"/>
                    <a:pt x="1158" y="84"/>
                  </a:cubicBezTo>
                  <a:cubicBezTo>
                    <a:pt x="963" y="168"/>
                    <a:pt x="782" y="266"/>
                    <a:pt x="614" y="391"/>
                  </a:cubicBezTo>
                  <a:cubicBezTo>
                    <a:pt x="447" y="572"/>
                    <a:pt x="293" y="768"/>
                    <a:pt x="168" y="991"/>
                  </a:cubicBezTo>
                  <a:cubicBezTo>
                    <a:pt x="56" y="1242"/>
                    <a:pt x="0" y="1507"/>
                    <a:pt x="14" y="1772"/>
                  </a:cubicBezTo>
                  <a:cubicBezTo>
                    <a:pt x="56" y="1953"/>
                    <a:pt x="140" y="2135"/>
                    <a:pt x="265" y="2274"/>
                  </a:cubicBezTo>
                  <a:cubicBezTo>
                    <a:pt x="377" y="2372"/>
                    <a:pt x="503" y="2428"/>
                    <a:pt x="656" y="2456"/>
                  </a:cubicBezTo>
                  <a:cubicBezTo>
                    <a:pt x="694" y="2459"/>
                    <a:pt x="732" y="2460"/>
                    <a:pt x="771" y="2460"/>
                  </a:cubicBezTo>
                  <a:cubicBezTo>
                    <a:pt x="904" y="2460"/>
                    <a:pt x="1042" y="2440"/>
                    <a:pt x="1172" y="2386"/>
                  </a:cubicBezTo>
                  <a:cubicBezTo>
                    <a:pt x="1367" y="2302"/>
                    <a:pt x="1535" y="2177"/>
                    <a:pt x="1688" y="2037"/>
                  </a:cubicBezTo>
                  <a:cubicBezTo>
                    <a:pt x="1758" y="1967"/>
                    <a:pt x="1814" y="1898"/>
                    <a:pt x="1856" y="1814"/>
                  </a:cubicBezTo>
                  <a:cubicBezTo>
                    <a:pt x="1953" y="1688"/>
                    <a:pt x="2023" y="1563"/>
                    <a:pt x="2079" y="1423"/>
                  </a:cubicBezTo>
                  <a:cubicBezTo>
                    <a:pt x="2162" y="1228"/>
                    <a:pt x="2204" y="1019"/>
                    <a:pt x="2218" y="810"/>
                  </a:cubicBezTo>
                  <a:cubicBezTo>
                    <a:pt x="2218" y="628"/>
                    <a:pt x="2176" y="461"/>
                    <a:pt x="2093" y="321"/>
                  </a:cubicBezTo>
                  <a:cubicBezTo>
                    <a:pt x="1981" y="140"/>
                    <a:pt x="1800" y="15"/>
                    <a:pt x="1591"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97" name="Google Shape;1397;p21"/>
          <p:cNvGrpSpPr/>
          <p:nvPr/>
        </p:nvGrpSpPr>
        <p:grpSpPr>
          <a:xfrm>
            <a:off x="-133214" y="1441145"/>
            <a:ext cx="1532541" cy="1092327"/>
            <a:chOff x="5724623" y="4011117"/>
            <a:chExt cx="569379" cy="405828"/>
          </a:xfrm>
        </p:grpSpPr>
        <p:sp>
          <p:nvSpPr>
            <p:cNvPr id="1398" name="Google Shape;1398;p21"/>
            <p:cNvSpPr/>
            <p:nvPr/>
          </p:nvSpPr>
          <p:spPr>
            <a:xfrm>
              <a:off x="5908361" y="4114094"/>
              <a:ext cx="54565" cy="74753"/>
            </a:xfrm>
            <a:custGeom>
              <a:avLst/>
              <a:gdLst/>
              <a:ahLst/>
              <a:cxnLst/>
              <a:rect l="l" t="t" r="r" b="b"/>
              <a:pathLst>
                <a:path w="754" h="1033" extrusionOk="0">
                  <a:moveTo>
                    <a:pt x="572" y="0"/>
                  </a:moveTo>
                  <a:cubicBezTo>
                    <a:pt x="377" y="70"/>
                    <a:pt x="195" y="112"/>
                    <a:pt x="0" y="140"/>
                  </a:cubicBezTo>
                  <a:lnTo>
                    <a:pt x="84" y="684"/>
                  </a:lnTo>
                  <a:cubicBezTo>
                    <a:pt x="126" y="642"/>
                    <a:pt x="181" y="600"/>
                    <a:pt x="237" y="586"/>
                  </a:cubicBezTo>
                  <a:cubicBezTo>
                    <a:pt x="276" y="579"/>
                    <a:pt x="310" y="576"/>
                    <a:pt x="339" y="576"/>
                  </a:cubicBezTo>
                  <a:cubicBezTo>
                    <a:pt x="428" y="576"/>
                    <a:pt x="478" y="607"/>
                    <a:pt x="488" y="670"/>
                  </a:cubicBezTo>
                  <a:cubicBezTo>
                    <a:pt x="498" y="741"/>
                    <a:pt x="464" y="760"/>
                    <a:pt x="413" y="760"/>
                  </a:cubicBezTo>
                  <a:cubicBezTo>
                    <a:pt x="394" y="760"/>
                    <a:pt x="372" y="757"/>
                    <a:pt x="349" y="753"/>
                  </a:cubicBezTo>
                  <a:cubicBezTo>
                    <a:pt x="293" y="739"/>
                    <a:pt x="251" y="712"/>
                    <a:pt x="209" y="684"/>
                  </a:cubicBezTo>
                  <a:cubicBezTo>
                    <a:pt x="167" y="753"/>
                    <a:pt x="112" y="809"/>
                    <a:pt x="56" y="865"/>
                  </a:cubicBezTo>
                  <a:cubicBezTo>
                    <a:pt x="154" y="963"/>
                    <a:pt x="293" y="1018"/>
                    <a:pt x="432" y="1032"/>
                  </a:cubicBezTo>
                  <a:cubicBezTo>
                    <a:pt x="516" y="1032"/>
                    <a:pt x="586" y="990"/>
                    <a:pt x="656" y="935"/>
                  </a:cubicBezTo>
                  <a:cubicBezTo>
                    <a:pt x="725" y="837"/>
                    <a:pt x="753" y="739"/>
                    <a:pt x="753" y="628"/>
                  </a:cubicBezTo>
                  <a:cubicBezTo>
                    <a:pt x="739" y="544"/>
                    <a:pt x="711" y="474"/>
                    <a:pt x="642" y="419"/>
                  </a:cubicBezTo>
                  <a:cubicBezTo>
                    <a:pt x="581" y="370"/>
                    <a:pt x="500" y="332"/>
                    <a:pt x="406" y="332"/>
                  </a:cubicBezTo>
                  <a:cubicBezTo>
                    <a:pt x="392" y="332"/>
                    <a:pt x="377" y="333"/>
                    <a:pt x="363" y="335"/>
                  </a:cubicBezTo>
                  <a:cubicBezTo>
                    <a:pt x="335" y="335"/>
                    <a:pt x="293" y="335"/>
                    <a:pt x="265" y="349"/>
                  </a:cubicBezTo>
                  <a:lnTo>
                    <a:pt x="251" y="307"/>
                  </a:lnTo>
                  <a:cubicBezTo>
                    <a:pt x="377" y="279"/>
                    <a:pt x="502" y="265"/>
                    <a:pt x="628" y="265"/>
                  </a:cubicBezTo>
                  <a:cubicBezTo>
                    <a:pt x="600" y="181"/>
                    <a:pt x="586" y="98"/>
                    <a:pt x="572"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21"/>
            <p:cNvSpPr/>
            <p:nvPr/>
          </p:nvSpPr>
          <p:spPr>
            <a:xfrm>
              <a:off x="5724623" y="4051497"/>
              <a:ext cx="76782" cy="116363"/>
            </a:xfrm>
            <a:custGeom>
              <a:avLst/>
              <a:gdLst/>
              <a:ahLst/>
              <a:cxnLst/>
              <a:rect l="l" t="t" r="r" b="b"/>
              <a:pathLst>
                <a:path w="1061" h="1608" extrusionOk="0">
                  <a:moveTo>
                    <a:pt x="823" y="0"/>
                  </a:moveTo>
                  <a:cubicBezTo>
                    <a:pt x="768" y="14"/>
                    <a:pt x="712" y="42"/>
                    <a:pt x="656" y="70"/>
                  </a:cubicBezTo>
                  <a:cubicBezTo>
                    <a:pt x="572" y="126"/>
                    <a:pt x="489" y="182"/>
                    <a:pt x="419" y="251"/>
                  </a:cubicBezTo>
                  <a:cubicBezTo>
                    <a:pt x="321" y="349"/>
                    <a:pt x="224" y="461"/>
                    <a:pt x="154" y="586"/>
                  </a:cubicBezTo>
                  <a:cubicBezTo>
                    <a:pt x="112" y="656"/>
                    <a:pt x="70" y="754"/>
                    <a:pt x="42" y="837"/>
                  </a:cubicBezTo>
                  <a:cubicBezTo>
                    <a:pt x="0" y="991"/>
                    <a:pt x="0" y="1158"/>
                    <a:pt x="42" y="1311"/>
                  </a:cubicBezTo>
                  <a:cubicBezTo>
                    <a:pt x="56" y="1367"/>
                    <a:pt x="84" y="1423"/>
                    <a:pt x="126" y="1465"/>
                  </a:cubicBezTo>
                  <a:cubicBezTo>
                    <a:pt x="154" y="1493"/>
                    <a:pt x="182" y="1521"/>
                    <a:pt x="210" y="1535"/>
                  </a:cubicBezTo>
                  <a:cubicBezTo>
                    <a:pt x="302" y="1581"/>
                    <a:pt x="395" y="1608"/>
                    <a:pt x="487" y="1608"/>
                  </a:cubicBezTo>
                  <a:cubicBezTo>
                    <a:pt x="506" y="1608"/>
                    <a:pt x="525" y="1607"/>
                    <a:pt x="544" y="1604"/>
                  </a:cubicBezTo>
                  <a:cubicBezTo>
                    <a:pt x="656" y="1590"/>
                    <a:pt x="754" y="1549"/>
                    <a:pt x="851" y="1493"/>
                  </a:cubicBezTo>
                  <a:cubicBezTo>
                    <a:pt x="921" y="1437"/>
                    <a:pt x="1005" y="1381"/>
                    <a:pt x="1061" y="1311"/>
                  </a:cubicBezTo>
                  <a:lnTo>
                    <a:pt x="879" y="977"/>
                  </a:lnTo>
                  <a:cubicBezTo>
                    <a:pt x="865" y="1005"/>
                    <a:pt x="851" y="1019"/>
                    <a:pt x="837" y="1046"/>
                  </a:cubicBezTo>
                  <a:cubicBezTo>
                    <a:pt x="782" y="1116"/>
                    <a:pt x="698" y="1172"/>
                    <a:pt x="600" y="1200"/>
                  </a:cubicBezTo>
                  <a:lnTo>
                    <a:pt x="530" y="1200"/>
                  </a:lnTo>
                  <a:cubicBezTo>
                    <a:pt x="447" y="1158"/>
                    <a:pt x="419" y="1074"/>
                    <a:pt x="447" y="921"/>
                  </a:cubicBezTo>
                  <a:cubicBezTo>
                    <a:pt x="475" y="837"/>
                    <a:pt x="530" y="754"/>
                    <a:pt x="600" y="684"/>
                  </a:cubicBezTo>
                  <a:cubicBezTo>
                    <a:pt x="670" y="628"/>
                    <a:pt x="754" y="586"/>
                    <a:pt x="837" y="572"/>
                  </a:cubicBezTo>
                  <a:lnTo>
                    <a:pt x="823" y="0"/>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21"/>
            <p:cNvSpPr/>
            <p:nvPr/>
          </p:nvSpPr>
          <p:spPr>
            <a:xfrm>
              <a:off x="5813416" y="4011117"/>
              <a:ext cx="69762" cy="141401"/>
            </a:xfrm>
            <a:custGeom>
              <a:avLst/>
              <a:gdLst/>
              <a:ahLst/>
              <a:cxnLst/>
              <a:rect l="l" t="t" r="r" b="b"/>
              <a:pathLst>
                <a:path w="964" h="1954" extrusionOk="0">
                  <a:moveTo>
                    <a:pt x="364" y="0"/>
                  </a:moveTo>
                  <a:cubicBezTo>
                    <a:pt x="238" y="70"/>
                    <a:pt x="126" y="126"/>
                    <a:pt x="1" y="182"/>
                  </a:cubicBezTo>
                  <a:cubicBezTo>
                    <a:pt x="57" y="726"/>
                    <a:pt x="99" y="1325"/>
                    <a:pt x="126" y="1939"/>
                  </a:cubicBezTo>
                  <a:lnTo>
                    <a:pt x="294" y="1856"/>
                  </a:lnTo>
                  <a:lnTo>
                    <a:pt x="475" y="1744"/>
                  </a:lnTo>
                  <a:cubicBezTo>
                    <a:pt x="447" y="1521"/>
                    <a:pt x="433" y="1381"/>
                    <a:pt x="433" y="1339"/>
                  </a:cubicBezTo>
                  <a:lnTo>
                    <a:pt x="615" y="1242"/>
                  </a:lnTo>
                  <a:cubicBezTo>
                    <a:pt x="629" y="1591"/>
                    <a:pt x="643" y="1814"/>
                    <a:pt x="670" y="1953"/>
                  </a:cubicBezTo>
                  <a:cubicBezTo>
                    <a:pt x="712" y="1911"/>
                    <a:pt x="754" y="1883"/>
                    <a:pt x="810" y="1842"/>
                  </a:cubicBezTo>
                  <a:cubicBezTo>
                    <a:pt x="852" y="1814"/>
                    <a:pt x="894" y="1772"/>
                    <a:pt x="935" y="1744"/>
                  </a:cubicBezTo>
                  <a:lnTo>
                    <a:pt x="963" y="1730"/>
                  </a:lnTo>
                  <a:cubicBezTo>
                    <a:pt x="935" y="1381"/>
                    <a:pt x="908" y="795"/>
                    <a:pt x="894" y="0"/>
                  </a:cubicBezTo>
                  <a:cubicBezTo>
                    <a:pt x="782" y="70"/>
                    <a:pt x="656" y="140"/>
                    <a:pt x="531" y="196"/>
                  </a:cubicBezTo>
                  <a:cubicBezTo>
                    <a:pt x="559" y="461"/>
                    <a:pt x="587" y="684"/>
                    <a:pt x="587" y="823"/>
                  </a:cubicBezTo>
                  <a:lnTo>
                    <a:pt x="503" y="893"/>
                  </a:lnTo>
                  <a:cubicBezTo>
                    <a:pt x="475" y="907"/>
                    <a:pt x="447" y="921"/>
                    <a:pt x="419" y="949"/>
                  </a:cubicBezTo>
                  <a:cubicBezTo>
                    <a:pt x="391" y="628"/>
                    <a:pt x="378" y="321"/>
                    <a:pt x="364"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21"/>
            <p:cNvSpPr/>
            <p:nvPr/>
          </p:nvSpPr>
          <p:spPr>
            <a:xfrm>
              <a:off x="6135446" y="4196808"/>
              <a:ext cx="76782" cy="115422"/>
            </a:xfrm>
            <a:custGeom>
              <a:avLst/>
              <a:gdLst/>
              <a:ahLst/>
              <a:cxnLst/>
              <a:rect l="l" t="t" r="r" b="b"/>
              <a:pathLst>
                <a:path w="1061" h="1595" extrusionOk="0">
                  <a:moveTo>
                    <a:pt x="823" y="1"/>
                  </a:moveTo>
                  <a:cubicBezTo>
                    <a:pt x="768" y="15"/>
                    <a:pt x="712" y="43"/>
                    <a:pt x="656" y="71"/>
                  </a:cubicBezTo>
                  <a:cubicBezTo>
                    <a:pt x="572" y="126"/>
                    <a:pt x="503" y="182"/>
                    <a:pt x="419" y="252"/>
                  </a:cubicBezTo>
                  <a:cubicBezTo>
                    <a:pt x="321" y="350"/>
                    <a:pt x="238" y="461"/>
                    <a:pt x="168" y="573"/>
                  </a:cubicBezTo>
                  <a:cubicBezTo>
                    <a:pt x="112" y="657"/>
                    <a:pt x="70" y="740"/>
                    <a:pt x="56" y="838"/>
                  </a:cubicBezTo>
                  <a:cubicBezTo>
                    <a:pt x="1" y="991"/>
                    <a:pt x="1" y="1159"/>
                    <a:pt x="56" y="1312"/>
                  </a:cubicBezTo>
                  <a:cubicBezTo>
                    <a:pt x="70" y="1354"/>
                    <a:pt x="98" y="1410"/>
                    <a:pt x="126" y="1452"/>
                  </a:cubicBezTo>
                  <a:cubicBezTo>
                    <a:pt x="154" y="1479"/>
                    <a:pt x="182" y="1507"/>
                    <a:pt x="210" y="1521"/>
                  </a:cubicBezTo>
                  <a:cubicBezTo>
                    <a:pt x="302" y="1568"/>
                    <a:pt x="395" y="1595"/>
                    <a:pt x="487" y="1595"/>
                  </a:cubicBezTo>
                  <a:cubicBezTo>
                    <a:pt x="506" y="1595"/>
                    <a:pt x="525" y="1593"/>
                    <a:pt x="545" y="1591"/>
                  </a:cubicBezTo>
                  <a:cubicBezTo>
                    <a:pt x="656" y="1577"/>
                    <a:pt x="754" y="1535"/>
                    <a:pt x="837" y="1479"/>
                  </a:cubicBezTo>
                  <a:cubicBezTo>
                    <a:pt x="921" y="1438"/>
                    <a:pt x="1005" y="1382"/>
                    <a:pt x="1061" y="1312"/>
                  </a:cubicBezTo>
                  <a:lnTo>
                    <a:pt x="879" y="977"/>
                  </a:lnTo>
                  <a:cubicBezTo>
                    <a:pt x="879" y="977"/>
                    <a:pt x="865" y="1005"/>
                    <a:pt x="837" y="1047"/>
                  </a:cubicBezTo>
                  <a:cubicBezTo>
                    <a:pt x="782" y="1117"/>
                    <a:pt x="698" y="1173"/>
                    <a:pt x="600" y="1201"/>
                  </a:cubicBezTo>
                  <a:lnTo>
                    <a:pt x="545" y="1201"/>
                  </a:lnTo>
                  <a:cubicBezTo>
                    <a:pt x="447" y="1159"/>
                    <a:pt x="419" y="1061"/>
                    <a:pt x="447" y="922"/>
                  </a:cubicBezTo>
                  <a:cubicBezTo>
                    <a:pt x="489" y="838"/>
                    <a:pt x="531" y="754"/>
                    <a:pt x="600" y="684"/>
                  </a:cubicBezTo>
                  <a:cubicBezTo>
                    <a:pt x="670" y="629"/>
                    <a:pt x="754" y="587"/>
                    <a:pt x="837" y="573"/>
                  </a:cubicBezTo>
                  <a:lnTo>
                    <a:pt x="823" y="1"/>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21"/>
            <p:cNvSpPr/>
            <p:nvPr/>
          </p:nvSpPr>
          <p:spPr>
            <a:xfrm>
              <a:off x="6224239" y="4156428"/>
              <a:ext cx="69762" cy="141401"/>
            </a:xfrm>
            <a:custGeom>
              <a:avLst/>
              <a:gdLst/>
              <a:ahLst/>
              <a:cxnLst/>
              <a:rect l="l" t="t" r="r" b="b"/>
              <a:pathLst>
                <a:path w="964" h="1954" extrusionOk="0">
                  <a:moveTo>
                    <a:pt x="364" y="1"/>
                  </a:moveTo>
                  <a:cubicBezTo>
                    <a:pt x="252" y="71"/>
                    <a:pt x="127" y="127"/>
                    <a:pt x="1" y="168"/>
                  </a:cubicBezTo>
                  <a:cubicBezTo>
                    <a:pt x="57" y="726"/>
                    <a:pt x="99" y="1326"/>
                    <a:pt x="140" y="1940"/>
                  </a:cubicBezTo>
                  <a:lnTo>
                    <a:pt x="294" y="1856"/>
                  </a:lnTo>
                  <a:lnTo>
                    <a:pt x="461" y="1745"/>
                  </a:lnTo>
                  <a:cubicBezTo>
                    <a:pt x="447" y="1521"/>
                    <a:pt x="433" y="1382"/>
                    <a:pt x="433" y="1340"/>
                  </a:cubicBezTo>
                  <a:lnTo>
                    <a:pt x="615" y="1228"/>
                  </a:lnTo>
                  <a:cubicBezTo>
                    <a:pt x="629" y="1577"/>
                    <a:pt x="643" y="1814"/>
                    <a:pt x="671" y="1954"/>
                  </a:cubicBezTo>
                  <a:cubicBezTo>
                    <a:pt x="712" y="1926"/>
                    <a:pt x="754" y="1884"/>
                    <a:pt x="810" y="1842"/>
                  </a:cubicBezTo>
                  <a:cubicBezTo>
                    <a:pt x="852" y="1814"/>
                    <a:pt x="894" y="1772"/>
                    <a:pt x="949" y="1745"/>
                  </a:cubicBezTo>
                  <a:lnTo>
                    <a:pt x="963" y="1731"/>
                  </a:lnTo>
                  <a:cubicBezTo>
                    <a:pt x="936" y="1382"/>
                    <a:pt x="908" y="810"/>
                    <a:pt x="894" y="1"/>
                  </a:cubicBezTo>
                  <a:cubicBezTo>
                    <a:pt x="782" y="71"/>
                    <a:pt x="671" y="140"/>
                    <a:pt x="545" y="182"/>
                  </a:cubicBezTo>
                  <a:cubicBezTo>
                    <a:pt x="573" y="461"/>
                    <a:pt x="587" y="671"/>
                    <a:pt x="587" y="824"/>
                  </a:cubicBezTo>
                  <a:lnTo>
                    <a:pt x="503" y="894"/>
                  </a:lnTo>
                  <a:cubicBezTo>
                    <a:pt x="503" y="894"/>
                    <a:pt x="475" y="908"/>
                    <a:pt x="419" y="936"/>
                  </a:cubicBezTo>
                  <a:cubicBezTo>
                    <a:pt x="392" y="629"/>
                    <a:pt x="378" y="308"/>
                    <a:pt x="364"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21"/>
            <p:cNvSpPr/>
            <p:nvPr/>
          </p:nvSpPr>
          <p:spPr>
            <a:xfrm>
              <a:off x="5930505" y="4333725"/>
              <a:ext cx="67736" cy="83220"/>
            </a:xfrm>
            <a:custGeom>
              <a:avLst/>
              <a:gdLst/>
              <a:ahLst/>
              <a:cxnLst/>
              <a:rect l="l" t="t" r="r" b="b"/>
              <a:pathLst>
                <a:path w="936" h="1150" extrusionOk="0">
                  <a:moveTo>
                    <a:pt x="506" y="0"/>
                  </a:moveTo>
                  <a:cubicBezTo>
                    <a:pt x="486" y="0"/>
                    <a:pt x="466" y="2"/>
                    <a:pt x="447" y="6"/>
                  </a:cubicBezTo>
                  <a:cubicBezTo>
                    <a:pt x="266" y="6"/>
                    <a:pt x="99" y="118"/>
                    <a:pt x="29" y="285"/>
                  </a:cubicBezTo>
                  <a:cubicBezTo>
                    <a:pt x="1" y="383"/>
                    <a:pt x="1" y="480"/>
                    <a:pt x="57" y="578"/>
                  </a:cubicBezTo>
                  <a:cubicBezTo>
                    <a:pt x="137" y="543"/>
                    <a:pt x="217" y="518"/>
                    <a:pt x="306" y="518"/>
                  </a:cubicBezTo>
                  <a:cubicBezTo>
                    <a:pt x="325" y="518"/>
                    <a:pt x="344" y="520"/>
                    <a:pt x="364" y="522"/>
                  </a:cubicBezTo>
                  <a:cubicBezTo>
                    <a:pt x="364" y="494"/>
                    <a:pt x="364" y="466"/>
                    <a:pt x="350" y="438"/>
                  </a:cubicBezTo>
                  <a:cubicBezTo>
                    <a:pt x="336" y="396"/>
                    <a:pt x="364" y="341"/>
                    <a:pt x="392" y="327"/>
                  </a:cubicBezTo>
                  <a:cubicBezTo>
                    <a:pt x="461" y="327"/>
                    <a:pt x="475" y="355"/>
                    <a:pt x="489" y="396"/>
                  </a:cubicBezTo>
                  <a:cubicBezTo>
                    <a:pt x="489" y="424"/>
                    <a:pt x="475" y="438"/>
                    <a:pt x="475" y="466"/>
                  </a:cubicBezTo>
                  <a:cubicBezTo>
                    <a:pt x="405" y="592"/>
                    <a:pt x="308" y="717"/>
                    <a:pt x="196" y="829"/>
                  </a:cubicBezTo>
                  <a:cubicBezTo>
                    <a:pt x="113" y="899"/>
                    <a:pt x="71" y="1038"/>
                    <a:pt x="113" y="1150"/>
                  </a:cubicBezTo>
                  <a:cubicBezTo>
                    <a:pt x="176" y="1102"/>
                    <a:pt x="280" y="1077"/>
                    <a:pt x="421" y="1077"/>
                  </a:cubicBezTo>
                  <a:cubicBezTo>
                    <a:pt x="529" y="1077"/>
                    <a:pt x="659" y="1092"/>
                    <a:pt x="810" y="1122"/>
                  </a:cubicBezTo>
                  <a:cubicBezTo>
                    <a:pt x="824" y="1010"/>
                    <a:pt x="866" y="899"/>
                    <a:pt x="936" y="815"/>
                  </a:cubicBezTo>
                  <a:cubicBezTo>
                    <a:pt x="854" y="795"/>
                    <a:pt x="765" y="782"/>
                    <a:pt x="673" y="782"/>
                  </a:cubicBezTo>
                  <a:cubicBezTo>
                    <a:pt x="640" y="782"/>
                    <a:pt x="606" y="783"/>
                    <a:pt x="573" y="787"/>
                  </a:cubicBezTo>
                  <a:cubicBezTo>
                    <a:pt x="726" y="675"/>
                    <a:pt x="824" y="508"/>
                    <a:pt x="852" y="327"/>
                  </a:cubicBezTo>
                  <a:cubicBezTo>
                    <a:pt x="852" y="201"/>
                    <a:pt x="782" y="90"/>
                    <a:pt x="670" y="34"/>
                  </a:cubicBezTo>
                  <a:cubicBezTo>
                    <a:pt x="619" y="13"/>
                    <a:pt x="561" y="0"/>
                    <a:pt x="506"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21"/>
            <p:cNvSpPr/>
            <p:nvPr/>
          </p:nvSpPr>
          <p:spPr>
            <a:xfrm>
              <a:off x="5751905" y="4285674"/>
              <a:ext cx="77795" cy="115422"/>
            </a:xfrm>
            <a:custGeom>
              <a:avLst/>
              <a:gdLst/>
              <a:ahLst/>
              <a:cxnLst/>
              <a:rect l="l" t="t" r="r" b="b"/>
              <a:pathLst>
                <a:path w="1075" h="1595" extrusionOk="0">
                  <a:moveTo>
                    <a:pt x="823" y="0"/>
                  </a:moveTo>
                  <a:cubicBezTo>
                    <a:pt x="767" y="14"/>
                    <a:pt x="711" y="42"/>
                    <a:pt x="656" y="70"/>
                  </a:cubicBezTo>
                  <a:cubicBezTo>
                    <a:pt x="572" y="126"/>
                    <a:pt x="488" y="182"/>
                    <a:pt x="419" y="251"/>
                  </a:cubicBezTo>
                  <a:cubicBezTo>
                    <a:pt x="321" y="349"/>
                    <a:pt x="237" y="461"/>
                    <a:pt x="153" y="586"/>
                  </a:cubicBezTo>
                  <a:cubicBezTo>
                    <a:pt x="112" y="656"/>
                    <a:pt x="70" y="754"/>
                    <a:pt x="42" y="837"/>
                  </a:cubicBezTo>
                  <a:cubicBezTo>
                    <a:pt x="0" y="991"/>
                    <a:pt x="0" y="1158"/>
                    <a:pt x="42" y="1312"/>
                  </a:cubicBezTo>
                  <a:cubicBezTo>
                    <a:pt x="70" y="1353"/>
                    <a:pt x="98" y="1409"/>
                    <a:pt x="126" y="1451"/>
                  </a:cubicBezTo>
                  <a:cubicBezTo>
                    <a:pt x="153" y="1479"/>
                    <a:pt x="181" y="1507"/>
                    <a:pt x="209" y="1521"/>
                  </a:cubicBezTo>
                  <a:cubicBezTo>
                    <a:pt x="302" y="1567"/>
                    <a:pt x="394" y="1594"/>
                    <a:pt x="487" y="1594"/>
                  </a:cubicBezTo>
                  <a:cubicBezTo>
                    <a:pt x="506" y="1594"/>
                    <a:pt x="525" y="1593"/>
                    <a:pt x="544" y="1591"/>
                  </a:cubicBezTo>
                  <a:cubicBezTo>
                    <a:pt x="656" y="1577"/>
                    <a:pt x="753" y="1535"/>
                    <a:pt x="851" y="1479"/>
                  </a:cubicBezTo>
                  <a:cubicBezTo>
                    <a:pt x="921" y="1437"/>
                    <a:pt x="1004" y="1381"/>
                    <a:pt x="1074" y="1312"/>
                  </a:cubicBezTo>
                  <a:lnTo>
                    <a:pt x="879" y="977"/>
                  </a:lnTo>
                  <a:cubicBezTo>
                    <a:pt x="879" y="977"/>
                    <a:pt x="865" y="1005"/>
                    <a:pt x="837" y="1047"/>
                  </a:cubicBezTo>
                  <a:cubicBezTo>
                    <a:pt x="781" y="1116"/>
                    <a:pt x="697" y="1172"/>
                    <a:pt x="600" y="1200"/>
                  </a:cubicBezTo>
                  <a:lnTo>
                    <a:pt x="544" y="1200"/>
                  </a:lnTo>
                  <a:cubicBezTo>
                    <a:pt x="460" y="1158"/>
                    <a:pt x="419" y="1060"/>
                    <a:pt x="446" y="921"/>
                  </a:cubicBezTo>
                  <a:cubicBezTo>
                    <a:pt x="488" y="837"/>
                    <a:pt x="544" y="754"/>
                    <a:pt x="600" y="684"/>
                  </a:cubicBezTo>
                  <a:cubicBezTo>
                    <a:pt x="670" y="628"/>
                    <a:pt x="753" y="586"/>
                    <a:pt x="851" y="572"/>
                  </a:cubicBezTo>
                  <a:lnTo>
                    <a:pt x="823" y="0"/>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21"/>
            <p:cNvSpPr/>
            <p:nvPr/>
          </p:nvSpPr>
          <p:spPr>
            <a:xfrm>
              <a:off x="5840698" y="4245294"/>
              <a:ext cx="69690" cy="142414"/>
            </a:xfrm>
            <a:custGeom>
              <a:avLst/>
              <a:gdLst/>
              <a:ahLst/>
              <a:cxnLst/>
              <a:rect l="l" t="t" r="r" b="b"/>
              <a:pathLst>
                <a:path w="963" h="1968" extrusionOk="0">
                  <a:moveTo>
                    <a:pt x="363" y="0"/>
                  </a:moveTo>
                  <a:cubicBezTo>
                    <a:pt x="238" y="70"/>
                    <a:pt x="126" y="126"/>
                    <a:pt x="1" y="182"/>
                  </a:cubicBezTo>
                  <a:cubicBezTo>
                    <a:pt x="56" y="740"/>
                    <a:pt x="98" y="1326"/>
                    <a:pt x="126" y="1939"/>
                  </a:cubicBezTo>
                  <a:lnTo>
                    <a:pt x="293" y="1856"/>
                  </a:lnTo>
                  <a:lnTo>
                    <a:pt x="461" y="1744"/>
                  </a:lnTo>
                  <a:cubicBezTo>
                    <a:pt x="447" y="1521"/>
                    <a:pt x="433" y="1381"/>
                    <a:pt x="433" y="1340"/>
                  </a:cubicBezTo>
                  <a:lnTo>
                    <a:pt x="600" y="1242"/>
                  </a:lnTo>
                  <a:cubicBezTo>
                    <a:pt x="628" y="1591"/>
                    <a:pt x="642" y="1828"/>
                    <a:pt x="670" y="1967"/>
                  </a:cubicBezTo>
                  <a:cubicBezTo>
                    <a:pt x="712" y="1925"/>
                    <a:pt x="754" y="1884"/>
                    <a:pt x="796" y="1856"/>
                  </a:cubicBezTo>
                  <a:cubicBezTo>
                    <a:pt x="837" y="1828"/>
                    <a:pt x="879" y="1786"/>
                    <a:pt x="935" y="1744"/>
                  </a:cubicBezTo>
                  <a:lnTo>
                    <a:pt x="963" y="1730"/>
                  </a:lnTo>
                  <a:cubicBezTo>
                    <a:pt x="935" y="1381"/>
                    <a:pt x="907" y="809"/>
                    <a:pt x="893" y="0"/>
                  </a:cubicBezTo>
                  <a:cubicBezTo>
                    <a:pt x="782" y="70"/>
                    <a:pt x="656" y="140"/>
                    <a:pt x="531" y="196"/>
                  </a:cubicBezTo>
                  <a:cubicBezTo>
                    <a:pt x="558" y="461"/>
                    <a:pt x="586" y="684"/>
                    <a:pt x="586" y="837"/>
                  </a:cubicBezTo>
                  <a:cubicBezTo>
                    <a:pt x="558" y="851"/>
                    <a:pt x="531" y="879"/>
                    <a:pt x="503" y="893"/>
                  </a:cubicBezTo>
                  <a:lnTo>
                    <a:pt x="419" y="949"/>
                  </a:lnTo>
                  <a:cubicBezTo>
                    <a:pt x="391" y="628"/>
                    <a:pt x="363" y="321"/>
                    <a:pt x="363"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21"/>
            <p:cNvSpPr/>
            <p:nvPr/>
          </p:nvSpPr>
          <p:spPr>
            <a:xfrm>
              <a:off x="5995128" y="4170612"/>
              <a:ext cx="112097" cy="65635"/>
            </a:xfrm>
            <a:custGeom>
              <a:avLst/>
              <a:gdLst/>
              <a:ahLst/>
              <a:cxnLst/>
              <a:rect l="l" t="t" r="r" b="b"/>
              <a:pathLst>
                <a:path w="1549" h="907" extrusionOk="0">
                  <a:moveTo>
                    <a:pt x="1" y="0"/>
                  </a:moveTo>
                  <a:cubicBezTo>
                    <a:pt x="29" y="14"/>
                    <a:pt x="43" y="28"/>
                    <a:pt x="56" y="42"/>
                  </a:cubicBezTo>
                  <a:cubicBezTo>
                    <a:pt x="112" y="70"/>
                    <a:pt x="168" y="112"/>
                    <a:pt x="238" y="168"/>
                  </a:cubicBezTo>
                  <a:cubicBezTo>
                    <a:pt x="377" y="265"/>
                    <a:pt x="559" y="377"/>
                    <a:pt x="754" y="488"/>
                  </a:cubicBezTo>
                  <a:cubicBezTo>
                    <a:pt x="963" y="614"/>
                    <a:pt x="1144" y="712"/>
                    <a:pt x="1298" y="781"/>
                  </a:cubicBezTo>
                  <a:cubicBezTo>
                    <a:pt x="1368" y="823"/>
                    <a:pt x="1437" y="851"/>
                    <a:pt x="1479" y="865"/>
                  </a:cubicBezTo>
                  <a:lnTo>
                    <a:pt x="1549" y="907"/>
                  </a:lnTo>
                  <a:lnTo>
                    <a:pt x="1493" y="851"/>
                  </a:lnTo>
                  <a:cubicBezTo>
                    <a:pt x="1451" y="823"/>
                    <a:pt x="1396" y="781"/>
                    <a:pt x="1326" y="740"/>
                  </a:cubicBezTo>
                  <a:cubicBezTo>
                    <a:pt x="1186" y="642"/>
                    <a:pt x="991" y="516"/>
                    <a:pt x="796" y="405"/>
                  </a:cubicBezTo>
                  <a:cubicBezTo>
                    <a:pt x="600" y="293"/>
                    <a:pt x="405" y="196"/>
                    <a:pt x="252" y="112"/>
                  </a:cubicBezTo>
                  <a:cubicBezTo>
                    <a:pt x="182" y="84"/>
                    <a:pt x="112" y="56"/>
                    <a:pt x="70" y="28"/>
                  </a:cubicBezTo>
                  <a:lnTo>
                    <a:pt x="1" y="0"/>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21"/>
            <p:cNvSpPr/>
            <p:nvPr/>
          </p:nvSpPr>
          <p:spPr>
            <a:xfrm>
              <a:off x="6009239" y="4305864"/>
              <a:ext cx="116222" cy="56589"/>
            </a:xfrm>
            <a:custGeom>
              <a:avLst/>
              <a:gdLst/>
              <a:ahLst/>
              <a:cxnLst/>
              <a:rect l="l" t="t" r="r" b="b"/>
              <a:pathLst>
                <a:path w="1606" h="782" extrusionOk="0">
                  <a:moveTo>
                    <a:pt x="1605" y="0"/>
                  </a:moveTo>
                  <a:lnTo>
                    <a:pt x="1535" y="28"/>
                  </a:lnTo>
                  <a:cubicBezTo>
                    <a:pt x="1479" y="42"/>
                    <a:pt x="1424" y="70"/>
                    <a:pt x="1340" y="98"/>
                  </a:cubicBezTo>
                  <a:cubicBezTo>
                    <a:pt x="1187" y="154"/>
                    <a:pt x="977" y="251"/>
                    <a:pt x="782" y="349"/>
                  </a:cubicBezTo>
                  <a:cubicBezTo>
                    <a:pt x="573" y="447"/>
                    <a:pt x="378" y="544"/>
                    <a:pt x="238" y="628"/>
                  </a:cubicBezTo>
                  <a:cubicBezTo>
                    <a:pt x="168" y="670"/>
                    <a:pt x="99" y="712"/>
                    <a:pt x="57" y="740"/>
                  </a:cubicBezTo>
                  <a:lnTo>
                    <a:pt x="1" y="781"/>
                  </a:lnTo>
                  <a:lnTo>
                    <a:pt x="71" y="754"/>
                  </a:lnTo>
                  <a:cubicBezTo>
                    <a:pt x="113" y="740"/>
                    <a:pt x="182" y="712"/>
                    <a:pt x="266" y="684"/>
                  </a:cubicBezTo>
                  <a:cubicBezTo>
                    <a:pt x="419" y="614"/>
                    <a:pt x="615" y="530"/>
                    <a:pt x="824" y="433"/>
                  </a:cubicBezTo>
                  <a:cubicBezTo>
                    <a:pt x="1019" y="335"/>
                    <a:pt x="1214" y="238"/>
                    <a:pt x="1368" y="140"/>
                  </a:cubicBezTo>
                  <a:cubicBezTo>
                    <a:pt x="1438" y="98"/>
                    <a:pt x="1493" y="70"/>
                    <a:pt x="1535" y="42"/>
                  </a:cubicBezTo>
                  <a:lnTo>
                    <a:pt x="1605" y="0"/>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8" name="Google Shape;1408;p21"/>
          <p:cNvGrpSpPr/>
          <p:nvPr/>
        </p:nvGrpSpPr>
        <p:grpSpPr>
          <a:xfrm>
            <a:off x="7687550" y="1495789"/>
            <a:ext cx="1298606" cy="2151921"/>
            <a:chOff x="6559512" y="4669794"/>
            <a:chExt cx="482466" cy="799495"/>
          </a:xfrm>
        </p:grpSpPr>
        <p:sp>
          <p:nvSpPr>
            <p:cNvPr id="1409" name="Google Shape;1409;p21"/>
            <p:cNvSpPr/>
            <p:nvPr/>
          </p:nvSpPr>
          <p:spPr>
            <a:xfrm>
              <a:off x="6644181" y="4779284"/>
              <a:ext cx="97986" cy="215069"/>
            </a:xfrm>
            <a:custGeom>
              <a:avLst/>
              <a:gdLst/>
              <a:ahLst/>
              <a:cxnLst/>
              <a:rect l="l" t="t" r="r" b="b"/>
              <a:pathLst>
                <a:path w="1354" h="2972" extrusionOk="0">
                  <a:moveTo>
                    <a:pt x="1354" y="0"/>
                  </a:moveTo>
                  <a:lnTo>
                    <a:pt x="1354" y="0"/>
                  </a:lnTo>
                  <a:cubicBezTo>
                    <a:pt x="1354" y="0"/>
                    <a:pt x="1340" y="14"/>
                    <a:pt x="1298" y="42"/>
                  </a:cubicBezTo>
                  <a:cubicBezTo>
                    <a:pt x="1256" y="70"/>
                    <a:pt x="1200" y="112"/>
                    <a:pt x="1130" y="154"/>
                  </a:cubicBezTo>
                  <a:cubicBezTo>
                    <a:pt x="1005" y="265"/>
                    <a:pt x="824" y="405"/>
                    <a:pt x="656" y="558"/>
                  </a:cubicBezTo>
                  <a:cubicBezTo>
                    <a:pt x="489" y="698"/>
                    <a:pt x="335" y="851"/>
                    <a:pt x="210" y="977"/>
                  </a:cubicBezTo>
                  <a:cubicBezTo>
                    <a:pt x="154" y="1032"/>
                    <a:pt x="112" y="1088"/>
                    <a:pt x="84" y="1130"/>
                  </a:cubicBezTo>
                  <a:lnTo>
                    <a:pt x="29" y="1186"/>
                  </a:lnTo>
                  <a:cubicBezTo>
                    <a:pt x="29" y="1186"/>
                    <a:pt x="56" y="1172"/>
                    <a:pt x="84" y="1144"/>
                  </a:cubicBezTo>
                  <a:cubicBezTo>
                    <a:pt x="126" y="1102"/>
                    <a:pt x="182" y="1074"/>
                    <a:pt x="252" y="1019"/>
                  </a:cubicBezTo>
                  <a:cubicBezTo>
                    <a:pt x="391" y="921"/>
                    <a:pt x="559" y="767"/>
                    <a:pt x="726" y="628"/>
                  </a:cubicBezTo>
                  <a:cubicBezTo>
                    <a:pt x="893" y="475"/>
                    <a:pt x="1047" y="321"/>
                    <a:pt x="1172" y="196"/>
                  </a:cubicBezTo>
                  <a:cubicBezTo>
                    <a:pt x="1228" y="140"/>
                    <a:pt x="1270" y="84"/>
                    <a:pt x="1312" y="56"/>
                  </a:cubicBezTo>
                  <a:lnTo>
                    <a:pt x="1354" y="0"/>
                  </a:lnTo>
                  <a:close/>
                  <a:moveTo>
                    <a:pt x="29" y="1186"/>
                  </a:moveTo>
                  <a:cubicBezTo>
                    <a:pt x="29" y="1214"/>
                    <a:pt x="29" y="1228"/>
                    <a:pt x="29" y="1256"/>
                  </a:cubicBezTo>
                  <a:cubicBezTo>
                    <a:pt x="29" y="1311"/>
                    <a:pt x="15" y="1381"/>
                    <a:pt x="15" y="1465"/>
                  </a:cubicBezTo>
                  <a:cubicBezTo>
                    <a:pt x="1" y="1632"/>
                    <a:pt x="1" y="1855"/>
                    <a:pt x="1" y="2079"/>
                  </a:cubicBezTo>
                  <a:cubicBezTo>
                    <a:pt x="1" y="2302"/>
                    <a:pt x="15" y="2525"/>
                    <a:pt x="42" y="2692"/>
                  </a:cubicBezTo>
                  <a:cubicBezTo>
                    <a:pt x="42" y="2776"/>
                    <a:pt x="56" y="2846"/>
                    <a:pt x="56" y="2888"/>
                  </a:cubicBezTo>
                  <a:cubicBezTo>
                    <a:pt x="70" y="2943"/>
                    <a:pt x="70" y="2971"/>
                    <a:pt x="70" y="2971"/>
                  </a:cubicBezTo>
                  <a:lnTo>
                    <a:pt x="70" y="2888"/>
                  </a:lnTo>
                  <a:cubicBezTo>
                    <a:pt x="70" y="2846"/>
                    <a:pt x="84" y="2776"/>
                    <a:pt x="84" y="2692"/>
                  </a:cubicBezTo>
                  <a:cubicBezTo>
                    <a:pt x="98" y="2511"/>
                    <a:pt x="98" y="2302"/>
                    <a:pt x="98" y="2079"/>
                  </a:cubicBezTo>
                  <a:cubicBezTo>
                    <a:pt x="84" y="1855"/>
                    <a:pt x="70" y="1632"/>
                    <a:pt x="56" y="1465"/>
                  </a:cubicBezTo>
                  <a:cubicBezTo>
                    <a:pt x="56" y="1381"/>
                    <a:pt x="42" y="1311"/>
                    <a:pt x="42" y="1256"/>
                  </a:cubicBezTo>
                  <a:cubicBezTo>
                    <a:pt x="29" y="1214"/>
                    <a:pt x="29" y="1186"/>
                    <a:pt x="29" y="1186"/>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21"/>
            <p:cNvSpPr/>
            <p:nvPr/>
          </p:nvSpPr>
          <p:spPr>
            <a:xfrm>
              <a:off x="6742093" y="4779284"/>
              <a:ext cx="191846" cy="214056"/>
            </a:xfrm>
            <a:custGeom>
              <a:avLst/>
              <a:gdLst/>
              <a:ahLst/>
              <a:cxnLst/>
              <a:rect l="l" t="t" r="r" b="b"/>
              <a:pathLst>
                <a:path w="2651" h="2958" extrusionOk="0">
                  <a:moveTo>
                    <a:pt x="1" y="0"/>
                  </a:moveTo>
                  <a:lnTo>
                    <a:pt x="56" y="56"/>
                  </a:lnTo>
                  <a:cubicBezTo>
                    <a:pt x="84" y="84"/>
                    <a:pt x="140" y="140"/>
                    <a:pt x="196" y="196"/>
                  </a:cubicBezTo>
                  <a:cubicBezTo>
                    <a:pt x="307" y="321"/>
                    <a:pt x="475" y="475"/>
                    <a:pt x="642" y="628"/>
                  </a:cubicBezTo>
                  <a:cubicBezTo>
                    <a:pt x="810" y="781"/>
                    <a:pt x="977" y="921"/>
                    <a:pt x="1117" y="1019"/>
                  </a:cubicBezTo>
                  <a:cubicBezTo>
                    <a:pt x="1172" y="1074"/>
                    <a:pt x="1228" y="1102"/>
                    <a:pt x="1270" y="1144"/>
                  </a:cubicBezTo>
                  <a:lnTo>
                    <a:pt x="1326" y="1172"/>
                  </a:lnTo>
                  <a:lnTo>
                    <a:pt x="1284" y="1130"/>
                  </a:lnTo>
                  <a:cubicBezTo>
                    <a:pt x="1256" y="1088"/>
                    <a:pt x="1200" y="1032"/>
                    <a:pt x="1144" y="977"/>
                  </a:cubicBezTo>
                  <a:cubicBezTo>
                    <a:pt x="1033" y="851"/>
                    <a:pt x="865" y="698"/>
                    <a:pt x="698" y="558"/>
                  </a:cubicBezTo>
                  <a:cubicBezTo>
                    <a:pt x="545" y="405"/>
                    <a:pt x="363" y="265"/>
                    <a:pt x="238" y="154"/>
                  </a:cubicBezTo>
                  <a:cubicBezTo>
                    <a:pt x="168" y="112"/>
                    <a:pt x="112" y="70"/>
                    <a:pt x="70" y="42"/>
                  </a:cubicBezTo>
                  <a:cubicBezTo>
                    <a:pt x="42" y="28"/>
                    <a:pt x="29" y="14"/>
                    <a:pt x="1" y="0"/>
                  </a:cubicBezTo>
                  <a:close/>
                  <a:moveTo>
                    <a:pt x="2651" y="0"/>
                  </a:moveTo>
                  <a:lnTo>
                    <a:pt x="2651" y="0"/>
                  </a:lnTo>
                  <a:cubicBezTo>
                    <a:pt x="2623" y="14"/>
                    <a:pt x="2595" y="28"/>
                    <a:pt x="2581" y="42"/>
                  </a:cubicBezTo>
                  <a:cubicBezTo>
                    <a:pt x="2539" y="70"/>
                    <a:pt x="2483" y="112"/>
                    <a:pt x="2414" y="154"/>
                  </a:cubicBezTo>
                  <a:cubicBezTo>
                    <a:pt x="2288" y="265"/>
                    <a:pt x="2107" y="405"/>
                    <a:pt x="1953" y="558"/>
                  </a:cubicBezTo>
                  <a:cubicBezTo>
                    <a:pt x="1786" y="698"/>
                    <a:pt x="1619" y="851"/>
                    <a:pt x="1507" y="977"/>
                  </a:cubicBezTo>
                  <a:cubicBezTo>
                    <a:pt x="1451" y="1032"/>
                    <a:pt x="1409" y="1088"/>
                    <a:pt x="1368" y="1130"/>
                  </a:cubicBezTo>
                  <a:lnTo>
                    <a:pt x="1326" y="1172"/>
                  </a:lnTo>
                  <a:lnTo>
                    <a:pt x="1382" y="1144"/>
                  </a:lnTo>
                  <a:cubicBezTo>
                    <a:pt x="1423" y="1102"/>
                    <a:pt x="1479" y="1074"/>
                    <a:pt x="1535" y="1019"/>
                  </a:cubicBezTo>
                  <a:cubicBezTo>
                    <a:pt x="1674" y="921"/>
                    <a:pt x="1842" y="767"/>
                    <a:pt x="2009" y="628"/>
                  </a:cubicBezTo>
                  <a:cubicBezTo>
                    <a:pt x="2177" y="475"/>
                    <a:pt x="2344" y="321"/>
                    <a:pt x="2456" y="196"/>
                  </a:cubicBezTo>
                  <a:cubicBezTo>
                    <a:pt x="2511" y="140"/>
                    <a:pt x="2567" y="84"/>
                    <a:pt x="2595" y="56"/>
                  </a:cubicBezTo>
                  <a:lnTo>
                    <a:pt x="2651" y="0"/>
                  </a:lnTo>
                  <a:close/>
                  <a:moveTo>
                    <a:pt x="1326" y="1172"/>
                  </a:moveTo>
                  <a:lnTo>
                    <a:pt x="1326" y="1256"/>
                  </a:lnTo>
                  <a:cubicBezTo>
                    <a:pt x="1326" y="1297"/>
                    <a:pt x="1312" y="1367"/>
                    <a:pt x="1312" y="1451"/>
                  </a:cubicBezTo>
                  <a:cubicBezTo>
                    <a:pt x="1298" y="1632"/>
                    <a:pt x="1298" y="1841"/>
                    <a:pt x="1312" y="2065"/>
                  </a:cubicBezTo>
                  <a:cubicBezTo>
                    <a:pt x="1326" y="2288"/>
                    <a:pt x="1326" y="2511"/>
                    <a:pt x="1340" y="2678"/>
                  </a:cubicBezTo>
                  <a:cubicBezTo>
                    <a:pt x="1340" y="2762"/>
                    <a:pt x="1368" y="2832"/>
                    <a:pt x="1368" y="2888"/>
                  </a:cubicBezTo>
                  <a:cubicBezTo>
                    <a:pt x="1368" y="2929"/>
                    <a:pt x="1382" y="2957"/>
                    <a:pt x="1382" y="2957"/>
                  </a:cubicBezTo>
                  <a:lnTo>
                    <a:pt x="1382" y="2888"/>
                  </a:lnTo>
                  <a:cubicBezTo>
                    <a:pt x="1382" y="2832"/>
                    <a:pt x="1382" y="2762"/>
                    <a:pt x="1395" y="2678"/>
                  </a:cubicBezTo>
                  <a:cubicBezTo>
                    <a:pt x="1395" y="2511"/>
                    <a:pt x="1409" y="2288"/>
                    <a:pt x="1395" y="2065"/>
                  </a:cubicBezTo>
                  <a:cubicBezTo>
                    <a:pt x="1382" y="1841"/>
                    <a:pt x="1368" y="1618"/>
                    <a:pt x="1354" y="1451"/>
                  </a:cubicBezTo>
                  <a:cubicBezTo>
                    <a:pt x="1354" y="1367"/>
                    <a:pt x="1340" y="1297"/>
                    <a:pt x="1340" y="1256"/>
                  </a:cubicBezTo>
                  <a:cubicBezTo>
                    <a:pt x="1326" y="1200"/>
                    <a:pt x="1326" y="1172"/>
                    <a:pt x="1326" y="1172"/>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21"/>
            <p:cNvSpPr/>
            <p:nvPr/>
          </p:nvSpPr>
          <p:spPr>
            <a:xfrm>
              <a:off x="6661332" y="4803526"/>
              <a:ext cx="72802" cy="64622"/>
            </a:xfrm>
            <a:custGeom>
              <a:avLst/>
              <a:gdLst/>
              <a:ahLst/>
              <a:cxnLst/>
              <a:rect l="l" t="t" r="r" b="b"/>
              <a:pathLst>
                <a:path w="1006" h="893" extrusionOk="0">
                  <a:moveTo>
                    <a:pt x="1005" y="0"/>
                  </a:moveTo>
                  <a:lnTo>
                    <a:pt x="1005" y="0"/>
                  </a:lnTo>
                  <a:cubicBezTo>
                    <a:pt x="949" y="28"/>
                    <a:pt x="893" y="70"/>
                    <a:pt x="838" y="112"/>
                  </a:cubicBezTo>
                  <a:cubicBezTo>
                    <a:pt x="726" y="181"/>
                    <a:pt x="601" y="293"/>
                    <a:pt x="475" y="405"/>
                  </a:cubicBezTo>
                  <a:cubicBezTo>
                    <a:pt x="349" y="516"/>
                    <a:pt x="224" y="628"/>
                    <a:pt x="140" y="725"/>
                  </a:cubicBezTo>
                  <a:cubicBezTo>
                    <a:pt x="98" y="781"/>
                    <a:pt x="43" y="837"/>
                    <a:pt x="1" y="893"/>
                  </a:cubicBezTo>
                  <a:cubicBezTo>
                    <a:pt x="1" y="893"/>
                    <a:pt x="84" y="851"/>
                    <a:pt x="182" y="767"/>
                  </a:cubicBezTo>
                  <a:cubicBezTo>
                    <a:pt x="280" y="697"/>
                    <a:pt x="419" y="600"/>
                    <a:pt x="545" y="474"/>
                  </a:cubicBezTo>
                  <a:cubicBezTo>
                    <a:pt x="670" y="363"/>
                    <a:pt x="782" y="251"/>
                    <a:pt x="866" y="153"/>
                  </a:cubicBezTo>
                  <a:cubicBezTo>
                    <a:pt x="963" y="56"/>
                    <a:pt x="1005" y="0"/>
                    <a:pt x="1005"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21"/>
            <p:cNvSpPr/>
            <p:nvPr/>
          </p:nvSpPr>
          <p:spPr>
            <a:xfrm>
              <a:off x="6933863" y="4779284"/>
              <a:ext cx="95959" cy="85825"/>
            </a:xfrm>
            <a:custGeom>
              <a:avLst/>
              <a:gdLst/>
              <a:ahLst/>
              <a:cxnLst/>
              <a:rect l="l" t="t" r="r" b="b"/>
              <a:pathLst>
                <a:path w="1326" h="1186" extrusionOk="0">
                  <a:moveTo>
                    <a:pt x="1" y="0"/>
                  </a:moveTo>
                  <a:lnTo>
                    <a:pt x="57" y="56"/>
                  </a:lnTo>
                  <a:cubicBezTo>
                    <a:pt x="85" y="84"/>
                    <a:pt x="126" y="140"/>
                    <a:pt x="196" y="196"/>
                  </a:cubicBezTo>
                  <a:cubicBezTo>
                    <a:pt x="308" y="321"/>
                    <a:pt x="461" y="475"/>
                    <a:pt x="629" y="628"/>
                  </a:cubicBezTo>
                  <a:cubicBezTo>
                    <a:pt x="796" y="781"/>
                    <a:pt x="977" y="921"/>
                    <a:pt x="1103" y="1019"/>
                  </a:cubicBezTo>
                  <a:cubicBezTo>
                    <a:pt x="1173" y="1074"/>
                    <a:pt x="1228" y="1116"/>
                    <a:pt x="1270" y="1144"/>
                  </a:cubicBezTo>
                  <a:cubicBezTo>
                    <a:pt x="1312" y="1172"/>
                    <a:pt x="1326" y="1186"/>
                    <a:pt x="1326" y="1186"/>
                  </a:cubicBezTo>
                  <a:lnTo>
                    <a:pt x="1284" y="1130"/>
                  </a:lnTo>
                  <a:cubicBezTo>
                    <a:pt x="1242" y="1088"/>
                    <a:pt x="1200" y="1032"/>
                    <a:pt x="1145" y="977"/>
                  </a:cubicBezTo>
                  <a:cubicBezTo>
                    <a:pt x="1033" y="851"/>
                    <a:pt x="866" y="698"/>
                    <a:pt x="698" y="558"/>
                  </a:cubicBezTo>
                  <a:cubicBezTo>
                    <a:pt x="531" y="405"/>
                    <a:pt x="364" y="265"/>
                    <a:pt x="224" y="154"/>
                  </a:cubicBezTo>
                  <a:cubicBezTo>
                    <a:pt x="168" y="112"/>
                    <a:pt x="98" y="70"/>
                    <a:pt x="71" y="42"/>
                  </a:cubicBezTo>
                  <a:cubicBezTo>
                    <a:pt x="29" y="14"/>
                    <a:pt x="1" y="0"/>
                    <a:pt x="1"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21"/>
            <p:cNvSpPr/>
            <p:nvPr/>
          </p:nvSpPr>
          <p:spPr>
            <a:xfrm>
              <a:off x="6743106" y="4994283"/>
              <a:ext cx="95959" cy="85825"/>
            </a:xfrm>
            <a:custGeom>
              <a:avLst/>
              <a:gdLst/>
              <a:ahLst/>
              <a:cxnLst/>
              <a:rect l="l" t="t" r="r" b="b"/>
              <a:pathLst>
                <a:path w="1326" h="1186" extrusionOk="0">
                  <a:moveTo>
                    <a:pt x="1326" y="0"/>
                  </a:moveTo>
                  <a:cubicBezTo>
                    <a:pt x="1312" y="14"/>
                    <a:pt x="1284" y="28"/>
                    <a:pt x="1270" y="42"/>
                  </a:cubicBezTo>
                  <a:cubicBezTo>
                    <a:pt x="1228" y="70"/>
                    <a:pt x="1172" y="112"/>
                    <a:pt x="1103" y="168"/>
                  </a:cubicBezTo>
                  <a:cubicBezTo>
                    <a:pt x="977" y="265"/>
                    <a:pt x="796" y="405"/>
                    <a:pt x="628" y="558"/>
                  </a:cubicBezTo>
                  <a:cubicBezTo>
                    <a:pt x="461" y="698"/>
                    <a:pt x="307" y="851"/>
                    <a:pt x="196" y="977"/>
                  </a:cubicBezTo>
                  <a:cubicBezTo>
                    <a:pt x="126" y="1033"/>
                    <a:pt x="84" y="1088"/>
                    <a:pt x="56" y="1130"/>
                  </a:cubicBezTo>
                  <a:lnTo>
                    <a:pt x="1" y="1186"/>
                  </a:lnTo>
                  <a:cubicBezTo>
                    <a:pt x="15" y="1172"/>
                    <a:pt x="42" y="1158"/>
                    <a:pt x="70" y="1144"/>
                  </a:cubicBezTo>
                  <a:cubicBezTo>
                    <a:pt x="98" y="1116"/>
                    <a:pt x="154" y="1074"/>
                    <a:pt x="224" y="1019"/>
                  </a:cubicBezTo>
                  <a:cubicBezTo>
                    <a:pt x="363" y="921"/>
                    <a:pt x="531" y="781"/>
                    <a:pt x="698" y="628"/>
                  </a:cubicBezTo>
                  <a:cubicBezTo>
                    <a:pt x="865" y="475"/>
                    <a:pt x="1033" y="321"/>
                    <a:pt x="1144" y="210"/>
                  </a:cubicBezTo>
                  <a:cubicBezTo>
                    <a:pt x="1200" y="140"/>
                    <a:pt x="1242" y="84"/>
                    <a:pt x="1284" y="56"/>
                  </a:cubicBezTo>
                  <a:lnTo>
                    <a:pt x="1326" y="0"/>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21"/>
            <p:cNvSpPr/>
            <p:nvPr/>
          </p:nvSpPr>
          <p:spPr>
            <a:xfrm>
              <a:off x="6940955" y="4998336"/>
              <a:ext cx="96972" cy="85825"/>
            </a:xfrm>
            <a:custGeom>
              <a:avLst/>
              <a:gdLst/>
              <a:ahLst/>
              <a:cxnLst/>
              <a:rect l="l" t="t" r="r" b="b"/>
              <a:pathLst>
                <a:path w="1340" h="1186" extrusionOk="0">
                  <a:moveTo>
                    <a:pt x="1340" y="0"/>
                  </a:moveTo>
                  <a:cubicBezTo>
                    <a:pt x="1340" y="0"/>
                    <a:pt x="1312" y="14"/>
                    <a:pt x="1270" y="42"/>
                  </a:cubicBezTo>
                  <a:cubicBezTo>
                    <a:pt x="1228" y="70"/>
                    <a:pt x="1172" y="112"/>
                    <a:pt x="1102" y="154"/>
                  </a:cubicBezTo>
                  <a:cubicBezTo>
                    <a:pt x="977" y="265"/>
                    <a:pt x="810" y="405"/>
                    <a:pt x="642" y="544"/>
                  </a:cubicBezTo>
                  <a:cubicBezTo>
                    <a:pt x="475" y="698"/>
                    <a:pt x="307" y="851"/>
                    <a:pt x="196" y="977"/>
                  </a:cubicBezTo>
                  <a:cubicBezTo>
                    <a:pt x="140" y="1032"/>
                    <a:pt x="84" y="1088"/>
                    <a:pt x="56" y="1130"/>
                  </a:cubicBezTo>
                  <a:lnTo>
                    <a:pt x="0" y="1186"/>
                  </a:lnTo>
                  <a:cubicBezTo>
                    <a:pt x="0" y="1186"/>
                    <a:pt x="28" y="1172"/>
                    <a:pt x="70" y="1144"/>
                  </a:cubicBezTo>
                  <a:cubicBezTo>
                    <a:pt x="112" y="1102"/>
                    <a:pt x="168" y="1074"/>
                    <a:pt x="238" y="1018"/>
                  </a:cubicBezTo>
                  <a:cubicBezTo>
                    <a:pt x="363" y="921"/>
                    <a:pt x="531" y="767"/>
                    <a:pt x="698" y="628"/>
                  </a:cubicBezTo>
                  <a:cubicBezTo>
                    <a:pt x="865" y="474"/>
                    <a:pt x="1033" y="321"/>
                    <a:pt x="1144" y="195"/>
                  </a:cubicBezTo>
                  <a:cubicBezTo>
                    <a:pt x="1200" y="140"/>
                    <a:pt x="1256" y="84"/>
                    <a:pt x="1284" y="56"/>
                  </a:cubicBezTo>
                  <a:lnTo>
                    <a:pt x="1340" y="0"/>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21"/>
            <p:cNvSpPr/>
            <p:nvPr/>
          </p:nvSpPr>
          <p:spPr>
            <a:xfrm>
              <a:off x="6646207" y="4994283"/>
              <a:ext cx="95959" cy="85825"/>
            </a:xfrm>
            <a:custGeom>
              <a:avLst/>
              <a:gdLst/>
              <a:ahLst/>
              <a:cxnLst/>
              <a:rect l="l" t="t" r="r" b="b"/>
              <a:pathLst>
                <a:path w="1326" h="1186" extrusionOk="0">
                  <a:moveTo>
                    <a:pt x="1" y="0"/>
                  </a:moveTo>
                  <a:lnTo>
                    <a:pt x="56" y="56"/>
                  </a:lnTo>
                  <a:cubicBezTo>
                    <a:pt x="84" y="84"/>
                    <a:pt x="126" y="140"/>
                    <a:pt x="182" y="196"/>
                  </a:cubicBezTo>
                  <a:cubicBezTo>
                    <a:pt x="307" y="321"/>
                    <a:pt x="461" y="475"/>
                    <a:pt x="628" y="628"/>
                  </a:cubicBezTo>
                  <a:cubicBezTo>
                    <a:pt x="796" y="781"/>
                    <a:pt x="977" y="921"/>
                    <a:pt x="1102" y="1019"/>
                  </a:cubicBezTo>
                  <a:cubicBezTo>
                    <a:pt x="1172" y="1074"/>
                    <a:pt x="1228" y="1116"/>
                    <a:pt x="1270" y="1144"/>
                  </a:cubicBezTo>
                  <a:cubicBezTo>
                    <a:pt x="1312" y="1172"/>
                    <a:pt x="1326" y="1186"/>
                    <a:pt x="1326" y="1186"/>
                  </a:cubicBezTo>
                  <a:lnTo>
                    <a:pt x="1284" y="1130"/>
                  </a:lnTo>
                  <a:cubicBezTo>
                    <a:pt x="1242" y="1088"/>
                    <a:pt x="1200" y="1033"/>
                    <a:pt x="1144" y="977"/>
                  </a:cubicBezTo>
                  <a:cubicBezTo>
                    <a:pt x="1019" y="851"/>
                    <a:pt x="865" y="698"/>
                    <a:pt x="698" y="558"/>
                  </a:cubicBezTo>
                  <a:cubicBezTo>
                    <a:pt x="531" y="405"/>
                    <a:pt x="363" y="265"/>
                    <a:pt x="224" y="168"/>
                  </a:cubicBezTo>
                  <a:cubicBezTo>
                    <a:pt x="154" y="112"/>
                    <a:pt x="98" y="70"/>
                    <a:pt x="56" y="42"/>
                  </a:cubicBezTo>
                  <a:cubicBezTo>
                    <a:pt x="28" y="14"/>
                    <a:pt x="1" y="0"/>
                    <a:pt x="1"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21"/>
            <p:cNvSpPr/>
            <p:nvPr/>
          </p:nvSpPr>
          <p:spPr>
            <a:xfrm>
              <a:off x="6840004" y="4998336"/>
              <a:ext cx="96972" cy="85825"/>
            </a:xfrm>
            <a:custGeom>
              <a:avLst/>
              <a:gdLst/>
              <a:ahLst/>
              <a:cxnLst/>
              <a:rect l="l" t="t" r="r" b="b"/>
              <a:pathLst>
                <a:path w="1340" h="1186" extrusionOk="0">
                  <a:moveTo>
                    <a:pt x="1" y="0"/>
                  </a:moveTo>
                  <a:lnTo>
                    <a:pt x="56" y="56"/>
                  </a:lnTo>
                  <a:cubicBezTo>
                    <a:pt x="84" y="84"/>
                    <a:pt x="126" y="140"/>
                    <a:pt x="196" y="195"/>
                  </a:cubicBezTo>
                  <a:cubicBezTo>
                    <a:pt x="308" y="321"/>
                    <a:pt x="475" y="474"/>
                    <a:pt x="628" y="628"/>
                  </a:cubicBezTo>
                  <a:cubicBezTo>
                    <a:pt x="796" y="781"/>
                    <a:pt x="977" y="921"/>
                    <a:pt x="1103" y="1018"/>
                  </a:cubicBezTo>
                  <a:cubicBezTo>
                    <a:pt x="1172" y="1074"/>
                    <a:pt x="1228" y="1102"/>
                    <a:pt x="1270" y="1144"/>
                  </a:cubicBezTo>
                  <a:cubicBezTo>
                    <a:pt x="1284" y="1158"/>
                    <a:pt x="1312" y="1172"/>
                    <a:pt x="1340" y="1186"/>
                  </a:cubicBezTo>
                  <a:lnTo>
                    <a:pt x="1284" y="1130"/>
                  </a:lnTo>
                  <a:cubicBezTo>
                    <a:pt x="1242" y="1088"/>
                    <a:pt x="1200" y="1032"/>
                    <a:pt x="1144" y="977"/>
                  </a:cubicBezTo>
                  <a:cubicBezTo>
                    <a:pt x="1033" y="851"/>
                    <a:pt x="865" y="698"/>
                    <a:pt x="698" y="544"/>
                  </a:cubicBezTo>
                  <a:cubicBezTo>
                    <a:pt x="531" y="405"/>
                    <a:pt x="363" y="265"/>
                    <a:pt x="224" y="154"/>
                  </a:cubicBezTo>
                  <a:cubicBezTo>
                    <a:pt x="168" y="112"/>
                    <a:pt x="98" y="70"/>
                    <a:pt x="70" y="42"/>
                  </a:cubicBezTo>
                  <a:cubicBezTo>
                    <a:pt x="42" y="28"/>
                    <a:pt x="29" y="14"/>
                    <a:pt x="1"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21"/>
            <p:cNvSpPr/>
            <p:nvPr/>
          </p:nvSpPr>
          <p:spPr>
            <a:xfrm>
              <a:off x="6665384" y="4994283"/>
              <a:ext cx="68749" cy="61655"/>
            </a:xfrm>
            <a:custGeom>
              <a:avLst/>
              <a:gdLst/>
              <a:ahLst/>
              <a:cxnLst/>
              <a:rect l="l" t="t" r="r" b="b"/>
              <a:pathLst>
                <a:path w="950" h="852" extrusionOk="0">
                  <a:moveTo>
                    <a:pt x="1" y="0"/>
                  </a:moveTo>
                  <a:cubicBezTo>
                    <a:pt x="42" y="56"/>
                    <a:pt x="84" y="112"/>
                    <a:pt x="126" y="154"/>
                  </a:cubicBezTo>
                  <a:cubicBezTo>
                    <a:pt x="224" y="265"/>
                    <a:pt x="321" y="363"/>
                    <a:pt x="433" y="461"/>
                  </a:cubicBezTo>
                  <a:cubicBezTo>
                    <a:pt x="558" y="572"/>
                    <a:pt x="684" y="670"/>
                    <a:pt x="782" y="740"/>
                  </a:cubicBezTo>
                  <a:cubicBezTo>
                    <a:pt x="837" y="781"/>
                    <a:pt x="893" y="809"/>
                    <a:pt x="949" y="851"/>
                  </a:cubicBezTo>
                  <a:cubicBezTo>
                    <a:pt x="949" y="851"/>
                    <a:pt x="907" y="781"/>
                    <a:pt x="823" y="698"/>
                  </a:cubicBezTo>
                  <a:cubicBezTo>
                    <a:pt x="740" y="600"/>
                    <a:pt x="642" y="489"/>
                    <a:pt x="517" y="391"/>
                  </a:cubicBezTo>
                  <a:cubicBezTo>
                    <a:pt x="405" y="293"/>
                    <a:pt x="293" y="196"/>
                    <a:pt x="168" y="112"/>
                  </a:cubicBezTo>
                  <a:cubicBezTo>
                    <a:pt x="70" y="42"/>
                    <a:pt x="1" y="0"/>
                    <a:pt x="1"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21"/>
            <p:cNvSpPr/>
            <p:nvPr/>
          </p:nvSpPr>
          <p:spPr>
            <a:xfrm>
              <a:off x="7033801" y="4871116"/>
              <a:ext cx="8178" cy="129316"/>
            </a:xfrm>
            <a:custGeom>
              <a:avLst/>
              <a:gdLst/>
              <a:ahLst/>
              <a:cxnLst/>
              <a:rect l="l" t="t" r="r" b="b"/>
              <a:pathLst>
                <a:path w="113" h="1787" extrusionOk="0">
                  <a:moveTo>
                    <a:pt x="29" y="1"/>
                  </a:moveTo>
                  <a:lnTo>
                    <a:pt x="29" y="84"/>
                  </a:lnTo>
                  <a:cubicBezTo>
                    <a:pt x="29" y="126"/>
                    <a:pt x="29" y="196"/>
                    <a:pt x="15" y="280"/>
                  </a:cubicBezTo>
                  <a:cubicBezTo>
                    <a:pt x="15" y="461"/>
                    <a:pt x="1" y="670"/>
                    <a:pt x="15" y="893"/>
                  </a:cubicBezTo>
                  <a:cubicBezTo>
                    <a:pt x="29" y="1116"/>
                    <a:pt x="43" y="1340"/>
                    <a:pt x="57" y="1507"/>
                  </a:cubicBezTo>
                  <a:cubicBezTo>
                    <a:pt x="57" y="1591"/>
                    <a:pt x="71" y="1660"/>
                    <a:pt x="71" y="1716"/>
                  </a:cubicBezTo>
                  <a:cubicBezTo>
                    <a:pt x="84" y="1758"/>
                    <a:pt x="84" y="1786"/>
                    <a:pt x="84" y="1786"/>
                  </a:cubicBezTo>
                  <a:lnTo>
                    <a:pt x="84" y="1716"/>
                  </a:lnTo>
                  <a:cubicBezTo>
                    <a:pt x="84" y="1660"/>
                    <a:pt x="98" y="1591"/>
                    <a:pt x="98" y="1507"/>
                  </a:cubicBezTo>
                  <a:cubicBezTo>
                    <a:pt x="112" y="1340"/>
                    <a:pt x="112" y="1116"/>
                    <a:pt x="112" y="893"/>
                  </a:cubicBezTo>
                  <a:cubicBezTo>
                    <a:pt x="112" y="670"/>
                    <a:pt x="84" y="447"/>
                    <a:pt x="71" y="280"/>
                  </a:cubicBezTo>
                  <a:cubicBezTo>
                    <a:pt x="71" y="196"/>
                    <a:pt x="57" y="126"/>
                    <a:pt x="43" y="84"/>
                  </a:cubicBezTo>
                  <a:cubicBezTo>
                    <a:pt x="43" y="28"/>
                    <a:pt x="29" y="1"/>
                    <a:pt x="29"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21"/>
            <p:cNvSpPr/>
            <p:nvPr/>
          </p:nvSpPr>
          <p:spPr>
            <a:xfrm>
              <a:off x="6640128" y="5163837"/>
              <a:ext cx="98999" cy="215069"/>
            </a:xfrm>
            <a:custGeom>
              <a:avLst/>
              <a:gdLst/>
              <a:ahLst/>
              <a:cxnLst/>
              <a:rect l="l" t="t" r="r" b="b"/>
              <a:pathLst>
                <a:path w="1368" h="2972" extrusionOk="0">
                  <a:moveTo>
                    <a:pt x="1368" y="1"/>
                  </a:moveTo>
                  <a:cubicBezTo>
                    <a:pt x="1354" y="15"/>
                    <a:pt x="1326" y="29"/>
                    <a:pt x="1312" y="43"/>
                  </a:cubicBezTo>
                  <a:cubicBezTo>
                    <a:pt x="1270" y="84"/>
                    <a:pt x="1200" y="112"/>
                    <a:pt x="1145" y="168"/>
                  </a:cubicBezTo>
                  <a:cubicBezTo>
                    <a:pt x="1005" y="266"/>
                    <a:pt x="838" y="419"/>
                    <a:pt x="670" y="559"/>
                  </a:cubicBezTo>
                  <a:cubicBezTo>
                    <a:pt x="503" y="712"/>
                    <a:pt x="336" y="866"/>
                    <a:pt x="224" y="991"/>
                  </a:cubicBezTo>
                  <a:cubicBezTo>
                    <a:pt x="168" y="1047"/>
                    <a:pt x="126" y="1103"/>
                    <a:pt x="85" y="1131"/>
                  </a:cubicBezTo>
                  <a:lnTo>
                    <a:pt x="29" y="1186"/>
                  </a:lnTo>
                  <a:lnTo>
                    <a:pt x="29" y="1270"/>
                  </a:lnTo>
                  <a:cubicBezTo>
                    <a:pt x="29" y="1312"/>
                    <a:pt x="29" y="1382"/>
                    <a:pt x="15" y="1465"/>
                  </a:cubicBezTo>
                  <a:cubicBezTo>
                    <a:pt x="15" y="1647"/>
                    <a:pt x="1" y="1856"/>
                    <a:pt x="15" y="2079"/>
                  </a:cubicBezTo>
                  <a:cubicBezTo>
                    <a:pt x="29" y="2302"/>
                    <a:pt x="43" y="2525"/>
                    <a:pt x="57" y="2693"/>
                  </a:cubicBezTo>
                  <a:cubicBezTo>
                    <a:pt x="57" y="2776"/>
                    <a:pt x="71" y="2846"/>
                    <a:pt x="71" y="2902"/>
                  </a:cubicBezTo>
                  <a:cubicBezTo>
                    <a:pt x="85" y="2944"/>
                    <a:pt x="85" y="2972"/>
                    <a:pt x="85" y="2972"/>
                  </a:cubicBezTo>
                  <a:cubicBezTo>
                    <a:pt x="85" y="2958"/>
                    <a:pt x="85" y="2930"/>
                    <a:pt x="85" y="2902"/>
                  </a:cubicBezTo>
                  <a:cubicBezTo>
                    <a:pt x="85" y="2846"/>
                    <a:pt x="98" y="2776"/>
                    <a:pt x="98" y="2693"/>
                  </a:cubicBezTo>
                  <a:cubicBezTo>
                    <a:pt x="112" y="2525"/>
                    <a:pt x="112" y="2302"/>
                    <a:pt x="112" y="2079"/>
                  </a:cubicBezTo>
                  <a:cubicBezTo>
                    <a:pt x="112" y="1856"/>
                    <a:pt x="98" y="1633"/>
                    <a:pt x="71" y="1465"/>
                  </a:cubicBezTo>
                  <a:cubicBezTo>
                    <a:pt x="71" y="1382"/>
                    <a:pt x="57" y="1312"/>
                    <a:pt x="57" y="1270"/>
                  </a:cubicBezTo>
                  <a:cubicBezTo>
                    <a:pt x="43" y="1214"/>
                    <a:pt x="43" y="1186"/>
                    <a:pt x="43" y="1186"/>
                  </a:cubicBezTo>
                  <a:cubicBezTo>
                    <a:pt x="57" y="1172"/>
                    <a:pt x="85" y="1158"/>
                    <a:pt x="112" y="1144"/>
                  </a:cubicBezTo>
                  <a:cubicBezTo>
                    <a:pt x="140" y="1117"/>
                    <a:pt x="196" y="1075"/>
                    <a:pt x="266" y="1033"/>
                  </a:cubicBezTo>
                  <a:cubicBezTo>
                    <a:pt x="405" y="921"/>
                    <a:pt x="573" y="782"/>
                    <a:pt x="740" y="628"/>
                  </a:cubicBezTo>
                  <a:cubicBezTo>
                    <a:pt x="907" y="489"/>
                    <a:pt x="1075" y="335"/>
                    <a:pt x="1186" y="210"/>
                  </a:cubicBezTo>
                  <a:cubicBezTo>
                    <a:pt x="1242" y="154"/>
                    <a:pt x="1284" y="98"/>
                    <a:pt x="1326" y="56"/>
                  </a:cubicBezTo>
                  <a:lnTo>
                    <a:pt x="1368" y="1"/>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21"/>
            <p:cNvSpPr/>
            <p:nvPr/>
          </p:nvSpPr>
          <p:spPr>
            <a:xfrm>
              <a:off x="6739053" y="5163837"/>
              <a:ext cx="95959" cy="85897"/>
            </a:xfrm>
            <a:custGeom>
              <a:avLst/>
              <a:gdLst/>
              <a:ahLst/>
              <a:cxnLst/>
              <a:rect l="l" t="t" r="r" b="b"/>
              <a:pathLst>
                <a:path w="1326" h="1187" extrusionOk="0">
                  <a:moveTo>
                    <a:pt x="1" y="1"/>
                  </a:moveTo>
                  <a:lnTo>
                    <a:pt x="43" y="56"/>
                  </a:lnTo>
                  <a:cubicBezTo>
                    <a:pt x="84" y="98"/>
                    <a:pt x="126" y="154"/>
                    <a:pt x="182" y="210"/>
                  </a:cubicBezTo>
                  <a:cubicBezTo>
                    <a:pt x="308" y="335"/>
                    <a:pt x="461" y="489"/>
                    <a:pt x="628" y="642"/>
                  </a:cubicBezTo>
                  <a:cubicBezTo>
                    <a:pt x="810" y="782"/>
                    <a:pt x="963" y="921"/>
                    <a:pt x="1103" y="1033"/>
                  </a:cubicBezTo>
                  <a:cubicBezTo>
                    <a:pt x="1172" y="1075"/>
                    <a:pt x="1228" y="1117"/>
                    <a:pt x="1270" y="1144"/>
                  </a:cubicBezTo>
                  <a:cubicBezTo>
                    <a:pt x="1284" y="1158"/>
                    <a:pt x="1312" y="1172"/>
                    <a:pt x="1326" y="1186"/>
                  </a:cubicBezTo>
                  <a:lnTo>
                    <a:pt x="1284" y="1131"/>
                  </a:lnTo>
                  <a:cubicBezTo>
                    <a:pt x="1242" y="1103"/>
                    <a:pt x="1200" y="1047"/>
                    <a:pt x="1145" y="991"/>
                  </a:cubicBezTo>
                  <a:cubicBezTo>
                    <a:pt x="1019" y="866"/>
                    <a:pt x="866" y="712"/>
                    <a:pt x="698" y="559"/>
                  </a:cubicBezTo>
                  <a:cubicBezTo>
                    <a:pt x="531" y="405"/>
                    <a:pt x="349" y="266"/>
                    <a:pt x="224" y="168"/>
                  </a:cubicBezTo>
                  <a:cubicBezTo>
                    <a:pt x="154" y="112"/>
                    <a:pt x="98" y="84"/>
                    <a:pt x="57" y="43"/>
                  </a:cubicBezTo>
                  <a:cubicBezTo>
                    <a:pt x="15" y="15"/>
                    <a:pt x="1" y="1"/>
                    <a:pt x="1"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21"/>
            <p:cNvSpPr/>
            <p:nvPr/>
          </p:nvSpPr>
          <p:spPr>
            <a:xfrm>
              <a:off x="6746145" y="5382890"/>
              <a:ext cx="96972" cy="85897"/>
            </a:xfrm>
            <a:custGeom>
              <a:avLst/>
              <a:gdLst/>
              <a:ahLst/>
              <a:cxnLst/>
              <a:rect l="l" t="t" r="r" b="b"/>
              <a:pathLst>
                <a:path w="1340" h="1187" extrusionOk="0">
                  <a:moveTo>
                    <a:pt x="1339" y="1"/>
                  </a:moveTo>
                  <a:cubicBezTo>
                    <a:pt x="1312" y="14"/>
                    <a:pt x="1284" y="28"/>
                    <a:pt x="1270" y="42"/>
                  </a:cubicBezTo>
                  <a:cubicBezTo>
                    <a:pt x="1228" y="70"/>
                    <a:pt x="1172" y="112"/>
                    <a:pt x="1102" y="168"/>
                  </a:cubicBezTo>
                  <a:cubicBezTo>
                    <a:pt x="977" y="266"/>
                    <a:pt x="795" y="419"/>
                    <a:pt x="642" y="558"/>
                  </a:cubicBezTo>
                  <a:cubicBezTo>
                    <a:pt x="475" y="712"/>
                    <a:pt x="307" y="865"/>
                    <a:pt x="196" y="991"/>
                  </a:cubicBezTo>
                  <a:cubicBezTo>
                    <a:pt x="140" y="1047"/>
                    <a:pt x="84" y="1102"/>
                    <a:pt x="56" y="1130"/>
                  </a:cubicBezTo>
                  <a:lnTo>
                    <a:pt x="0" y="1186"/>
                  </a:lnTo>
                  <a:cubicBezTo>
                    <a:pt x="0" y="1186"/>
                    <a:pt x="28" y="1172"/>
                    <a:pt x="70" y="1144"/>
                  </a:cubicBezTo>
                  <a:cubicBezTo>
                    <a:pt x="98" y="1116"/>
                    <a:pt x="168" y="1075"/>
                    <a:pt x="224" y="1033"/>
                  </a:cubicBezTo>
                  <a:cubicBezTo>
                    <a:pt x="363" y="921"/>
                    <a:pt x="530" y="782"/>
                    <a:pt x="698" y="628"/>
                  </a:cubicBezTo>
                  <a:cubicBezTo>
                    <a:pt x="865" y="489"/>
                    <a:pt x="1033" y="335"/>
                    <a:pt x="1144" y="210"/>
                  </a:cubicBezTo>
                  <a:cubicBezTo>
                    <a:pt x="1200" y="154"/>
                    <a:pt x="1256" y="98"/>
                    <a:pt x="1284" y="56"/>
                  </a:cubicBezTo>
                  <a:lnTo>
                    <a:pt x="1339" y="1"/>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21"/>
            <p:cNvSpPr/>
            <p:nvPr/>
          </p:nvSpPr>
          <p:spPr>
            <a:xfrm>
              <a:off x="6645194" y="5382890"/>
              <a:ext cx="95959" cy="85897"/>
            </a:xfrm>
            <a:custGeom>
              <a:avLst/>
              <a:gdLst/>
              <a:ahLst/>
              <a:cxnLst/>
              <a:rect l="l" t="t" r="r" b="b"/>
              <a:pathLst>
                <a:path w="1326" h="1187" extrusionOk="0">
                  <a:moveTo>
                    <a:pt x="1" y="1"/>
                  </a:moveTo>
                  <a:lnTo>
                    <a:pt x="56" y="56"/>
                  </a:lnTo>
                  <a:cubicBezTo>
                    <a:pt x="84" y="98"/>
                    <a:pt x="126" y="154"/>
                    <a:pt x="196" y="210"/>
                  </a:cubicBezTo>
                  <a:cubicBezTo>
                    <a:pt x="307" y="335"/>
                    <a:pt x="461" y="489"/>
                    <a:pt x="628" y="628"/>
                  </a:cubicBezTo>
                  <a:cubicBezTo>
                    <a:pt x="796" y="782"/>
                    <a:pt x="977" y="921"/>
                    <a:pt x="1102" y="1033"/>
                  </a:cubicBezTo>
                  <a:cubicBezTo>
                    <a:pt x="1172" y="1075"/>
                    <a:pt x="1228" y="1116"/>
                    <a:pt x="1270" y="1144"/>
                  </a:cubicBezTo>
                  <a:cubicBezTo>
                    <a:pt x="1312" y="1172"/>
                    <a:pt x="1326" y="1186"/>
                    <a:pt x="1326" y="1186"/>
                  </a:cubicBezTo>
                  <a:lnTo>
                    <a:pt x="1284" y="1130"/>
                  </a:lnTo>
                  <a:cubicBezTo>
                    <a:pt x="1242" y="1102"/>
                    <a:pt x="1200" y="1047"/>
                    <a:pt x="1144" y="991"/>
                  </a:cubicBezTo>
                  <a:cubicBezTo>
                    <a:pt x="1033" y="865"/>
                    <a:pt x="865" y="712"/>
                    <a:pt x="698" y="558"/>
                  </a:cubicBezTo>
                  <a:cubicBezTo>
                    <a:pt x="531" y="405"/>
                    <a:pt x="363" y="266"/>
                    <a:pt x="224" y="168"/>
                  </a:cubicBezTo>
                  <a:cubicBezTo>
                    <a:pt x="168" y="112"/>
                    <a:pt x="98" y="70"/>
                    <a:pt x="70" y="42"/>
                  </a:cubicBezTo>
                  <a:cubicBezTo>
                    <a:pt x="42" y="28"/>
                    <a:pt x="15" y="15"/>
                    <a:pt x="1"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21"/>
            <p:cNvSpPr/>
            <p:nvPr/>
          </p:nvSpPr>
          <p:spPr>
            <a:xfrm>
              <a:off x="6824880" y="4888267"/>
              <a:ext cx="7164" cy="82858"/>
            </a:xfrm>
            <a:custGeom>
              <a:avLst/>
              <a:gdLst/>
              <a:ahLst/>
              <a:cxnLst/>
              <a:rect l="l" t="t" r="r" b="b"/>
              <a:pathLst>
                <a:path w="99" h="1145" extrusionOk="0">
                  <a:moveTo>
                    <a:pt x="42" y="1"/>
                  </a:moveTo>
                  <a:cubicBezTo>
                    <a:pt x="42" y="1"/>
                    <a:pt x="28" y="70"/>
                    <a:pt x="14" y="182"/>
                  </a:cubicBezTo>
                  <a:cubicBezTo>
                    <a:pt x="0" y="308"/>
                    <a:pt x="0" y="447"/>
                    <a:pt x="0" y="573"/>
                  </a:cubicBezTo>
                  <a:cubicBezTo>
                    <a:pt x="0" y="712"/>
                    <a:pt x="14" y="838"/>
                    <a:pt x="28" y="977"/>
                  </a:cubicBezTo>
                  <a:cubicBezTo>
                    <a:pt x="42" y="1075"/>
                    <a:pt x="56" y="1145"/>
                    <a:pt x="56" y="1145"/>
                  </a:cubicBezTo>
                  <a:cubicBezTo>
                    <a:pt x="70" y="1089"/>
                    <a:pt x="84" y="1033"/>
                    <a:pt x="84" y="977"/>
                  </a:cubicBezTo>
                  <a:cubicBezTo>
                    <a:pt x="98" y="838"/>
                    <a:pt x="98" y="712"/>
                    <a:pt x="98" y="573"/>
                  </a:cubicBezTo>
                  <a:cubicBezTo>
                    <a:pt x="98" y="433"/>
                    <a:pt x="84" y="280"/>
                    <a:pt x="70" y="182"/>
                  </a:cubicBezTo>
                  <a:cubicBezTo>
                    <a:pt x="56" y="112"/>
                    <a:pt x="56" y="57"/>
                    <a:pt x="42"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21"/>
            <p:cNvSpPr/>
            <p:nvPr/>
          </p:nvSpPr>
          <p:spPr>
            <a:xfrm>
              <a:off x="6737027" y="5080037"/>
              <a:ext cx="7164" cy="83871"/>
            </a:xfrm>
            <a:custGeom>
              <a:avLst/>
              <a:gdLst/>
              <a:ahLst/>
              <a:cxnLst/>
              <a:rect l="l" t="t" r="r" b="b"/>
              <a:pathLst>
                <a:path w="99" h="1159" extrusionOk="0">
                  <a:moveTo>
                    <a:pt x="43" y="1"/>
                  </a:moveTo>
                  <a:cubicBezTo>
                    <a:pt x="43" y="1"/>
                    <a:pt x="29" y="71"/>
                    <a:pt x="15" y="182"/>
                  </a:cubicBezTo>
                  <a:cubicBezTo>
                    <a:pt x="1" y="322"/>
                    <a:pt x="1" y="447"/>
                    <a:pt x="1" y="587"/>
                  </a:cubicBezTo>
                  <a:cubicBezTo>
                    <a:pt x="1" y="726"/>
                    <a:pt x="15" y="866"/>
                    <a:pt x="29" y="977"/>
                  </a:cubicBezTo>
                  <a:cubicBezTo>
                    <a:pt x="43" y="1033"/>
                    <a:pt x="43" y="1103"/>
                    <a:pt x="71" y="1159"/>
                  </a:cubicBezTo>
                  <a:cubicBezTo>
                    <a:pt x="71" y="1159"/>
                    <a:pt x="85" y="1075"/>
                    <a:pt x="85" y="977"/>
                  </a:cubicBezTo>
                  <a:cubicBezTo>
                    <a:pt x="99" y="852"/>
                    <a:pt x="99" y="712"/>
                    <a:pt x="99" y="587"/>
                  </a:cubicBezTo>
                  <a:cubicBezTo>
                    <a:pt x="99" y="447"/>
                    <a:pt x="85" y="308"/>
                    <a:pt x="71" y="182"/>
                  </a:cubicBezTo>
                  <a:cubicBezTo>
                    <a:pt x="71" y="126"/>
                    <a:pt x="57" y="57"/>
                    <a:pt x="43"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21"/>
            <p:cNvSpPr/>
            <p:nvPr/>
          </p:nvSpPr>
          <p:spPr>
            <a:xfrm>
              <a:off x="6559512" y="4993270"/>
              <a:ext cx="84742" cy="78950"/>
            </a:xfrm>
            <a:custGeom>
              <a:avLst/>
              <a:gdLst/>
              <a:ahLst/>
              <a:cxnLst/>
              <a:rect l="l" t="t" r="r" b="b"/>
              <a:pathLst>
                <a:path w="1171" h="1091" extrusionOk="0">
                  <a:moveTo>
                    <a:pt x="1171" y="0"/>
                  </a:moveTo>
                  <a:cubicBezTo>
                    <a:pt x="1115" y="28"/>
                    <a:pt x="1059" y="70"/>
                    <a:pt x="1017" y="112"/>
                  </a:cubicBezTo>
                  <a:cubicBezTo>
                    <a:pt x="920" y="196"/>
                    <a:pt x="822" y="279"/>
                    <a:pt x="724" y="377"/>
                  </a:cubicBezTo>
                  <a:cubicBezTo>
                    <a:pt x="641" y="475"/>
                    <a:pt x="557" y="558"/>
                    <a:pt x="501" y="642"/>
                  </a:cubicBezTo>
                  <a:cubicBezTo>
                    <a:pt x="452" y="607"/>
                    <a:pt x="402" y="591"/>
                    <a:pt x="353" y="591"/>
                  </a:cubicBezTo>
                  <a:cubicBezTo>
                    <a:pt x="155" y="591"/>
                    <a:pt x="1" y="850"/>
                    <a:pt x="180" y="1019"/>
                  </a:cubicBezTo>
                  <a:cubicBezTo>
                    <a:pt x="234" y="1069"/>
                    <a:pt x="293" y="1090"/>
                    <a:pt x="351" y="1090"/>
                  </a:cubicBezTo>
                  <a:cubicBezTo>
                    <a:pt x="533" y="1090"/>
                    <a:pt x="691" y="875"/>
                    <a:pt x="543" y="684"/>
                  </a:cubicBezTo>
                  <a:cubicBezTo>
                    <a:pt x="627" y="614"/>
                    <a:pt x="710" y="530"/>
                    <a:pt x="794" y="447"/>
                  </a:cubicBezTo>
                  <a:cubicBezTo>
                    <a:pt x="892" y="349"/>
                    <a:pt x="975" y="251"/>
                    <a:pt x="1059" y="140"/>
                  </a:cubicBezTo>
                  <a:cubicBezTo>
                    <a:pt x="1101" y="98"/>
                    <a:pt x="1129" y="42"/>
                    <a:pt x="1171"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21"/>
            <p:cNvSpPr/>
            <p:nvPr/>
          </p:nvSpPr>
          <p:spPr>
            <a:xfrm>
              <a:off x="6840004" y="5084090"/>
              <a:ext cx="102038" cy="385199"/>
            </a:xfrm>
            <a:custGeom>
              <a:avLst/>
              <a:gdLst/>
              <a:ahLst/>
              <a:cxnLst/>
              <a:rect l="l" t="t" r="r" b="b"/>
              <a:pathLst>
                <a:path w="1410" h="5323" extrusionOk="0">
                  <a:moveTo>
                    <a:pt x="1326" y="1"/>
                  </a:moveTo>
                  <a:cubicBezTo>
                    <a:pt x="1326" y="1"/>
                    <a:pt x="1326" y="84"/>
                    <a:pt x="1312" y="224"/>
                  </a:cubicBezTo>
                  <a:cubicBezTo>
                    <a:pt x="1298" y="363"/>
                    <a:pt x="1284" y="559"/>
                    <a:pt x="1270" y="796"/>
                  </a:cubicBezTo>
                  <a:cubicBezTo>
                    <a:pt x="1256" y="1033"/>
                    <a:pt x="1242" y="1312"/>
                    <a:pt x="1228" y="1605"/>
                  </a:cubicBezTo>
                  <a:cubicBezTo>
                    <a:pt x="1214" y="1898"/>
                    <a:pt x="1200" y="2219"/>
                    <a:pt x="1186" y="2539"/>
                  </a:cubicBezTo>
                  <a:cubicBezTo>
                    <a:pt x="1172" y="2860"/>
                    <a:pt x="1172" y="3181"/>
                    <a:pt x="1172" y="3474"/>
                  </a:cubicBezTo>
                  <a:cubicBezTo>
                    <a:pt x="1158" y="3767"/>
                    <a:pt x="1172" y="4046"/>
                    <a:pt x="1158" y="4283"/>
                  </a:cubicBezTo>
                  <a:cubicBezTo>
                    <a:pt x="1144" y="4534"/>
                    <a:pt x="1158" y="4715"/>
                    <a:pt x="1158" y="4855"/>
                  </a:cubicBezTo>
                  <a:cubicBezTo>
                    <a:pt x="1103" y="4855"/>
                    <a:pt x="1047" y="4869"/>
                    <a:pt x="1005" y="4911"/>
                  </a:cubicBezTo>
                  <a:cubicBezTo>
                    <a:pt x="907" y="4813"/>
                    <a:pt x="782" y="4674"/>
                    <a:pt x="642" y="4548"/>
                  </a:cubicBezTo>
                  <a:cubicBezTo>
                    <a:pt x="503" y="4422"/>
                    <a:pt x="363" y="4297"/>
                    <a:pt x="252" y="4213"/>
                  </a:cubicBezTo>
                  <a:cubicBezTo>
                    <a:pt x="196" y="4171"/>
                    <a:pt x="140" y="4143"/>
                    <a:pt x="112" y="4116"/>
                  </a:cubicBezTo>
                  <a:lnTo>
                    <a:pt x="70" y="4088"/>
                  </a:lnTo>
                  <a:cubicBezTo>
                    <a:pt x="70" y="4032"/>
                    <a:pt x="84" y="3976"/>
                    <a:pt x="84" y="3892"/>
                  </a:cubicBezTo>
                  <a:cubicBezTo>
                    <a:pt x="98" y="3725"/>
                    <a:pt x="98" y="3502"/>
                    <a:pt x="98" y="3279"/>
                  </a:cubicBezTo>
                  <a:cubicBezTo>
                    <a:pt x="84" y="3056"/>
                    <a:pt x="70" y="2832"/>
                    <a:pt x="56" y="2665"/>
                  </a:cubicBezTo>
                  <a:cubicBezTo>
                    <a:pt x="56" y="2581"/>
                    <a:pt x="42" y="2512"/>
                    <a:pt x="42" y="2470"/>
                  </a:cubicBezTo>
                  <a:cubicBezTo>
                    <a:pt x="29" y="2414"/>
                    <a:pt x="29" y="2386"/>
                    <a:pt x="29" y="2386"/>
                  </a:cubicBezTo>
                  <a:lnTo>
                    <a:pt x="29" y="2470"/>
                  </a:lnTo>
                  <a:cubicBezTo>
                    <a:pt x="29" y="2512"/>
                    <a:pt x="15" y="2581"/>
                    <a:pt x="15" y="2665"/>
                  </a:cubicBezTo>
                  <a:cubicBezTo>
                    <a:pt x="15" y="2846"/>
                    <a:pt x="1" y="3056"/>
                    <a:pt x="15" y="3279"/>
                  </a:cubicBezTo>
                  <a:cubicBezTo>
                    <a:pt x="15" y="3502"/>
                    <a:pt x="29" y="3725"/>
                    <a:pt x="42" y="3892"/>
                  </a:cubicBezTo>
                  <a:cubicBezTo>
                    <a:pt x="42" y="3976"/>
                    <a:pt x="56" y="4046"/>
                    <a:pt x="70" y="4102"/>
                  </a:cubicBezTo>
                  <a:lnTo>
                    <a:pt x="112" y="4143"/>
                  </a:lnTo>
                  <a:cubicBezTo>
                    <a:pt x="140" y="4171"/>
                    <a:pt x="168" y="4213"/>
                    <a:pt x="224" y="4269"/>
                  </a:cubicBezTo>
                  <a:cubicBezTo>
                    <a:pt x="321" y="4367"/>
                    <a:pt x="447" y="4506"/>
                    <a:pt x="586" y="4632"/>
                  </a:cubicBezTo>
                  <a:cubicBezTo>
                    <a:pt x="726" y="4757"/>
                    <a:pt x="865" y="4869"/>
                    <a:pt x="977" y="4953"/>
                  </a:cubicBezTo>
                  <a:cubicBezTo>
                    <a:pt x="949" y="4994"/>
                    <a:pt x="935" y="5036"/>
                    <a:pt x="935" y="5092"/>
                  </a:cubicBezTo>
                  <a:cubicBezTo>
                    <a:pt x="935" y="5245"/>
                    <a:pt x="1050" y="5322"/>
                    <a:pt x="1165" y="5322"/>
                  </a:cubicBezTo>
                  <a:cubicBezTo>
                    <a:pt x="1280" y="5322"/>
                    <a:pt x="1395" y="5245"/>
                    <a:pt x="1395" y="5092"/>
                  </a:cubicBezTo>
                  <a:cubicBezTo>
                    <a:pt x="1409" y="4966"/>
                    <a:pt x="1298" y="4855"/>
                    <a:pt x="1172" y="4855"/>
                  </a:cubicBezTo>
                  <a:cubicBezTo>
                    <a:pt x="1186" y="4715"/>
                    <a:pt x="1200" y="4520"/>
                    <a:pt x="1214" y="4297"/>
                  </a:cubicBezTo>
                  <a:cubicBezTo>
                    <a:pt x="1228" y="4060"/>
                    <a:pt x="1242" y="3767"/>
                    <a:pt x="1256" y="3474"/>
                  </a:cubicBezTo>
                  <a:cubicBezTo>
                    <a:pt x="1270" y="3181"/>
                    <a:pt x="1270" y="2860"/>
                    <a:pt x="1284" y="2539"/>
                  </a:cubicBezTo>
                  <a:cubicBezTo>
                    <a:pt x="1298" y="2233"/>
                    <a:pt x="1298" y="1912"/>
                    <a:pt x="1312" y="1605"/>
                  </a:cubicBezTo>
                  <a:cubicBezTo>
                    <a:pt x="1326" y="1312"/>
                    <a:pt x="1312" y="1033"/>
                    <a:pt x="1326" y="796"/>
                  </a:cubicBezTo>
                  <a:cubicBezTo>
                    <a:pt x="1340" y="559"/>
                    <a:pt x="1326" y="363"/>
                    <a:pt x="1326" y="224"/>
                  </a:cubicBezTo>
                  <a:lnTo>
                    <a:pt x="1326" y="1"/>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21"/>
            <p:cNvSpPr/>
            <p:nvPr/>
          </p:nvSpPr>
          <p:spPr>
            <a:xfrm>
              <a:off x="6718863" y="4669794"/>
              <a:ext cx="40164" cy="100443"/>
            </a:xfrm>
            <a:custGeom>
              <a:avLst/>
              <a:gdLst/>
              <a:ahLst/>
              <a:cxnLst/>
              <a:rect l="l" t="t" r="r" b="b"/>
              <a:pathLst>
                <a:path w="555" h="1388" extrusionOk="0">
                  <a:moveTo>
                    <a:pt x="312" y="1"/>
                  </a:moveTo>
                  <a:cubicBezTo>
                    <a:pt x="257" y="1"/>
                    <a:pt x="201" y="20"/>
                    <a:pt x="154" y="63"/>
                  </a:cubicBezTo>
                  <a:cubicBezTo>
                    <a:pt x="1" y="188"/>
                    <a:pt x="84" y="453"/>
                    <a:pt x="280" y="467"/>
                  </a:cubicBezTo>
                  <a:cubicBezTo>
                    <a:pt x="280" y="579"/>
                    <a:pt x="280" y="690"/>
                    <a:pt x="280" y="816"/>
                  </a:cubicBezTo>
                  <a:cubicBezTo>
                    <a:pt x="280" y="955"/>
                    <a:pt x="294" y="1081"/>
                    <a:pt x="308" y="1220"/>
                  </a:cubicBezTo>
                  <a:cubicBezTo>
                    <a:pt x="308" y="1276"/>
                    <a:pt x="322" y="1332"/>
                    <a:pt x="336" y="1388"/>
                  </a:cubicBezTo>
                  <a:cubicBezTo>
                    <a:pt x="350" y="1332"/>
                    <a:pt x="363" y="1276"/>
                    <a:pt x="363" y="1220"/>
                  </a:cubicBezTo>
                  <a:cubicBezTo>
                    <a:pt x="377" y="1081"/>
                    <a:pt x="377" y="955"/>
                    <a:pt x="377" y="816"/>
                  </a:cubicBezTo>
                  <a:cubicBezTo>
                    <a:pt x="377" y="690"/>
                    <a:pt x="363" y="565"/>
                    <a:pt x="350" y="467"/>
                  </a:cubicBezTo>
                  <a:cubicBezTo>
                    <a:pt x="461" y="453"/>
                    <a:pt x="545" y="356"/>
                    <a:pt x="545" y="244"/>
                  </a:cubicBezTo>
                  <a:cubicBezTo>
                    <a:pt x="554" y="99"/>
                    <a:pt x="437" y="1"/>
                    <a:pt x="312"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28" name="Google Shape;1428;p21"/>
          <p:cNvGrpSpPr/>
          <p:nvPr/>
        </p:nvGrpSpPr>
        <p:grpSpPr>
          <a:xfrm>
            <a:off x="393497" y="3886405"/>
            <a:ext cx="1861135" cy="1075967"/>
            <a:chOff x="5535892" y="4738903"/>
            <a:chExt cx="691461" cy="399750"/>
          </a:xfrm>
        </p:grpSpPr>
        <p:sp>
          <p:nvSpPr>
            <p:cNvPr id="1429" name="Google Shape;1429;p21"/>
            <p:cNvSpPr/>
            <p:nvPr/>
          </p:nvSpPr>
          <p:spPr>
            <a:xfrm>
              <a:off x="5775062" y="4791369"/>
              <a:ext cx="108117" cy="69760"/>
            </a:xfrm>
            <a:custGeom>
              <a:avLst/>
              <a:gdLst/>
              <a:ahLst/>
              <a:cxnLst/>
              <a:rect l="l" t="t" r="r" b="b"/>
              <a:pathLst>
                <a:path w="1494" h="964" extrusionOk="0">
                  <a:moveTo>
                    <a:pt x="1" y="1"/>
                  </a:moveTo>
                  <a:lnTo>
                    <a:pt x="57" y="43"/>
                  </a:lnTo>
                  <a:cubicBezTo>
                    <a:pt x="99" y="70"/>
                    <a:pt x="154" y="126"/>
                    <a:pt x="224" y="168"/>
                  </a:cubicBezTo>
                  <a:cubicBezTo>
                    <a:pt x="350" y="266"/>
                    <a:pt x="531" y="391"/>
                    <a:pt x="726" y="517"/>
                  </a:cubicBezTo>
                  <a:cubicBezTo>
                    <a:pt x="908" y="642"/>
                    <a:pt x="1103" y="754"/>
                    <a:pt x="1242" y="824"/>
                  </a:cubicBezTo>
                  <a:cubicBezTo>
                    <a:pt x="1326" y="865"/>
                    <a:pt x="1382" y="907"/>
                    <a:pt x="1424" y="921"/>
                  </a:cubicBezTo>
                  <a:cubicBezTo>
                    <a:pt x="1465" y="949"/>
                    <a:pt x="1493" y="963"/>
                    <a:pt x="1493" y="963"/>
                  </a:cubicBezTo>
                  <a:lnTo>
                    <a:pt x="1438" y="907"/>
                  </a:lnTo>
                  <a:cubicBezTo>
                    <a:pt x="1396" y="879"/>
                    <a:pt x="1340" y="838"/>
                    <a:pt x="1270" y="782"/>
                  </a:cubicBezTo>
                  <a:cubicBezTo>
                    <a:pt x="1131" y="684"/>
                    <a:pt x="949" y="559"/>
                    <a:pt x="768" y="433"/>
                  </a:cubicBezTo>
                  <a:cubicBezTo>
                    <a:pt x="573" y="308"/>
                    <a:pt x="391" y="196"/>
                    <a:pt x="238" y="126"/>
                  </a:cubicBezTo>
                  <a:cubicBezTo>
                    <a:pt x="168" y="84"/>
                    <a:pt x="99" y="56"/>
                    <a:pt x="71" y="29"/>
                  </a:cubicBezTo>
                  <a:cubicBezTo>
                    <a:pt x="29" y="15"/>
                    <a:pt x="1" y="1"/>
                    <a:pt x="1"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21"/>
            <p:cNvSpPr/>
            <p:nvPr/>
          </p:nvSpPr>
          <p:spPr>
            <a:xfrm>
              <a:off x="6109177" y="5007382"/>
              <a:ext cx="74828" cy="60642"/>
            </a:xfrm>
            <a:custGeom>
              <a:avLst/>
              <a:gdLst/>
              <a:ahLst/>
              <a:cxnLst/>
              <a:rect l="l" t="t" r="r" b="b"/>
              <a:pathLst>
                <a:path w="1034" h="838" extrusionOk="0">
                  <a:moveTo>
                    <a:pt x="1" y="1"/>
                  </a:moveTo>
                  <a:lnTo>
                    <a:pt x="1" y="1"/>
                  </a:lnTo>
                  <a:cubicBezTo>
                    <a:pt x="43" y="56"/>
                    <a:pt x="85" y="98"/>
                    <a:pt x="140" y="154"/>
                  </a:cubicBezTo>
                  <a:cubicBezTo>
                    <a:pt x="238" y="238"/>
                    <a:pt x="364" y="349"/>
                    <a:pt x="489" y="461"/>
                  </a:cubicBezTo>
                  <a:cubicBezTo>
                    <a:pt x="629" y="559"/>
                    <a:pt x="754" y="670"/>
                    <a:pt x="866" y="726"/>
                  </a:cubicBezTo>
                  <a:cubicBezTo>
                    <a:pt x="963" y="796"/>
                    <a:pt x="1033" y="838"/>
                    <a:pt x="1033" y="838"/>
                  </a:cubicBezTo>
                  <a:cubicBezTo>
                    <a:pt x="991" y="796"/>
                    <a:pt x="949" y="740"/>
                    <a:pt x="894" y="684"/>
                  </a:cubicBezTo>
                  <a:cubicBezTo>
                    <a:pt x="796" y="600"/>
                    <a:pt x="670" y="489"/>
                    <a:pt x="545" y="377"/>
                  </a:cubicBezTo>
                  <a:cubicBezTo>
                    <a:pt x="419" y="280"/>
                    <a:pt x="308" y="196"/>
                    <a:pt x="168" y="112"/>
                  </a:cubicBezTo>
                  <a:cubicBezTo>
                    <a:pt x="71" y="43"/>
                    <a:pt x="1" y="1"/>
                    <a:pt x="1"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21"/>
            <p:cNvSpPr/>
            <p:nvPr/>
          </p:nvSpPr>
          <p:spPr>
            <a:xfrm>
              <a:off x="6097092" y="5028585"/>
              <a:ext cx="75769" cy="61655"/>
            </a:xfrm>
            <a:custGeom>
              <a:avLst/>
              <a:gdLst/>
              <a:ahLst/>
              <a:cxnLst/>
              <a:rect l="l" t="t" r="r" b="b"/>
              <a:pathLst>
                <a:path w="1047" h="852" extrusionOk="0">
                  <a:moveTo>
                    <a:pt x="0" y="1"/>
                  </a:moveTo>
                  <a:lnTo>
                    <a:pt x="0" y="1"/>
                  </a:lnTo>
                  <a:cubicBezTo>
                    <a:pt x="42" y="56"/>
                    <a:pt x="98" y="112"/>
                    <a:pt x="140" y="168"/>
                  </a:cubicBezTo>
                  <a:cubicBezTo>
                    <a:pt x="238" y="252"/>
                    <a:pt x="363" y="363"/>
                    <a:pt x="489" y="475"/>
                  </a:cubicBezTo>
                  <a:cubicBezTo>
                    <a:pt x="628" y="572"/>
                    <a:pt x="754" y="670"/>
                    <a:pt x="865" y="740"/>
                  </a:cubicBezTo>
                  <a:cubicBezTo>
                    <a:pt x="977" y="810"/>
                    <a:pt x="1047" y="851"/>
                    <a:pt x="1047" y="851"/>
                  </a:cubicBezTo>
                  <a:cubicBezTo>
                    <a:pt x="1047" y="851"/>
                    <a:pt x="991" y="782"/>
                    <a:pt x="893" y="698"/>
                  </a:cubicBezTo>
                  <a:cubicBezTo>
                    <a:pt x="782" y="586"/>
                    <a:pt x="670" y="489"/>
                    <a:pt x="544" y="391"/>
                  </a:cubicBezTo>
                  <a:cubicBezTo>
                    <a:pt x="419" y="280"/>
                    <a:pt x="279" y="182"/>
                    <a:pt x="168" y="112"/>
                  </a:cubicBezTo>
                  <a:cubicBezTo>
                    <a:pt x="70" y="42"/>
                    <a:pt x="1" y="1"/>
                    <a:pt x="0"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21"/>
            <p:cNvSpPr/>
            <p:nvPr/>
          </p:nvSpPr>
          <p:spPr>
            <a:xfrm>
              <a:off x="5829626" y="5020480"/>
              <a:ext cx="60572" cy="75839"/>
            </a:xfrm>
            <a:custGeom>
              <a:avLst/>
              <a:gdLst/>
              <a:ahLst/>
              <a:cxnLst/>
              <a:rect l="l" t="t" r="r" b="b"/>
              <a:pathLst>
                <a:path w="837" h="1048" extrusionOk="0">
                  <a:moveTo>
                    <a:pt x="837" y="1"/>
                  </a:moveTo>
                  <a:lnTo>
                    <a:pt x="837" y="1"/>
                  </a:lnTo>
                  <a:cubicBezTo>
                    <a:pt x="781" y="43"/>
                    <a:pt x="739" y="99"/>
                    <a:pt x="684" y="140"/>
                  </a:cubicBezTo>
                  <a:cubicBezTo>
                    <a:pt x="600" y="238"/>
                    <a:pt x="488" y="364"/>
                    <a:pt x="377" y="489"/>
                  </a:cubicBezTo>
                  <a:cubicBezTo>
                    <a:pt x="279" y="629"/>
                    <a:pt x="181" y="754"/>
                    <a:pt x="112" y="866"/>
                  </a:cubicBezTo>
                  <a:cubicBezTo>
                    <a:pt x="42" y="977"/>
                    <a:pt x="0" y="1047"/>
                    <a:pt x="0" y="1047"/>
                  </a:cubicBezTo>
                  <a:cubicBezTo>
                    <a:pt x="56" y="991"/>
                    <a:pt x="98" y="949"/>
                    <a:pt x="154" y="894"/>
                  </a:cubicBezTo>
                  <a:cubicBezTo>
                    <a:pt x="237" y="810"/>
                    <a:pt x="349" y="684"/>
                    <a:pt x="460" y="545"/>
                  </a:cubicBezTo>
                  <a:cubicBezTo>
                    <a:pt x="558" y="433"/>
                    <a:pt x="642" y="308"/>
                    <a:pt x="725" y="182"/>
                  </a:cubicBezTo>
                  <a:cubicBezTo>
                    <a:pt x="809" y="71"/>
                    <a:pt x="837" y="1"/>
                    <a:pt x="837"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21"/>
            <p:cNvSpPr/>
            <p:nvPr/>
          </p:nvSpPr>
          <p:spPr>
            <a:xfrm>
              <a:off x="5807410" y="5008395"/>
              <a:ext cx="61657" cy="75766"/>
            </a:xfrm>
            <a:custGeom>
              <a:avLst/>
              <a:gdLst/>
              <a:ahLst/>
              <a:cxnLst/>
              <a:rect l="l" t="t" r="r" b="b"/>
              <a:pathLst>
                <a:path w="852" h="1047" extrusionOk="0">
                  <a:moveTo>
                    <a:pt x="851" y="1"/>
                  </a:moveTo>
                  <a:lnTo>
                    <a:pt x="851" y="1"/>
                  </a:lnTo>
                  <a:cubicBezTo>
                    <a:pt x="851" y="1"/>
                    <a:pt x="781" y="56"/>
                    <a:pt x="698" y="140"/>
                  </a:cubicBezTo>
                  <a:cubicBezTo>
                    <a:pt x="600" y="238"/>
                    <a:pt x="488" y="363"/>
                    <a:pt x="391" y="489"/>
                  </a:cubicBezTo>
                  <a:cubicBezTo>
                    <a:pt x="279" y="628"/>
                    <a:pt x="182" y="754"/>
                    <a:pt x="112" y="865"/>
                  </a:cubicBezTo>
                  <a:cubicBezTo>
                    <a:pt x="42" y="977"/>
                    <a:pt x="0" y="1047"/>
                    <a:pt x="0" y="1047"/>
                  </a:cubicBezTo>
                  <a:cubicBezTo>
                    <a:pt x="56" y="991"/>
                    <a:pt x="112" y="949"/>
                    <a:pt x="154" y="893"/>
                  </a:cubicBezTo>
                  <a:cubicBezTo>
                    <a:pt x="251" y="810"/>
                    <a:pt x="363" y="684"/>
                    <a:pt x="461" y="545"/>
                  </a:cubicBezTo>
                  <a:cubicBezTo>
                    <a:pt x="572" y="419"/>
                    <a:pt x="670" y="280"/>
                    <a:pt x="739" y="168"/>
                  </a:cubicBezTo>
                  <a:cubicBezTo>
                    <a:pt x="809" y="70"/>
                    <a:pt x="851" y="1"/>
                    <a:pt x="851"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21"/>
            <p:cNvSpPr/>
            <p:nvPr/>
          </p:nvSpPr>
          <p:spPr>
            <a:xfrm>
              <a:off x="5901269" y="5001303"/>
              <a:ext cx="95959" cy="86910"/>
            </a:xfrm>
            <a:custGeom>
              <a:avLst/>
              <a:gdLst/>
              <a:ahLst/>
              <a:cxnLst/>
              <a:rect l="l" t="t" r="r" b="b"/>
              <a:pathLst>
                <a:path w="1326" h="1201" extrusionOk="0">
                  <a:moveTo>
                    <a:pt x="0" y="1"/>
                  </a:moveTo>
                  <a:lnTo>
                    <a:pt x="56" y="71"/>
                  </a:lnTo>
                  <a:cubicBezTo>
                    <a:pt x="84" y="99"/>
                    <a:pt x="126" y="154"/>
                    <a:pt x="182" y="210"/>
                  </a:cubicBezTo>
                  <a:cubicBezTo>
                    <a:pt x="307" y="336"/>
                    <a:pt x="461" y="489"/>
                    <a:pt x="628" y="643"/>
                  </a:cubicBezTo>
                  <a:cubicBezTo>
                    <a:pt x="796" y="782"/>
                    <a:pt x="977" y="922"/>
                    <a:pt x="1102" y="1033"/>
                  </a:cubicBezTo>
                  <a:cubicBezTo>
                    <a:pt x="1172" y="1089"/>
                    <a:pt x="1228" y="1117"/>
                    <a:pt x="1270" y="1145"/>
                  </a:cubicBezTo>
                  <a:cubicBezTo>
                    <a:pt x="1312" y="1187"/>
                    <a:pt x="1326" y="1201"/>
                    <a:pt x="1326" y="1201"/>
                  </a:cubicBezTo>
                  <a:lnTo>
                    <a:pt x="1284" y="1131"/>
                  </a:lnTo>
                  <a:cubicBezTo>
                    <a:pt x="1242" y="1103"/>
                    <a:pt x="1200" y="1047"/>
                    <a:pt x="1144" y="991"/>
                  </a:cubicBezTo>
                  <a:cubicBezTo>
                    <a:pt x="1033" y="866"/>
                    <a:pt x="865" y="712"/>
                    <a:pt x="698" y="559"/>
                  </a:cubicBezTo>
                  <a:cubicBezTo>
                    <a:pt x="530" y="419"/>
                    <a:pt x="363" y="280"/>
                    <a:pt x="224" y="168"/>
                  </a:cubicBezTo>
                  <a:cubicBezTo>
                    <a:pt x="168" y="113"/>
                    <a:pt x="98" y="85"/>
                    <a:pt x="56" y="57"/>
                  </a:cubicBezTo>
                  <a:cubicBezTo>
                    <a:pt x="28" y="15"/>
                    <a:pt x="0" y="1"/>
                    <a:pt x="0"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21"/>
            <p:cNvSpPr/>
            <p:nvPr/>
          </p:nvSpPr>
          <p:spPr>
            <a:xfrm>
              <a:off x="5894177" y="4783336"/>
              <a:ext cx="95959" cy="85825"/>
            </a:xfrm>
            <a:custGeom>
              <a:avLst/>
              <a:gdLst/>
              <a:ahLst/>
              <a:cxnLst/>
              <a:rect l="l" t="t" r="r" b="b"/>
              <a:pathLst>
                <a:path w="1326" h="1186" extrusionOk="0">
                  <a:moveTo>
                    <a:pt x="1326" y="0"/>
                  </a:moveTo>
                  <a:cubicBezTo>
                    <a:pt x="1326" y="0"/>
                    <a:pt x="1298" y="14"/>
                    <a:pt x="1270" y="42"/>
                  </a:cubicBezTo>
                  <a:cubicBezTo>
                    <a:pt x="1228" y="70"/>
                    <a:pt x="1172" y="112"/>
                    <a:pt x="1103" y="154"/>
                  </a:cubicBezTo>
                  <a:cubicBezTo>
                    <a:pt x="963" y="265"/>
                    <a:pt x="796" y="405"/>
                    <a:pt x="628" y="544"/>
                  </a:cubicBezTo>
                  <a:cubicBezTo>
                    <a:pt x="461" y="697"/>
                    <a:pt x="308" y="851"/>
                    <a:pt x="182" y="976"/>
                  </a:cubicBezTo>
                  <a:cubicBezTo>
                    <a:pt x="126" y="1032"/>
                    <a:pt x="84" y="1088"/>
                    <a:pt x="43" y="1130"/>
                  </a:cubicBezTo>
                  <a:lnTo>
                    <a:pt x="1" y="1186"/>
                  </a:lnTo>
                  <a:cubicBezTo>
                    <a:pt x="1" y="1186"/>
                    <a:pt x="15" y="1172"/>
                    <a:pt x="57" y="1144"/>
                  </a:cubicBezTo>
                  <a:cubicBezTo>
                    <a:pt x="98" y="1102"/>
                    <a:pt x="154" y="1074"/>
                    <a:pt x="224" y="1018"/>
                  </a:cubicBezTo>
                  <a:cubicBezTo>
                    <a:pt x="363" y="907"/>
                    <a:pt x="531" y="767"/>
                    <a:pt x="698" y="628"/>
                  </a:cubicBezTo>
                  <a:cubicBezTo>
                    <a:pt x="866" y="474"/>
                    <a:pt x="1019" y="321"/>
                    <a:pt x="1145" y="195"/>
                  </a:cubicBezTo>
                  <a:cubicBezTo>
                    <a:pt x="1200" y="140"/>
                    <a:pt x="1242" y="84"/>
                    <a:pt x="1270" y="56"/>
                  </a:cubicBezTo>
                  <a:lnTo>
                    <a:pt x="1326" y="0"/>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21"/>
            <p:cNvSpPr/>
            <p:nvPr/>
          </p:nvSpPr>
          <p:spPr>
            <a:xfrm>
              <a:off x="5995128" y="4783336"/>
              <a:ext cx="95959" cy="85825"/>
            </a:xfrm>
            <a:custGeom>
              <a:avLst/>
              <a:gdLst/>
              <a:ahLst/>
              <a:cxnLst/>
              <a:rect l="l" t="t" r="r" b="b"/>
              <a:pathLst>
                <a:path w="1326" h="1186" extrusionOk="0">
                  <a:moveTo>
                    <a:pt x="1" y="0"/>
                  </a:moveTo>
                  <a:lnTo>
                    <a:pt x="56" y="56"/>
                  </a:lnTo>
                  <a:cubicBezTo>
                    <a:pt x="84" y="84"/>
                    <a:pt x="126" y="140"/>
                    <a:pt x="196" y="195"/>
                  </a:cubicBezTo>
                  <a:cubicBezTo>
                    <a:pt x="308" y="321"/>
                    <a:pt x="461" y="474"/>
                    <a:pt x="628" y="628"/>
                  </a:cubicBezTo>
                  <a:cubicBezTo>
                    <a:pt x="796" y="781"/>
                    <a:pt x="977" y="921"/>
                    <a:pt x="1103" y="1018"/>
                  </a:cubicBezTo>
                  <a:cubicBezTo>
                    <a:pt x="1172" y="1074"/>
                    <a:pt x="1228" y="1116"/>
                    <a:pt x="1270" y="1144"/>
                  </a:cubicBezTo>
                  <a:cubicBezTo>
                    <a:pt x="1284" y="1158"/>
                    <a:pt x="1312" y="1172"/>
                    <a:pt x="1326" y="1186"/>
                  </a:cubicBezTo>
                  <a:lnTo>
                    <a:pt x="1284" y="1130"/>
                  </a:lnTo>
                  <a:cubicBezTo>
                    <a:pt x="1242" y="1088"/>
                    <a:pt x="1200" y="1032"/>
                    <a:pt x="1144" y="976"/>
                  </a:cubicBezTo>
                  <a:cubicBezTo>
                    <a:pt x="1019" y="851"/>
                    <a:pt x="865" y="697"/>
                    <a:pt x="698" y="544"/>
                  </a:cubicBezTo>
                  <a:cubicBezTo>
                    <a:pt x="531" y="405"/>
                    <a:pt x="363" y="265"/>
                    <a:pt x="224" y="154"/>
                  </a:cubicBezTo>
                  <a:cubicBezTo>
                    <a:pt x="154" y="112"/>
                    <a:pt x="98" y="70"/>
                    <a:pt x="70" y="42"/>
                  </a:cubicBezTo>
                  <a:cubicBezTo>
                    <a:pt x="43" y="28"/>
                    <a:pt x="15" y="0"/>
                    <a:pt x="1"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21"/>
            <p:cNvSpPr/>
            <p:nvPr/>
          </p:nvSpPr>
          <p:spPr>
            <a:xfrm>
              <a:off x="5999180" y="4872129"/>
              <a:ext cx="97986" cy="216082"/>
            </a:xfrm>
            <a:custGeom>
              <a:avLst/>
              <a:gdLst/>
              <a:ahLst/>
              <a:cxnLst/>
              <a:rect l="l" t="t" r="r" b="b"/>
              <a:pathLst>
                <a:path w="1354" h="2986" extrusionOk="0">
                  <a:moveTo>
                    <a:pt x="1270" y="1"/>
                  </a:moveTo>
                  <a:lnTo>
                    <a:pt x="1270" y="84"/>
                  </a:lnTo>
                  <a:cubicBezTo>
                    <a:pt x="1270" y="140"/>
                    <a:pt x="1270" y="210"/>
                    <a:pt x="1256" y="293"/>
                  </a:cubicBezTo>
                  <a:cubicBezTo>
                    <a:pt x="1256" y="461"/>
                    <a:pt x="1242" y="684"/>
                    <a:pt x="1256" y="907"/>
                  </a:cubicBezTo>
                  <a:cubicBezTo>
                    <a:pt x="1270" y="1130"/>
                    <a:pt x="1284" y="1354"/>
                    <a:pt x="1298" y="1521"/>
                  </a:cubicBezTo>
                  <a:cubicBezTo>
                    <a:pt x="1298" y="1605"/>
                    <a:pt x="1312" y="1660"/>
                    <a:pt x="1312" y="1716"/>
                  </a:cubicBezTo>
                  <a:cubicBezTo>
                    <a:pt x="1326" y="1772"/>
                    <a:pt x="1326" y="1786"/>
                    <a:pt x="1326" y="1800"/>
                  </a:cubicBezTo>
                  <a:lnTo>
                    <a:pt x="1326" y="1716"/>
                  </a:lnTo>
                  <a:cubicBezTo>
                    <a:pt x="1326" y="1674"/>
                    <a:pt x="1340" y="1591"/>
                    <a:pt x="1340" y="1507"/>
                  </a:cubicBezTo>
                  <a:cubicBezTo>
                    <a:pt x="1353" y="1340"/>
                    <a:pt x="1353" y="1116"/>
                    <a:pt x="1353" y="893"/>
                  </a:cubicBezTo>
                  <a:cubicBezTo>
                    <a:pt x="1340" y="670"/>
                    <a:pt x="1326" y="461"/>
                    <a:pt x="1312" y="280"/>
                  </a:cubicBezTo>
                  <a:cubicBezTo>
                    <a:pt x="1312" y="196"/>
                    <a:pt x="1298" y="126"/>
                    <a:pt x="1284" y="84"/>
                  </a:cubicBezTo>
                  <a:cubicBezTo>
                    <a:pt x="1284" y="28"/>
                    <a:pt x="1270" y="1"/>
                    <a:pt x="1270" y="1"/>
                  </a:cubicBezTo>
                  <a:close/>
                  <a:moveTo>
                    <a:pt x="1326" y="1800"/>
                  </a:moveTo>
                  <a:cubicBezTo>
                    <a:pt x="1312" y="1800"/>
                    <a:pt x="1284" y="1814"/>
                    <a:pt x="1270" y="1842"/>
                  </a:cubicBezTo>
                  <a:cubicBezTo>
                    <a:pt x="1228" y="1870"/>
                    <a:pt x="1172" y="1912"/>
                    <a:pt x="1102" y="1953"/>
                  </a:cubicBezTo>
                  <a:cubicBezTo>
                    <a:pt x="963" y="2065"/>
                    <a:pt x="796" y="2204"/>
                    <a:pt x="628" y="2344"/>
                  </a:cubicBezTo>
                  <a:cubicBezTo>
                    <a:pt x="461" y="2497"/>
                    <a:pt x="307" y="2651"/>
                    <a:pt x="182" y="2776"/>
                  </a:cubicBezTo>
                  <a:cubicBezTo>
                    <a:pt x="126" y="2832"/>
                    <a:pt x="84" y="2888"/>
                    <a:pt x="42" y="2930"/>
                  </a:cubicBezTo>
                  <a:lnTo>
                    <a:pt x="0" y="2986"/>
                  </a:lnTo>
                  <a:cubicBezTo>
                    <a:pt x="14" y="2972"/>
                    <a:pt x="42" y="2958"/>
                    <a:pt x="56" y="2944"/>
                  </a:cubicBezTo>
                  <a:cubicBezTo>
                    <a:pt x="98" y="2902"/>
                    <a:pt x="154" y="2874"/>
                    <a:pt x="224" y="2818"/>
                  </a:cubicBezTo>
                  <a:cubicBezTo>
                    <a:pt x="363" y="2721"/>
                    <a:pt x="530" y="2567"/>
                    <a:pt x="698" y="2428"/>
                  </a:cubicBezTo>
                  <a:cubicBezTo>
                    <a:pt x="865" y="2274"/>
                    <a:pt x="1019" y="2121"/>
                    <a:pt x="1144" y="1995"/>
                  </a:cubicBezTo>
                  <a:cubicBezTo>
                    <a:pt x="1200" y="1939"/>
                    <a:pt x="1242" y="1884"/>
                    <a:pt x="1284" y="1856"/>
                  </a:cubicBezTo>
                  <a:lnTo>
                    <a:pt x="1326" y="1800"/>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21"/>
            <p:cNvSpPr/>
            <p:nvPr/>
          </p:nvSpPr>
          <p:spPr>
            <a:xfrm>
              <a:off x="5891138" y="4866051"/>
              <a:ext cx="7164" cy="129316"/>
            </a:xfrm>
            <a:custGeom>
              <a:avLst/>
              <a:gdLst/>
              <a:ahLst/>
              <a:cxnLst/>
              <a:rect l="l" t="t" r="r" b="b"/>
              <a:pathLst>
                <a:path w="99" h="1787" extrusionOk="0">
                  <a:moveTo>
                    <a:pt x="29" y="1"/>
                  </a:moveTo>
                  <a:cubicBezTo>
                    <a:pt x="15" y="29"/>
                    <a:pt x="15" y="57"/>
                    <a:pt x="29" y="71"/>
                  </a:cubicBezTo>
                  <a:cubicBezTo>
                    <a:pt x="29" y="29"/>
                    <a:pt x="29" y="1"/>
                    <a:pt x="29" y="1"/>
                  </a:cubicBezTo>
                  <a:close/>
                  <a:moveTo>
                    <a:pt x="29" y="71"/>
                  </a:moveTo>
                  <a:cubicBezTo>
                    <a:pt x="29" y="126"/>
                    <a:pt x="15" y="196"/>
                    <a:pt x="1" y="280"/>
                  </a:cubicBezTo>
                  <a:cubicBezTo>
                    <a:pt x="1" y="447"/>
                    <a:pt x="1" y="670"/>
                    <a:pt x="1" y="894"/>
                  </a:cubicBezTo>
                  <a:cubicBezTo>
                    <a:pt x="15" y="1117"/>
                    <a:pt x="29" y="1340"/>
                    <a:pt x="43" y="1507"/>
                  </a:cubicBezTo>
                  <a:cubicBezTo>
                    <a:pt x="43" y="1591"/>
                    <a:pt x="57" y="1661"/>
                    <a:pt x="57" y="1717"/>
                  </a:cubicBezTo>
                  <a:cubicBezTo>
                    <a:pt x="71" y="1758"/>
                    <a:pt x="71" y="1786"/>
                    <a:pt x="71" y="1786"/>
                  </a:cubicBezTo>
                  <a:lnTo>
                    <a:pt x="71" y="1717"/>
                  </a:lnTo>
                  <a:cubicBezTo>
                    <a:pt x="71" y="1661"/>
                    <a:pt x="85" y="1591"/>
                    <a:pt x="85" y="1507"/>
                  </a:cubicBezTo>
                  <a:cubicBezTo>
                    <a:pt x="99" y="1326"/>
                    <a:pt x="99" y="1117"/>
                    <a:pt x="99" y="894"/>
                  </a:cubicBezTo>
                  <a:cubicBezTo>
                    <a:pt x="99" y="670"/>
                    <a:pt x="71" y="447"/>
                    <a:pt x="57" y="280"/>
                  </a:cubicBezTo>
                  <a:cubicBezTo>
                    <a:pt x="57" y="196"/>
                    <a:pt x="43" y="126"/>
                    <a:pt x="29" y="7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21"/>
            <p:cNvSpPr/>
            <p:nvPr/>
          </p:nvSpPr>
          <p:spPr>
            <a:xfrm>
              <a:off x="5921459" y="4861057"/>
              <a:ext cx="148426" cy="144368"/>
            </a:xfrm>
            <a:custGeom>
              <a:avLst/>
              <a:gdLst/>
              <a:ahLst/>
              <a:cxnLst/>
              <a:rect l="l" t="t" r="r" b="b"/>
              <a:pathLst>
                <a:path w="2051" h="1995" extrusionOk="0">
                  <a:moveTo>
                    <a:pt x="382" y="1784"/>
                  </a:moveTo>
                  <a:lnTo>
                    <a:pt x="382" y="1784"/>
                  </a:lnTo>
                  <a:cubicBezTo>
                    <a:pt x="406" y="1805"/>
                    <a:pt x="433" y="1824"/>
                    <a:pt x="461" y="1841"/>
                  </a:cubicBezTo>
                  <a:cubicBezTo>
                    <a:pt x="433" y="1823"/>
                    <a:pt x="407" y="1804"/>
                    <a:pt x="382" y="1784"/>
                  </a:cubicBezTo>
                  <a:close/>
                  <a:moveTo>
                    <a:pt x="991" y="0"/>
                  </a:moveTo>
                  <a:cubicBezTo>
                    <a:pt x="893" y="0"/>
                    <a:pt x="795" y="28"/>
                    <a:pt x="698" y="42"/>
                  </a:cubicBezTo>
                  <a:cubicBezTo>
                    <a:pt x="600" y="84"/>
                    <a:pt x="517" y="126"/>
                    <a:pt x="433" y="181"/>
                  </a:cubicBezTo>
                  <a:cubicBezTo>
                    <a:pt x="349" y="237"/>
                    <a:pt x="279" y="307"/>
                    <a:pt x="224" y="377"/>
                  </a:cubicBezTo>
                  <a:cubicBezTo>
                    <a:pt x="154" y="446"/>
                    <a:pt x="112" y="530"/>
                    <a:pt x="70" y="614"/>
                  </a:cubicBezTo>
                  <a:cubicBezTo>
                    <a:pt x="42" y="698"/>
                    <a:pt x="14" y="795"/>
                    <a:pt x="0" y="879"/>
                  </a:cubicBezTo>
                  <a:cubicBezTo>
                    <a:pt x="0" y="921"/>
                    <a:pt x="0" y="963"/>
                    <a:pt x="0" y="1018"/>
                  </a:cubicBezTo>
                  <a:cubicBezTo>
                    <a:pt x="0" y="1060"/>
                    <a:pt x="0" y="1102"/>
                    <a:pt x="0" y="1144"/>
                  </a:cubicBezTo>
                  <a:cubicBezTo>
                    <a:pt x="38" y="1392"/>
                    <a:pt x="175" y="1619"/>
                    <a:pt x="382" y="1784"/>
                  </a:cubicBezTo>
                  <a:lnTo>
                    <a:pt x="382" y="1784"/>
                  </a:lnTo>
                  <a:cubicBezTo>
                    <a:pt x="308" y="1722"/>
                    <a:pt x="248" y="1646"/>
                    <a:pt x="196" y="1562"/>
                  </a:cubicBezTo>
                  <a:cubicBezTo>
                    <a:pt x="112" y="1437"/>
                    <a:pt x="56" y="1283"/>
                    <a:pt x="42" y="1144"/>
                  </a:cubicBezTo>
                  <a:lnTo>
                    <a:pt x="42" y="1018"/>
                  </a:lnTo>
                  <a:cubicBezTo>
                    <a:pt x="42" y="977"/>
                    <a:pt x="42" y="935"/>
                    <a:pt x="56" y="893"/>
                  </a:cubicBezTo>
                  <a:cubicBezTo>
                    <a:pt x="70" y="809"/>
                    <a:pt x="98" y="725"/>
                    <a:pt x="140" y="656"/>
                  </a:cubicBezTo>
                  <a:cubicBezTo>
                    <a:pt x="210" y="488"/>
                    <a:pt x="335" y="349"/>
                    <a:pt x="489" y="251"/>
                  </a:cubicBezTo>
                  <a:cubicBezTo>
                    <a:pt x="558" y="209"/>
                    <a:pt x="642" y="167"/>
                    <a:pt x="740" y="140"/>
                  </a:cubicBezTo>
                  <a:cubicBezTo>
                    <a:pt x="823" y="126"/>
                    <a:pt x="907" y="112"/>
                    <a:pt x="1005" y="112"/>
                  </a:cubicBezTo>
                  <a:cubicBezTo>
                    <a:pt x="1088" y="112"/>
                    <a:pt x="1186" y="126"/>
                    <a:pt x="1270" y="140"/>
                  </a:cubicBezTo>
                  <a:cubicBezTo>
                    <a:pt x="1353" y="167"/>
                    <a:pt x="1437" y="209"/>
                    <a:pt x="1507" y="265"/>
                  </a:cubicBezTo>
                  <a:cubicBezTo>
                    <a:pt x="1660" y="349"/>
                    <a:pt x="1786" y="488"/>
                    <a:pt x="1856" y="656"/>
                  </a:cubicBezTo>
                  <a:cubicBezTo>
                    <a:pt x="1925" y="809"/>
                    <a:pt x="1967" y="977"/>
                    <a:pt x="1953" y="1144"/>
                  </a:cubicBezTo>
                  <a:cubicBezTo>
                    <a:pt x="1925" y="1283"/>
                    <a:pt x="1883" y="1437"/>
                    <a:pt x="1800" y="1562"/>
                  </a:cubicBezTo>
                  <a:cubicBezTo>
                    <a:pt x="1730" y="1674"/>
                    <a:pt x="1646" y="1772"/>
                    <a:pt x="1535" y="1841"/>
                  </a:cubicBezTo>
                  <a:cubicBezTo>
                    <a:pt x="1646" y="1772"/>
                    <a:pt x="1744" y="1674"/>
                    <a:pt x="1828" y="1562"/>
                  </a:cubicBezTo>
                  <a:cubicBezTo>
                    <a:pt x="2023" y="1283"/>
                    <a:pt x="2051" y="921"/>
                    <a:pt x="1925" y="614"/>
                  </a:cubicBezTo>
                  <a:cubicBezTo>
                    <a:pt x="1856" y="433"/>
                    <a:pt x="1730" y="279"/>
                    <a:pt x="1577" y="167"/>
                  </a:cubicBezTo>
                  <a:lnTo>
                    <a:pt x="1563" y="181"/>
                  </a:lnTo>
                  <a:cubicBezTo>
                    <a:pt x="1479" y="126"/>
                    <a:pt x="1381" y="84"/>
                    <a:pt x="1284" y="42"/>
                  </a:cubicBezTo>
                  <a:cubicBezTo>
                    <a:pt x="1200" y="28"/>
                    <a:pt x="1088" y="0"/>
                    <a:pt x="991" y="0"/>
                  </a:cubicBezTo>
                  <a:close/>
                  <a:moveTo>
                    <a:pt x="461" y="1841"/>
                  </a:moveTo>
                  <a:lnTo>
                    <a:pt x="461" y="1841"/>
                  </a:lnTo>
                  <a:cubicBezTo>
                    <a:pt x="544" y="1897"/>
                    <a:pt x="642" y="1939"/>
                    <a:pt x="740" y="1967"/>
                  </a:cubicBezTo>
                  <a:cubicBezTo>
                    <a:pt x="768" y="1981"/>
                    <a:pt x="809" y="1995"/>
                    <a:pt x="837" y="1995"/>
                  </a:cubicBezTo>
                  <a:lnTo>
                    <a:pt x="921" y="1995"/>
                  </a:lnTo>
                  <a:cubicBezTo>
                    <a:pt x="893" y="1995"/>
                    <a:pt x="865" y="1981"/>
                    <a:pt x="837" y="1981"/>
                  </a:cubicBezTo>
                  <a:cubicBezTo>
                    <a:pt x="809" y="1981"/>
                    <a:pt x="768" y="1967"/>
                    <a:pt x="726" y="1953"/>
                  </a:cubicBezTo>
                  <a:cubicBezTo>
                    <a:pt x="628" y="1925"/>
                    <a:pt x="544" y="1883"/>
                    <a:pt x="461" y="1841"/>
                  </a:cubicBezTo>
                  <a:close/>
                  <a:moveTo>
                    <a:pt x="1535" y="1841"/>
                  </a:moveTo>
                  <a:cubicBezTo>
                    <a:pt x="1451" y="1897"/>
                    <a:pt x="1353" y="1925"/>
                    <a:pt x="1270" y="1953"/>
                  </a:cubicBezTo>
                  <a:cubicBezTo>
                    <a:pt x="1228" y="1967"/>
                    <a:pt x="1186" y="1981"/>
                    <a:pt x="1158" y="1981"/>
                  </a:cubicBezTo>
                  <a:cubicBezTo>
                    <a:pt x="1130" y="1981"/>
                    <a:pt x="1102" y="1995"/>
                    <a:pt x="1074" y="1995"/>
                  </a:cubicBezTo>
                  <a:lnTo>
                    <a:pt x="1158" y="1995"/>
                  </a:lnTo>
                  <a:cubicBezTo>
                    <a:pt x="1186" y="1981"/>
                    <a:pt x="1228" y="1981"/>
                    <a:pt x="1270" y="1967"/>
                  </a:cubicBezTo>
                  <a:cubicBezTo>
                    <a:pt x="1353" y="1939"/>
                    <a:pt x="1451" y="1897"/>
                    <a:pt x="1535" y="184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21"/>
            <p:cNvSpPr/>
            <p:nvPr/>
          </p:nvSpPr>
          <p:spPr>
            <a:xfrm>
              <a:off x="6175826" y="5072005"/>
              <a:ext cx="51526" cy="50511"/>
            </a:xfrm>
            <a:custGeom>
              <a:avLst/>
              <a:gdLst/>
              <a:ahLst/>
              <a:cxnLst/>
              <a:rect l="l" t="t" r="r" b="b"/>
              <a:pathLst>
                <a:path w="712" h="698" extrusionOk="0">
                  <a:moveTo>
                    <a:pt x="545" y="43"/>
                  </a:moveTo>
                  <a:cubicBezTo>
                    <a:pt x="559" y="56"/>
                    <a:pt x="573" y="70"/>
                    <a:pt x="586" y="84"/>
                  </a:cubicBezTo>
                  <a:lnTo>
                    <a:pt x="614" y="98"/>
                  </a:lnTo>
                  <a:lnTo>
                    <a:pt x="600" y="84"/>
                  </a:lnTo>
                  <a:cubicBezTo>
                    <a:pt x="573" y="70"/>
                    <a:pt x="559" y="56"/>
                    <a:pt x="545" y="43"/>
                  </a:cubicBezTo>
                  <a:close/>
                  <a:moveTo>
                    <a:pt x="307" y="0"/>
                  </a:moveTo>
                  <a:cubicBezTo>
                    <a:pt x="252" y="0"/>
                    <a:pt x="210" y="28"/>
                    <a:pt x="168" y="56"/>
                  </a:cubicBezTo>
                  <a:cubicBezTo>
                    <a:pt x="112" y="84"/>
                    <a:pt x="70" y="140"/>
                    <a:pt x="42" y="196"/>
                  </a:cubicBezTo>
                  <a:cubicBezTo>
                    <a:pt x="0" y="293"/>
                    <a:pt x="0" y="405"/>
                    <a:pt x="56" y="503"/>
                  </a:cubicBezTo>
                  <a:cubicBezTo>
                    <a:pt x="70" y="544"/>
                    <a:pt x="84" y="572"/>
                    <a:pt x="112" y="586"/>
                  </a:cubicBezTo>
                  <a:cubicBezTo>
                    <a:pt x="168" y="642"/>
                    <a:pt x="238" y="684"/>
                    <a:pt x="307" y="698"/>
                  </a:cubicBezTo>
                  <a:cubicBezTo>
                    <a:pt x="377" y="698"/>
                    <a:pt x="447" y="698"/>
                    <a:pt x="503" y="670"/>
                  </a:cubicBezTo>
                  <a:cubicBezTo>
                    <a:pt x="544" y="656"/>
                    <a:pt x="572" y="628"/>
                    <a:pt x="586" y="614"/>
                  </a:cubicBezTo>
                  <a:lnTo>
                    <a:pt x="628" y="586"/>
                  </a:lnTo>
                  <a:cubicBezTo>
                    <a:pt x="628" y="572"/>
                    <a:pt x="642" y="558"/>
                    <a:pt x="656" y="544"/>
                  </a:cubicBezTo>
                  <a:cubicBezTo>
                    <a:pt x="684" y="503"/>
                    <a:pt x="698" y="447"/>
                    <a:pt x="712" y="391"/>
                  </a:cubicBezTo>
                  <a:lnTo>
                    <a:pt x="712" y="321"/>
                  </a:lnTo>
                  <a:lnTo>
                    <a:pt x="712" y="251"/>
                  </a:lnTo>
                  <a:lnTo>
                    <a:pt x="698" y="210"/>
                  </a:lnTo>
                  <a:cubicBezTo>
                    <a:pt x="698" y="196"/>
                    <a:pt x="684" y="182"/>
                    <a:pt x="670" y="168"/>
                  </a:cubicBezTo>
                  <a:cubicBezTo>
                    <a:pt x="656" y="154"/>
                    <a:pt x="642" y="140"/>
                    <a:pt x="629" y="126"/>
                  </a:cubicBezTo>
                  <a:lnTo>
                    <a:pt x="629" y="126"/>
                  </a:lnTo>
                  <a:cubicBezTo>
                    <a:pt x="642" y="140"/>
                    <a:pt x="656" y="154"/>
                    <a:pt x="670" y="182"/>
                  </a:cubicBezTo>
                  <a:lnTo>
                    <a:pt x="698" y="224"/>
                  </a:lnTo>
                  <a:cubicBezTo>
                    <a:pt x="698" y="237"/>
                    <a:pt x="698" y="251"/>
                    <a:pt x="698" y="265"/>
                  </a:cubicBezTo>
                  <a:cubicBezTo>
                    <a:pt x="712" y="293"/>
                    <a:pt x="698" y="307"/>
                    <a:pt x="698" y="335"/>
                  </a:cubicBezTo>
                  <a:cubicBezTo>
                    <a:pt x="698" y="349"/>
                    <a:pt x="698" y="377"/>
                    <a:pt x="698" y="391"/>
                  </a:cubicBezTo>
                  <a:cubicBezTo>
                    <a:pt x="684" y="447"/>
                    <a:pt x="656" y="489"/>
                    <a:pt x="614" y="530"/>
                  </a:cubicBezTo>
                  <a:cubicBezTo>
                    <a:pt x="614" y="530"/>
                    <a:pt x="600" y="544"/>
                    <a:pt x="600" y="558"/>
                  </a:cubicBezTo>
                  <a:lnTo>
                    <a:pt x="558" y="572"/>
                  </a:lnTo>
                  <a:cubicBezTo>
                    <a:pt x="531" y="586"/>
                    <a:pt x="517" y="600"/>
                    <a:pt x="489" y="614"/>
                  </a:cubicBezTo>
                  <a:cubicBezTo>
                    <a:pt x="461" y="621"/>
                    <a:pt x="433" y="625"/>
                    <a:pt x="405" y="625"/>
                  </a:cubicBezTo>
                  <a:cubicBezTo>
                    <a:pt x="377" y="625"/>
                    <a:pt x="349" y="621"/>
                    <a:pt x="321" y="614"/>
                  </a:cubicBezTo>
                  <a:cubicBezTo>
                    <a:pt x="279" y="600"/>
                    <a:pt x="224" y="572"/>
                    <a:pt x="182" y="530"/>
                  </a:cubicBezTo>
                  <a:cubicBezTo>
                    <a:pt x="168" y="503"/>
                    <a:pt x="154" y="489"/>
                    <a:pt x="140" y="461"/>
                  </a:cubicBezTo>
                  <a:cubicBezTo>
                    <a:pt x="126" y="433"/>
                    <a:pt x="112" y="419"/>
                    <a:pt x="112" y="391"/>
                  </a:cubicBezTo>
                  <a:cubicBezTo>
                    <a:pt x="98" y="335"/>
                    <a:pt x="98" y="279"/>
                    <a:pt x="112" y="224"/>
                  </a:cubicBezTo>
                  <a:cubicBezTo>
                    <a:pt x="140" y="126"/>
                    <a:pt x="210" y="56"/>
                    <a:pt x="321" y="14"/>
                  </a:cubicBezTo>
                  <a:lnTo>
                    <a:pt x="447" y="14"/>
                  </a:lnTo>
                  <a:lnTo>
                    <a:pt x="503" y="28"/>
                  </a:lnTo>
                  <a:lnTo>
                    <a:pt x="544" y="42"/>
                  </a:lnTo>
                  <a:lnTo>
                    <a:pt x="503" y="14"/>
                  </a:lnTo>
                  <a:lnTo>
                    <a:pt x="447" y="0"/>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21"/>
            <p:cNvSpPr/>
            <p:nvPr/>
          </p:nvSpPr>
          <p:spPr>
            <a:xfrm>
              <a:off x="5777088" y="5089155"/>
              <a:ext cx="50585" cy="49498"/>
            </a:xfrm>
            <a:custGeom>
              <a:avLst/>
              <a:gdLst/>
              <a:ahLst/>
              <a:cxnLst/>
              <a:rect l="l" t="t" r="r" b="b"/>
              <a:pathLst>
                <a:path w="699" h="684" extrusionOk="0">
                  <a:moveTo>
                    <a:pt x="280" y="0"/>
                  </a:moveTo>
                  <a:cubicBezTo>
                    <a:pt x="224" y="0"/>
                    <a:pt x="168" y="28"/>
                    <a:pt x="126" y="56"/>
                  </a:cubicBezTo>
                  <a:lnTo>
                    <a:pt x="71" y="112"/>
                  </a:lnTo>
                  <a:lnTo>
                    <a:pt x="43" y="154"/>
                  </a:lnTo>
                  <a:lnTo>
                    <a:pt x="15" y="210"/>
                  </a:lnTo>
                  <a:lnTo>
                    <a:pt x="43" y="168"/>
                  </a:lnTo>
                  <a:cubicBezTo>
                    <a:pt x="57" y="154"/>
                    <a:pt x="71" y="126"/>
                    <a:pt x="84" y="112"/>
                  </a:cubicBezTo>
                  <a:cubicBezTo>
                    <a:pt x="98" y="98"/>
                    <a:pt x="126" y="84"/>
                    <a:pt x="140" y="70"/>
                  </a:cubicBezTo>
                  <a:cubicBezTo>
                    <a:pt x="182" y="56"/>
                    <a:pt x="238" y="42"/>
                    <a:pt x="280" y="42"/>
                  </a:cubicBezTo>
                  <a:lnTo>
                    <a:pt x="363" y="42"/>
                  </a:lnTo>
                  <a:cubicBezTo>
                    <a:pt x="391" y="42"/>
                    <a:pt x="419" y="56"/>
                    <a:pt x="433" y="70"/>
                  </a:cubicBezTo>
                  <a:cubicBezTo>
                    <a:pt x="531" y="126"/>
                    <a:pt x="601" y="224"/>
                    <a:pt x="601" y="335"/>
                  </a:cubicBezTo>
                  <a:cubicBezTo>
                    <a:pt x="601" y="391"/>
                    <a:pt x="587" y="447"/>
                    <a:pt x="559" y="489"/>
                  </a:cubicBezTo>
                  <a:cubicBezTo>
                    <a:pt x="531" y="531"/>
                    <a:pt x="489" y="572"/>
                    <a:pt x="433" y="600"/>
                  </a:cubicBezTo>
                  <a:cubicBezTo>
                    <a:pt x="391" y="628"/>
                    <a:pt x="336" y="642"/>
                    <a:pt x="280" y="642"/>
                  </a:cubicBezTo>
                  <a:cubicBezTo>
                    <a:pt x="238" y="628"/>
                    <a:pt x="182" y="614"/>
                    <a:pt x="140" y="600"/>
                  </a:cubicBezTo>
                  <a:cubicBezTo>
                    <a:pt x="126" y="586"/>
                    <a:pt x="112" y="572"/>
                    <a:pt x="98" y="558"/>
                  </a:cubicBezTo>
                  <a:cubicBezTo>
                    <a:pt x="71" y="544"/>
                    <a:pt x="71" y="531"/>
                    <a:pt x="57" y="517"/>
                  </a:cubicBezTo>
                  <a:lnTo>
                    <a:pt x="29" y="461"/>
                  </a:lnTo>
                  <a:cubicBezTo>
                    <a:pt x="29" y="447"/>
                    <a:pt x="15" y="433"/>
                    <a:pt x="15" y="419"/>
                  </a:cubicBezTo>
                  <a:cubicBezTo>
                    <a:pt x="1" y="405"/>
                    <a:pt x="1" y="377"/>
                    <a:pt x="1" y="363"/>
                  </a:cubicBezTo>
                  <a:cubicBezTo>
                    <a:pt x="1" y="377"/>
                    <a:pt x="1" y="405"/>
                    <a:pt x="1" y="419"/>
                  </a:cubicBezTo>
                  <a:cubicBezTo>
                    <a:pt x="15" y="433"/>
                    <a:pt x="15" y="447"/>
                    <a:pt x="15" y="461"/>
                  </a:cubicBezTo>
                  <a:lnTo>
                    <a:pt x="43" y="517"/>
                  </a:lnTo>
                  <a:cubicBezTo>
                    <a:pt x="57" y="531"/>
                    <a:pt x="71" y="544"/>
                    <a:pt x="84" y="572"/>
                  </a:cubicBezTo>
                  <a:lnTo>
                    <a:pt x="140" y="614"/>
                  </a:lnTo>
                  <a:cubicBezTo>
                    <a:pt x="182" y="642"/>
                    <a:pt x="224" y="670"/>
                    <a:pt x="280" y="684"/>
                  </a:cubicBezTo>
                  <a:cubicBezTo>
                    <a:pt x="349" y="684"/>
                    <a:pt x="405" y="684"/>
                    <a:pt x="475" y="670"/>
                  </a:cubicBezTo>
                  <a:cubicBezTo>
                    <a:pt x="531" y="642"/>
                    <a:pt x="587" y="600"/>
                    <a:pt x="628" y="544"/>
                  </a:cubicBezTo>
                  <a:cubicBezTo>
                    <a:pt x="670" y="475"/>
                    <a:pt x="698" y="405"/>
                    <a:pt x="698" y="335"/>
                  </a:cubicBezTo>
                  <a:cubicBezTo>
                    <a:pt x="698" y="293"/>
                    <a:pt x="684" y="266"/>
                    <a:pt x="684" y="224"/>
                  </a:cubicBezTo>
                  <a:cubicBezTo>
                    <a:pt x="670" y="196"/>
                    <a:pt x="656" y="168"/>
                    <a:pt x="628" y="140"/>
                  </a:cubicBezTo>
                  <a:cubicBezTo>
                    <a:pt x="573" y="56"/>
                    <a:pt x="475" y="0"/>
                    <a:pt x="377"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21"/>
            <p:cNvSpPr/>
            <p:nvPr/>
          </p:nvSpPr>
          <p:spPr>
            <a:xfrm>
              <a:off x="5535892" y="4745923"/>
              <a:ext cx="71716" cy="106087"/>
            </a:xfrm>
            <a:custGeom>
              <a:avLst/>
              <a:gdLst/>
              <a:ahLst/>
              <a:cxnLst/>
              <a:rect l="l" t="t" r="r" b="b"/>
              <a:pathLst>
                <a:path w="991" h="1466" extrusionOk="0">
                  <a:moveTo>
                    <a:pt x="990" y="1"/>
                  </a:moveTo>
                  <a:lnTo>
                    <a:pt x="753" y="15"/>
                  </a:lnTo>
                  <a:lnTo>
                    <a:pt x="516" y="29"/>
                  </a:lnTo>
                  <a:lnTo>
                    <a:pt x="42" y="57"/>
                  </a:lnTo>
                  <a:lnTo>
                    <a:pt x="0" y="57"/>
                  </a:lnTo>
                  <a:lnTo>
                    <a:pt x="0" y="99"/>
                  </a:lnTo>
                  <a:cubicBezTo>
                    <a:pt x="14" y="531"/>
                    <a:pt x="42" y="977"/>
                    <a:pt x="70" y="1424"/>
                  </a:cubicBezTo>
                  <a:lnTo>
                    <a:pt x="70" y="1466"/>
                  </a:lnTo>
                  <a:lnTo>
                    <a:pt x="112" y="1466"/>
                  </a:lnTo>
                  <a:lnTo>
                    <a:pt x="558" y="1438"/>
                  </a:lnTo>
                  <a:lnTo>
                    <a:pt x="781" y="1424"/>
                  </a:lnTo>
                  <a:lnTo>
                    <a:pt x="990" y="1410"/>
                  </a:lnTo>
                  <a:cubicBezTo>
                    <a:pt x="921" y="1410"/>
                    <a:pt x="851" y="1410"/>
                    <a:pt x="781" y="1396"/>
                  </a:cubicBezTo>
                  <a:lnTo>
                    <a:pt x="153" y="1396"/>
                  </a:lnTo>
                  <a:cubicBezTo>
                    <a:pt x="140" y="977"/>
                    <a:pt x="112" y="559"/>
                    <a:pt x="84" y="140"/>
                  </a:cubicBezTo>
                  <a:lnTo>
                    <a:pt x="530" y="85"/>
                  </a:lnTo>
                  <a:lnTo>
                    <a:pt x="767" y="43"/>
                  </a:lnTo>
                  <a:lnTo>
                    <a:pt x="990" y="1"/>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21"/>
            <p:cNvSpPr/>
            <p:nvPr/>
          </p:nvSpPr>
          <p:spPr>
            <a:xfrm>
              <a:off x="5674183" y="4738903"/>
              <a:ext cx="72729" cy="105002"/>
            </a:xfrm>
            <a:custGeom>
              <a:avLst/>
              <a:gdLst/>
              <a:ahLst/>
              <a:cxnLst/>
              <a:rect l="l" t="t" r="r" b="b"/>
              <a:pathLst>
                <a:path w="1005" h="1451" extrusionOk="0">
                  <a:moveTo>
                    <a:pt x="893" y="0"/>
                  </a:moveTo>
                  <a:lnTo>
                    <a:pt x="446" y="28"/>
                  </a:lnTo>
                  <a:lnTo>
                    <a:pt x="223" y="42"/>
                  </a:lnTo>
                  <a:lnTo>
                    <a:pt x="0" y="56"/>
                  </a:lnTo>
                  <a:lnTo>
                    <a:pt x="223" y="70"/>
                  </a:lnTo>
                  <a:lnTo>
                    <a:pt x="851" y="70"/>
                  </a:lnTo>
                  <a:cubicBezTo>
                    <a:pt x="851" y="489"/>
                    <a:pt x="879" y="907"/>
                    <a:pt x="907" y="1325"/>
                  </a:cubicBezTo>
                  <a:lnTo>
                    <a:pt x="474" y="1381"/>
                  </a:lnTo>
                  <a:lnTo>
                    <a:pt x="237" y="1409"/>
                  </a:lnTo>
                  <a:lnTo>
                    <a:pt x="0" y="1451"/>
                  </a:lnTo>
                  <a:lnTo>
                    <a:pt x="237" y="1451"/>
                  </a:lnTo>
                  <a:lnTo>
                    <a:pt x="488" y="1437"/>
                  </a:lnTo>
                  <a:lnTo>
                    <a:pt x="962" y="1409"/>
                  </a:lnTo>
                  <a:lnTo>
                    <a:pt x="1004" y="1409"/>
                  </a:lnTo>
                  <a:lnTo>
                    <a:pt x="1004" y="1381"/>
                  </a:lnTo>
                  <a:cubicBezTo>
                    <a:pt x="990" y="935"/>
                    <a:pt x="962" y="489"/>
                    <a:pt x="935" y="42"/>
                  </a:cubicBezTo>
                  <a:lnTo>
                    <a:pt x="935" y="0"/>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21"/>
            <p:cNvSpPr/>
            <p:nvPr/>
          </p:nvSpPr>
          <p:spPr>
            <a:xfrm>
              <a:off x="5574246" y="4753015"/>
              <a:ext cx="45447" cy="70701"/>
            </a:xfrm>
            <a:custGeom>
              <a:avLst/>
              <a:gdLst/>
              <a:ahLst/>
              <a:cxnLst/>
              <a:rect l="l" t="t" r="r" b="b"/>
              <a:pathLst>
                <a:path w="628" h="977" extrusionOk="0">
                  <a:moveTo>
                    <a:pt x="628" y="1"/>
                  </a:moveTo>
                  <a:lnTo>
                    <a:pt x="628" y="1"/>
                  </a:lnTo>
                  <a:cubicBezTo>
                    <a:pt x="558" y="42"/>
                    <a:pt x="488" y="84"/>
                    <a:pt x="405" y="126"/>
                  </a:cubicBezTo>
                  <a:cubicBezTo>
                    <a:pt x="405" y="238"/>
                    <a:pt x="391" y="335"/>
                    <a:pt x="391" y="405"/>
                  </a:cubicBezTo>
                  <a:lnTo>
                    <a:pt x="335" y="321"/>
                  </a:lnTo>
                  <a:cubicBezTo>
                    <a:pt x="279" y="238"/>
                    <a:pt x="223" y="154"/>
                    <a:pt x="181" y="70"/>
                  </a:cubicBezTo>
                  <a:lnTo>
                    <a:pt x="0" y="168"/>
                  </a:lnTo>
                  <a:lnTo>
                    <a:pt x="0" y="573"/>
                  </a:lnTo>
                  <a:lnTo>
                    <a:pt x="0" y="865"/>
                  </a:lnTo>
                  <a:cubicBezTo>
                    <a:pt x="84" y="824"/>
                    <a:pt x="154" y="782"/>
                    <a:pt x="195" y="754"/>
                  </a:cubicBezTo>
                  <a:lnTo>
                    <a:pt x="195" y="628"/>
                  </a:lnTo>
                  <a:lnTo>
                    <a:pt x="195" y="489"/>
                  </a:lnTo>
                  <a:cubicBezTo>
                    <a:pt x="293" y="642"/>
                    <a:pt x="377" y="810"/>
                    <a:pt x="460" y="977"/>
                  </a:cubicBezTo>
                  <a:cubicBezTo>
                    <a:pt x="502" y="935"/>
                    <a:pt x="544" y="907"/>
                    <a:pt x="600" y="893"/>
                  </a:cubicBezTo>
                  <a:lnTo>
                    <a:pt x="614" y="154"/>
                  </a:lnTo>
                  <a:cubicBezTo>
                    <a:pt x="614" y="98"/>
                    <a:pt x="614" y="42"/>
                    <a:pt x="628"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21"/>
            <p:cNvSpPr/>
            <p:nvPr/>
          </p:nvSpPr>
          <p:spPr>
            <a:xfrm>
              <a:off x="5624685" y="4768790"/>
              <a:ext cx="42480" cy="48919"/>
            </a:xfrm>
            <a:custGeom>
              <a:avLst/>
              <a:gdLst/>
              <a:ahLst/>
              <a:cxnLst/>
              <a:rect l="l" t="t" r="r" b="b"/>
              <a:pathLst>
                <a:path w="587" h="676" extrusionOk="0">
                  <a:moveTo>
                    <a:pt x="363" y="215"/>
                  </a:moveTo>
                  <a:cubicBezTo>
                    <a:pt x="391" y="215"/>
                    <a:pt x="405" y="229"/>
                    <a:pt x="405" y="271"/>
                  </a:cubicBezTo>
                  <a:cubicBezTo>
                    <a:pt x="419" y="327"/>
                    <a:pt x="391" y="368"/>
                    <a:pt x="363" y="410"/>
                  </a:cubicBezTo>
                  <a:cubicBezTo>
                    <a:pt x="335" y="438"/>
                    <a:pt x="293" y="466"/>
                    <a:pt x="252" y="480"/>
                  </a:cubicBezTo>
                  <a:cubicBezTo>
                    <a:pt x="210" y="480"/>
                    <a:pt x="182" y="466"/>
                    <a:pt x="182" y="424"/>
                  </a:cubicBezTo>
                  <a:cubicBezTo>
                    <a:pt x="182" y="382"/>
                    <a:pt x="196" y="355"/>
                    <a:pt x="210" y="327"/>
                  </a:cubicBezTo>
                  <a:cubicBezTo>
                    <a:pt x="238" y="271"/>
                    <a:pt x="293" y="229"/>
                    <a:pt x="363" y="215"/>
                  </a:cubicBezTo>
                  <a:close/>
                  <a:moveTo>
                    <a:pt x="340" y="0"/>
                  </a:moveTo>
                  <a:cubicBezTo>
                    <a:pt x="311" y="0"/>
                    <a:pt x="281" y="10"/>
                    <a:pt x="252" y="20"/>
                  </a:cubicBezTo>
                  <a:cubicBezTo>
                    <a:pt x="196" y="48"/>
                    <a:pt x="154" y="89"/>
                    <a:pt x="112" y="131"/>
                  </a:cubicBezTo>
                  <a:cubicBezTo>
                    <a:pt x="98" y="145"/>
                    <a:pt x="84" y="173"/>
                    <a:pt x="70" y="187"/>
                  </a:cubicBezTo>
                  <a:cubicBezTo>
                    <a:pt x="56" y="229"/>
                    <a:pt x="42" y="257"/>
                    <a:pt x="28" y="299"/>
                  </a:cubicBezTo>
                  <a:cubicBezTo>
                    <a:pt x="1" y="355"/>
                    <a:pt x="1" y="410"/>
                    <a:pt x="1" y="466"/>
                  </a:cubicBezTo>
                  <a:cubicBezTo>
                    <a:pt x="1" y="508"/>
                    <a:pt x="14" y="550"/>
                    <a:pt x="42" y="592"/>
                  </a:cubicBezTo>
                  <a:cubicBezTo>
                    <a:pt x="84" y="633"/>
                    <a:pt x="126" y="661"/>
                    <a:pt x="182" y="675"/>
                  </a:cubicBezTo>
                  <a:cubicBezTo>
                    <a:pt x="224" y="661"/>
                    <a:pt x="266" y="647"/>
                    <a:pt x="293" y="633"/>
                  </a:cubicBezTo>
                  <a:cubicBezTo>
                    <a:pt x="349" y="606"/>
                    <a:pt x="391" y="578"/>
                    <a:pt x="433" y="550"/>
                  </a:cubicBezTo>
                  <a:cubicBezTo>
                    <a:pt x="489" y="494"/>
                    <a:pt x="531" y="452"/>
                    <a:pt x="558" y="382"/>
                  </a:cubicBezTo>
                  <a:cubicBezTo>
                    <a:pt x="572" y="355"/>
                    <a:pt x="586" y="327"/>
                    <a:pt x="586" y="285"/>
                  </a:cubicBezTo>
                  <a:cubicBezTo>
                    <a:pt x="586" y="257"/>
                    <a:pt x="572" y="215"/>
                    <a:pt x="572" y="187"/>
                  </a:cubicBezTo>
                  <a:cubicBezTo>
                    <a:pt x="558" y="131"/>
                    <a:pt x="531" y="76"/>
                    <a:pt x="489" y="34"/>
                  </a:cubicBezTo>
                  <a:cubicBezTo>
                    <a:pt x="461" y="20"/>
                    <a:pt x="419" y="6"/>
                    <a:pt x="377" y="6"/>
                  </a:cubicBezTo>
                  <a:cubicBezTo>
                    <a:pt x="365" y="2"/>
                    <a:pt x="353" y="0"/>
                    <a:pt x="340"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21"/>
            <p:cNvSpPr/>
            <p:nvPr/>
          </p:nvSpPr>
          <p:spPr>
            <a:xfrm>
              <a:off x="5672157" y="4793105"/>
              <a:ext cx="29309" cy="36110"/>
            </a:xfrm>
            <a:custGeom>
              <a:avLst/>
              <a:gdLst/>
              <a:ahLst/>
              <a:cxnLst/>
              <a:rect l="l" t="t" r="r" b="b"/>
              <a:pathLst>
                <a:path w="405" h="499" extrusionOk="0">
                  <a:moveTo>
                    <a:pt x="235" y="1"/>
                  </a:moveTo>
                  <a:cubicBezTo>
                    <a:pt x="166" y="1"/>
                    <a:pt x="99" y="26"/>
                    <a:pt x="42" y="60"/>
                  </a:cubicBezTo>
                  <a:cubicBezTo>
                    <a:pt x="42" y="102"/>
                    <a:pt x="56" y="144"/>
                    <a:pt x="84" y="172"/>
                  </a:cubicBezTo>
                  <a:cubicBezTo>
                    <a:pt x="140" y="144"/>
                    <a:pt x="167" y="130"/>
                    <a:pt x="195" y="130"/>
                  </a:cubicBezTo>
                  <a:cubicBezTo>
                    <a:pt x="209" y="144"/>
                    <a:pt x="209" y="172"/>
                    <a:pt x="195" y="186"/>
                  </a:cubicBezTo>
                  <a:cubicBezTo>
                    <a:pt x="181" y="200"/>
                    <a:pt x="154" y="200"/>
                    <a:pt x="126" y="200"/>
                  </a:cubicBezTo>
                  <a:cubicBezTo>
                    <a:pt x="112" y="228"/>
                    <a:pt x="112" y="256"/>
                    <a:pt x="126" y="284"/>
                  </a:cubicBezTo>
                  <a:cubicBezTo>
                    <a:pt x="195" y="284"/>
                    <a:pt x="223" y="297"/>
                    <a:pt x="237" y="325"/>
                  </a:cubicBezTo>
                  <a:cubicBezTo>
                    <a:pt x="237" y="356"/>
                    <a:pt x="223" y="378"/>
                    <a:pt x="189" y="378"/>
                  </a:cubicBezTo>
                  <a:cubicBezTo>
                    <a:pt x="175" y="378"/>
                    <a:pt x="159" y="375"/>
                    <a:pt x="140" y="367"/>
                  </a:cubicBezTo>
                  <a:cubicBezTo>
                    <a:pt x="112" y="353"/>
                    <a:pt x="84" y="339"/>
                    <a:pt x="70" y="297"/>
                  </a:cubicBezTo>
                  <a:cubicBezTo>
                    <a:pt x="42" y="325"/>
                    <a:pt x="14" y="353"/>
                    <a:pt x="0" y="381"/>
                  </a:cubicBezTo>
                  <a:cubicBezTo>
                    <a:pt x="42" y="451"/>
                    <a:pt x="112" y="479"/>
                    <a:pt x="181" y="493"/>
                  </a:cubicBezTo>
                  <a:cubicBezTo>
                    <a:pt x="196" y="496"/>
                    <a:pt x="210" y="498"/>
                    <a:pt x="224" y="498"/>
                  </a:cubicBezTo>
                  <a:cubicBezTo>
                    <a:pt x="261" y="498"/>
                    <a:pt x="294" y="485"/>
                    <a:pt x="335" y="465"/>
                  </a:cubicBezTo>
                  <a:cubicBezTo>
                    <a:pt x="377" y="423"/>
                    <a:pt x="405" y="353"/>
                    <a:pt x="377" y="284"/>
                  </a:cubicBezTo>
                  <a:cubicBezTo>
                    <a:pt x="349" y="256"/>
                    <a:pt x="335" y="242"/>
                    <a:pt x="307" y="228"/>
                  </a:cubicBezTo>
                  <a:cubicBezTo>
                    <a:pt x="335" y="214"/>
                    <a:pt x="363" y="172"/>
                    <a:pt x="377" y="144"/>
                  </a:cubicBezTo>
                  <a:cubicBezTo>
                    <a:pt x="391" y="60"/>
                    <a:pt x="349" y="19"/>
                    <a:pt x="279" y="5"/>
                  </a:cubicBezTo>
                  <a:cubicBezTo>
                    <a:pt x="264" y="2"/>
                    <a:pt x="249" y="1"/>
                    <a:pt x="235"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7" name="Google Shape;1447;p21"/>
          <p:cNvGrpSpPr/>
          <p:nvPr/>
        </p:nvGrpSpPr>
        <p:grpSpPr>
          <a:xfrm>
            <a:off x="6065463" y="1008738"/>
            <a:ext cx="443129" cy="349045"/>
            <a:chOff x="7191270" y="4145356"/>
            <a:chExt cx="164634" cy="129679"/>
          </a:xfrm>
        </p:grpSpPr>
        <p:sp>
          <p:nvSpPr>
            <p:cNvPr id="1448" name="Google Shape;1448;p21"/>
            <p:cNvSpPr/>
            <p:nvPr/>
          </p:nvSpPr>
          <p:spPr>
            <a:xfrm>
              <a:off x="7191270" y="4162507"/>
              <a:ext cx="60644" cy="90963"/>
            </a:xfrm>
            <a:custGeom>
              <a:avLst/>
              <a:gdLst/>
              <a:ahLst/>
              <a:cxnLst/>
              <a:rect l="l" t="t" r="r" b="b"/>
              <a:pathLst>
                <a:path w="838" h="1257" extrusionOk="0">
                  <a:moveTo>
                    <a:pt x="810" y="1"/>
                  </a:moveTo>
                  <a:lnTo>
                    <a:pt x="810" y="1"/>
                  </a:lnTo>
                  <a:cubicBezTo>
                    <a:pt x="768" y="15"/>
                    <a:pt x="712" y="29"/>
                    <a:pt x="670" y="43"/>
                  </a:cubicBezTo>
                  <a:cubicBezTo>
                    <a:pt x="587" y="70"/>
                    <a:pt x="517" y="112"/>
                    <a:pt x="461" y="154"/>
                  </a:cubicBezTo>
                  <a:cubicBezTo>
                    <a:pt x="363" y="224"/>
                    <a:pt x="280" y="308"/>
                    <a:pt x="210" y="391"/>
                  </a:cubicBezTo>
                  <a:cubicBezTo>
                    <a:pt x="154" y="447"/>
                    <a:pt x="112" y="517"/>
                    <a:pt x="70" y="587"/>
                  </a:cubicBezTo>
                  <a:cubicBezTo>
                    <a:pt x="15" y="698"/>
                    <a:pt x="1" y="838"/>
                    <a:pt x="15" y="963"/>
                  </a:cubicBezTo>
                  <a:cubicBezTo>
                    <a:pt x="15" y="1005"/>
                    <a:pt x="29" y="1047"/>
                    <a:pt x="57" y="1089"/>
                  </a:cubicBezTo>
                  <a:cubicBezTo>
                    <a:pt x="70" y="1117"/>
                    <a:pt x="98" y="1144"/>
                    <a:pt x="112" y="1158"/>
                  </a:cubicBezTo>
                  <a:cubicBezTo>
                    <a:pt x="196" y="1214"/>
                    <a:pt x="280" y="1256"/>
                    <a:pt x="377" y="1256"/>
                  </a:cubicBezTo>
                  <a:cubicBezTo>
                    <a:pt x="461" y="1256"/>
                    <a:pt x="559" y="1242"/>
                    <a:pt x="628" y="1200"/>
                  </a:cubicBezTo>
                  <a:cubicBezTo>
                    <a:pt x="698" y="1172"/>
                    <a:pt x="768" y="1131"/>
                    <a:pt x="838" y="1089"/>
                  </a:cubicBezTo>
                  <a:lnTo>
                    <a:pt x="726" y="796"/>
                  </a:lnTo>
                  <a:cubicBezTo>
                    <a:pt x="726" y="796"/>
                    <a:pt x="712" y="824"/>
                    <a:pt x="684" y="852"/>
                  </a:cubicBezTo>
                  <a:cubicBezTo>
                    <a:pt x="628" y="893"/>
                    <a:pt x="559" y="935"/>
                    <a:pt x="475" y="935"/>
                  </a:cubicBezTo>
                  <a:lnTo>
                    <a:pt x="419" y="935"/>
                  </a:lnTo>
                  <a:cubicBezTo>
                    <a:pt x="363" y="893"/>
                    <a:pt x="349" y="824"/>
                    <a:pt x="391" y="712"/>
                  </a:cubicBezTo>
                  <a:cubicBezTo>
                    <a:pt x="419" y="642"/>
                    <a:pt x="475" y="573"/>
                    <a:pt x="545" y="531"/>
                  </a:cubicBezTo>
                  <a:cubicBezTo>
                    <a:pt x="601" y="489"/>
                    <a:pt x="670" y="475"/>
                    <a:pt x="754" y="461"/>
                  </a:cubicBezTo>
                  <a:lnTo>
                    <a:pt x="810" y="1"/>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21"/>
            <p:cNvSpPr/>
            <p:nvPr/>
          </p:nvSpPr>
          <p:spPr>
            <a:xfrm>
              <a:off x="7255893" y="4145356"/>
              <a:ext cx="63683" cy="117159"/>
            </a:xfrm>
            <a:custGeom>
              <a:avLst/>
              <a:gdLst/>
              <a:ahLst/>
              <a:cxnLst/>
              <a:rect l="l" t="t" r="r" b="b"/>
              <a:pathLst>
                <a:path w="880" h="1619" extrusionOk="0">
                  <a:moveTo>
                    <a:pt x="447" y="1"/>
                  </a:moveTo>
                  <a:cubicBezTo>
                    <a:pt x="335" y="42"/>
                    <a:pt x="238" y="70"/>
                    <a:pt x="126" y="98"/>
                  </a:cubicBezTo>
                  <a:cubicBezTo>
                    <a:pt x="98" y="545"/>
                    <a:pt x="56" y="1033"/>
                    <a:pt x="0" y="1535"/>
                  </a:cubicBezTo>
                  <a:lnTo>
                    <a:pt x="140" y="1493"/>
                  </a:lnTo>
                  <a:lnTo>
                    <a:pt x="293" y="1409"/>
                  </a:lnTo>
                  <a:cubicBezTo>
                    <a:pt x="307" y="1228"/>
                    <a:pt x="307" y="1116"/>
                    <a:pt x="321" y="1075"/>
                  </a:cubicBezTo>
                  <a:lnTo>
                    <a:pt x="475" y="1019"/>
                  </a:lnTo>
                  <a:lnTo>
                    <a:pt x="475" y="1019"/>
                  </a:lnTo>
                  <a:cubicBezTo>
                    <a:pt x="447" y="1298"/>
                    <a:pt x="433" y="1493"/>
                    <a:pt x="433" y="1619"/>
                  </a:cubicBezTo>
                  <a:cubicBezTo>
                    <a:pt x="475" y="1591"/>
                    <a:pt x="517" y="1563"/>
                    <a:pt x="558" y="1535"/>
                  </a:cubicBezTo>
                  <a:cubicBezTo>
                    <a:pt x="600" y="1521"/>
                    <a:pt x="628" y="1493"/>
                    <a:pt x="684" y="1479"/>
                  </a:cubicBezTo>
                  <a:lnTo>
                    <a:pt x="698" y="1479"/>
                  </a:lnTo>
                  <a:cubicBezTo>
                    <a:pt x="712" y="1186"/>
                    <a:pt x="768" y="726"/>
                    <a:pt x="879" y="70"/>
                  </a:cubicBezTo>
                  <a:lnTo>
                    <a:pt x="879" y="70"/>
                  </a:lnTo>
                  <a:cubicBezTo>
                    <a:pt x="768" y="112"/>
                    <a:pt x="670" y="154"/>
                    <a:pt x="558" y="182"/>
                  </a:cubicBezTo>
                  <a:cubicBezTo>
                    <a:pt x="544" y="405"/>
                    <a:pt x="531" y="572"/>
                    <a:pt x="517" y="698"/>
                  </a:cubicBezTo>
                  <a:cubicBezTo>
                    <a:pt x="489" y="712"/>
                    <a:pt x="461" y="726"/>
                    <a:pt x="433" y="740"/>
                  </a:cubicBezTo>
                  <a:lnTo>
                    <a:pt x="363" y="768"/>
                  </a:lnTo>
                  <a:cubicBezTo>
                    <a:pt x="377" y="517"/>
                    <a:pt x="405" y="252"/>
                    <a:pt x="447"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21"/>
            <p:cNvSpPr/>
            <p:nvPr/>
          </p:nvSpPr>
          <p:spPr>
            <a:xfrm>
              <a:off x="7319503" y="4230169"/>
              <a:ext cx="36401" cy="44866"/>
            </a:xfrm>
            <a:custGeom>
              <a:avLst/>
              <a:gdLst/>
              <a:ahLst/>
              <a:cxnLst/>
              <a:rect l="l" t="t" r="r" b="b"/>
              <a:pathLst>
                <a:path w="503" h="620" extrusionOk="0">
                  <a:moveTo>
                    <a:pt x="349" y="0"/>
                  </a:moveTo>
                  <a:cubicBezTo>
                    <a:pt x="251" y="0"/>
                    <a:pt x="140" y="14"/>
                    <a:pt x="56" y="84"/>
                  </a:cubicBezTo>
                  <a:cubicBezTo>
                    <a:pt x="56" y="126"/>
                    <a:pt x="84" y="182"/>
                    <a:pt x="112" y="223"/>
                  </a:cubicBezTo>
                  <a:cubicBezTo>
                    <a:pt x="165" y="181"/>
                    <a:pt x="202" y="163"/>
                    <a:pt x="229" y="163"/>
                  </a:cubicBezTo>
                  <a:cubicBezTo>
                    <a:pt x="237" y="163"/>
                    <a:pt x="245" y="164"/>
                    <a:pt x="251" y="168"/>
                  </a:cubicBezTo>
                  <a:cubicBezTo>
                    <a:pt x="279" y="168"/>
                    <a:pt x="293" y="209"/>
                    <a:pt x="265" y="223"/>
                  </a:cubicBezTo>
                  <a:cubicBezTo>
                    <a:pt x="237" y="237"/>
                    <a:pt x="209" y="251"/>
                    <a:pt x="168" y="251"/>
                  </a:cubicBezTo>
                  <a:cubicBezTo>
                    <a:pt x="168" y="279"/>
                    <a:pt x="168" y="321"/>
                    <a:pt x="168" y="349"/>
                  </a:cubicBezTo>
                  <a:cubicBezTo>
                    <a:pt x="265" y="349"/>
                    <a:pt x="307" y="363"/>
                    <a:pt x="307" y="405"/>
                  </a:cubicBezTo>
                  <a:cubicBezTo>
                    <a:pt x="318" y="437"/>
                    <a:pt x="287" y="470"/>
                    <a:pt x="240" y="470"/>
                  </a:cubicBezTo>
                  <a:cubicBezTo>
                    <a:pt x="226" y="470"/>
                    <a:pt x="211" y="467"/>
                    <a:pt x="196" y="461"/>
                  </a:cubicBezTo>
                  <a:cubicBezTo>
                    <a:pt x="154" y="447"/>
                    <a:pt x="112" y="405"/>
                    <a:pt x="98" y="363"/>
                  </a:cubicBezTo>
                  <a:cubicBezTo>
                    <a:pt x="56" y="391"/>
                    <a:pt x="28" y="433"/>
                    <a:pt x="0" y="474"/>
                  </a:cubicBezTo>
                  <a:cubicBezTo>
                    <a:pt x="56" y="544"/>
                    <a:pt x="140" y="600"/>
                    <a:pt x="237" y="614"/>
                  </a:cubicBezTo>
                  <a:cubicBezTo>
                    <a:pt x="251" y="617"/>
                    <a:pt x="266" y="619"/>
                    <a:pt x="281" y="619"/>
                  </a:cubicBezTo>
                  <a:cubicBezTo>
                    <a:pt x="327" y="619"/>
                    <a:pt x="377" y="604"/>
                    <a:pt x="419" y="572"/>
                  </a:cubicBezTo>
                  <a:cubicBezTo>
                    <a:pt x="488" y="530"/>
                    <a:pt x="502" y="433"/>
                    <a:pt x="474" y="363"/>
                  </a:cubicBezTo>
                  <a:cubicBezTo>
                    <a:pt x="447" y="335"/>
                    <a:pt x="419" y="307"/>
                    <a:pt x="391" y="279"/>
                  </a:cubicBezTo>
                  <a:cubicBezTo>
                    <a:pt x="433" y="265"/>
                    <a:pt x="461" y="223"/>
                    <a:pt x="474" y="182"/>
                  </a:cubicBezTo>
                  <a:cubicBezTo>
                    <a:pt x="488" y="84"/>
                    <a:pt x="447" y="28"/>
                    <a:pt x="349"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1" name="Google Shape;1451;p21"/>
          <p:cNvGrpSpPr/>
          <p:nvPr/>
        </p:nvGrpSpPr>
        <p:grpSpPr>
          <a:xfrm>
            <a:off x="3791569" y="504718"/>
            <a:ext cx="1021628" cy="688548"/>
            <a:chOff x="4984750" y="4665234"/>
            <a:chExt cx="379562" cy="255814"/>
          </a:xfrm>
        </p:grpSpPr>
        <p:sp>
          <p:nvSpPr>
            <p:cNvPr id="1452" name="Google Shape;1452;p21"/>
            <p:cNvSpPr/>
            <p:nvPr/>
          </p:nvSpPr>
          <p:spPr>
            <a:xfrm>
              <a:off x="5069491" y="4698523"/>
              <a:ext cx="6151" cy="63681"/>
            </a:xfrm>
            <a:custGeom>
              <a:avLst/>
              <a:gdLst/>
              <a:ahLst/>
              <a:cxnLst/>
              <a:rect l="l" t="t" r="r" b="b"/>
              <a:pathLst>
                <a:path w="85" h="880" extrusionOk="0">
                  <a:moveTo>
                    <a:pt x="29" y="0"/>
                  </a:moveTo>
                  <a:cubicBezTo>
                    <a:pt x="15" y="42"/>
                    <a:pt x="15" y="84"/>
                    <a:pt x="15" y="140"/>
                  </a:cubicBezTo>
                  <a:cubicBezTo>
                    <a:pt x="1" y="238"/>
                    <a:pt x="1" y="335"/>
                    <a:pt x="15" y="433"/>
                  </a:cubicBezTo>
                  <a:cubicBezTo>
                    <a:pt x="15" y="530"/>
                    <a:pt x="15" y="642"/>
                    <a:pt x="29" y="740"/>
                  </a:cubicBezTo>
                  <a:cubicBezTo>
                    <a:pt x="43" y="782"/>
                    <a:pt x="43" y="823"/>
                    <a:pt x="57" y="879"/>
                  </a:cubicBezTo>
                  <a:cubicBezTo>
                    <a:pt x="57" y="879"/>
                    <a:pt x="71" y="823"/>
                    <a:pt x="71" y="740"/>
                  </a:cubicBezTo>
                  <a:cubicBezTo>
                    <a:pt x="84" y="642"/>
                    <a:pt x="84" y="530"/>
                    <a:pt x="84" y="433"/>
                  </a:cubicBezTo>
                  <a:cubicBezTo>
                    <a:pt x="84" y="335"/>
                    <a:pt x="71" y="238"/>
                    <a:pt x="57" y="140"/>
                  </a:cubicBezTo>
                  <a:cubicBezTo>
                    <a:pt x="57" y="84"/>
                    <a:pt x="43" y="42"/>
                    <a:pt x="29"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21"/>
            <p:cNvSpPr/>
            <p:nvPr/>
          </p:nvSpPr>
          <p:spPr>
            <a:xfrm>
              <a:off x="5089681" y="4698523"/>
              <a:ext cx="5138" cy="63681"/>
            </a:xfrm>
            <a:custGeom>
              <a:avLst/>
              <a:gdLst/>
              <a:ahLst/>
              <a:cxnLst/>
              <a:rect l="l" t="t" r="r" b="b"/>
              <a:pathLst>
                <a:path w="71" h="880" extrusionOk="0">
                  <a:moveTo>
                    <a:pt x="29" y="0"/>
                  </a:moveTo>
                  <a:cubicBezTo>
                    <a:pt x="15" y="42"/>
                    <a:pt x="15" y="84"/>
                    <a:pt x="15" y="140"/>
                  </a:cubicBezTo>
                  <a:cubicBezTo>
                    <a:pt x="1" y="238"/>
                    <a:pt x="1" y="335"/>
                    <a:pt x="1" y="433"/>
                  </a:cubicBezTo>
                  <a:cubicBezTo>
                    <a:pt x="1" y="530"/>
                    <a:pt x="1" y="642"/>
                    <a:pt x="15" y="740"/>
                  </a:cubicBezTo>
                  <a:cubicBezTo>
                    <a:pt x="29" y="782"/>
                    <a:pt x="29" y="823"/>
                    <a:pt x="43" y="879"/>
                  </a:cubicBezTo>
                  <a:cubicBezTo>
                    <a:pt x="43" y="879"/>
                    <a:pt x="57" y="823"/>
                    <a:pt x="57" y="740"/>
                  </a:cubicBezTo>
                  <a:cubicBezTo>
                    <a:pt x="71" y="642"/>
                    <a:pt x="71" y="530"/>
                    <a:pt x="71" y="433"/>
                  </a:cubicBezTo>
                  <a:cubicBezTo>
                    <a:pt x="71" y="335"/>
                    <a:pt x="71" y="238"/>
                    <a:pt x="57" y="140"/>
                  </a:cubicBezTo>
                  <a:cubicBezTo>
                    <a:pt x="43" y="84"/>
                    <a:pt x="43" y="42"/>
                    <a:pt x="29"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21"/>
            <p:cNvSpPr/>
            <p:nvPr/>
          </p:nvSpPr>
          <p:spPr>
            <a:xfrm>
              <a:off x="5275445" y="4833775"/>
              <a:ext cx="56591" cy="46531"/>
            </a:xfrm>
            <a:custGeom>
              <a:avLst/>
              <a:gdLst/>
              <a:ahLst/>
              <a:cxnLst/>
              <a:rect l="l" t="t" r="r" b="b"/>
              <a:pathLst>
                <a:path w="782" h="643" extrusionOk="0">
                  <a:moveTo>
                    <a:pt x="0" y="0"/>
                  </a:moveTo>
                  <a:cubicBezTo>
                    <a:pt x="0" y="1"/>
                    <a:pt x="42" y="56"/>
                    <a:pt x="112" y="112"/>
                  </a:cubicBezTo>
                  <a:cubicBezTo>
                    <a:pt x="182" y="182"/>
                    <a:pt x="265" y="266"/>
                    <a:pt x="363" y="349"/>
                  </a:cubicBezTo>
                  <a:cubicBezTo>
                    <a:pt x="461" y="433"/>
                    <a:pt x="572" y="503"/>
                    <a:pt x="642" y="558"/>
                  </a:cubicBezTo>
                  <a:cubicBezTo>
                    <a:pt x="684" y="586"/>
                    <a:pt x="740" y="614"/>
                    <a:pt x="781" y="642"/>
                  </a:cubicBezTo>
                  <a:cubicBezTo>
                    <a:pt x="781" y="642"/>
                    <a:pt x="740" y="586"/>
                    <a:pt x="670" y="517"/>
                  </a:cubicBezTo>
                  <a:cubicBezTo>
                    <a:pt x="586" y="447"/>
                    <a:pt x="502" y="363"/>
                    <a:pt x="419" y="293"/>
                  </a:cubicBezTo>
                  <a:cubicBezTo>
                    <a:pt x="307" y="210"/>
                    <a:pt x="210" y="140"/>
                    <a:pt x="140" y="84"/>
                  </a:cubicBezTo>
                  <a:cubicBezTo>
                    <a:pt x="84" y="56"/>
                    <a:pt x="42" y="28"/>
                    <a:pt x="0"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21"/>
            <p:cNvSpPr/>
            <p:nvPr/>
          </p:nvSpPr>
          <p:spPr>
            <a:xfrm>
              <a:off x="5265314" y="4849913"/>
              <a:ext cx="57605" cy="46531"/>
            </a:xfrm>
            <a:custGeom>
              <a:avLst/>
              <a:gdLst/>
              <a:ahLst/>
              <a:cxnLst/>
              <a:rect l="l" t="t" r="r" b="b"/>
              <a:pathLst>
                <a:path w="796" h="643" extrusionOk="0">
                  <a:moveTo>
                    <a:pt x="1" y="1"/>
                  </a:moveTo>
                  <a:cubicBezTo>
                    <a:pt x="1" y="1"/>
                    <a:pt x="43" y="56"/>
                    <a:pt x="112" y="126"/>
                  </a:cubicBezTo>
                  <a:cubicBezTo>
                    <a:pt x="182" y="196"/>
                    <a:pt x="280" y="280"/>
                    <a:pt x="377" y="349"/>
                  </a:cubicBezTo>
                  <a:cubicBezTo>
                    <a:pt x="475" y="433"/>
                    <a:pt x="573" y="503"/>
                    <a:pt x="656" y="559"/>
                  </a:cubicBezTo>
                  <a:cubicBezTo>
                    <a:pt x="698" y="587"/>
                    <a:pt x="740" y="614"/>
                    <a:pt x="796" y="642"/>
                  </a:cubicBezTo>
                  <a:cubicBezTo>
                    <a:pt x="796" y="642"/>
                    <a:pt x="754" y="587"/>
                    <a:pt x="684" y="531"/>
                  </a:cubicBezTo>
                  <a:cubicBezTo>
                    <a:pt x="615" y="461"/>
                    <a:pt x="531" y="363"/>
                    <a:pt x="419" y="294"/>
                  </a:cubicBezTo>
                  <a:cubicBezTo>
                    <a:pt x="322" y="210"/>
                    <a:pt x="224" y="140"/>
                    <a:pt x="140" y="84"/>
                  </a:cubicBezTo>
                  <a:cubicBezTo>
                    <a:pt x="98" y="56"/>
                    <a:pt x="57" y="29"/>
                    <a:pt x="1"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21"/>
            <p:cNvSpPr/>
            <p:nvPr/>
          </p:nvSpPr>
          <p:spPr>
            <a:xfrm>
              <a:off x="5121016" y="4829723"/>
              <a:ext cx="71716" cy="64694"/>
            </a:xfrm>
            <a:custGeom>
              <a:avLst/>
              <a:gdLst/>
              <a:ahLst/>
              <a:cxnLst/>
              <a:rect l="l" t="t" r="r" b="b"/>
              <a:pathLst>
                <a:path w="991" h="894" extrusionOk="0">
                  <a:moveTo>
                    <a:pt x="0" y="1"/>
                  </a:moveTo>
                  <a:lnTo>
                    <a:pt x="28" y="43"/>
                  </a:lnTo>
                  <a:cubicBezTo>
                    <a:pt x="56" y="70"/>
                    <a:pt x="98" y="112"/>
                    <a:pt x="140" y="154"/>
                  </a:cubicBezTo>
                  <a:cubicBezTo>
                    <a:pt x="223" y="252"/>
                    <a:pt x="349" y="363"/>
                    <a:pt x="474" y="475"/>
                  </a:cubicBezTo>
                  <a:cubicBezTo>
                    <a:pt x="600" y="587"/>
                    <a:pt x="725" y="698"/>
                    <a:pt x="823" y="768"/>
                  </a:cubicBezTo>
                  <a:cubicBezTo>
                    <a:pt x="865" y="810"/>
                    <a:pt x="907" y="838"/>
                    <a:pt x="935" y="866"/>
                  </a:cubicBezTo>
                  <a:lnTo>
                    <a:pt x="991" y="893"/>
                  </a:lnTo>
                  <a:lnTo>
                    <a:pt x="949" y="852"/>
                  </a:lnTo>
                  <a:lnTo>
                    <a:pt x="851" y="740"/>
                  </a:lnTo>
                  <a:cubicBezTo>
                    <a:pt x="753" y="656"/>
                    <a:pt x="642" y="531"/>
                    <a:pt x="516" y="419"/>
                  </a:cubicBezTo>
                  <a:cubicBezTo>
                    <a:pt x="391" y="308"/>
                    <a:pt x="265" y="210"/>
                    <a:pt x="168" y="126"/>
                  </a:cubicBezTo>
                  <a:cubicBezTo>
                    <a:pt x="112" y="84"/>
                    <a:pt x="70" y="56"/>
                    <a:pt x="42" y="43"/>
                  </a:cubicBezTo>
                  <a:cubicBezTo>
                    <a:pt x="28" y="29"/>
                    <a:pt x="14" y="15"/>
                    <a:pt x="0"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21"/>
            <p:cNvSpPr/>
            <p:nvPr/>
          </p:nvSpPr>
          <p:spPr>
            <a:xfrm>
              <a:off x="5113924" y="4665234"/>
              <a:ext cx="72729" cy="64622"/>
            </a:xfrm>
            <a:custGeom>
              <a:avLst/>
              <a:gdLst/>
              <a:ahLst/>
              <a:cxnLst/>
              <a:rect l="l" t="t" r="r" b="b"/>
              <a:pathLst>
                <a:path w="1005" h="893" extrusionOk="0">
                  <a:moveTo>
                    <a:pt x="1005" y="0"/>
                  </a:moveTo>
                  <a:lnTo>
                    <a:pt x="949" y="42"/>
                  </a:lnTo>
                  <a:lnTo>
                    <a:pt x="837" y="126"/>
                  </a:lnTo>
                  <a:cubicBezTo>
                    <a:pt x="726" y="209"/>
                    <a:pt x="600" y="307"/>
                    <a:pt x="489" y="419"/>
                  </a:cubicBezTo>
                  <a:cubicBezTo>
                    <a:pt x="363" y="530"/>
                    <a:pt x="238" y="656"/>
                    <a:pt x="154" y="739"/>
                  </a:cubicBezTo>
                  <a:cubicBezTo>
                    <a:pt x="112" y="781"/>
                    <a:pt x="70" y="823"/>
                    <a:pt x="42" y="851"/>
                  </a:cubicBezTo>
                  <a:lnTo>
                    <a:pt x="1" y="893"/>
                  </a:lnTo>
                  <a:lnTo>
                    <a:pt x="56" y="865"/>
                  </a:lnTo>
                  <a:cubicBezTo>
                    <a:pt x="84" y="837"/>
                    <a:pt x="126" y="809"/>
                    <a:pt x="182" y="781"/>
                  </a:cubicBezTo>
                  <a:cubicBezTo>
                    <a:pt x="266" y="698"/>
                    <a:pt x="405" y="586"/>
                    <a:pt x="531" y="474"/>
                  </a:cubicBezTo>
                  <a:cubicBezTo>
                    <a:pt x="656" y="363"/>
                    <a:pt x="768" y="251"/>
                    <a:pt x="865" y="167"/>
                  </a:cubicBezTo>
                  <a:cubicBezTo>
                    <a:pt x="907" y="112"/>
                    <a:pt x="935" y="70"/>
                    <a:pt x="963" y="42"/>
                  </a:cubicBezTo>
                  <a:lnTo>
                    <a:pt x="1005" y="0"/>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21"/>
            <p:cNvSpPr/>
            <p:nvPr/>
          </p:nvSpPr>
          <p:spPr>
            <a:xfrm>
              <a:off x="5190632" y="4665234"/>
              <a:ext cx="71716" cy="64622"/>
            </a:xfrm>
            <a:custGeom>
              <a:avLst/>
              <a:gdLst/>
              <a:ahLst/>
              <a:cxnLst/>
              <a:rect l="l" t="t" r="r" b="b"/>
              <a:pathLst>
                <a:path w="991" h="893" extrusionOk="0">
                  <a:moveTo>
                    <a:pt x="1" y="0"/>
                  </a:moveTo>
                  <a:lnTo>
                    <a:pt x="29" y="42"/>
                  </a:lnTo>
                  <a:lnTo>
                    <a:pt x="140" y="154"/>
                  </a:lnTo>
                  <a:cubicBezTo>
                    <a:pt x="224" y="251"/>
                    <a:pt x="349" y="363"/>
                    <a:pt x="475" y="474"/>
                  </a:cubicBezTo>
                  <a:cubicBezTo>
                    <a:pt x="600" y="586"/>
                    <a:pt x="726" y="698"/>
                    <a:pt x="824" y="767"/>
                  </a:cubicBezTo>
                  <a:lnTo>
                    <a:pt x="949" y="865"/>
                  </a:lnTo>
                  <a:lnTo>
                    <a:pt x="991" y="893"/>
                  </a:lnTo>
                  <a:lnTo>
                    <a:pt x="949" y="851"/>
                  </a:lnTo>
                  <a:cubicBezTo>
                    <a:pt x="935" y="823"/>
                    <a:pt x="893" y="781"/>
                    <a:pt x="851" y="739"/>
                  </a:cubicBezTo>
                  <a:cubicBezTo>
                    <a:pt x="768" y="656"/>
                    <a:pt x="642" y="530"/>
                    <a:pt x="517" y="419"/>
                  </a:cubicBezTo>
                  <a:cubicBezTo>
                    <a:pt x="391" y="307"/>
                    <a:pt x="266" y="209"/>
                    <a:pt x="168" y="126"/>
                  </a:cubicBezTo>
                  <a:cubicBezTo>
                    <a:pt x="112" y="84"/>
                    <a:pt x="70" y="56"/>
                    <a:pt x="42" y="42"/>
                  </a:cubicBezTo>
                  <a:cubicBezTo>
                    <a:pt x="29" y="28"/>
                    <a:pt x="15" y="14"/>
                    <a:pt x="1"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21"/>
            <p:cNvSpPr/>
            <p:nvPr/>
          </p:nvSpPr>
          <p:spPr>
            <a:xfrm>
              <a:off x="5193671" y="4732824"/>
              <a:ext cx="72729" cy="161591"/>
            </a:xfrm>
            <a:custGeom>
              <a:avLst/>
              <a:gdLst/>
              <a:ahLst/>
              <a:cxnLst/>
              <a:rect l="l" t="t" r="r" b="b"/>
              <a:pathLst>
                <a:path w="1005" h="2233" extrusionOk="0">
                  <a:moveTo>
                    <a:pt x="963" y="1"/>
                  </a:moveTo>
                  <a:cubicBezTo>
                    <a:pt x="963" y="1"/>
                    <a:pt x="949" y="29"/>
                    <a:pt x="963" y="56"/>
                  </a:cubicBezTo>
                  <a:lnTo>
                    <a:pt x="963" y="1"/>
                  </a:lnTo>
                  <a:close/>
                  <a:moveTo>
                    <a:pt x="963" y="56"/>
                  </a:moveTo>
                  <a:cubicBezTo>
                    <a:pt x="963" y="98"/>
                    <a:pt x="949" y="154"/>
                    <a:pt x="949" y="210"/>
                  </a:cubicBezTo>
                  <a:lnTo>
                    <a:pt x="949" y="670"/>
                  </a:lnTo>
                  <a:cubicBezTo>
                    <a:pt x="949" y="838"/>
                    <a:pt x="963" y="1005"/>
                    <a:pt x="963" y="1130"/>
                  </a:cubicBezTo>
                  <a:cubicBezTo>
                    <a:pt x="963" y="1200"/>
                    <a:pt x="977" y="1256"/>
                    <a:pt x="991" y="1284"/>
                  </a:cubicBezTo>
                  <a:cubicBezTo>
                    <a:pt x="991" y="1242"/>
                    <a:pt x="991" y="1200"/>
                    <a:pt x="991" y="1130"/>
                  </a:cubicBezTo>
                  <a:cubicBezTo>
                    <a:pt x="991" y="1005"/>
                    <a:pt x="1005" y="838"/>
                    <a:pt x="991" y="670"/>
                  </a:cubicBezTo>
                  <a:cubicBezTo>
                    <a:pt x="991" y="503"/>
                    <a:pt x="991" y="335"/>
                    <a:pt x="977" y="210"/>
                  </a:cubicBezTo>
                  <a:cubicBezTo>
                    <a:pt x="977" y="154"/>
                    <a:pt x="963" y="98"/>
                    <a:pt x="963" y="56"/>
                  </a:cubicBezTo>
                  <a:close/>
                  <a:moveTo>
                    <a:pt x="991" y="1340"/>
                  </a:moveTo>
                  <a:cubicBezTo>
                    <a:pt x="977" y="1354"/>
                    <a:pt x="949" y="1368"/>
                    <a:pt x="935" y="1382"/>
                  </a:cubicBezTo>
                  <a:cubicBezTo>
                    <a:pt x="907" y="1395"/>
                    <a:pt x="865" y="1423"/>
                    <a:pt x="823" y="1465"/>
                  </a:cubicBezTo>
                  <a:cubicBezTo>
                    <a:pt x="712" y="1549"/>
                    <a:pt x="586" y="1647"/>
                    <a:pt x="475" y="1758"/>
                  </a:cubicBezTo>
                  <a:cubicBezTo>
                    <a:pt x="349" y="1884"/>
                    <a:pt x="224" y="1995"/>
                    <a:pt x="140" y="2079"/>
                  </a:cubicBezTo>
                  <a:cubicBezTo>
                    <a:pt x="98" y="2121"/>
                    <a:pt x="56" y="2163"/>
                    <a:pt x="28" y="2191"/>
                  </a:cubicBezTo>
                  <a:cubicBezTo>
                    <a:pt x="14" y="2218"/>
                    <a:pt x="0" y="2232"/>
                    <a:pt x="0" y="2232"/>
                  </a:cubicBezTo>
                  <a:lnTo>
                    <a:pt x="42" y="2205"/>
                  </a:lnTo>
                  <a:cubicBezTo>
                    <a:pt x="70" y="2177"/>
                    <a:pt x="112" y="2149"/>
                    <a:pt x="168" y="2107"/>
                  </a:cubicBezTo>
                  <a:cubicBezTo>
                    <a:pt x="265" y="2037"/>
                    <a:pt x="391" y="1939"/>
                    <a:pt x="517" y="1814"/>
                  </a:cubicBezTo>
                  <a:cubicBezTo>
                    <a:pt x="628" y="1702"/>
                    <a:pt x="754" y="1591"/>
                    <a:pt x="851" y="1493"/>
                  </a:cubicBezTo>
                  <a:lnTo>
                    <a:pt x="949" y="1382"/>
                  </a:lnTo>
                  <a:lnTo>
                    <a:pt x="991" y="1340"/>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21"/>
            <p:cNvSpPr/>
            <p:nvPr/>
          </p:nvSpPr>
          <p:spPr>
            <a:xfrm>
              <a:off x="5111898" y="4727759"/>
              <a:ext cx="5138" cy="96969"/>
            </a:xfrm>
            <a:custGeom>
              <a:avLst/>
              <a:gdLst/>
              <a:ahLst/>
              <a:cxnLst/>
              <a:rect l="l" t="t" r="r" b="b"/>
              <a:pathLst>
                <a:path w="71" h="1340" extrusionOk="0">
                  <a:moveTo>
                    <a:pt x="15" y="1"/>
                  </a:moveTo>
                  <a:lnTo>
                    <a:pt x="15" y="57"/>
                  </a:lnTo>
                  <a:cubicBezTo>
                    <a:pt x="15" y="99"/>
                    <a:pt x="15" y="154"/>
                    <a:pt x="1" y="210"/>
                  </a:cubicBezTo>
                  <a:cubicBezTo>
                    <a:pt x="1" y="336"/>
                    <a:pt x="1" y="503"/>
                    <a:pt x="1" y="670"/>
                  </a:cubicBezTo>
                  <a:cubicBezTo>
                    <a:pt x="15" y="838"/>
                    <a:pt x="15" y="1005"/>
                    <a:pt x="29" y="1131"/>
                  </a:cubicBezTo>
                  <a:cubicBezTo>
                    <a:pt x="29" y="1200"/>
                    <a:pt x="42" y="1256"/>
                    <a:pt x="42" y="1284"/>
                  </a:cubicBezTo>
                  <a:cubicBezTo>
                    <a:pt x="42" y="1256"/>
                    <a:pt x="42" y="1200"/>
                    <a:pt x="56" y="1131"/>
                  </a:cubicBezTo>
                  <a:cubicBezTo>
                    <a:pt x="56" y="1005"/>
                    <a:pt x="70" y="838"/>
                    <a:pt x="56" y="670"/>
                  </a:cubicBezTo>
                  <a:cubicBezTo>
                    <a:pt x="56" y="503"/>
                    <a:pt x="56" y="336"/>
                    <a:pt x="42" y="210"/>
                  </a:cubicBezTo>
                  <a:cubicBezTo>
                    <a:pt x="42" y="154"/>
                    <a:pt x="29" y="99"/>
                    <a:pt x="29" y="57"/>
                  </a:cubicBezTo>
                  <a:cubicBezTo>
                    <a:pt x="15" y="29"/>
                    <a:pt x="15" y="1"/>
                    <a:pt x="15" y="1"/>
                  </a:cubicBezTo>
                  <a:close/>
                  <a:moveTo>
                    <a:pt x="42" y="1284"/>
                  </a:moveTo>
                  <a:cubicBezTo>
                    <a:pt x="42" y="1312"/>
                    <a:pt x="42" y="1326"/>
                    <a:pt x="42" y="1340"/>
                  </a:cubicBezTo>
                  <a:cubicBezTo>
                    <a:pt x="42" y="1340"/>
                    <a:pt x="56" y="1326"/>
                    <a:pt x="42" y="1284"/>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21"/>
            <p:cNvSpPr/>
            <p:nvPr/>
          </p:nvSpPr>
          <p:spPr>
            <a:xfrm>
              <a:off x="5135127" y="4724792"/>
              <a:ext cx="111084" cy="99936"/>
            </a:xfrm>
            <a:custGeom>
              <a:avLst/>
              <a:gdLst/>
              <a:ahLst/>
              <a:cxnLst/>
              <a:rect l="l" t="t" r="r" b="b"/>
              <a:pathLst>
                <a:path w="1535" h="1381" extrusionOk="0">
                  <a:moveTo>
                    <a:pt x="740" y="0"/>
                  </a:moveTo>
                  <a:cubicBezTo>
                    <a:pt x="670" y="0"/>
                    <a:pt x="586" y="14"/>
                    <a:pt x="517" y="28"/>
                  </a:cubicBezTo>
                  <a:cubicBezTo>
                    <a:pt x="447" y="56"/>
                    <a:pt x="377" y="84"/>
                    <a:pt x="321" y="126"/>
                  </a:cubicBezTo>
                  <a:cubicBezTo>
                    <a:pt x="196" y="209"/>
                    <a:pt x="98" y="321"/>
                    <a:pt x="56" y="460"/>
                  </a:cubicBezTo>
                  <a:cubicBezTo>
                    <a:pt x="28" y="516"/>
                    <a:pt x="0" y="586"/>
                    <a:pt x="0" y="656"/>
                  </a:cubicBezTo>
                  <a:cubicBezTo>
                    <a:pt x="0" y="684"/>
                    <a:pt x="0" y="725"/>
                    <a:pt x="0" y="753"/>
                  </a:cubicBezTo>
                  <a:cubicBezTo>
                    <a:pt x="0" y="781"/>
                    <a:pt x="0" y="809"/>
                    <a:pt x="0" y="851"/>
                  </a:cubicBezTo>
                  <a:cubicBezTo>
                    <a:pt x="14" y="963"/>
                    <a:pt x="56" y="1074"/>
                    <a:pt x="126" y="1172"/>
                  </a:cubicBezTo>
                  <a:cubicBezTo>
                    <a:pt x="182" y="1255"/>
                    <a:pt x="252" y="1325"/>
                    <a:pt x="335" y="1381"/>
                  </a:cubicBezTo>
                  <a:cubicBezTo>
                    <a:pt x="265" y="1325"/>
                    <a:pt x="196" y="1255"/>
                    <a:pt x="140" y="1172"/>
                  </a:cubicBezTo>
                  <a:cubicBezTo>
                    <a:pt x="84" y="1074"/>
                    <a:pt x="42" y="963"/>
                    <a:pt x="28" y="851"/>
                  </a:cubicBezTo>
                  <a:lnTo>
                    <a:pt x="28" y="753"/>
                  </a:lnTo>
                  <a:cubicBezTo>
                    <a:pt x="28" y="725"/>
                    <a:pt x="28" y="697"/>
                    <a:pt x="42" y="656"/>
                  </a:cubicBezTo>
                  <a:cubicBezTo>
                    <a:pt x="56" y="600"/>
                    <a:pt x="70" y="544"/>
                    <a:pt x="98" y="488"/>
                  </a:cubicBezTo>
                  <a:cubicBezTo>
                    <a:pt x="154" y="363"/>
                    <a:pt x="238" y="265"/>
                    <a:pt x="349" y="195"/>
                  </a:cubicBezTo>
                  <a:cubicBezTo>
                    <a:pt x="419" y="153"/>
                    <a:pt x="475" y="126"/>
                    <a:pt x="544" y="112"/>
                  </a:cubicBezTo>
                  <a:cubicBezTo>
                    <a:pt x="600" y="84"/>
                    <a:pt x="670" y="84"/>
                    <a:pt x="740" y="84"/>
                  </a:cubicBezTo>
                  <a:cubicBezTo>
                    <a:pt x="809" y="84"/>
                    <a:pt x="879" y="84"/>
                    <a:pt x="949" y="112"/>
                  </a:cubicBezTo>
                  <a:cubicBezTo>
                    <a:pt x="1005" y="126"/>
                    <a:pt x="1074" y="153"/>
                    <a:pt x="1130" y="195"/>
                  </a:cubicBezTo>
                  <a:cubicBezTo>
                    <a:pt x="1242" y="265"/>
                    <a:pt x="1326" y="363"/>
                    <a:pt x="1381" y="488"/>
                  </a:cubicBezTo>
                  <a:cubicBezTo>
                    <a:pt x="1437" y="600"/>
                    <a:pt x="1465" y="725"/>
                    <a:pt x="1451" y="851"/>
                  </a:cubicBezTo>
                  <a:cubicBezTo>
                    <a:pt x="1437" y="963"/>
                    <a:pt x="1395" y="1074"/>
                    <a:pt x="1340" y="1172"/>
                  </a:cubicBezTo>
                  <a:cubicBezTo>
                    <a:pt x="1284" y="1255"/>
                    <a:pt x="1214" y="1325"/>
                    <a:pt x="1144" y="1381"/>
                  </a:cubicBezTo>
                  <a:cubicBezTo>
                    <a:pt x="1228" y="1325"/>
                    <a:pt x="1298" y="1255"/>
                    <a:pt x="1353" y="1186"/>
                  </a:cubicBezTo>
                  <a:cubicBezTo>
                    <a:pt x="1507" y="976"/>
                    <a:pt x="1535" y="697"/>
                    <a:pt x="1437" y="460"/>
                  </a:cubicBezTo>
                  <a:cubicBezTo>
                    <a:pt x="1395" y="405"/>
                    <a:pt x="1367" y="349"/>
                    <a:pt x="1326" y="293"/>
                  </a:cubicBezTo>
                  <a:cubicBezTo>
                    <a:pt x="1284" y="223"/>
                    <a:pt x="1228" y="167"/>
                    <a:pt x="1158" y="126"/>
                  </a:cubicBezTo>
                  <a:cubicBezTo>
                    <a:pt x="1102" y="84"/>
                    <a:pt x="1033" y="56"/>
                    <a:pt x="963" y="28"/>
                  </a:cubicBezTo>
                  <a:cubicBezTo>
                    <a:pt x="893" y="14"/>
                    <a:pt x="823" y="0"/>
                    <a:pt x="740"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21"/>
            <p:cNvSpPr/>
            <p:nvPr/>
          </p:nvSpPr>
          <p:spPr>
            <a:xfrm>
              <a:off x="5325885" y="4883201"/>
              <a:ext cx="38427" cy="37847"/>
            </a:xfrm>
            <a:custGeom>
              <a:avLst/>
              <a:gdLst/>
              <a:ahLst/>
              <a:cxnLst/>
              <a:rect l="l" t="t" r="r" b="b"/>
              <a:pathLst>
                <a:path w="531" h="523" extrusionOk="0">
                  <a:moveTo>
                    <a:pt x="503" y="127"/>
                  </a:moveTo>
                  <a:cubicBezTo>
                    <a:pt x="503" y="133"/>
                    <a:pt x="506" y="137"/>
                    <a:pt x="510" y="140"/>
                  </a:cubicBezTo>
                  <a:lnTo>
                    <a:pt x="503" y="127"/>
                  </a:lnTo>
                  <a:close/>
                  <a:moveTo>
                    <a:pt x="510" y="140"/>
                  </a:moveTo>
                  <a:lnTo>
                    <a:pt x="517" y="154"/>
                  </a:lnTo>
                  <a:cubicBezTo>
                    <a:pt x="517" y="147"/>
                    <a:pt x="513" y="144"/>
                    <a:pt x="510" y="140"/>
                  </a:cubicBezTo>
                  <a:close/>
                  <a:moveTo>
                    <a:pt x="238" y="1"/>
                  </a:moveTo>
                  <a:cubicBezTo>
                    <a:pt x="196" y="1"/>
                    <a:pt x="168" y="15"/>
                    <a:pt x="126" y="43"/>
                  </a:cubicBezTo>
                  <a:cubicBezTo>
                    <a:pt x="84" y="71"/>
                    <a:pt x="57" y="99"/>
                    <a:pt x="43" y="140"/>
                  </a:cubicBezTo>
                  <a:cubicBezTo>
                    <a:pt x="1" y="224"/>
                    <a:pt x="1" y="308"/>
                    <a:pt x="43" y="378"/>
                  </a:cubicBezTo>
                  <a:cubicBezTo>
                    <a:pt x="57" y="405"/>
                    <a:pt x="70" y="419"/>
                    <a:pt x="84" y="447"/>
                  </a:cubicBezTo>
                  <a:cubicBezTo>
                    <a:pt x="126" y="475"/>
                    <a:pt x="182" y="503"/>
                    <a:pt x="238" y="517"/>
                  </a:cubicBezTo>
                  <a:cubicBezTo>
                    <a:pt x="250" y="521"/>
                    <a:pt x="264" y="523"/>
                    <a:pt x="278" y="523"/>
                  </a:cubicBezTo>
                  <a:cubicBezTo>
                    <a:pt x="312" y="523"/>
                    <a:pt x="352" y="513"/>
                    <a:pt x="391" y="503"/>
                  </a:cubicBezTo>
                  <a:cubicBezTo>
                    <a:pt x="405" y="489"/>
                    <a:pt x="433" y="475"/>
                    <a:pt x="447" y="461"/>
                  </a:cubicBezTo>
                  <a:lnTo>
                    <a:pt x="475" y="433"/>
                  </a:lnTo>
                  <a:cubicBezTo>
                    <a:pt x="475" y="419"/>
                    <a:pt x="489" y="419"/>
                    <a:pt x="489" y="405"/>
                  </a:cubicBezTo>
                  <a:cubicBezTo>
                    <a:pt x="517" y="378"/>
                    <a:pt x="531" y="336"/>
                    <a:pt x="531" y="294"/>
                  </a:cubicBezTo>
                  <a:lnTo>
                    <a:pt x="531" y="294"/>
                  </a:lnTo>
                  <a:cubicBezTo>
                    <a:pt x="517" y="322"/>
                    <a:pt x="503" y="364"/>
                    <a:pt x="475" y="392"/>
                  </a:cubicBezTo>
                  <a:lnTo>
                    <a:pt x="461" y="405"/>
                  </a:lnTo>
                  <a:lnTo>
                    <a:pt x="433" y="419"/>
                  </a:lnTo>
                  <a:cubicBezTo>
                    <a:pt x="405" y="433"/>
                    <a:pt x="391" y="447"/>
                    <a:pt x="377" y="447"/>
                  </a:cubicBezTo>
                  <a:cubicBezTo>
                    <a:pt x="356" y="454"/>
                    <a:pt x="336" y="458"/>
                    <a:pt x="315" y="458"/>
                  </a:cubicBezTo>
                  <a:cubicBezTo>
                    <a:pt x="294" y="458"/>
                    <a:pt x="273" y="454"/>
                    <a:pt x="252" y="447"/>
                  </a:cubicBezTo>
                  <a:cubicBezTo>
                    <a:pt x="210" y="433"/>
                    <a:pt x="182" y="419"/>
                    <a:pt x="154" y="392"/>
                  </a:cubicBezTo>
                  <a:cubicBezTo>
                    <a:pt x="126" y="378"/>
                    <a:pt x="126" y="364"/>
                    <a:pt x="112" y="336"/>
                  </a:cubicBezTo>
                  <a:cubicBezTo>
                    <a:pt x="98" y="322"/>
                    <a:pt x="98" y="308"/>
                    <a:pt x="84" y="280"/>
                  </a:cubicBezTo>
                  <a:cubicBezTo>
                    <a:pt x="84" y="252"/>
                    <a:pt x="84" y="210"/>
                    <a:pt x="84" y="168"/>
                  </a:cubicBezTo>
                  <a:cubicBezTo>
                    <a:pt x="98" y="127"/>
                    <a:pt x="126" y="99"/>
                    <a:pt x="154" y="71"/>
                  </a:cubicBezTo>
                  <a:cubicBezTo>
                    <a:pt x="182" y="43"/>
                    <a:pt x="210" y="15"/>
                    <a:pt x="252" y="15"/>
                  </a:cubicBezTo>
                  <a:lnTo>
                    <a:pt x="377" y="15"/>
                  </a:lnTo>
                  <a:lnTo>
                    <a:pt x="349" y="1"/>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21"/>
            <p:cNvSpPr/>
            <p:nvPr/>
          </p:nvSpPr>
          <p:spPr>
            <a:xfrm>
              <a:off x="4984750" y="4724792"/>
              <a:ext cx="77795" cy="113106"/>
            </a:xfrm>
            <a:custGeom>
              <a:avLst/>
              <a:gdLst/>
              <a:ahLst/>
              <a:cxnLst/>
              <a:rect l="l" t="t" r="r" b="b"/>
              <a:pathLst>
                <a:path w="1075" h="1563" extrusionOk="0">
                  <a:moveTo>
                    <a:pt x="558" y="0"/>
                  </a:moveTo>
                  <a:lnTo>
                    <a:pt x="42" y="42"/>
                  </a:lnTo>
                  <a:lnTo>
                    <a:pt x="0" y="42"/>
                  </a:lnTo>
                  <a:lnTo>
                    <a:pt x="0" y="84"/>
                  </a:lnTo>
                  <a:cubicBezTo>
                    <a:pt x="14" y="572"/>
                    <a:pt x="42" y="1046"/>
                    <a:pt x="70" y="1520"/>
                  </a:cubicBezTo>
                  <a:lnTo>
                    <a:pt x="70" y="1562"/>
                  </a:lnTo>
                  <a:lnTo>
                    <a:pt x="112" y="1562"/>
                  </a:lnTo>
                  <a:lnTo>
                    <a:pt x="586" y="1534"/>
                  </a:lnTo>
                  <a:lnTo>
                    <a:pt x="837" y="1520"/>
                  </a:lnTo>
                  <a:cubicBezTo>
                    <a:pt x="907" y="1520"/>
                    <a:pt x="990" y="1520"/>
                    <a:pt x="1074" y="1506"/>
                  </a:cubicBezTo>
                  <a:cubicBezTo>
                    <a:pt x="990" y="1506"/>
                    <a:pt x="907" y="1493"/>
                    <a:pt x="837" y="1493"/>
                  </a:cubicBezTo>
                  <a:lnTo>
                    <a:pt x="154" y="1493"/>
                  </a:lnTo>
                  <a:cubicBezTo>
                    <a:pt x="140" y="1046"/>
                    <a:pt x="126" y="600"/>
                    <a:pt x="98" y="140"/>
                  </a:cubicBezTo>
                  <a:lnTo>
                    <a:pt x="572" y="70"/>
                  </a:lnTo>
                  <a:cubicBezTo>
                    <a:pt x="656" y="70"/>
                    <a:pt x="739" y="42"/>
                    <a:pt x="823" y="42"/>
                  </a:cubicBezTo>
                  <a:lnTo>
                    <a:pt x="1074" y="0"/>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4" name="Google Shape;1464;p21"/>
          <p:cNvGrpSpPr/>
          <p:nvPr/>
        </p:nvGrpSpPr>
        <p:grpSpPr>
          <a:xfrm rot="2934683">
            <a:off x="3548705" y="3599400"/>
            <a:ext cx="1298604" cy="1891559"/>
            <a:chOff x="6997534" y="1264110"/>
            <a:chExt cx="654858" cy="953840"/>
          </a:xfrm>
        </p:grpSpPr>
        <p:sp>
          <p:nvSpPr>
            <p:cNvPr id="1465" name="Google Shape;1465;p21"/>
            <p:cNvSpPr/>
            <p:nvPr/>
          </p:nvSpPr>
          <p:spPr>
            <a:xfrm>
              <a:off x="7122389" y="1639064"/>
              <a:ext cx="117066" cy="103427"/>
            </a:xfrm>
            <a:custGeom>
              <a:avLst/>
              <a:gdLst/>
              <a:ahLst/>
              <a:cxnLst/>
              <a:rect l="l" t="t" r="r" b="b"/>
              <a:pathLst>
                <a:path w="601" h="531" extrusionOk="0">
                  <a:moveTo>
                    <a:pt x="601" y="1"/>
                  </a:moveTo>
                  <a:cubicBezTo>
                    <a:pt x="601" y="1"/>
                    <a:pt x="559" y="29"/>
                    <a:pt x="503" y="70"/>
                  </a:cubicBezTo>
                  <a:cubicBezTo>
                    <a:pt x="433" y="112"/>
                    <a:pt x="363" y="168"/>
                    <a:pt x="280" y="238"/>
                  </a:cubicBezTo>
                  <a:cubicBezTo>
                    <a:pt x="210" y="307"/>
                    <a:pt x="140" y="377"/>
                    <a:pt x="84" y="433"/>
                  </a:cubicBezTo>
                  <a:cubicBezTo>
                    <a:pt x="29" y="489"/>
                    <a:pt x="1" y="531"/>
                    <a:pt x="1" y="531"/>
                  </a:cubicBezTo>
                  <a:cubicBezTo>
                    <a:pt x="1" y="531"/>
                    <a:pt x="43" y="503"/>
                    <a:pt x="112" y="461"/>
                  </a:cubicBezTo>
                  <a:cubicBezTo>
                    <a:pt x="168" y="419"/>
                    <a:pt x="252" y="349"/>
                    <a:pt x="322" y="294"/>
                  </a:cubicBezTo>
                  <a:cubicBezTo>
                    <a:pt x="391" y="224"/>
                    <a:pt x="461" y="154"/>
                    <a:pt x="517" y="98"/>
                  </a:cubicBezTo>
                  <a:cubicBezTo>
                    <a:pt x="573" y="42"/>
                    <a:pt x="601" y="1"/>
                    <a:pt x="601"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21"/>
            <p:cNvSpPr/>
            <p:nvPr/>
          </p:nvSpPr>
          <p:spPr>
            <a:xfrm>
              <a:off x="7252892" y="1601081"/>
              <a:ext cx="152322" cy="135955"/>
            </a:xfrm>
            <a:custGeom>
              <a:avLst/>
              <a:gdLst/>
              <a:ahLst/>
              <a:cxnLst/>
              <a:rect l="l" t="t" r="r" b="b"/>
              <a:pathLst>
                <a:path w="782" h="698" extrusionOk="0">
                  <a:moveTo>
                    <a:pt x="0" y="0"/>
                  </a:moveTo>
                  <a:cubicBezTo>
                    <a:pt x="0" y="0"/>
                    <a:pt x="14" y="14"/>
                    <a:pt x="28" y="28"/>
                  </a:cubicBezTo>
                  <a:cubicBezTo>
                    <a:pt x="42" y="42"/>
                    <a:pt x="70" y="84"/>
                    <a:pt x="112" y="112"/>
                  </a:cubicBezTo>
                  <a:cubicBezTo>
                    <a:pt x="182" y="196"/>
                    <a:pt x="279" y="279"/>
                    <a:pt x="377" y="377"/>
                  </a:cubicBezTo>
                  <a:cubicBezTo>
                    <a:pt x="461" y="461"/>
                    <a:pt x="572" y="544"/>
                    <a:pt x="656" y="600"/>
                  </a:cubicBezTo>
                  <a:lnTo>
                    <a:pt x="754" y="684"/>
                  </a:lnTo>
                  <a:lnTo>
                    <a:pt x="781" y="698"/>
                  </a:lnTo>
                  <a:lnTo>
                    <a:pt x="754" y="670"/>
                  </a:lnTo>
                  <a:lnTo>
                    <a:pt x="670" y="586"/>
                  </a:lnTo>
                  <a:cubicBezTo>
                    <a:pt x="600" y="502"/>
                    <a:pt x="502" y="419"/>
                    <a:pt x="405" y="321"/>
                  </a:cubicBezTo>
                  <a:cubicBezTo>
                    <a:pt x="321" y="237"/>
                    <a:pt x="210" y="154"/>
                    <a:pt x="126" y="98"/>
                  </a:cubicBezTo>
                  <a:lnTo>
                    <a:pt x="28" y="14"/>
                  </a:lnTo>
                  <a:lnTo>
                    <a:pt x="0" y="0"/>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21"/>
            <p:cNvSpPr/>
            <p:nvPr/>
          </p:nvSpPr>
          <p:spPr>
            <a:xfrm>
              <a:off x="7252892" y="1951492"/>
              <a:ext cx="146868" cy="133423"/>
            </a:xfrm>
            <a:custGeom>
              <a:avLst/>
              <a:gdLst/>
              <a:ahLst/>
              <a:cxnLst/>
              <a:rect l="l" t="t" r="r" b="b"/>
              <a:pathLst>
                <a:path w="754" h="685" extrusionOk="0">
                  <a:moveTo>
                    <a:pt x="754" y="1"/>
                  </a:moveTo>
                  <a:lnTo>
                    <a:pt x="754" y="1"/>
                  </a:lnTo>
                  <a:cubicBezTo>
                    <a:pt x="726" y="15"/>
                    <a:pt x="698" y="29"/>
                    <a:pt x="656" y="70"/>
                  </a:cubicBezTo>
                  <a:cubicBezTo>
                    <a:pt x="572" y="126"/>
                    <a:pt x="475" y="210"/>
                    <a:pt x="377" y="308"/>
                  </a:cubicBezTo>
                  <a:cubicBezTo>
                    <a:pt x="265" y="391"/>
                    <a:pt x="182" y="475"/>
                    <a:pt x="112" y="559"/>
                  </a:cubicBezTo>
                  <a:cubicBezTo>
                    <a:pt x="70" y="587"/>
                    <a:pt x="42" y="628"/>
                    <a:pt x="28" y="642"/>
                  </a:cubicBezTo>
                  <a:cubicBezTo>
                    <a:pt x="14" y="656"/>
                    <a:pt x="0" y="670"/>
                    <a:pt x="0" y="684"/>
                  </a:cubicBezTo>
                  <a:lnTo>
                    <a:pt x="28" y="656"/>
                  </a:lnTo>
                  <a:lnTo>
                    <a:pt x="126" y="573"/>
                  </a:lnTo>
                  <a:cubicBezTo>
                    <a:pt x="210" y="517"/>
                    <a:pt x="307" y="433"/>
                    <a:pt x="405" y="349"/>
                  </a:cubicBezTo>
                  <a:cubicBezTo>
                    <a:pt x="516" y="252"/>
                    <a:pt x="600" y="168"/>
                    <a:pt x="670" y="98"/>
                  </a:cubicBezTo>
                  <a:lnTo>
                    <a:pt x="754" y="1"/>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21"/>
            <p:cNvSpPr/>
            <p:nvPr/>
          </p:nvSpPr>
          <p:spPr>
            <a:xfrm>
              <a:off x="7103495" y="1951492"/>
              <a:ext cx="149595" cy="133423"/>
            </a:xfrm>
            <a:custGeom>
              <a:avLst/>
              <a:gdLst/>
              <a:ahLst/>
              <a:cxnLst/>
              <a:rect l="l" t="t" r="r" b="b"/>
              <a:pathLst>
                <a:path w="768" h="685" extrusionOk="0">
                  <a:moveTo>
                    <a:pt x="0" y="1"/>
                  </a:moveTo>
                  <a:lnTo>
                    <a:pt x="84" y="98"/>
                  </a:lnTo>
                  <a:cubicBezTo>
                    <a:pt x="154" y="168"/>
                    <a:pt x="251" y="252"/>
                    <a:pt x="349" y="349"/>
                  </a:cubicBezTo>
                  <a:cubicBezTo>
                    <a:pt x="433" y="433"/>
                    <a:pt x="544" y="517"/>
                    <a:pt x="628" y="587"/>
                  </a:cubicBezTo>
                  <a:cubicBezTo>
                    <a:pt x="670" y="614"/>
                    <a:pt x="698" y="642"/>
                    <a:pt x="725" y="656"/>
                  </a:cubicBezTo>
                  <a:lnTo>
                    <a:pt x="767" y="684"/>
                  </a:lnTo>
                  <a:lnTo>
                    <a:pt x="725" y="642"/>
                  </a:lnTo>
                  <a:cubicBezTo>
                    <a:pt x="711" y="614"/>
                    <a:pt x="684" y="587"/>
                    <a:pt x="656" y="559"/>
                  </a:cubicBezTo>
                  <a:cubicBezTo>
                    <a:pt x="586" y="489"/>
                    <a:pt x="474" y="377"/>
                    <a:pt x="391" y="308"/>
                  </a:cubicBezTo>
                  <a:cubicBezTo>
                    <a:pt x="293" y="224"/>
                    <a:pt x="181" y="126"/>
                    <a:pt x="98" y="70"/>
                  </a:cubicBezTo>
                  <a:cubicBezTo>
                    <a:pt x="70" y="43"/>
                    <a:pt x="28" y="15"/>
                    <a:pt x="0"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21"/>
            <p:cNvSpPr/>
            <p:nvPr/>
          </p:nvSpPr>
          <p:spPr>
            <a:xfrm>
              <a:off x="7130570" y="1946038"/>
              <a:ext cx="108885" cy="97973"/>
            </a:xfrm>
            <a:custGeom>
              <a:avLst/>
              <a:gdLst/>
              <a:ahLst/>
              <a:cxnLst/>
              <a:rect l="l" t="t" r="r" b="b"/>
              <a:pathLst>
                <a:path w="559" h="503" extrusionOk="0">
                  <a:moveTo>
                    <a:pt x="1" y="1"/>
                  </a:moveTo>
                  <a:cubicBezTo>
                    <a:pt x="15" y="43"/>
                    <a:pt x="42" y="71"/>
                    <a:pt x="70" y="98"/>
                  </a:cubicBezTo>
                  <a:cubicBezTo>
                    <a:pt x="126" y="154"/>
                    <a:pt x="196" y="210"/>
                    <a:pt x="252" y="266"/>
                  </a:cubicBezTo>
                  <a:cubicBezTo>
                    <a:pt x="321" y="336"/>
                    <a:pt x="405" y="391"/>
                    <a:pt x="461" y="433"/>
                  </a:cubicBezTo>
                  <a:cubicBezTo>
                    <a:pt x="517" y="475"/>
                    <a:pt x="559" y="503"/>
                    <a:pt x="559" y="503"/>
                  </a:cubicBezTo>
                  <a:cubicBezTo>
                    <a:pt x="531" y="475"/>
                    <a:pt x="503" y="433"/>
                    <a:pt x="489" y="405"/>
                  </a:cubicBezTo>
                  <a:cubicBezTo>
                    <a:pt x="419" y="350"/>
                    <a:pt x="363" y="294"/>
                    <a:pt x="294" y="238"/>
                  </a:cubicBezTo>
                  <a:cubicBezTo>
                    <a:pt x="224" y="168"/>
                    <a:pt x="154" y="112"/>
                    <a:pt x="98" y="71"/>
                  </a:cubicBezTo>
                  <a:cubicBezTo>
                    <a:pt x="29" y="29"/>
                    <a:pt x="1" y="1"/>
                    <a:pt x="1"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21"/>
            <p:cNvSpPr/>
            <p:nvPr/>
          </p:nvSpPr>
          <p:spPr>
            <a:xfrm>
              <a:off x="7383201" y="1775021"/>
              <a:ext cx="13830" cy="133228"/>
            </a:xfrm>
            <a:custGeom>
              <a:avLst/>
              <a:gdLst/>
              <a:ahLst/>
              <a:cxnLst/>
              <a:rect l="l" t="t" r="r" b="b"/>
              <a:pathLst>
                <a:path w="71" h="684" extrusionOk="0">
                  <a:moveTo>
                    <a:pt x="29" y="0"/>
                  </a:moveTo>
                  <a:cubicBezTo>
                    <a:pt x="15" y="28"/>
                    <a:pt x="15" y="70"/>
                    <a:pt x="15" y="112"/>
                  </a:cubicBezTo>
                  <a:cubicBezTo>
                    <a:pt x="1" y="181"/>
                    <a:pt x="1" y="265"/>
                    <a:pt x="15" y="349"/>
                  </a:cubicBezTo>
                  <a:cubicBezTo>
                    <a:pt x="15" y="419"/>
                    <a:pt x="15" y="502"/>
                    <a:pt x="29" y="586"/>
                  </a:cubicBezTo>
                  <a:cubicBezTo>
                    <a:pt x="29" y="642"/>
                    <a:pt x="43" y="684"/>
                    <a:pt x="43" y="684"/>
                  </a:cubicBezTo>
                  <a:cubicBezTo>
                    <a:pt x="57" y="656"/>
                    <a:pt x="57" y="614"/>
                    <a:pt x="57" y="586"/>
                  </a:cubicBezTo>
                  <a:cubicBezTo>
                    <a:pt x="57" y="516"/>
                    <a:pt x="71" y="432"/>
                    <a:pt x="57" y="335"/>
                  </a:cubicBezTo>
                  <a:cubicBezTo>
                    <a:pt x="57" y="265"/>
                    <a:pt x="57" y="181"/>
                    <a:pt x="43" y="98"/>
                  </a:cubicBezTo>
                  <a:cubicBezTo>
                    <a:pt x="43" y="70"/>
                    <a:pt x="29" y="28"/>
                    <a:pt x="29"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21"/>
            <p:cNvSpPr/>
            <p:nvPr/>
          </p:nvSpPr>
          <p:spPr>
            <a:xfrm>
              <a:off x="7247439" y="1454411"/>
              <a:ext cx="13830" cy="133228"/>
            </a:xfrm>
            <a:custGeom>
              <a:avLst/>
              <a:gdLst/>
              <a:ahLst/>
              <a:cxnLst/>
              <a:rect l="l" t="t" r="r" b="b"/>
              <a:pathLst>
                <a:path w="71" h="684" extrusionOk="0">
                  <a:moveTo>
                    <a:pt x="14" y="0"/>
                  </a:moveTo>
                  <a:cubicBezTo>
                    <a:pt x="14" y="28"/>
                    <a:pt x="0" y="70"/>
                    <a:pt x="0" y="98"/>
                  </a:cubicBezTo>
                  <a:lnTo>
                    <a:pt x="0" y="335"/>
                  </a:lnTo>
                  <a:cubicBezTo>
                    <a:pt x="0" y="419"/>
                    <a:pt x="14" y="502"/>
                    <a:pt x="14" y="586"/>
                  </a:cubicBezTo>
                  <a:cubicBezTo>
                    <a:pt x="28" y="642"/>
                    <a:pt x="42" y="684"/>
                    <a:pt x="42" y="684"/>
                  </a:cubicBezTo>
                  <a:cubicBezTo>
                    <a:pt x="42" y="684"/>
                    <a:pt x="42" y="642"/>
                    <a:pt x="56" y="586"/>
                  </a:cubicBezTo>
                  <a:cubicBezTo>
                    <a:pt x="70" y="516"/>
                    <a:pt x="56" y="419"/>
                    <a:pt x="56" y="335"/>
                  </a:cubicBezTo>
                  <a:cubicBezTo>
                    <a:pt x="56" y="265"/>
                    <a:pt x="42" y="181"/>
                    <a:pt x="28" y="98"/>
                  </a:cubicBezTo>
                  <a:cubicBezTo>
                    <a:pt x="28" y="70"/>
                    <a:pt x="28" y="28"/>
                    <a:pt x="14"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21"/>
            <p:cNvSpPr/>
            <p:nvPr/>
          </p:nvSpPr>
          <p:spPr>
            <a:xfrm>
              <a:off x="7244712" y="2084723"/>
              <a:ext cx="8376" cy="133228"/>
            </a:xfrm>
            <a:custGeom>
              <a:avLst/>
              <a:gdLst/>
              <a:ahLst/>
              <a:cxnLst/>
              <a:rect l="l" t="t" r="r" b="b"/>
              <a:pathLst>
                <a:path w="43" h="684" extrusionOk="0">
                  <a:moveTo>
                    <a:pt x="14" y="0"/>
                  </a:moveTo>
                  <a:cubicBezTo>
                    <a:pt x="0" y="28"/>
                    <a:pt x="0" y="70"/>
                    <a:pt x="0" y="98"/>
                  </a:cubicBezTo>
                  <a:lnTo>
                    <a:pt x="0" y="335"/>
                  </a:lnTo>
                  <a:cubicBezTo>
                    <a:pt x="0" y="433"/>
                    <a:pt x="0" y="516"/>
                    <a:pt x="14" y="572"/>
                  </a:cubicBezTo>
                  <a:cubicBezTo>
                    <a:pt x="28" y="642"/>
                    <a:pt x="28" y="684"/>
                    <a:pt x="28" y="684"/>
                  </a:cubicBezTo>
                  <a:cubicBezTo>
                    <a:pt x="42" y="656"/>
                    <a:pt x="42" y="614"/>
                    <a:pt x="42" y="572"/>
                  </a:cubicBezTo>
                  <a:lnTo>
                    <a:pt x="42" y="335"/>
                  </a:lnTo>
                  <a:cubicBezTo>
                    <a:pt x="42" y="265"/>
                    <a:pt x="42" y="182"/>
                    <a:pt x="28" y="98"/>
                  </a:cubicBezTo>
                  <a:cubicBezTo>
                    <a:pt x="28" y="70"/>
                    <a:pt x="14" y="28"/>
                    <a:pt x="14"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21"/>
            <p:cNvSpPr/>
            <p:nvPr/>
          </p:nvSpPr>
          <p:spPr>
            <a:xfrm>
              <a:off x="7410471" y="1639064"/>
              <a:ext cx="92523" cy="97973"/>
            </a:xfrm>
            <a:custGeom>
              <a:avLst/>
              <a:gdLst/>
              <a:ahLst/>
              <a:cxnLst/>
              <a:rect l="l" t="t" r="r" b="b"/>
              <a:pathLst>
                <a:path w="475" h="503" extrusionOk="0">
                  <a:moveTo>
                    <a:pt x="475" y="1"/>
                  </a:moveTo>
                  <a:cubicBezTo>
                    <a:pt x="475" y="1"/>
                    <a:pt x="447" y="29"/>
                    <a:pt x="391" y="70"/>
                  </a:cubicBezTo>
                  <a:cubicBezTo>
                    <a:pt x="321" y="126"/>
                    <a:pt x="265" y="182"/>
                    <a:pt x="210" y="238"/>
                  </a:cubicBezTo>
                  <a:cubicBezTo>
                    <a:pt x="154" y="294"/>
                    <a:pt x="112" y="349"/>
                    <a:pt x="56" y="405"/>
                  </a:cubicBezTo>
                  <a:cubicBezTo>
                    <a:pt x="42" y="433"/>
                    <a:pt x="14" y="475"/>
                    <a:pt x="0" y="503"/>
                  </a:cubicBezTo>
                  <a:cubicBezTo>
                    <a:pt x="0" y="503"/>
                    <a:pt x="28" y="475"/>
                    <a:pt x="84" y="433"/>
                  </a:cubicBezTo>
                  <a:cubicBezTo>
                    <a:pt x="140" y="377"/>
                    <a:pt x="196" y="321"/>
                    <a:pt x="265" y="266"/>
                  </a:cubicBezTo>
                  <a:cubicBezTo>
                    <a:pt x="307" y="210"/>
                    <a:pt x="363" y="154"/>
                    <a:pt x="419" y="98"/>
                  </a:cubicBezTo>
                  <a:cubicBezTo>
                    <a:pt x="433" y="70"/>
                    <a:pt x="461" y="42"/>
                    <a:pt x="475"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21"/>
            <p:cNvSpPr/>
            <p:nvPr/>
          </p:nvSpPr>
          <p:spPr>
            <a:xfrm>
              <a:off x="7402290" y="1747751"/>
              <a:ext cx="103431" cy="290998"/>
            </a:xfrm>
            <a:custGeom>
              <a:avLst/>
              <a:gdLst/>
              <a:ahLst/>
              <a:cxnLst/>
              <a:rect l="l" t="t" r="r" b="b"/>
              <a:pathLst>
                <a:path w="531" h="1494" extrusionOk="0">
                  <a:moveTo>
                    <a:pt x="0" y="1"/>
                  </a:moveTo>
                  <a:lnTo>
                    <a:pt x="0" y="112"/>
                  </a:lnTo>
                  <a:lnTo>
                    <a:pt x="0" y="489"/>
                  </a:lnTo>
                  <a:cubicBezTo>
                    <a:pt x="0" y="614"/>
                    <a:pt x="14" y="754"/>
                    <a:pt x="28" y="851"/>
                  </a:cubicBezTo>
                  <a:cubicBezTo>
                    <a:pt x="28" y="893"/>
                    <a:pt x="28" y="935"/>
                    <a:pt x="42" y="963"/>
                  </a:cubicBezTo>
                  <a:lnTo>
                    <a:pt x="42" y="851"/>
                  </a:lnTo>
                  <a:lnTo>
                    <a:pt x="42" y="475"/>
                  </a:lnTo>
                  <a:cubicBezTo>
                    <a:pt x="42" y="349"/>
                    <a:pt x="28" y="210"/>
                    <a:pt x="14" y="112"/>
                  </a:cubicBezTo>
                  <a:cubicBezTo>
                    <a:pt x="14" y="70"/>
                    <a:pt x="14" y="28"/>
                    <a:pt x="0" y="1"/>
                  </a:cubicBezTo>
                  <a:close/>
                  <a:moveTo>
                    <a:pt x="42" y="1005"/>
                  </a:moveTo>
                  <a:cubicBezTo>
                    <a:pt x="56" y="1033"/>
                    <a:pt x="84" y="1061"/>
                    <a:pt x="98" y="1089"/>
                  </a:cubicBezTo>
                  <a:cubicBezTo>
                    <a:pt x="154" y="1158"/>
                    <a:pt x="210" y="1214"/>
                    <a:pt x="265" y="1270"/>
                  </a:cubicBezTo>
                  <a:cubicBezTo>
                    <a:pt x="321" y="1326"/>
                    <a:pt x="391" y="1381"/>
                    <a:pt x="433" y="1423"/>
                  </a:cubicBezTo>
                  <a:cubicBezTo>
                    <a:pt x="461" y="1451"/>
                    <a:pt x="503" y="1465"/>
                    <a:pt x="531" y="1493"/>
                  </a:cubicBezTo>
                  <a:cubicBezTo>
                    <a:pt x="531" y="1493"/>
                    <a:pt x="503" y="1451"/>
                    <a:pt x="461" y="1395"/>
                  </a:cubicBezTo>
                  <a:cubicBezTo>
                    <a:pt x="405" y="1340"/>
                    <a:pt x="363" y="1284"/>
                    <a:pt x="293" y="1228"/>
                  </a:cubicBezTo>
                  <a:cubicBezTo>
                    <a:pt x="238" y="1172"/>
                    <a:pt x="182" y="1116"/>
                    <a:pt x="126" y="1075"/>
                  </a:cubicBezTo>
                  <a:cubicBezTo>
                    <a:pt x="98" y="1047"/>
                    <a:pt x="70" y="1033"/>
                    <a:pt x="42" y="1005"/>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21"/>
            <p:cNvSpPr/>
            <p:nvPr/>
          </p:nvSpPr>
          <p:spPr>
            <a:xfrm>
              <a:off x="7000261" y="1943312"/>
              <a:ext cx="92523" cy="98168"/>
            </a:xfrm>
            <a:custGeom>
              <a:avLst/>
              <a:gdLst/>
              <a:ahLst/>
              <a:cxnLst/>
              <a:rect l="l" t="t" r="r" b="b"/>
              <a:pathLst>
                <a:path w="475" h="504" extrusionOk="0">
                  <a:moveTo>
                    <a:pt x="474" y="1"/>
                  </a:moveTo>
                  <a:lnTo>
                    <a:pt x="474" y="1"/>
                  </a:lnTo>
                  <a:cubicBezTo>
                    <a:pt x="474" y="1"/>
                    <a:pt x="446" y="29"/>
                    <a:pt x="391" y="71"/>
                  </a:cubicBezTo>
                  <a:cubicBezTo>
                    <a:pt x="335" y="126"/>
                    <a:pt x="279" y="182"/>
                    <a:pt x="223" y="238"/>
                  </a:cubicBezTo>
                  <a:cubicBezTo>
                    <a:pt x="154" y="294"/>
                    <a:pt x="98" y="364"/>
                    <a:pt x="70" y="405"/>
                  </a:cubicBezTo>
                  <a:cubicBezTo>
                    <a:pt x="42" y="433"/>
                    <a:pt x="14" y="461"/>
                    <a:pt x="0" y="503"/>
                  </a:cubicBezTo>
                  <a:cubicBezTo>
                    <a:pt x="0" y="503"/>
                    <a:pt x="42" y="475"/>
                    <a:pt x="84" y="433"/>
                  </a:cubicBezTo>
                  <a:cubicBezTo>
                    <a:pt x="154" y="377"/>
                    <a:pt x="209" y="322"/>
                    <a:pt x="265" y="266"/>
                  </a:cubicBezTo>
                  <a:cubicBezTo>
                    <a:pt x="321" y="210"/>
                    <a:pt x="377" y="140"/>
                    <a:pt x="419" y="99"/>
                  </a:cubicBezTo>
                  <a:cubicBezTo>
                    <a:pt x="446" y="71"/>
                    <a:pt x="460" y="29"/>
                    <a:pt x="474"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21"/>
            <p:cNvSpPr/>
            <p:nvPr/>
          </p:nvSpPr>
          <p:spPr>
            <a:xfrm>
              <a:off x="6997534" y="1641791"/>
              <a:ext cx="97977" cy="95246"/>
            </a:xfrm>
            <a:custGeom>
              <a:avLst/>
              <a:gdLst/>
              <a:ahLst/>
              <a:cxnLst/>
              <a:rect l="l" t="t" r="r" b="b"/>
              <a:pathLst>
                <a:path w="503" h="489" extrusionOk="0">
                  <a:moveTo>
                    <a:pt x="0" y="1"/>
                  </a:moveTo>
                  <a:cubicBezTo>
                    <a:pt x="0" y="1"/>
                    <a:pt x="28" y="42"/>
                    <a:pt x="70" y="84"/>
                  </a:cubicBezTo>
                  <a:cubicBezTo>
                    <a:pt x="126" y="154"/>
                    <a:pt x="168" y="210"/>
                    <a:pt x="237" y="266"/>
                  </a:cubicBezTo>
                  <a:cubicBezTo>
                    <a:pt x="293" y="321"/>
                    <a:pt x="363" y="377"/>
                    <a:pt x="405" y="419"/>
                  </a:cubicBezTo>
                  <a:cubicBezTo>
                    <a:pt x="433" y="447"/>
                    <a:pt x="460" y="461"/>
                    <a:pt x="502" y="489"/>
                  </a:cubicBezTo>
                  <a:cubicBezTo>
                    <a:pt x="502" y="489"/>
                    <a:pt x="474" y="447"/>
                    <a:pt x="433" y="391"/>
                  </a:cubicBezTo>
                  <a:cubicBezTo>
                    <a:pt x="377" y="335"/>
                    <a:pt x="321" y="280"/>
                    <a:pt x="265" y="224"/>
                  </a:cubicBezTo>
                  <a:cubicBezTo>
                    <a:pt x="209" y="168"/>
                    <a:pt x="140" y="98"/>
                    <a:pt x="98" y="70"/>
                  </a:cubicBezTo>
                  <a:cubicBezTo>
                    <a:pt x="70" y="42"/>
                    <a:pt x="28" y="28"/>
                    <a:pt x="0"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21"/>
            <p:cNvSpPr/>
            <p:nvPr/>
          </p:nvSpPr>
          <p:spPr>
            <a:xfrm>
              <a:off x="7092587" y="1598354"/>
              <a:ext cx="155049" cy="337160"/>
            </a:xfrm>
            <a:custGeom>
              <a:avLst/>
              <a:gdLst/>
              <a:ahLst/>
              <a:cxnLst/>
              <a:rect l="l" t="t" r="r" b="b"/>
              <a:pathLst>
                <a:path w="796" h="1731" extrusionOk="0">
                  <a:moveTo>
                    <a:pt x="795" y="0"/>
                  </a:moveTo>
                  <a:lnTo>
                    <a:pt x="754" y="28"/>
                  </a:lnTo>
                  <a:cubicBezTo>
                    <a:pt x="740" y="56"/>
                    <a:pt x="698" y="70"/>
                    <a:pt x="656" y="112"/>
                  </a:cubicBezTo>
                  <a:cubicBezTo>
                    <a:pt x="586" y="168"/>
                    <a:pt x="475" y="251"/>
                    <a:pt x="377" y="335"/>
                  </a:cubicBezTo>
                  <a:cubicBezTo>
                    <a:pt x="279" y="433"/>
                    <a:pt x="182" y="516"/>
                    <a:pt x="112" y="586"/>
                  </a:cubicBezTo>
                  <a:lnTo>
                    <a:pt x="28" y="684"/>
                  </a:lnTo>
                  <a:lnTo>
                    <a:pt x="0" y="712"/>
                  </a:lnTo>
                  <a:lnTo>
                    <a:pt x="0" y="712"/>
                  </a:lnTo>
                  <a:lnTo>
                    <a:pt x="42" y="684"/>
                  </a:lnTo>
                  <a:lnTo>
                    <a:pt x="140" y="614"/>
                  </a:lnTo>
                  <a:cubicBezTo>
                    <a:pt x="224" y="558"/>
                    <a:pt x="321" y="475"/>
                    <a:pt x="419" y="377"/>
                  </a:cubicBezTo>
                  <a:cubicBezTo>
                    <a:pt x="516" y="293"/>
                    <a:pt x="614" y="210"/>
                    <a:pt x="684" y="126"/>
                  </a:cubicBezTo>
                  <a:cubicBezTo>
                    <a:pt x="726" y="98"/>
                    <a:pt x="740" y="56"/>
                    <a:pt x="767" y="42"/>
                  </a:cubicBezTo>
                  <a:lnTo>
                    <a:pt x="795" y="0"/>
                  </a:lnTo>
                  <a:close/>
                  <a:moveTo>
                    <a:pt x="0" y="768"/>
                  </a:moveTo>
                  <a:lnTo>
                    <a:pt x="0" y="879"/>
                  </a:lnTo>
                  <a:cubicBezTo>
                    <a:pt x="0" y="977"/>
                    <a:pt x="0" y="1116"/>
                    <a:pt x="0" y="1256"/>
                  </a:cubicBezTo>
                  <a:cubicBezTo>
                    <a:pt x="0" y="1381"/>
                    <a:pt x="14" y="1521"/>
                    <a:pt x="28" y="1618"/>
                  </a:cubicBezTo>
                  <a:cubicBezTo>
                    <a:pt x="28" y="1660"/>
                    <a:pt x="28" y="1702"/>
                    <a:pt x="42" y="1730"/>
                  </a:cubicBezTo>
                  <a:lnTo>
                    <a:pt x="42" y="1618"/>
                  </a:lnTo>
                  <a:lnTo>
                    <a:pt x="42" y="1242"/>
                  </a:lnTo>
                  <a:cubicBezTo>
                    <a:pt x="42" y="1116"/>
                    <a:pt x="28" y="977"/>
                    <a:pt x="14" y="879"/>
                  </a:cubicBezTo>
                  <a:cubicBezTo>
                    <a:pt x="14" y="837"/>
                    <a:pt x="0" y="795"/>
                    <a:pt x="0" y="768"/>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21"/>
            <p:cNvSpPr/>
            <p:nvPr/>
          </p:nvSpPr>
          <p:spPr>
            <a:xfrm>
              <a:off x="7165825" y="1318454"/>
              <a:ext cx="89991" cy="97973"/>
            </a:xfrm>
            <a:custGeom>
              <a:avLst/>
              <a:gdLst/>
              <a:ahLst/>
              <a:cxnLst/>
              <a:rect l="l" t="t" r="r" b="b"/>
              <a:pathLst>
                <a:path w="462" h="503" extrusionOk="0">
                  <a:moveTo>
                    <a:pt x="294" y="168"/>
                  </a:moveTo>
                  <a:cubicBezTo>
                    <a:pt x="308" y="168"/>
                    <a:pt x="322" y="182"/>
                    <a:pt x="336" y="210"/>
                  </a:cubicBezTo>
                  <a:cubicBezTo>
                    <a:pt x="322" y="252"/>
                    <a:pt x="308" y="294"/>
                    <a:pt x="280" y="322"/>
                  </a:cubicBezTo>
                  <a:cubicBezTo>
                    <a:pt x="252" y="349"/>
                    <a:pt x="224" y="363"/>
                    <a:pt x="196" y="363"/>
                  </a:cubicBezTo>
                  <a:cubicBezTo>
                    <a:pt x="154" y="363"/>
                    <a:pt x="140" y="349"/>
                    <a:pt x="140" y="322"/>
                  </a:cubicBezTo>
                  <a:cubicBezTo>
                    <a:pt x="140" y="294"/>
                    <a:pt x="154" y="266"/>
                    <a:pt x="168" y="252"/>
                  </a:cubicBezTo>
                  <a:cubicBezTo>
                    <a:pt x="196" y="210"/>
                    <a:pt x="238" y="168"/>
                    <a:pt x="294" y="168"/>
                  </a:cubicBezTo>
                  <a:close/>
                  <a:moveTo>
                    <a:pt x="322" y="1"/>
                  </a:moveTo>
                  <a:cubicBezTo>
                    <a:pt x="294" y="1"/>
                    <a:pt x="252" y="1"/>
                    <a:pt x="224" y="15"/>
                  </a:cubicBezTo>
                  <a:cubicBezTo>
                    <a:pt x="182" y="29"/>
                    <a:pt x="140" y="56"/>
                    <a:pt x="113" y="84"/>
                  </a:cubicBezTo>
                  <a:cubicBezTo>
                    <a:pt x="99" y="98"/>
                    <a:pt x="85" y="112"/>
                    <a:pt x="71" y="126"/>
                  </a:cubicBezTo>
                  <a:cubicBezTo>
                    <a:pt x="57" y="154"/>
                    <a:pt x="43" y="182"/>
                    <a:pt x="29" y="210"/>
                  </a:cubicBezTo>
                  <a:cubicBezTo>
                    <a:pt x="15" y="252"/>
                    <a:pt x="1" y="294"/>
                    <a:pt x="1" y="335"/>
                  </a:cubicBezTo>
                  <a:cubicBezTo>
                    <a:pt x="1" y="377"/>
                    <a:pt x="15" y="419"/>
                    <a:pt x="29" y="447"/>
                  </a:cubicBezTo>
                  <a:cubicBezTo>
                    <a:pt x="43" y="475"/>
                    <a:pt x="85" y="503"/>
                    <a:pt x="126" y="503"/>
                  </a:cubicBezTo>
                  <a:cubicBezTo>
                    <a:pt x="154" y="503"/>
                    <a:pt x="196" y="503"/>
                    <a:pt x="224" y="489"/>
                  </a:cubicBezTo>
                  <a:cubicBezTo>
                    <a:pt x="266" y="475"/>
                    <a:pt x="294" y="461"/>
                    <a:pt x="336" y="433"/>
                  </a:cubicBezTo>
                  <a:cubicBezTo>
                    <a:pt x="378" y="405"/>
                    <a:pt x="405" y="363"/>
                    <a:pt x="433" y="322"/>
                  </a:cubicBezTo>
                  <a:cubicBezTo>
                    <a:pt x="447" y="294"/>
                    <a:pt x="461" y="266"/>
                    <a:pt x="461" y="238"/>
                  </a:cubicBezTo>
                  <a:cubicBezTo>
                    <a:pt x="461" y="210"/>
                    <a:pt x="461" y="182"/>
                    <a:pt x="461" y="154"/>
                  </a:cubicBezTo>
                  <a:cubicBezTo>
                    <a:pt x="447" y="112"/>
                    <a:pt x="433" y="70"/>
                    <a:pt x="405" y="43"/>
                  </a:cubicBezTo>
                  <a:cubicBezTo>
                    <a:pt x="378" y="15"/>
                    <a:pt x="350" y="1"/>
                    <a:pt x="322"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21"/>
            <p:cNvSpPr/>
            <p:nvPr/>
          </p:nvSpPr>
          <p:spPr>
            <a:xfrm>
              <a:off x="7263800" y="1264110"/>
              <a:ext cx="95250" cy="179585"/>
            </a:xfrm>
            <a:custGeom>
              <a:avLst/>
              <a:gdLst/>
              <a:ahLst/>
              <a:cxnLst/>
              <a:rect l="l" t="t" r="r" b="b"/>
              <a:pathLst>
                <a:path w="489" h="922" extrusionOk="0">
                  <a:moveTo>
                    <a:pt x="251" y="1"/>
                  </a:moveTo>
                  <a:cubicBezTo>
                    <a:pt x="195" y="15"/>
                    <a:pt x="126" y="29"/>
                    <a:pt x="70" y="43"/>
                  </a:cubicBezTo>
                  <a:cubicBezTo>
                    <a:pt x="56" y="308"/>
                    <a:pt x="28" y="587"/>
                    <a:pt x="0" y="879"/>
                  </a:cubicBezTo>
                  <a:lnTo>
                    <a:pt x="70" y="852"/>
                  </a:lnTo>
                  <a:lnTo>
                    <a:pt x="167" y="810"/>
                  </a:lnTo>
                  <a:cubicBezTo>
                    <a:pt x="167" y="698"/>
                    <a:pt x="181" y="628"/>
                    <a:pt x="181" y="614"/>
                  </a:cubicBezTo>
                  <a:lnTo>
                    <a:pt x="265" y="573"/>
                  </a:lnTo>
                  <a:lnTo>
                    <a:pt x="265" y="573"/>
                  </a:lnTo>
                  <a:cubicBezTo>
                    <a:pt x="251" y="740"/>
                    <a:pt x="237" y="852"/>
                    <a:pt x="237" y="921"/>
                  </a:cubicBezTo>
                  <a:cubicBezTo>
                    <a:pt x="265" y="907"/>
                    <a:pt x="293" y="893"/>
                    <a:pt x="307" y="879"/>
                  </a:cubicBezTo>
                  <a:lnTo>
                    <a:pt x="377" y="838"/>
                  </a:lnTo>
                  <a:lnTo>
                    <a:pt x="391" y="838"/>
                  </a:lnTo>
                  <a:cubicBezTo>
                    <a:pt x="391" y="670"/>
                    <a:pt x="432" y="405"/>
                    <a:pt x="488" y="29"/>
                  </a:cubicBezTo>
                  <a:lnTo>
                    <a:pt x="488" y="29"/>
                  </a:lnTo>
                  <a:cubicBezTo>
                    <a:pt x="432" y="57"/>
                    <a:pt x="377" y="84"/>
                    <a:pt x="321" y="98"/>
                  </a:cubicBezTo>
                  <a:cubicBezTo>
                    <a:pt x="321" y="224"/>
                    <a:pt x="307" y="322"/>
                    <a:pt x="293" y="391"/>
                  </a:cubicBezTo>
                  <a:lnTo>
                    <a:pt x="251" y="419"/>
                  </a:lnTo>
                  <a:lnTo>
                    <a:pt x="209" y="433"/>
                  </a:lnTo>
                  <a:cubicBezTo>
                    <a:pt x="209" y="294"/>
                    <a:pt x="223" y="140"/>
                    <a:pt x="251"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21"/>
            <p:cNvSpPr/>
            <p:nvPr/>
          </p:nvSpPr>
          <p:spPr>
            <a:xfrm>
              <a:off x="7530066" y="1519468"/>
              <a:ext cx="122325" cy="117061"/>
            </a:xfrm>
            <a:custGeom>
              <a:avLst/>
              <a:gdLst/>
              <a:ahLst/>
              <a:cxnLst/>
              <a:rect l="l" t="t" r="r" b="b"/>
              <a:pathLst>
                <a:path w="628" h="601" extrusionOk="0">
                  <a:moveTo>
                    <a:pt x="279" y="1"/>
                  </a:moveTo>
                  <a:lnTo>
                    <a:pt x="112" y="29"/>
                  </a:lnTo>
                  <a:cubicBezTo>
                    <a:pt x="84" y="168"/>
                    <a:pt x="70" y="266"/>
                    <a:pt x="56" y="336"/>
                  </a:cubicBezTo>
                  <a:cubicBezTo>
                    <a:pt x="42" y="391"/>
                    <a:pt x="28" y="475"/>
                    <a:pt x="0" y="587"/>
                  </a:cubicBezTo>
                  <a:cubicBezTo>
                    <a:pt x="70" y="587"/>
                    <a:pt x="126" y="573"/>
                    <a:pt x="167" y="559"/>
                  </a:cubicBezTo>
                  <a:lnTo>
                    <a:pt x="195" y="433"/>
                  </a:lnTo>
                  <a:lnTo>
                    <a:pt x="209" y="322"/>
                  </a:lnTo>
                  <a:cubicBezTo>
                    <a:pt x="251" y="419"/>
                    <a:pt x="279" y="517"/>
                    <a:pt x="335" y="601"/>
                  </a:cubicBezTo>
                  <a:cubicBezTo>
                    <a:pt x="363" y="587"/>
                    <a:pt x="405" y="573"/>
                    <a:pt x="446" y="573"/>
                  </a:cubicBezTo>
                  <a:cubicBezTo>
                    <a:pt x="502" y="405"/>
                    <a:pt x="558" y="238"/>
                    <a:pt x="628" y="57"/>
                  </a:cubicBezTo>
                  <a:lnTo>
                    <a:pt x="628" y="57"/>
                  </a:lnTo>
                  <a:cubicBezTo>
                    <a:pt x="558" y="71"/>
                    <a:pt x="502" y="85"/>
                    <a:pt x="432" y="99"/>
                  </a:cubicBezTo>
                  <a:cubicBezTo>
                    <a:pt x="419" y="182"/>
                    <a:pt x="391" y="252"/>
                    <a:pt x="377" y="308"/>
                  </a:cubicBezTo>
                  <a:lnTo>
                    <a:pt x="349" y="238"/>
                  </a:lnTo>
                  <a:cubicBezTo>
                    <a:pt x="321" y="154"/>
                    <a:pt x="293" y="71"/>
                    <a:pt x="279"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21"/>
            <p:cNvSpPr/>
            <p:nvPr/>
          </p:nvSpPr>
          <p:spPr>
            <a:xfrm>
              <a:off x="7532599" y="1953635"/>
              <a:ext cx="87264" cy="136734"/>
            </a:xfrm>
            <a:custGeom>
              <a:avLst/>
              <a:gdLst/>
              <a:ahLst/>
              <a:cxnLst/>
              <a:rect l="l" t="t" r="r" b="b"/>
              <a:pathLst>
                <a:path w="448" h="702" extrusionOk="0">
                  <a:moveTo>
                    <a:pt x="355" y="0"/>
                  </a:moveTo>
                  <a:cubicBezTo>
                    <a:pt x="275" y="0"/>
                    <a:pt x="198" y="27"/>
                    <a:pt x="140" y="73"/>
                  </a:cubicBezTo>
                  <a:cubicBezTo>
                    <a:pt x="85" y="101"/>
                    <a:pt x="57" y="143"/>
                    <a:pt x="57" y="157"/>
                  </a:cubicBezTo>
                  <a:cubicBezTo>
                    <a:pt x="43" y="185"/>
                    <a:pt x="29" y="213"/>
                    <a:pt x="29" y="241"/>
                  </a:cubicBezTo>
                  <a:cubicBezTo>
                    <a:pt x="15" y="283"/>
                    <a:pt x="1" y="324"/>
                    <a:pt x="15" y="380"/>
                  </a:cubicBezTo>
                  <a:cubicBezTo>
                    <a:pt x="15" y="394"/>
                    <a:pt x="29" y="408"/>
                    <a:pt x="43" y="422"/>
                  </a:cubicBezTo>
                  <a:cubicBezTo>
                    <a:pt x="43" y="436"/>
                    <a:pt x="71" y="450"/>
                    <a:pt x="85" y="464"/>
                  </a:cubicBezTo>
                  <a:lnTo>
                    <a:pt x="182" y="464"/>
                  </a:lnTo>
                  <a:cubicBezTo>
                    <a:pt x="210" y="450"/>
                    <a:pt x="224" y="450"/>
                    <a:pt x="252" y="436"/>
                  </a:cubicBezTo>
                  <a:cubicBezTo>
                    <a:pt x="266" y="422"/>
                    <a:pt x="280" y="422"/>
                    <a:pt x="308" y="408"/>
                  </a:cubicBezTo>
                  <a:cubicBezTo>
                    <a:pt x="308" y="408"/>
                    <a:pt x="322" y="422"/>
                    <a:pt x="322" y="422"/>
                  </a:cubicBezTo>
                  <a:cubicBezTo>
                    <a:pt x="322" y="436"/>
                    <a:pt x="322" y="436"/>
                    <a:pt x="322" y="450"/>
                  </a:cubicBezTo>
                  <a:cubicBezTo>
                    <a:pt x="308" y="478"/>
                    <a:pt x="294" y="492"/>
                    <a:pt x="280" y="506"/>
                  </a:cubicBezTo>
                  <a:cubicBezTo>
                    <a:pt x="238" y="534"/>
                    <a:pt x="210" y="548"/>
                    <a:pt x="168" y="548"/>
                  </a:cubicBezTo>
                  <a:lnTo>
                    <a:pt x="71" y="548"/>
                  </a:lnTo>
                  <a:cubicBezTo>
                    <a:pt x="57" y="603"/>
                    <a:pt x="43" y="645"/>
                    <a:pt x="29" y="687"/>
                  </a:cubicBezTo>
                  <a:lnTo>
                    <a:pt x="99" y="701"/>
                  </a:lnTo>
                  <a:cubicBezTo>
                    <a:pt x="168" y="701"/>
                    <a:pt x="238" y="687"/>
                    <a:pt x="308" y="659"/>
                  </a:cubicBezTo>
                  <a:cubicBezTo>
                    <a:pt x="350" y="631"/>
                    <a:pt x="378" y="603"/>
                    <a:pt x="392" y="576"/>
                  </a:cubicBezTo>
                  <a:cubicBezTo>
                    <a:pt x="406" y="548"/>
                    <a:pt x="419" y="534"/>
                    <a:pt x="433" y="506"/>
                  </a:cubicBezTo>
                  <a:cubicBezTo>
                    <a:pt x="447" y="464"/>
                    <a:pt x="447" y="422"/>
                    <a:pt x="447" y="380"/>
                  </a:cubicBezTo>
                  <a:cubicBezTo>
                    <a:pt x="433" y="352"/>
                    <a:pt x="433" y="338"/>
                    <a:pt x="419" y="324"/>
                  </a:cubicBezTo>
                  <a:cubicBezTo>
                    <a:pt x="419" y="324"/>
                    <a:pt x="406" y="311"/>
                    <a:pt x="406" y="311"/>
                  </a:cubicBezTo>
                  <a:cubicBezTo>
                    <a:pt x="392" y="297"/>
                    <a:pt x="364" y="283"/>
                    <a:pt x="350" y="283"/>
                  </a:cubicBezTo>
                  <a:lnTo>
                    <a:pt x="294" y="283"/>
                  </a:lnTo>
                  <a:cubicBezTo>
                    <a:pt x="266" y="297"/>
                    <a:pt x="252" y="297"/>
                    <a:pt x="224" y="311"/>
                  </a:cubicBezTo>
                  <a:cubicBezTo>
                    <a:pt x="213" y="314"/>
                    <a:pt x="204" y="316"/>
                    <a:pt x="196" y="316"/>
                  </a:cubicBezTo>
                  <a:cubicBezTo>
                    <a:pt x="176" y="316"/>
                    <a:pt x="168" y="303"/>
                    <a:pt x="168" y="283"/>
                  </a:cubicBezTo>
                  <a:cubicBezTo>
                    <a:pt x="154" y="241"/>
                    <a:pt x="196" y="199"/>
                    <a:pt x="238" y="185"/>
                  </a:cubicBezTo>
                  <a:cubicBezTo>
                    <a:pt x="259" y="178"/>
                    <a:pt x="283" y="175"/>
                    <a:pt x="310" y="175"/>
                  </a:cubicBezTo>
                  <a:cubicBezTo>
                    <a:pt x="336" y="175"/>
                    <a:pt x="364" y="178"/>
                    <a:pt x="392" y="185"/>
                  </a:cubicBezTo>
                  <a:lnTo>
                    <a:pt x="406" y="4"/>
                  </a:lnTo>
                  <a:cubicBezTo>
                    <a:pt x="389" y="1"/>
                    <a:pt x="372" y="0"/>
                    <a:pt x="355"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2" name="Google Shape;1482;p21"/>
          <p:cNvGrpSpPr/>
          <p:nvPr/>
        </p:nvGrpSpPr>
        <p:grpSpPr>
          <a:xfrm>
            <a:off x="8101471" y="372085"/>
            <a:ext cx="654858" cy="953840"/>
            <a:chOff x="6997534" y="1264110"/>
            <a:chExt cx="654858" cy="953840"/>
          </a:xfrm>
        </p:grpSpPr>
        <p:sp>
          <p:nvSpPr>
            <p:cNvPr id="1483" name="Google Shape;1483;p21"/>
            <p:cNvSpPr/>
            <p:nvPr/>
          </p:nvSpPr>
          <p:spPr>
            <a:xfrm>
              <a:off x="7122389" y="1639064"/>
              <a:ext cx="117066" cy="103427"/>
            </a:xfrm>
            <a:custGeom>
              <a:avLst/>
              <a:gdLst/>
              <a:ahLst/>
              <a:cxnLst/>
              <a:rect l="l" t="t" r="r" b="b"/>
              <a:pathLst>
                <a:path w="601" h="531" extrusionOk="0">
                  <a:moveTo>
                    <a:pt x="601" y="1"/>
                  </a:moveTo>
                  <a:cubicBezTo>
                    <a:pt x="601" y="1"/>
                    <a:pt x="559" y="29"/>
                    <a:pt x="503" y="70"/>
                  </a:cubicBezTo>
                  <a:cubicBezTo>
                    <a:pt x="433" y="112"/>
                    <a:pt x="363" y="168"/>
                    <a:pt x="280" y="238"/>
                  </a:cubicBezTo>
                  <a:cubicBezTo>
                    <a:pt x="210" y="307"/>
                    <a:pt x="140" y="377"/>
                    <a:pt x="84" y="433"/>
                  </a:cubicBezTo>
                  <a:cubicBezTo>
                    <a:pt x="29" y="489"/>
                    <a:pt x="1" y="531"/>
                    <a:pt x="1" y="531"/>
                  </a:cubicBezTo>
                  <a:cubicBezTo>
                    <a:pt x="1" y="531"/>
                    <a:pt x="43" y="503"/>
                    <a:pt x="112" y="461"/>
                  </a:cubicBezTo>
                  <a:cubicBezTo>
                    <a:pt x="168" y="419"/>
                    <a:pt x="252" y="349"/>
                    <a:pt x="322" y="294"/>
                  </a:cubicBezTo>
                  <a:cubicBezTo>
                    <a:pt x="391" y="224"/>
                    <a:pt x="461" y="154"/>
                    <a:pt x="517" y="98"/>
                  </a:cubicBezTo>
                  <a:cubicBezTo>
                    <a:pt x="573" y="42"/>
                    <a:pt x="601" y="1"/>
                    <a:pt x="601"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21"/>
            <p:cNvSpPr/>
            <p:nvPr/>
          </p:nvSpPr>
          <p:spPr>
            <a:xfrm>
              <a:off x="7252892" y="1601081"/>
              <a:ext cx="152322" cy="135955"/>
            </a:xfrm>
            <a:custGeom>
              <a:avLst/>
              <a:gdLst/>
              <a:ahLst/>
              <a:cxnLst/>
              <a:rect l="l" t="t" r="r" b="b"/>
              <a:pathLst>
                <a:path w="782" h="698" extrusionOk="0">
                  <a:moveTo>
                    <a:pt x="0" y="0"/>
                  </a:moveTo>
                  <a:cubicBezTo>
                    <a:pt x="0" y="0"/>
                    <a:pt x="14" y="14"/>
                    <a:pt x="28" y="28"/>
                  </a:cubicBezTo>
                  <a:cubicBezTo>
                    <a:pt x="42" y="42"/>
                    <a:pt x="70" y="84"/>
                    <a:pt x="112" y="112"/>
                  </a:cubicBezTo>
                  <a:cubicBezTo>
                    <a:pt x="182" y="196"/>
                    <a:pt x="279" y="279"/>
                    <a:pt x="377" y="377"/>
                  </a:cubicBezTo>
                  <a:cubicBezTo>
                    <a:pt x="461" y="461"/>
                    <a:pt x="572" y="544"/>
                    <a:pt x="656" y="600"/>
                  </a:cubicBezTo>
                  <a:lnTo>
                    <a:pt x="754" y="684"/>
                  </a:lnTo>
                  <a:lnTo>
                    <a:pt x="781" y="698"/>
                  </a:lnTo>
                  <a:lnTo>
                    <a:pt x="754" y="670"/>
                  </a:lnTo>
                  <a:lnTo>
                    <a:pt x="670" y="586"/>
                  </a:lnTo>
                  <a:cubicBezTo>
                    <a:pt x="600" y="502"/>
                    <a:pt x="502" y="419"/>
                    <a:pt x="405" y="321"/>
                  </a:cubicBezTo>
                  <a:cubicBezTo>
                    <a:pt x="321" y="237"/>
                    <a:pt x="210" y="154"/>
                    <a:pt x="126" y="98"/>
                  </a:cubicBezTo>
                  <a:lnTo>
                    <a:pt x="28" y="14"/>
                  </a:lnTo>
                  <a:lnTo>
                    <a:pt x="0" y="0"/>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21"/>
            <p:cNvSpPr/>
            <p:nvPr/>
          </p:nvSpPr>
          <p:spPr>
            <a:xfrm>
              <a:off x="7252892" y="1951492"/>
              <a:ext cx="146868" cy="133423"/>
            </a:xfrm>
            <a:custGeom>
              <a:avLst/>
              <a:gdLst/>
              <a:ahLst/>
              <a:cxnLst/>
              <a:rect l="l" t="t" r="r" b="b"/>
              <a:pathLst>
                <a:path w="754" h="685" extrusionOk="0">
                  <a:moveTo>
                    <a:pt x="754" y="1"/>
                  </a:moveTo>
                  <a:lnTo>
                    <a:pt x="754" y="1"/>
                  </a:lnTo>
                  <a:cubicBezTo>
                    <a:pt x="726" y="15"/>
                    <a:pt x="698" y="29"/>
                    <a:pt x="656" y="70"/>
                  </a:cubicBezTo>
                  <a:cubicBezTo>
                    <a:pt x="572" y="126"/>
                    <a:pt x="475" y="210"/>
                    <a:pt x="377" y="308"/>
                  </a:cubicBezTo>
                  <a:cubicBezTo>
                    <a:pt x="265" y="391"/>
                    <a:pt x="182" y="475"/>
                    <a:pt x="112" y="559"/>
                  </a:cubicBezTo>
                  <a:cubicBezTo>
                    <a:pt x="70" y="587"/>
                    <a:pt x="42" y="628"/>
                    <a:pt x="28" y="642"/>
                  </a:cubicBezTo>
                  <a:cubicBezTo>
                    <a:pt x="14" y="656"/>
                    <a:pt x="0" y="670"/>
                    <a:pt x="0" y="684"/>
                  </a:cubicBezTo>
                  <a:lnTo>
                    <a:pt x="28" y="656"/>
                  </a:lnTo>
                  <a:lnTo>
                    <a:pt x="126" y="573"/>
                  </a:lnTo>
                  <a:cubicBezTo>
                    <a:pt x="210" y="517"/>
                    <a:pt x="307" y="433"/>
                    <a:pt x="405" y="349"/>
                  </a:cubicBezTo>
                  <a:cubicBezTo>
                    <a:pt x="516" y="252"/>
                    <a:pt x="600" y="168"/>
                    <a:pt x="670" y="98"/>
                  </a:cubicBezTo>
                  <a:lnTo>
                    <a:pt x="754" y="1"/>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21"/>
            <p:cNvSpPr/>
            <p:nvPr/>
          </p:nvSpPr>
          <p:spPr>
            <a:xfrm>
              <a:off x="7103495" y="1951492"/>
              <a:ext cx="149595" cy="133423"/>
            </a:xfrm>
            <a:custGeom>
              <a:avLst/>
              <a:gdLst/>
              <a:ahLst/>
              <a:cxnLst/>
              <a:rect l="l" t="t" r="r" b="b"/>
              <a:pathLst>
                <a:path w="768" h="685" extrusionOk="0">
                  <a:moveTo>
                    <a:pt x="0" y="1"/>
                  </a:moveTo>
                  <a:lnTo>
                    <a:pt x="84" y="98"/>
                  </a:lnTo>
                  <a:cubicBezTo>
                    <a:pt x="154" y="168"/>
                    <a:pt x="251" y="252"/>
                    <a:pt x="349" y="349"/>
                  </a:cubicBezTo>
                  <a:cubicBezTo>
                    <a:pt x="433" y="433"/>
                    <a:pt x="544" y="517"/>
                    <a:pt x="628" y="587"/>
                  </a:cubicBezTo>
                  <a:cubicBezTo>
                    <a:pt x="670" y="614"/>
                    <a:pt x="698" y="642"/>
                    <a:pt x="725" y="656"/>
                  </a:cubicBezTo>
                  <a:lnTo>
                    <a:pt x="767" y="684"/>
                  </a:lnTo>
                  <a:lnTo>
                    <a:pt x="725" y="642"/>
                  </a:lnTo>
                  <a:cubicBezTo>
                    <a:pt x="711" y="614"/>
                    <a:pt x="684" y="587"/>
                    <a:pt x="656" y="559"/>
                  </a:cubicBezTo>
                  <a:cubicBezTo>
                    <a:pt x="586" y="489"/>
                    <a:pt x="474" y="377"/>
                    <a:pt x="391" y="308"/>
                  </a:cubicBezTo>
                  <a:cubicBezTo>
                    <a:pt x="293" y="224"/>
                    <a:pt x="181" y="126"/>
                    <a:pt x="98" y="70"/>
                  </a:cubicBezTo>
                  <a:cubicBezTo>
                    <a:pt x="70" y="43"/>
                    <a:pt x="28" y="15"/>
                    <a:pt x="0"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21"/>
            <p:cNvSpPr/>
            <p:nvPr/>
          </p:nvSpPr>
          <p:spPr>
            <a:xfrm>
              <a:off x="7130570" y="1946038"/>
              <a:ext cx="108885" cy="97973"/>
            </a:xfrm>
            <a:custGeom>
              <a:avLst/>
              <a:gdLst/>
              <a:ahLst/>
              <a:cxnLst/>
              <a:rect l="l" t="t" r="r" b="b"/>
              <a:pathLst>
                <a:path w="559" h="503" extrusionOk="0">
                  <a:moveTo>
                    <a:pt x="1" y="1"/>
                  </a:moveTo>
                  <a:cubicBezTo>
                    <a:pt x="15" y="43"/>
                    <a:pt x="42" y="71"/>
                    <a:pt x="70" y="98"/>
                  </a:cubicBezTo>
                  <a:cubicBezTo>
                    <a:pt x="126" y="154"/>
                    <a:pt x="196" y="210"/>
                    <a:pt x="252" y="266"/>
                  </a:cubicBezTo>
                  <a:cubicBezTo>
                    <a:pt x="321" y="336"/>
                    <a:pt x="405" y="391"/>
                    <a:pt x="461" y="433"/>
                  </a:cubicBezTo>
                  <a:cubicBezTo>
                    <a:pt x="517" y="475"/>
                    <a:pt x="559" y="503"/>
                    <a:pt x="559" y="503"/>
                  </a:cubicBezTo>
                  <a:cubicBezTo>
                    <a:pt x="531" y="475"/>
                    <a:pt x="503" y="433"/>
                    <a:pt x="489" y="405"/>
                  </a:cubicBezTo>
                  <a:cubicBezTo>
                    <a:pt x="419" y="350"/>
                    <a:pt x="363" y="294"/>
                    <a:pt x="294" y="238"/>
                  </a:cubicBezTo>
                  <a:cubicBezTo>
                    <a:pt x="224" y="168"/>
                    <a:pt x="154" y="112"/>
                    <a:pt x="98" y="71"/>
                  </a:cubicBezTo>
                  <a:cubicBezTo>
                    <a:pt x="29" y="29"/>
                    <a:pt x="1" y="1"/>
                    <a:pt x="1"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21"/>
            <p:cNvSpPr/>
            <p:nvPr/>
          </p:nvSpPr>
          <p:spPr>
            <a:xfrm>
              <a:off x="7383201" y="1775021"/>
              <a:ext cx="13830" cy="133228"/>
            </a:xfrm>
            <a:custGeom>
              <a:avLst/>
              <a:gdLst/>
              <a:ahLst/>
              <a:cxnLst/>
              <a:rect l="l" t="t" r="r" b="b"/>
              <a:pathLst>
                <a:path w="71" h="684" extrusionOk="0">
                  <a:moveTo>
                    <a:pt x="29" y="0"/>
                  </a:moveTo>
                  <a:cubicBezTo>
                    <a:pt x="15" y="28"/>
                    <a:pt x="15" y="70"/>
                    <a:pt x="15" y="112"/>
                  </a:cubicBezTo>
                  <a:cubicBezTo>
                    <a:pt x="1" y="181"/>
                    <a:pt x="1" y="265"/>
                    <a:pt x="15" y="349"/>
                  </a:cubicBezTo>
                  <a:cubicBezTo>
                    <a:pt x="15" y="419"/>
                    <a:pt x="15" y="502"/>
                    <a:pt x="29" y="586"/>
                  </a:cubicBezTo>
                  <a:cubicBezTo>
                    <a:pt x="29" y="642"/>
                    <a:pt x="43" y="684"/>
                    <a:pt x="43" y="684"/>
                  </a:cubicBezTo>
                  <a:cubicBezTo>
                    <a:pt x="57" y="656"/>
                    <a:pt x="57" y="614"/>
                    <a:pt x="57" y="586"/>
                  </a:cubicBezTo>
                  <a:cubicBezTo>
                    <a:pt x="57" y="516"/>
                    <a:pt x="71" y="432"/>
                    <a:pt x="57" y="335"/>
                  </a:cubicBezTo>
                  <a:cubicBezTo>
                    <a:pt x="57" y="265"/>
                    <a:pt x="57" y="181"/>
                    <a:pt x="43" y="98"/>
                  </a:cubicBezTo>
                  <a:cubicBezTo>
                    <a:pt x="43" y="70"/>
                    <a:pt x="29" y="28"/>
                    <a:pt x="29"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21"/>
            <p:cNvSpPr/>
            <p:nvPr/>
          </p:nvSpPr>
          <p:spPr>
            <a:xfrm>
              <a:off x="7247439" y="1454411"/>
              <a:ext cx="13830" cy="133228"/>
            </a:xfrm>
            <a:custGeom>
              <a:avLst/>
              <a:gdLst/>
              <a:ahLst/>
              <a:cxnLst/>
              <a:rect l="l" t="t" r="r" b="b"/>
              <a:pathLst>
                <a:path w="71" h="684" extrusionOk="0">
                  <a:moveTo>
                    <a:pt x="14" y="0"/>
                  </a:moveTo>
                  <a:cubicBezTo>
                    <a:pt x="14" y="28"/>
                    <a:pt x="0" y="70"/>
                    <a:pt x="0" y="98"/>
                  </a:cubicBezTo>
                  <a:lnTo>
                    <a:pt x="0" y="335"/>
                  </a:lnTo>
                  <a:cubicBezTo>
                    <a:pt x="0" y="419"/>
                    <a:pt x="14" y="502"/>
                    <a:pt x="14" y="586"/>
                  </a:cubicBezTo>
                  <a:cubicBezTo>
                    <a:pt x="28" y="642"/>
                    <a:pt x="42" y="684"/>
                    <a:pt x="42" y="684"/>
                  </a:cubicBezTo>
                  <a:cubicBezTo>
                    <a:pt x="42" y="684"/>
                    <a:pt x="42" y="642"/>
                    <a:pt x="56" y="586"/>
                  </a:cubicBezTo>
                  <a:cubicBezTo>
                    <a:pt x="70" y="516"/>
                    <a:pt x="56" y="419"/>
                    <a:pt x="56" y="335"/>
                  </a:cubicBezTo>
                  <a:cubicBezTo>
                    <a:pt x="56" y="265"/>
                    <a:pt x="42" y="181"/>
                    <a:pt x="28" y="98"/>
                  </a:cubicBezTo>
                  <a:cubicBezTo>
                    <a:pt x="28" y="70"/>
                    <a:pt x="28" y="28"/>
                    <a:pt x="14"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21"/>
            <p:cNvSpPr/>
            <p:nvPr/>
          </p:nvSpPr>
          <p:spPr>
            <a:xfrm>
              <a:off x="7244712" y="2084723"/>
              <a:ext cx="8376" cy="133228"/>
            </a:xfrm>
            <a:custGeom>
              <a:avLst/>
              <a:gdLst/>
              <a:ahLst/>
              <a:cxnLst/>
              <a:rect l="l" t="t" r="r" b="b"/>
              <a:pathLst>
                <a:path w="43" h="684" extrusionOk="0">
                  <a:moveTo>
                    <a:pt x="14" y="0"/>
                  </a:moveTo>
                  <a:cubicBezTo>
                    <a:pt x="0" y="28"/>
                    <a:pt x="0" y="70"/>
                    <a:pt x="0" y="98"/>
                  </a:cubicBezTo>
                  <a:lnTo>
                    <a:pt x="0" y="335"/>
                  </a:lnTo>
                  <a:cubicBezTo>
                    <a:pt x="0" y="433"/>
                    <a:pt x="0" y="516"/>
                    <a:pt x="14" y="572"/>
                  </a:cubicBezTo>
                  <a:cubicBezTo>
                    <a:pt x="28" y="642"/>
                    <a:pt x="28" y="684"/>
                    <a:pt x="28" y="684"/>
                  </a:cubicBezTo>
                  <a:cubicBezTo>
                    <a:pt x="42" y="656"/>
                    <a:pt x="42" y="614"/>
                    <a:pt x="42" y="572"/>
                  </a:cubicBezTo>
                  <a:lnTo>
                    <a:pt x="42" y="335"/>
                  </a:lnTo>
                  <a:cubicBezTo>
                    <a:pt x="42" y="265"/>
                    <a:pt x="42" y="182"/>
                    <a:pt x="28" y="98"/>
                  </a:cubicBezTo>
                  <a:cubicBezTo>
                    <a:pt x="28" y="70"/>
                    <a:pt x="14" y="28"/>
                    <a:pt x="14"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21"/>
            <p:cNvSpPr/>
            <p:nvPr/>
          </p:nvSpPr>
          <p:spPr>
            <a:xfrm>
              <a:off x="7410471" y="1639064"/>
              <a:ext cx="92523" cy="97973"/>
            </a:xfrm>
            <a:custGeom>
              <a:avLst/>
              <a:gdLst/>
              <a:ahLst/>
              <a:cxnLst/>
              <a:rect l="l" t="t" r="r" b="b"/>
              <a:pathLst>
                <a:path w="475" h="503" extrusionOk="0">
                  <a:moveTo>
                    <a:pt x="475" y="1"/>
                  </a:moveTo>
                  <a:cubicBezTo>
                    <a:pt x="475" y="1"/>
                    <a:pt x="447" y="29"/>
                    <a:pt x="391" y="70"/>
                  </a:cubicBezTo>
                  <a:cubicBezTo>
                    <a:pt x="321" y="126"/>
                    <a:pt x="265" y="182"/>
                    <a:pt x="210" y="238"/>
                  </a:cubicBezTo>
                  <a:cubicBezTo>
                    <a:pt x="154" y="294"/>
                    <a:pt x="112" y="349"/>
                    <a:pt x="56" y="405"/>
                  </a:cubicBezTo>
                  <a:cubicBezTo>
                    <a:pt x="42" y="433"/>
                    <a:pt x="14" y="475"/>
                    <a:pt x="0" y="503"/>
                  </a:cubicBezTo>
                  <a:cubicBezTo>
                    <a:pt x="0" y="503"/>
                    <a:pt x="28" y="475"/>
                    <a:pt x="84" y="433"/>
                  </a:cubicBezTo>
                  <a:cubicBezTo>
                    <a:pt x="140" y="377"/>
                    <a:pt x="196" y="321"/>
                    <a:pt x="265" y="266"/>
                  </a:cubicBezTo>
                  <a:cubicBezTo>
                    <a:pt x="307" y="210"/>
                    <a:pt x="363" y="154"/>
                    <a:pt x="419" y="98"/>
                  </a:cubicBezTo>
                  <a:cubicBezTo>
                    <a:pt x="433" y="70"/>
                    <a:pt x="461" y="42"/>
                    <a:pt x="475"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21"/>
            <p:cNvSpPr/>
            <p:nvPr/>
          </p:nvSpPr>
          <p:spPr>
            <a:xfrm>
              <a:off x="7402290" y="1747751"/>
              <a:ext cx="103431" cy="290998"/>
            </a:xfrm>
            <a:custGeom>
              <a:avLst/>
              <a:gdLst/>
              <a:ahLst/>
              <a:cxnLst/>
              <a:rect l="l" t="t" r="r" b="b"/>
              <a:pathLst>
                <a:path w="531" h="1494" extrusionOk="0">
                  <a:moveTo>
                    <a:pt x="0" y="1"/>
                  </a:moveTo>
                  <a:lnTo>
                    <a:pt x="0" y="112"/>
                  </a:lnTo>
                  <a:lnTo>
                    <a:pt x="0" y="489"/>
                  </a:lnTo>
                  <a:cubicBezTo>
                    <a:pt x="0" y="614"/>
                    <a:pt x="14" y="754"/>
                    <a:pt x="28" y="851"/>
                  </a:cubicBezTo>
                  <a:cubicBezTo>
                    <a:pt x="28" y="893"/>
                    <a:pt x="28" y="935"/>
                    <a:pt x="42" y="963"/>
                  </a:cubicBezTo>
                  <a:lnTo>
                    <a:pt x="42" y="851"/>
                  </a:lnTo>
                  <a:lnTo>
                    <a:pt x="42" y="475"/>
                  </a:lnTo>
                  <a:cubicBezTo>
                    <a:pt x="42" y="349"/>
                    <a:pt x="28" y="210"/>
                    <a:pt x="14" y="112"/>
                  </a:cubicBezTo>
                  <a:cubicBezTo>
                    <a:pt x="14" y="70"/>
                    <a:pt x="14" y="28"/>
                    <a:pt x="0" y="1"/>
                  </a:cubicBezTo>
                  <a:close/>
                  <a:moveTo>
                    <a:pt x="42" y="1005"/>
                  </a:moveTo>
                  <a:cubicBezTo>
                    <a:pt x="56" y="1033"/>
                    <a:pt x="84" y="1061"/>
                    <a:pt x="98" y="1089"/>
                  </a:cubicBezTo>
                  <a:cubicBezTo>
                    <a:pt x="154" y="1158"/>
                    <a:pt x="210" y="1214"/>
                    <a:pt x="265" y="1270"/>
                  </a:cubicBezTo>
                  <a:cubicBezTo>
                    <a:pt x="321" y="1326"/>
                    <a:pt x="391" y="1381"/>
                    <a:pt x="433" y="1423"/>
                  </a:cubicBezTo>
                  <a:cubicBezTo>
                    <a:pt x="461" y="1451"/>
                    <a:pt x="503" y="1465"/>
                    <a:pt x="531" y="1493"/>
                  </a:cubicBezTo>
                  <a:cubicBezTo>
                    <a:pt x="531" y="1493"/>
                    <a:pt x="503" y="1451"/>
                    <a:pt x="461" y="1395"/>
                  </a:cubicBezTo>
                  <a:cubicBezTo>
                    <a:pt x="405" y="1340"/>
                    <a:pt x="363" y="1284"/>
                    <a:pt x="293" y="1228"/>
                  </a:cubicBezTo>
                  <a:cubicBezTo>
                    <a:pt x="238" y="1172"/>
                    <a:pt x="182" y="1116"/>
                    <a:pt x="126" y="1075"/>
                  </a:cubicBezTo>
                  <a:cubicBezTo>
                    <a:pt x="98" y="1047"/>
                    <a:pt x="70" y="1033"/>
                    <a:pt x="42" y="1005"/>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21"/>
            <p:cNvSpPr/>
            <p:nvPr/>
          </p:nvSpPr>
          <p:spPr>
            <a:xfrm>
              <a:off x="7000261" y="1943312"/>
              <a:ext cx="92523" cy="98168"/>
            </a:xfrm>
            <a:custGeom>
              <a:avLst/>
              <a:gdLst/>
              <a:ahLst/>
              <a:cxnLst/>
              <a:rect l="l" t="t" r="r" b="b"/>
              <a:pathLst>
                <a:path w="475" h="504" extrusionOk="0">
                  <a:moveTo>
                    <a:pt x="474" y="1"/>
                  </a:moveTo>
                  <a:lnTo>
                    <a:pt x="474" y="1"/>
                  </a:lnTo>
                  <a:cubicBezTo>
                    <a:pt x="474" y="1"/>
                    <a:pt x="446" y="29"/>
                    <a:pt x="391" y="71"/>
                  </a:cubicBezTo>
                  <a:cubicBezTo>
                    <a:pt x="335" y="126"/>
                    <a:pt x="279" y="182"/>
                    <a:pt x="223" y="238"/>
                  </a:cubicBezTo>
                  <a:cubicBezTo>
                    <a:pt x="154" y="294"/>
                    <a:pt x="98" y="364"/>
                    <a:pt x="70" y="405"/>
                  </a:cubicBezTo>
                  <a:cubicBezTo>
                    <a:pt x="42" y="433"/>
                    <a:pt x="14" y="461"/>
                    <a:pt x="0" y="503"/>
                  </a:cubicBezTo>
                  <a:cubicBezTo>
                    <a:pt x="0" y="503"/>
                    <a:pt x="42" y="475"/>
                    <a:pt x="84" y="433"/>
                  </a:cubicBezTo>
                  <a:cubicBezTo>
                    <a:pt x="154" y="377"/>
                    <a:pt x="209" y="322"/>
                    <a:pt x="265" y="266"/>
                  </a:cubicBezTo>
                  <a:cubicBezTo>
                    <a:pt x="321" y="210"/>
                    <a:pt x="377" y="140"/>
                    <a:pt x="419" y="99"/>
                  </a:cubicBezTo>
                  <a:cubicBezTo>
                    <a:pt x="446" y="71"/>
                    <a:pt x="460" y="29"/>
                    <a:pt x="474"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21"/>
            <p:cNvSpPr/>
            <p:nvPr/>
          </p:nvSpPr>
          <p:spPr>
            <a:xfrm>
              <a:off x="6997534" y="1641791"/>
              <a:ext cx="97977" cy="95246"/>
            </a:xfrm>
            <a:custGeom>
              <a:avLst/>
              <a:gdLst/>
              <a:ahLst/>
              <a:cxnLst/>
              <a:rect l="l" t="t" r="r" b="b"/>
              <a:pathLst>
                <a:path w="503" h="489" extrusionOk="0">
                  <a:moveTo>
                    <a:pt x="0" y="1"/>
                  </a:moveTo>
                  <a:cubicBezTo>
                    <a:pt x="0" y="1"/>
                    <a:pt x="28" y="42"/>
                    <a:pt x="70" y="84"/>
                  </a:cubicBezTo>
                  <a:cubicBezTo>
                    <a:pt x="126" y="154"/>
                    <a:pt x="168" y="210"/>
                    <a:pt x="237" y="266"/>
                  </a:cubicBezTo>
                  <a:cubicBezTo>
                    <a:pt x="293" y="321"/>
                    <a:pt x="363" y="377"/>
                    <a:pt x="405" y="419"/>
                  </a:cubicBezTo>
                  <a:cubicBezTo>
                    <a:pt x="433" y="447"/>
                    <a:pt x="460" y="461"/>
                    <a:pt x="502" y="489"/>
                  </a:cubicBezTo>
                  <a:cubicBezTo>
                    <a:pt x="502" y="489"/>
                    <a:pt x="474" y="447"/>
                    <a:pt x="433" y="391"/>
                  </a:cubicBezTo>
                  <a:cubicBezTo>
                    <a:pt x="377" y="335"/>
                    <a:pt x="321" y="280"/>
                    <a:pt x="265" y="224"/>
                  </a:cubicBezTo>
                  <a:cubicBezTo>
                    <a:pt x="209" y="168"/>
                    <a:pt x="140" y="98"/>
                    <a:pt x="98" y="70"/>
                  </a:cubicBezTo>
                  <a:cubicBezTo>
                    <a:pt x="70" y="42"/>
                    <a:pt x="28" y="28"/>
                    <a:pt x="0"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21"/>
            <p:cNvSpPr/>
            <p:nvPr/>
          </p:nvSpPr>
          <p:spPr>
            <a:xfrm>
              <a:off x="7092587" y="1598354"/>
              <a:ext cx="155049" cy="337160"/>
            </a:xfrm>
            <a:custGeom>
              <a:avLst/>
              <a:gdLst/>
              <a:ahLst/>
              <a:cxnLst/>
              <a:rect l="l" t="t" r="r" b="b"/>
              <a:pathLst>
                <a:path w="796" h="1731" extrusionOk="0">
                  <a:moveTo>
                    <a:pt x="795" y="0"/>
                  </a:moveTo>
                  <a:lnTo>
                    <a:pt x="754" y="28"/>
                  </a:lnTo>
                  <a:cubicBezTo>
                    <a:pt x="740" y="56"/>
                    <a:pt x="698" y="70"/>
                    <a:pt x="656" y="112"/>
                  </a:cubicBezTo>
                  <a:cubicBezTo>
                    <a:pt x="586" y="168"/>
                    <a:pt x="475" y="251"/>
                    <a:pt x="377" y="335"/>
                  </a:cubicBezTo>
                  <a:cubicBezTo>
                    <a:pt x="279" y="433"/>
                    <a:pt x="182" y="516"/>
                    <a:pt x="112" y="586"/>
                  </a:cubicBezTo>
                  <a:lnTo>
                    <a:pt x="28" y="684"/>
                  </a:lnTo>
                  <a:lnTo>
                    <a:pt x="0" y="712"/>
                  </a:lnTo>
                  <a:lnTo>
                    <a:pt x="0" y="712"/>
                  </a:lnTo>
                  <a:lnTo>
                    <a:pt x="42" y="684"/>
                  </a:lnTo>
                  <a:lnTo>
                    <a:pt x="140" y="614"/>
                  </a:lnTo>
                  <a:cubicBezTo>
                    <a:pt x="224" y="558"/>
                    <a:pt x="321" y="475"/>
                    <a:pt x="419" y="377"/>
                  </a:cubicBezTo>
                  <a:cubicBezTo>
                    <a:pt x="516" y="293"/>
                    <a:pt x="614" y="210"/>
                    <a:pt x="684" y="126"/>
                  </a:cubicBezTo>
                  <a:cubicBezTo>
                    <a:pt x="726" y="98"/>
                    <a:pt x="740" y="56"/>
                    <a:pt x="767" y="42"/>
                  </a:cubicBezTo>
                  <a:lnTo>
                    <a:pt x="795" y="0"/>
                  </a:lnTo>
                  <a:close/>
                  <a:moveTo>
                    <a:pt x="0" y="768"/>
                  </a:moveTo>
                  <a:lnTo>
                    <a:pt x="0" y="879"/>
                  </a:lnTo>
                  <a:cubicBezTo>
                    <a:pt x="0" y="977"/>
                    <a:pt x="0" y="1116"/>
                    <a:pt x="0" y="1256"/>
                  </a:cubicBezTo>
                  <a:cubicBezTo>
                    <a:pt x="0" y="1381"/>
                    <a:pt x="14" y="1521"/>
                    <a:pt x="28" y="1618"/>
                  </a:cubicBezTo>
                  <a:cubicBezTo>
                    <a:pt x="28" y="1660"/>
                    <a:pt x="28" y="1702"/>
                    <a:pt x="42" y="1730"/>
                  </a:cubicBezTo>
                  <a:lnTo>
                    <a:pt x="42" y="1618"/>
                  </a:lnTo>
                  <a:lnTo>
                    <a:pt x="42" y="1242"/>
                  </a:lnTo>
                  <a:cubicBezTo>
                    <a:pt x="42" y="1116"/>
                    <a:pt x="28" y="977"/>
                    <a:pt x="14" y="879"/>
                  </a:cubicBezTo>
                  <a:cubicBezTo>
                    <a:pt x="14" y="837"/>
                    <a:pt x="0" y="795"/>
                    <a:pt x="0" y="768"/>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21"/>
            <p:cNvSpPr/>
            <p:nvPr/>
          </p:nvSpPr>
          <p:spPr>
            <a:xfrm>
              <a:off x="7165825" y="1318454"/>
              <a:ext cx="89991" cy="97973"/>
            </a:xfrm>
            <a:custGeom>
              <a:avLst/>
              <a:gdLst/>
              <a:ahLst/>
              <a:cxnLst/>
              <a:rect l="l" t="t" r="r" b="b"/>
              <a:pathLst>
                <a:path w="462" h="503" extrusionOk="0">
                  <a:moveTo>
                    <a:pt x="294" y="168"/>
                  </a:moveTo>
                  <a:cubicBezTo>
                    <a:pt x="308" y="168"/>
                    <a:pt x="322" y="182"/>
                    <a:pt x="336" y="210"/>
                  </a:cubicBezTo>
                  <a:cubicBezTo>
                    <a:pt x="322" y="252"/>
                    <a:pt x="308" y="294"/>
                    <a:pt x="280" y="322"/>
                  </a:cubicBezTo>
                  <a:cubicBezTo>
                    <a:pt x="252" y="349"/>
                    <a:pt x="224" y="363"/>
                    <a:pt x="196" y="363"/>
                  </a:cubicBezTo>
                  <a:cubicBezTo>
                    <a:pt x="154" y="363"/>
                    <a:pt x="140" y="349"/>
                    <a:pt x="140" y="322"/>
                  </a:cubicBezTo>
                  <a:cubicBezTo>
                    <a:pt x="140" y="294"/>
                    <a:pt x="154" y="266"/>
                    <a:pt x="168" y="252"/>
                  </a:cubicBezTo>
                  <a:cubicBezTo>
                    <a:pt x="196" y="210"/>
                    <a:pt x="238" y="168"/>
                    <a:pt x="294" y="168"/>
                  </a:cubicBezTo>
                  <a:close/>
                  <a:moveTo>
                    <a:pt x="322" y="1"/>
                  </a:moveTo>
                  <a:cubicBezTo>
                    <a:pt x="294" y="1"/>
                    <a:pt x="252" y="1"/>
                    <a:pt x="224" y="15"/>
                  </a:cubicBezTo>
                  <a:cubicBezTo>
                    <a:pt x="182" y="29"/>
                    <a:pt x="140" y="56"/>
                    <a:pt x="113" y="84"/>
                  </a:cubicBezTo>
                  <a:cubicBezTo>
                    <a:pt x="99" y="98"/>
                    <a:pt x="85" y="112"/>
                    <a:pt x="71" y="126"/>
                  </a:cubicBezTo>
                  <a:cubicBezTo>
                    <a:pt x="57" y="154"/>
                    <a:pt x="43" y="182"/>
                    <a:pt x="29" y="210"/>
                  </a:cubicBezTo>
                  <a:cubicBezTo>
                    <a:pt x="15" y="252"/>
                    <a:pt x="1" y="294"/>
                    <a:pt x="1" y="335"/>
                  </a:cubicBezTo>
                  <a:cubicBezTo>
                    <a:pt x="1" y="377"/>
                    <a:pt x="15" y="419"/>
                    <a:pt x="29" y="447"/>
                  </a:cubicBezTo>
                  <a:cubicBezTo>
                    <a:pt x="43" y="475"/>
                    <a:pt x="85" y="503"/>
                    <a:pt x="126" y="503"/>
                  </a:cubicBezTo>
                  <a:cubicBezTo>
                    <a:pt x="154" y="503"/>
                    <a:pt x="196" y="503"/>
                    <a:pt x="224" y="489"/>
                  </a:cubicBezTo>
                  <a:cubicBezTo>
                    <a:pt x="266" y="475"/>
                    <a:pt x="294" y="461"/>
                    <a:pt x="336" y="433"/>
                  </a:cubicBezTo>
                  <a:cubicBezTo>
                    <a:pt x="378" y="405"/>
                    <a:pt x="405" y="363"/>
                    <a:pt x="433" y="322"/>
                  </a:cubicBezTo>
                  <a:cubicBezTo>
                    <a:pt x="447" y="294"/>
                    <a:pt x="461" y="266"/>
                    <a:pt x="461" y="238"/>
                  </a:cubicBezTo>
                  <a:cubicBezTo>
                    <a:pt x="461" y="210"/>
                    <a:pt x="461" y="182"/>
                    <a:pt x="461" y="154"/>
                  </a:cubicBezTo>
                  <a:cubicBezTo>
                    <a:pt x="447" y="112"/>
                    <a:pt x="433" y="70"/>
                    <a:pt x="405" y="43"/>
                  </a:cubicBezTo>
                  <a:cubicBezTo>
                    <a:pt x="378" y="15"/>
                    <a:pt x="350" y="1"/>
                    <a:pt x="322"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21"/>
            <p:cNvSpPr/>
            <p:nvPr/>
          </p:nvSpPr>
          <p:spPr>
            <a:xfrm>
              <a:off x="7263800" y="1264110"/>
              <a:ext cx="95250" cy="179585"/>
            </a:xfrm>
            <a:custGeom>
              <a:avLst/>
              <a:gdLst/>
              <a:ahLst/>
              <a:cxnLst/>
              <a:rect l="l" t="t" r="r" b="b"/>
              <a:pathLst>
                <a:path w="489" h="922" extrusionOk="0">
                  <a:moveTo>
                    <a:pt x="251" y="1"/>
                  </a:moveTo>
                  <a:cubicBezTo>
                    <a:pt x="195" y="15"/>
                    <a:pt x="126" y="29"/>
                    <a:pt x="70" y="43"/>
                  </a:cubicBezTo>
                  <a:cubicBezTo>
                    <a:pt x="56" y="308"/>
                    <a:pt x="28" y="587"/>
                    <a:pt x="0" y="879"/>
                  </a:cubicBezTo>
                  <a:lnTo>
                    <a:pt x="70" y="852"/>
                  </a:lnTo>
                  <a:lnTo>
                    <a:pt x="167" y="810"/>
                  </a:lnTo>
                  <a:cubicBezTo>
                    <a:pt x="167" y="698"/>
                    <a:pt x="181" y="628"/>
                    <a:pt x="181" y="614"/>
                  </a:cubicBezTo>
                  <a:lnTo>
                    <a:pt x="265" y="573"/>
                  </a:lnTo>
                  <a:lnTo>
                    <a:pt x="265" y="573"/>
                  </a:lnTo>
                  <a:cubicBezTo>
                    <a:pt x="251" y="740"/>
                    <a:pt x="237" y="852"/>
                    <a:pt x="237" y="921"/>
                  </a:cubicBezTo>
                  <a:cubicBezTo>
                    <a:pt x="265" y="907"/>
                    <a:pt x="293" y="893"/>
                    <a:pt x="307" y="879"/>
                  </a:cubicBezTo>
                  <a:lnTo>
                    <a:pt x="377" y="838"/>
                  </a:lnTo>
                  <a:lnTo>
                    <a:pt x="391" y="838"/>
                  </a:lnTo>
                  <a:cubicBezTo>
                    <a:pt x="391" y="670"/>
                    <a:pt x="432" y="405"/>
                    <a:pt x="488" y="29"/>
                  </a:cubicBezTo>
                  <a:lnTo>
                    <a:pt x="488" y="29"/>
                  </a:lnTo>
                  <a:cubicBezTo>
                    <a:pt x="432" y="57"/>
                    <a:pt x="377" y="84"/>
                    <a:pt x="321" y="98"/>
                  </a:cubicBezTo>
                  <a:cubicBezTo>
                    <a:pt x="321" y="224"/>
                    <a:pt x="307" y="322"/>
                    <a:pt x="293" y="391"/>
                  </a:cubicBezTo>
                  <a:lnTo>
                    <a:pt x="251" y="419"/>
                  </a:lnTo>
                  <a:lnTo>
                    <a:pt x="209" y="433"/>
                  </a:lnTo>
                  <a:cubicBezTo>
                    <a:pt x="209" y="294"/>
                    <a:pt x="223" y="140"/>
                    <a:pt x="251"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21"/>
            <p:cNvSpPr/>
            <p:nvPr/>
          </p:nvSpPr>
          <p:spPr>
            <a:xfrm>
              <a:off x="7530066" y="1519468"/>
              <a:ext cx="122325" cy="117061"/>
            </a:xfrm>
            <a:custGeom>
              <a:avLst/>
              <a:gdLst/>
              <a:ahLst/>
              <a:cxnLst/>
              <a:rect l="l" t="t" r="r" b="b"/>
              <a:pathLst>
                <a:path w="628" h="601" extrusionOk="0">
                  <a:moveTo>
                    <a:pt x="279" y="1"/>
                  </a:moveTo>
                  <a:lnTo>
                    <a:pt x="112" y="29"/>
                  </a:lnTo>
                  <a:cubicBezTo>
                    <a:pt x="84" y="168"/>
                    <a:pt x="70" y="266"/>
                    <a:pt x="56" y="336"/>
                  </a:cubicBezTo>
                  <a:cubicBezTo>
                    <a:pt x="42" y="391"/>
                    <a:pt x="28" y="475"/>
                    <a:pt x="0" y="587"/>
                  </a:cubicBezTo>
                  <a:cubicBezTo>
                    <a:pt x="70" y="587"/>
                    <a:pt x="126" y="573"/>
                    <a:pt x="167" y="559"/>
                  </a:cubicBezTo>
                  <a:lnTo>
                    <a:pt x="195" y="433"/>
                  </a:lnTo>
                  <a:lnTo>
                    <a:pt x="209" y="322"/>
                  </a:lnTo>
                  <a:cubicBezTo>
                    <a:pt x="251" y="419"/>
                    <a:pt x="279" y="517"/>
                    <a:pt x="335" y="601"/>
                  </a:cubicBezTo>
                  <a:cubicBezTo>
                    <a:pt x="363" y="587"/>
                    <a:pt x="405" y="573"/>
                    <a:pt x="446" y="573"/>
                  </a:cubicBezTo>
                  <a:cubicBezTo>
                    <a:pt x="502" y="405"/>
                    <a:pt x="558" y="238"/>
                    <a:pt x="628" y="57"/>
                  </a:cubicBezTo>
                  <a:lnTo>
                    <a:pt x="628" y="57"/>
                  </a:lnTo>
                  <a:cubicBezTo>
                    <a:pt x="558" y="71"/>
                    <a:pt x="502" y="85"/>
                    <a:pt x="432" y="99"/>
                  </a:cubicBezTo>
                  <a:cubicBezTo>
                    <a:pt x="419" y="182"/>
                    <a:pt x="391" y="252"/>
                    <a:pt x="377" y="308"/>
                  </a:cubicBezTo>
                  <a:lnTo>
                    <a:pt x="349" y="238"/>
                  </a:lnTo>
                  <a:cubicBezTo>
                    <a:pt x="321" y="154"/>
                    <a:pt x="293" y="71"/>
                    <a:pt x="279"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21"/>
            <p:cNvSpPr/>
            <p:nvPr/>
          </p:nvSpPr>
          <p:spPr>
            <a:xfrm>
              <a:off x="7532599" y="1953635"/>
              <a:ext cx="87264" cy="136734"/>
            </a:xfrm>
            <a:custGeom>
              <a:avLst/>
              <a:gdLst/>
              <a:ahLst/>
              <a:cxnLst/>
              <a:rect l="l" t="t" r="r" b="b"/>
              <a:pathLst>
                <a:path w="448" h="702" extrusionOk="0">
                  <a:moveTo>
                    <a:pt x="355" y="0"/>
                  </a:moveTo>
                  <a:cubicBezTo>
                    <a:pt x="275" y="0"/>
                    <a:pt x="198" y="27"/>
                    <a:pt x="140" y="73"/>
                  </a:cubicBezTo>
                  <a:cubicBezTo>
                    <a:pt x="85" y="101"/>
                    <a:pt x="57" y="143"/>
                    <a:pt x="57" y="157"/>
                  </a:cubicBezTo>
                  <a:cubicBezTo>
                    <a:pt x="43" y="185"/>
                    <a:pt x="29" y="213"/>
                    <a:pt x="29" y="241"/>
                  </a:cubicBezTo>
                  <a:cubicBezTo>
                    <a:pt x="15" y="283"/>
                    <a:pt x="1" y="324"/>
                    <a:pt x="15" y="380"/>
                  </a:cubicBezTo>
                  <a:cubicBezTo>
                    <a:pt x="15" y="394"/>
                    <a:pt x="29" y="408"/>
                    <a:pt x="43" y="422"/>
                  </a:cubicBezTo>
                  <a:cubicBezTo>
                    <a:pt x="43" y="436"/>
                    <a:pt x="71" y="450"/>
                    <a:pt x="85" y="464"/>
                  </a:cubicBezTo>
                  <a:lnTo>
                    <a:pt x="182" y="464"/>
                  </a:lnTo>
                  <a:cubicBezTo>
                    <a:pt x="210" y="450"/>
                    <a:pt x="224" y="450"/>
                    <a:pt x="252" y="436"/>
                  </a:cubicBezTo>
                  <a:cubicBezTo>
                    <a:pt x="266" y="422"/>
                    <a:pt x="280" y="422"/>
                    <a:pt x="308" y="408"/>
                  </a:cubicBezTo>
                  <a:cubicBezTo>
                    <a:pt x="308" y="408"/>
                    <a:pt x="322" y="422"/>
                    <a:pt x="322" y="422"/>
                  </a:cubicBezTo>
                  <a:cubicBezTo>
                    <a:pt x="322" y="436"/>
                    <a:pt x="322" y="436"/>
                    <a:pt x="322" y="450"/>
                  </a:cubicBezTo>
                  <a:cubicBezTo>
                    <a:pt x="308" y="478"/>
                    <a:pt x="294" y="492"/>
                    <a:pt x="280" y="506"/>
                  </a:cubicBezTo>
                  <a:cubicBezTo>
                    <a:pt x="238" y="534"/>
                    <a:pt x="210" y="548"/>
                    <a:pt x="168" y="548"/>
                  </a:cubicBezTo>
                  <a:lnTo>
                    <a:pt x="71" y="548"/>
                  </a:lnTo>
                  <a:cubicBezTo>
                    <a:pt x="57" y="603"/>
                    <a:pt x="43" y="645"/>
                    <a:pt x="29" y="687"/>
                  </a:cubicBezTo>
                  <a:lnTo>
                    <a:pt x="99" y="701"/>
                  </a:lnTo>
                  <a:cubicBezTo>
                    <a:pt x="168" y="701"/>
                    <a:pt x="238" y="687"/>
                    <a:pt x="308" y="659"/>
                  </a:cubicBezTo>
                  <a:cubicBezTo>
                    <a:pt x="350" y="631"/>
                    <a:pt x="378" y="603"/>
                    <a:pt x="392" y="576"/>
                  </a:cubicBezTo>
                  <a:cubicBezTo>
                    <a:pt x="406" y="548"/>
                    <a:pt x="419" y="534"/>
                    <a:pt x="433" y="506"/>
                  </a:cubicBezTo>
                  <a:cubicBezTo>
                    <a:pt x="447" y="464"/>
                    <a:pt x="447" y="422"/>
                    <a:pt x="447" y="380"/>
                  </a:cubicBezTo>
                  <a:cubicBezTo>
                    <a:pt x="433" y="352"/>
                    <a:pt x="433" y="338"/>
                    <a:pt x="419" y="324"/>
                  </a:cubicBezTo>
                  <a:cubicBezTo>
                    <a:pt x="419" y="324"/>
                    <a:pt x="406" y="311"/>
                    <a:pt x="406" y="311"/>
                  </a:cubicBezTo>
                  <a:cubicBezTo>
                    <a:pt x="392" y="297"/>
                    <a:pt x="364" y="283"/>
                    <a:pt x="350" y="283"/>
                  </a:cubicBezTo>
                  <a:lnTo>
                    <a:pt x="294" y="283"/>
                  </a:lnTo>
                  <a:cubicBezTo>
                    <a:pt x="266" y="297"/>
                    <a:pt x="252" y="297"/>
                    <a:pt x="224" y="311"/>
                  </a:cubicBezTo>
                  <a:cubicBezTo>
                    <a:pt x="213" y="314"/>
                    <a:pt x="204" y="316"/>
                    <a:pt x="196" y="316"/>
                  </a:cubicBezTo>
                  <a:cubicBezTo>
                    <a:pt x="176" y="316"/>
                    <a:pt x="168" y="303"/>
                    <a:pt x="168" y="283"/>
                  </a:cubicBezTo>
                  <a:cubicBezTo>
                    <a:pt x="154" y="241"/>
                    <a:pt x="196" y="199"/>
                    <a:pt x="238" y="185"/>
                  </a:cubicBezTo>
                  <a:cubicBezTo>
                    <a:pt x="259" y="178"/>
                    <a:pt x="283" y="175"/>
                    <a:pt x="310" y="175"/>
                  </a:cubicBezTo>
                  <a:cubicBezTo>
                    <a:pt x="336" y="175"/>
                    <a:pt x="364" y="178"/>
                    <a:pt x="392" y="185"/>
                  </a:cubicBezTo>
                  <a:lnTo>
                    <a:pt x="406" y="4"/>
                  </a:lnTo>
                  <a:cubicBezTo>
                    <a:pt x="389" y="1"/>
                    <a:pt x="372" y="0"/>
                    <a:pt x="355"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2320"/>
        <p:cNvGrpSpPr/>
        <p:nvPr/>
      </p:nvGrpSpPr>
      <p:grpSpPr>
        <a:xfrm>
          <a:off x="0" y="0"/>
          <a:ext cx="0" cy="0"/>
          <a:chOff x="0" y="0"/>
          <a:chExt cx="0" cy="0"/>
        </a:xfrm>
      </p:grpSpPr>
      <p:grpSp>
        <p:nvGrpSpPr>
          <p:cNvPr id="2321" name="Google Shape;2321;p35"/>
          <p:cNvGrpSpPr/>
          <p:nvPr/>
        </p:nvGrpSpPr>
        <p:grpSpPr>
          <a:xfrm rot="-321522">
            <a:off x="7779594" y="-88524"/>
            <a:ext cx="1298626" cy="1891529"/>
            <a:chOff x="6997534" y="1264110"/>
            <a:chExt cx="654858" cy="953840"/>
          </a:xfrm>
        </p:grpSpPr>
        <p:sp>
          <p:nvSpPr>
            <p:cNvPr id="2322" name="Google Shape;2322;p35"/>
            <p:cNvSpPr/>
            <p:nvPr/>
          </p:nvSpPr>
          <p:spPr>
            <a:xfrm>
              <a:off x="7122389" y="1639064"/>
              <a:ext cx="117066" cy="103427"/>
            </a:xfrm>
            <a:custGeom>
              <a:avLst/>
              <a:gdLst/>
              <a:ahLst/>
              <a:cxnLst/>
              <a:rect l="l" t="t" r="r" b="b"/>
              <a:pathLst>
                <a:path w="601" h="531" extrusionOk="0">
                  <a:moveTo>
                    <a:pt x="601" y="1"/>
                  </a:moveTo>
                  <a:cubicBezTo>
                    <a:pt x="601" y="1"/>
                    <a:pt x="559" y="29"/>
                    <a:pt x="503" y="70"/>
                  </a:cubicBezTo>
                  <a:cubicBezTo>
                    <a:pt x="433" y="112"/>
                    <a:pt x="363" y="168"/>
                    <a:pt x="280" y="238"/>
                  </a:cubicBezTo>
                  <a:cubicBezTo>
                    <a:pt x="210" y="307"/>
                    <a:pt x="140" y="377"/>
                    <a:pt x="84" y="433"/>
                  </a:cubicBezTo>
                  <a:cubicBezTo>
                    <a:pt x="29" y="489"/>
                    <a:pt x="1" y="531"/>
                    <a:pt x="1" y="531"/>
                  </a:cubicBezTo>
                  <a:cubicBezTo>
                    <a:pt x="1" y="531"/>
                    <a:pt x="43" y="503"/>
                    <a:pt x="112" y="461"/>
                  </a:cubicBezTo>
                  <a:cubicBezTo>
                    <a:pt x="168" y="419"/>
                    <a:pt x="252" y="349"/>
                    <a:pt x="322" y="294"/>
                  </a:cubicBezTo>
                  <a:cubicBezTo>
                    <a:pt x="391" y="224"/>
                    <a:pt x="461" y="154"/>
                    <a:pt x="517" y="98"/>
                  </a:cubicBezTo>
                  <a:cubicBezTo>
                    <a:pt x="573" y="42"/>
                    <a:pt x="601" y="1"/>
                    <a:pt x="601"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3" name="Google Shape;2323;p35"/>
            <p:cNvSpPr/>
            <p:nvPr/>
          </p:nvSpPr>
          <p:spPr>
            <a:xfrm>
              <a:off x="7252892" y="1601081"/>
              <a:ext cx="152322" cy="135955"/>
            </a:xfrm>
            <a:custGeom>
              <a:avLst/>
              <a:gdLst/>
              <a:ahLst/>
              <a:cxnLst/>
              <a:rect l="l" t="t" r="r" b="b"/>
              <a:pathLst>
                <a:path w="782" h="698" extrusionOk="0">
                  <a:moveTo>
                    <a:pt x="0" y="0"/>
                  </a:moveTo>
                  <a:cubicBezTo>
                    <a:pt x="0" y="0"/>
                    <a:pt x="14" y="14"/>
                    <a:pt x="28" y="28"/>
                  </a:cubicBezTo>
                  <a:cubicBezTo>
                    <a:pt x="42" y="42"/>
                    <a:pt x="70" y="84"/>
                    <a:pt x="112" y="112"/>
                  </a:cubicBezTo>
                  <a:cubicBezTo>
                    <a:pt x="182" y="196"/>
                    <a:pt x="279" y="279"/>
                    <a:pt x="377" y="377"/>
                  </a:cubicBezTo>
                  <a:cubicBezTo>
                    <a:pt x="461" y="461"/>
                    <a:pt x="572" y="544"/>
                    <a:pt x="656" y="600"/>
                  </a:cubicBezTo>
                  <a:lnTo>
                    <a:pt x="754" y="684"/>
                  </a:lnTo>
                  <a:lnTo>
                    <a:pt x="781" y="698"/>
                  </a:lnTo>
                  <a:lnTo>
                    <a:pt x="754" y="670"/>
                  </a:lnTo>
                  <a:lnTo>
                    <a:pt x="670" y="586"/>
                  </a:lnTo>
                  <a:cubicBezTo>
                    <a:pt x="600" y="502"/>
                    <a:pt x="502" y="419"/>
                    <a:pt x="405" y="321"/>
                  </a:cubicBezTo>
                  <a:cubicBezTo>
                    <a:pt x="321" y="237"/>
                    <a:pt x="210" y="154"/>
                    <a:pt x="126" y="98"/>
                  </a:cubicBezTo>
                  <a:lnTo>
                    <a:pt x="28" y="14"/>
                  </a:lnTo>
                  <a:lnTo>
                    <a:pt x="0" y="0"/>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4" name="Google Shape;2324;p35"/>
            <p:cNvSpPr/>
            <p:nvPr/>
          </p:nvSpPr>
          <p:spPr>
            <a:xfrm>
              <a:off x="7252892" y="1951492"/>
              <a:ext cx="146868" cy="133423"/>
            </a:xfrm>
            <a:custGeom>
              <a:avLst/>
              <a:gdLst/>
              <a:ahLst/>
              <a:cxnLst/>
              <a:rect l="l" t="t" r="r" b="b"/>
              <a:pathLst>
                <a:path w="754" h="685" extrusionOk="0">
                  <a:moveTo>
                    <a:pt x="754" y="1"/>
                  </a:moveTo>
                  <a:lnTo>
                    <a:pt x="754" y="1"/>
                  </a:lnTo>
                  <a:cubicBezTo>
                    <a:pt x="726" y="15"/>
                    <a:pt x="698" y="29"/>
                    <a:pt x="656" y="70"/>
                  </a:cubicBezTo>
                  <a:cubicBezTo>
                    <a:pt x="572" y="126"/>
                    <a:pt x="475" y="210"/>
                    <a:pt x="377" y="308"/>
                  </a:cubicBezTo>
                  <a:cubicBezTo>
                    <a:pt x="265" y="391"/>
                    <a:pt x="182" y="475"/>
                    <a:pt x="112" y="559"/>
                  </a:cubicBezTo>
                  <a:cubicBezTo>
                    <a:pt x="70" y="587"/>
                    <a:pt x="42" y="628"/>
                    <a:pt x="28" y="642"/>
                  </a:cubicBezTo>
                  <a:cubicBezTo>
                    <a:pt x="14" y="656"/>
                    <a:pt x="0" y="670"/>
                    <a:pt x="0" y="684"/>
                  </a:cubicBezTo>
                  <a:lnTo>
                    <a:pt x="28" y="656"/>
                  </a:lnTo>
                  <a:lnTo>
                    <a:pt x="126" y="573"/>
                  </a:lnTo>
                  <a:cubicBezTo>
                    <a:pt x="210" y="517"/>
                    <a:pt x="307" y="433"/>
                    <a:pt x="405" y="349"/>
                  </a:cubicBezTo>
                  <a:cubicBezTo>
                    <a:pt x="516" y="252"/>
                    <a:pt x="600" y="168"/>
                    <a:pt x="670" y="98"/>
                  </a:cubicBezTo>
                  <a:lnTo>
                    <a:pt x="754" y="1"/>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5" name="Google Shape;2325;p35"/>
            <p:cNvSpPr/>
            <p:nvPr/>
          </p:nvSpPr>
          <p:spPr>
            <a:xfrm>
              <a:off x="7103495" y="1951492"/>
              <a:ext cx="149595" cy="133423"/>
            </a:xfrm>
            <a:custGeom>
              <a:avLst/>
              <a:gdLst/>
              <a:ahLst/>
              <a:cxnLst/>
              <a:rect l="l" t="t" r="r" b="b"/>
              <a:pathLst>
                <a:path w="768" h="685" extrusionOk="0">
                  <a:moveTo>
                    <a:pt x="0" y="1"/>
                  </a:moveTo>
                  <a:lnTo>
                    <a:pt x="84" y="98"/>
                  </a:lnTo>
                  <a:cubicBezTo>
                    <a:pt x="154" y="168"/>
                    <a:pt x="251" y="252"/>
                    <a:pt x="349" y="349"/>
                  </a:cubicBezTo>
                  <a:cubicBezTo>
                    <a:pt x="433" y="433"/>
                    <a:pt x="544" y="517"/>
                    <a:pt x="628" y="587"/>
                  </a:cubicBezTo>
                  <a:cubicBezTo>
                    <a:pt x="670" y="614"/>
                    <a:pt x="698" y="642"/>
                    <a:pt x="725" y="656"/>
                  </a:cubicBezTo>
                  <a:lnTo>
                    <a:pt x="767" y="684"/>
                  </a:lnTo>
                  <a:lnTo>
                    <a:pt x="725" y="642"/>
                  </a:lnTo>
                  <a:cubicBezTo>
                    <a:pt x="711" y="614"/>
                    <a:pt x="684" y="587"/>
                    <a:pt x="656" y="559"/>
                  </a:cubicBezTo>
                  <a:cubicBezTo>
                    <a:pt x="586" y="489"/>
                    <a:pt x="474" y="377"/>
                    <a:pt x="391" y="308"/>
                  </a:cubicBezTo>
                  <a:cubicBezTo>
                    <a:pt x="293" y="224"/>
                    <a:pt x="181" y="126"/>
                    <a:pt x="98" y="70"/>
                  </a:cubicBezTo>
                  <a:cubicBezTo>
                    <a:pt x="70" y="43"/>
                    <a:pt x="28" y="15"/>
                    <a:pt x="0"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6" name="Google Shape;2326;p35"/>
            <p:cNvSpPr/>
            <p:nvPr/>
          </p:nvSpPr>
          <p:spPr>
            <a:xfrm>
              <a:off x="7130570" y="1946038"/>
              <a:ext cx="108885" cy="97973"/>
            </a:xfrm>
            <a:custGeom>
              <a:avLst/>
              <a:gdLst/>
              <a:ahLst/>
              <a:cxnLst/>
              <a:rect l="l" t="t" r="r" b="b"/>
              <a:pathLst>
                <a:path w="559" h="503" extrusionOk="0">
                  <a:moveTo>
                    <a:pt x="1" y="1"/>
                  </a:moveTo>
                  <a:cubicBezTo>
                    <a:pt x="15" y="43"/>
                    <a:pt x="42" y="71"/>
                    <a:pt x="70" y="98"/>
                  </a:cubicBezTo>
                  <a:cubicBezTo>
                    <a:pt x="126" y="154"/>
                    <a:pt x="196" y="210"/>
                    <a:pt x="252" y="266"/>
                  </a:cubicBezTo>
                  <a:cubicBezTo>
                    <a:pt x="321" y="336"/>
                    <a:pt x="405" y="391"/>
                    <a:pt x="461" y="433"/>
                  </a:cubicBezTo>
                  <a:cubicBezTo>
                    <a:pt x="517" y="475"/>
                    <a:pt x="559" y="503"/>
                    <a:pt x="559" y="503"/>
                  </a:cubicBezTo>
                  <a:cubicBezTo>
                    <a:pt x="531" y="475"/>
                    <a:pt x="503" y="433"/>
                    <a:pt x="489" y="405"/>
                  </a:cubicBezTo>
                  <a:cubicBezTo>
                    <a:pt x="419" y="350"/>
                    <a:pt x="363" y="294"/>
                    <a:pt x="294" y="238"/>
                  </a:cubicBezTo>
                  <a:cubicBezTo>
                    <a:pt x="224" y="168"/>
                    <a:pt x="154" y="112"/>
                    <a:pt x="98" y="71"/>
                  </a:cubicBezTo>
                  <a:cubicBezTo>
                    <a:pt x="29" y="29"/>
                    <a:pt x="1" y="1"/>
                    <a:pt x="1"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7" name="Google Shape;2327;p35"/>
            <p:cNvSpPr/>
            <p:nvPr/>
          </p:nvSpPr>
          <p:spPr>
            <a:xfrm>
              <a:off x="7383201" y="1775021"/>
              <a:ext cx="13830" cy="133228"/>
            </a:xfrm>
            <a:custGeom>
              <a:avLst/>
              <a:gdLst/>
              <a:ahLst/>
              <a:cxnLst/>
              <a:rect l="l" t="t" r="r" b="b"/>
              <a:pathLst>
                <a:path w="71" h="684" extrusionOk="0">
                  <a:moveTo>
                    <a:pt x="29" y="0"/>
                  </a:moveTo>
                  <a:cubicBezTo>
                    <a:pt x="15" y="28"/>
                    <a:pt x="15" y="70"/>
                    <a:pt x="15" y="112"/>
                  </a:cubicBezTo>
                  <a:cubicBezTo>
                    <a:pt x="1" y="181"/>
                    <a:pt x="1" y="265"/>
                    <a:pt x="15" y="349"/>
                  </a:cubicBezTo>
                  <a:cubicBezTo>
                    <a:pt x="15" y="419"/>
                    <a:pt x="15" y="502"/>
                    <a:pt x="29" y="586"/>
                  </a:cubicBezTo>
                  <a:cubicBezTo>
                    <a:pt x="29" y="642"/>
                    <a:pt x="43" y="684"/>
                    <a:pt x="43" y="684"/>
                  </a:cubicBezTo>
                  <a:cubicBezTo>
                    <a:pt x="57" y="656"/>
                    <a:pt x="57" y="614"/>
                    <a:pt x="57" y="586"/>
                  </a:cubicBezTo>
                  <a:cubicBezTo>
                    <a:pt x="57" y="516"/>
                    <a:pt x="71" y="432"/>
                    <a:pt x="57" y="335"/>
                  </a:cubicBezTo>
                  <a:cubicBezTo>
                    <a:pt x="57" y="265"/>
                    <a:pt x="57" y="181"/>
                    <a:pt x="43" y="98"/>
                  </a:cubicBezTo>
                  <a:cubicBezTo>
                    <a:pt x="43" y="70"/>
                    <a:pt x="29" y="28"/>
                    <a:pt x="29"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8" name="Google Shape;2328;p35"/>
            <p:cNvSpPr/>
            <p:nvPr/>
          </p:nvSpPr>
          <p:spPr>
            <a:xfrm>
              <a:off x="7247439" y="1454411"/>
              <a:ext cx="13830" cy="133228"/>
            </a:xfrm>
            <a:custGeom>
              <a:avLst/>
              <a:gdLst/>
              <a:ahLst/>
              <a:cxnLst/>
              <a:rect l="l" t="t" r="r" b="b"/>
              <a:pathLst>
                <a:path w="71" h="684" extrusionOk="0">
                  <a:moveTo>
                    <a:pt x="14" y="0"/>
                  </a:moveTo>
                  <a:cubicBezTo>
                    <a:pt x="14" y="28"/>
                    <a:pt x="0" y="70"/>
                    <a:pt x="0" y="98"/>
                  </a:cubicBezTo>
                  <a:lnTo>
                    <a:pt x="0" y="335"/>
                  </a:lnTo>
                  <a:cubicBezTo>
                    <a:pt x="0" y="419"/>
                    <a:pt x="14" y="502"/>
                    <a:pt x="14" y="586"/>
                  </a:cubicBezTo>
                  <a:cubicBezTo>
                    <a:pt x="28" y="642"/>
                    <a:pt x="42" y="684"/>
                    <a:pt x="42" y="684"/>
                  </a:cubicBezTo>
                  <a:cubicBezTo>
                    <a:pt x="42" y="684"/>
                    <a:pt x="42" y="642"/>
                    <a:pt x="56" y="586"/>
                  </a:cubicBezTo>
                  <a:cubicBezTo>
                    <a:pt x="70" y="516"/>
                    <a:pt x="56" y="419"/>
                    <a:pt x="56" y="335"/>
                  </a:cubicBezTo>
                  <a:cubicBezTo>
                    <a:pt x="56" y="265"/>
                    <a:pt x="42" y="181"/>
                    <a:pt x="28" y="98"/>
                  </a:cubicBezTo>
                  <a:cubicBezTo>
                    <a:pt x="28" y="70"/>
                    <a:pt x="28" y="28"/>
                    <a:pt x="14"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9" name="Google Shape;2329;p35"/>
            <p:cNvSpPr/>
            <p:nvPr/>
          </p:nvSpPr>
          <p:spPr>
            <a:xfrm>
              <a:off x="7244712" y="2084723"/>
              <a:ext cx="8376" cy="133228"/>
            </a:xfrm>
            <a:custGeom>
              <a:avLst/>
              <a:gdLst/>
              <a:ahLst/>
              <a:cxnLst/>
              <a:rect l="l" t="t" r="r" b="b"/>
              <a:pathLst>
                <a:path w="43" h="684" extrusionOk="0">
                  <a:moveTo>
                    <a:pt x="14" y="0"/>
                  </a:moveTo>
                  <a:cubicBezTo>
                    <a:pt x="0" y="28"/>
                    <a:pt x="0" y="70"/>
                    <a:pt x="0" y="98"/>
                  </a:cubicBezTo>
                  <a:lnTo>
                    <a:pt x="0" y="335"/>
                  </a:lnTo>
                  <a:cubicBezTo>
                    <a:pt x="0" y="433"/>
                    <a:pt x="0" y="516"/>
                    <a:pt x="14" y="572"/>
                  </a:cubicBezTo>
                  <a:cubicBezTo>
                    <a:pt x="28" y="642"/>
                    <a:pt x="28" y="684"/>
                    <a:pt x="28" y="684"/>
                  </a:cubicBezTo>
                  <a:cubicBezTo>
                    <a:pt x="42" y="656"/>
                    <a:pt x="42" y="614"/>
                    <a:pt x="42" y="572"/>
                  </a:cubicBezTo>
                  <a:lnTo>
                    <a:pt x="42" y="335"/>
                  </a:lnTo>
                  <a:cubicBezTo>
                    <a:pt x="42" y="265"/>
                    <a:pt x="42" y="182"/>
                    <a:pt x="28" y="98"/>
                  </a:cubicBezTo>
                  <a:cubicBezTo>
                    <a:pt x="28" y="70"/>
                    <a:pt x="14" y="28"/>
                    <a:pt x="14"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0" name="Google Shape;2330;p35"/>
            <p:cNvSpPr/>
            <p:nvPr/>
          </p:nvSpPr>
          <p:spPr>
            <a:xfrm>
              <a:off x="7410471" y="1639064"/>
              <a:ext cx="92523" cy="97973"/>
            </a:xfrm>
            <a:custGeom>
              <a:avLst/>
              <a:gdLst/>
              <a:ahLst/>
              <a:cxnLst/>
              <a:rect l="l" t="t" r="r" b="b"/>
              <a:pathLst>
                <a:path w="475" h="503" extrusionOk="0">
                  <a:moveTo>
                    <a:pt x="475" y="1"/>
                  </a:moveTo>
                  <a:cubicBezTo>
                    <a:pt x="475" y="1"/>
                    <a:pt x="447" y="29"/>
                    <a:pt x="391" y="70"/>
                  </a:cubicBezTo>
                  <a:cubicBezTo>
                    <a:pt x="321" y="126"/>
                    <a:pt x="265" y="182"/>
                    <a:pt x="210" y="238"/>
                  </a:cubicBezTo>
                  <a:cubicBezTo>
                    <a:pt x="154" y="294"/>
                    <a:pt x="112" y="349"/>
                    <a:pt x="56" y="405"/>
                  </a:cubicBezTo>
                  <a:cubicBezTo>
                    <a:pt x="42" y="433"/>
                    <a:pt x="14" y="475"/>
                    <a:pt x="0" y="503"/>
                  </a:cubicBezTo>
                  <a:cubicBezTo>
                    <a:pt x="0" y="503"/>
                    <a:pt x="28" y="475"/>
                    <a:pt x="84" y="433"/>
                  </a:cubicBezTo>
                  <a:cubicBezTo>
                    <a:pt x="140" y="377"/>
                    <a:pt x="196" y="321"/>
                    <a:pt x="265" y="266"/>
                  </a:cubicBezTo>
                  <a:cubicBezTo>
                    <a:pt x="307" y="210"/>
                    <a:pt x="363" y="154"/>
                    <a:pt x="419" y="98"/>
                  </a:cubicBezTo>
                  <a:cubicBezTo>
                    <a:pt x="433" y="70"/>
                    <a:pt x="461" y="42"/>
                    <a:pt x="475"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1" name="Google Shape;2331;p35"/>
            <p:cNvSpPr/>
            <p:nvPr/>
          </p:nvSpPr>
          <p:spPr>
            <a:xfrm>
              <a:off x="7402290" y="1747751"/>
              <a:ext cx="103431" cy="290998"/>
            </a:xfrm>
            <a:custGeom>
              <a:avLst/>
              <a:gdLst/>
              <a:ahLst/>
              <a:cxnLst/>
              <a:rect l="l" t="t" r="r" b="b"/>
              <a:pathLst>
                <a:path w="531" h="1494" extrusionOk="0">
                  <a:moveTo>
                    <a:pt x="0" y="1"/>
                  </a:moveTo>
                  <a:lnTo>
                    <a:pt x="0" y="112"/>
                  </a:lnTo>
                  <a:lnTo>
                    <a:pt x="0" y="489"/>
                  </a:lnTo>
                  <a:cubicBezTo>
                    <a:pt x="0" y="614"/>
                    <a:pt x="14" y="754"/>
                    <a:pt x="28" y="851"/>
                  </a:cubicBezTo>
                  <a:cubicBezTo>
                    <a:pt x="28" y="893"/>
                    <a:pt x="28" y="935"/>
                    <a:pt x="42" y="963"/>
                  </a:cubicBezTo>
                  <a:lnTo>
                    <a:pt x="42" y="851"/>
                  </a:lnTo>
                  <a:lnTo>
                    <a:pt x="42" y="475"/>
                  </a:lnTo>
                  <a:cubicBezTo>
                    <a:pt x="42" y="349"/>
                    <a:pt x="28" y="210"/>
                    <a:pt x="14" y="112"/>
                  </a:cubicBezTo>
                  <a:cubicBezTo>
                    <a:pt x="14" y="70"/>
                    <a:pt x="14" y="28"/>
                    <a:pt x="0" y="1"/>
                  </a:cubicBezTo>
                  <a:close/>
                  <a:moveTo>
                    <a:pt x="42" y="1005"/>
                  </a:moveTo>
                  <a:cubicBezTo>
                    <a:pt x="56" y="1033"/>
                    <a:pt x="84" y="1061"/>
                    <a:pt x="98" y="1089"/>
                  </a:cubicBezTo>
                  <a:cubicBezTo>
                    <a:pt x="154" y="1158"/>
                    <a:pt x="210" y="1214"/>
                    <a:pt x="265" y="1270"/>
                  </a:cubicBezTo>
                  <a:cubicBezTo>
                    <a:pt x="321" y="1326"/>
                    <a:pt x="391" y="1381"/>
                    <a:pt x="433" y="1423"/>
                  </a:cubicBezTo>
                  <a:cubicBezTo>
                    <a:pt x="461" y="1451"/>
                    <a:pt x="503" y="1465"/>
                    <a:pt x="531" y="1493"/>
                  </a:cubicBezTo>
                  <a:cubicBezTo>
                    <a:pt x="531" y="1493"/>
                    <a:pt x="503" y="1451"/>
                    <a:pt x="461" y="1395"/>
                  </a:cubicBezTo>
                  <a:cubicBezTo>
                    <a:pt x="405" y="1340"/>
                    <a:pt x="363" y="1284"/>
                    <a:pt x="293" y="1228"/>
                  </a:cubicBezTo>
                  <a:cubicBezTo>
                    <a:pt x="238" y="1172"/>
                    <a:pt x="182" y="1116"/>
                    <a:pt x="126" y="1075"/>
                  </a:cubicBezTo>
                  <a:cubicBezTo>
                    <a:pt x="98" y="1047"/>
                    <a:pt x="70" y="1033"/>
                    <a:pt x="42" y="1005"/>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2" name="Google Shape;2332;p35"/>
            <p:cNvSpPr/>
            <p:nvPr/>
          </p:nvSpPr>
          <p:spPr>
            <a:xfrm>
              <a:off x="7000261" y="1943312"/>
              <a:ext cx="92523" cy="98168"/>
            </a:xfrm>
            <a:custGeom>
              <a:avLst/>
              <a:gdLst/>
              <a:ahLst/>
              <a:cxnLst/>
              <a:rect l="l" t="t" r="r" b="b"/>
              <a:pathLst>
                <a:path w="475" h="504" extrusionOk="0">
                  <a:moveTo>
                    <a:pt x="474" y="1"/>
                  </a:moveTo>
                  <a:lnTo>
                    <a:pt x="474" y="1"/>
                  </a:lnTo>
                  <a:cubicBezTo>
                    <a:pt x="474" y="1"/>
                    <a:pt x="446" y="29"/>
                    <a:pt x="391" y="71"/>
                  </a:cubicBezTo>
                  <a:cubicBezTo>
                    <a:pt x="335" y="126"/>
                    <a:pt x="279" y="182"/>
                    <a:pt x="223" y="238"/>
                  </a:cubicBezTo>
                  <a:cubicBezTo>
                    <a:pt x="154" y="294"/>
                    <a:pt x="98" y="364"/>
                    <a:pt x="70" y="405"/>
                  </a:cubicBezTo>
                  <a:cubicBezTo>
                    <a:pt x="42" y="433"/>
                    <a:pt x="14" y="461"/>
                    <a:pt x="0" y="503"/>
                  </a:cubicBezTo>
                  <a:cubicBezTo>
                    <a:pt x="0" y="503"/>
                    <a:pt x="42" y="475"/>
                    <a:pt x="84" y="433"/>
                  </a:cubicBezTo>
                  <a:cubicBezTo>
                    <a:pt x="154" y="377"/>
                    <a:pt x="209" y="322"/>
                    <a:pt x="265" y="266"/>
                  </a:cubicBezTo>
                  <a:cubicBezTo>
                    <a:pt x="321" y="210"/>
                    <a:pt x="377" y="140"/>
                    <a:pt x="419" y="99"/>
                  </a:cubicBezTo>
                  <a:cubicBezTo>
                    <a:pt x="446" y="71"/>
                    <a:pt x="460" y="29"/>
                    <a:pt x="474"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3" name="Google Shape;2333;p35"/>
            <p:cNvSpPr/>
            <p:nvPr/>
          </p:nvSpPr>
          <p:spPr>
            <a:xfrm>
              <a:off x="6997534" y="1641791"/>
              <a:ext cx="97977" cy="95246"/>
            </a:xfrm>
            <a:custGeom>
              <a:avLst/>
              <a:gdLst/>
              <a:ahLst/>
              <a:cxnLst/>
              <a:rect l="l" t="t" r="r" b="b"/>
              <a:pathLst>
                <a:path w="503" h="489" extrusionOk="0">
                  <a:moveTo>
                    <a:pt x="0" y="1"/>
                  </a:moveTo>
                  <a:cubicBezTo>
                    <a:pt x="0" y="1"/>
                    <a:pt x="28" y="42"/>
                    <a:pt x="70" y="84"/>
                  </a:cubicBezTo>
                  <a:cubicBezTo>
                    <a:pt x="126" y="154"/>
                    <a:pt x="168" y="210"/>
                    <a:pt x="237" y="266"/>
                  </a:cubicBezTo>
                  <a:cubicBezTo>
                    <a:pt x="293" y="321"/>
                    <a:pt x="363" y="377"/>
                    <a:pt x="405" y="419"/>
                  </a:cubicBezTo>
                  <a:cubicBezTo>
                    <a:pt x="433" y="447"/>
                    <a:pt x="460" y="461"/>
                    <a:pt x="502" y="489"/>
                  </a:cubicBezTo>
                  <a:cubicBezTo>
                    <a:pt x="502" y="489"/>
                    <a:pt x="474" y="447"/>
                    <a:pt x="433" y="391"/>
                  </a:cubicBezTo>
                  <a:cubicBezTo>
                    <a:pt x="377" y="335"/>
                    <a:pt x="321" y="280"/>
                    <a:pt x="265" y="224"/>
                  </a:cubicBezTo>
                  <a:cubicBezTo>
                    <a:pt x="209" y="168"/>
                    <a:pt x="140" y="98"/>
                    <a:pt x="98" y="70"/>
                  </a:cubicBezTo>
                  <a:cubicBezTo>
                    <a:pt x="70" y="42"/>
                    <a:pt x="28" y="28"/>
                    <a:pt x="0"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4" name="Google Shape;2334;p35"/>
            <p:cNvSpPr/>
            <p:nvPr/>
          </p:nvSpPr>
          <p:spPr>
            <a:xfrm>
              <a:off x="7092587" y="1598354"/>
              <a:ext cx="155049" cy="337160"/>
            </a:xfrm>
            <a:custGeom>
              <a:avLst/>
              <a:gdLst/>
              <a:ahLst/>
              <a:cxnLst/>
              <a:rect l="l" t="t" r="r" b="b"/>
              <a:pathLst>
                <a:path w="796" h="1731" extrusionOk="0">
                  <a:moveTo>
                    <a:pt x="795" y="0"/>
                  </a:moveTo>
                  <a:lnTo>
                    <a:pt x="754" y="28"/>
                  </a:lnTo>
                  <a:cubicBezTo>
                    <a:pt x="740" y="56"/>
                    <a:pt x="698" y="70"/>
                    <a:pt x="656" y="112"/>
                  </a:cubicBezTo>
                  <a:cubicBezTo>
                    <a:pt x="586" y="168"/>
                    <a:pt x="475" y="251"/>
                    <a:pt x="377" y="335"/>
                  </a:cubicBezTo>
                  <a:cubicBezTo>
                    <a:pt x="279" y="433"/>
                    <a:pt x="182" y="516"/>
                    <a:pt x="112" y="586"/>
                  </a:cubicBezTo>
                  <a:lnTo>
                    <a:pt x="28" y="684"/>
                  </a:lnTo>
                  <a:lnTo>
                    <a:pt x="0" y="712"/>
                  </a:lnTo>
                  <a:lnTo>
                    <a:pt x="0" y="712"/>
                  </a:lnTo>
                  <a:lnTo>
                    <a:pt x="42" y="684"/>
                  </a:lnTo>
                  <a:lnTo>
                    <a:pt x="140" y="614"/>
                  </a:lnTo>
                  <a:cubicBezTo>
                    <a:pt x="224" y="558"/>
                    <a:pt x="321" y="475"/>
                    <a:pt x="419" y="377"/>
                  </a:cubicBezTo>
                  <a:cubicBezTo>
                    <a:pt x="516" y="293"/>
                    <a:pt x="614" y="210"/>
                    <a:pt x="684" y="126"/>
                  </a:cubicBezTo>
                  <a:cubicBezTo>
                    <a:pt x="726" y="98"/>
                    <a:pt x="740" y="56"/>
                    <a:pt x="767" y="42"/>
                  </a:cubicBezTo>
                  <a:lnTo>
                    <a:pt x="795" y="0"/>
                  </a:lnTo>
                  <a:close/>
                  <a:moveTo>
                    <a:pt x="0" y="768"/>
                  </a:moveTo>
                  <a:lnTo>
                    <a:pt x="0" y="879"/>
                  </a:lnTo>
                  <a:cubicBezTo>
                    <a:pt x="0" y="977"/>
                    <a:pt x="0" y="1116"/>
                    <a:pt x="0" y="1256"/>
                  </a:cubicBezTo>
                  <a:cubicBezTo>
                    <a:pt x="0" y="1381"/>
                    <a:pt x="14" y="1521"/>
                    <a:pt x="28" y="1618"/>
                  </a:cubicBezTo>
                  <a:cubicBezTo>
                    <a:pt x="28" y="1660"/>
                    <a:pt x="28" y="1702"/>
                    <a:pt x="42" y="1730"/>
                  </a:cubicBezTo>
                  <a:lnTo>
                    <a:pt x="42" y="1618"/>
                  </a:lnTo>
                  <a:lnTo>
                    <a:pt x="42" y="1242"/>
                  </a:lnTo>
                  <a:cubicBezTo>
                    <a:pt x="42" y="1116"/>
                    <a:pt x="28" y="977"/>
                    <a:pt x="14" y="879"/>
                  </a:cubicBezTo>
                  <a:cubicBezTo>
                    <a:pt x="14" y="837"/>
                    <a:pt x="0" y="795"/>
                    <a:pt x="0" y="768"/>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5" name="Google Shape;2335;p35"/>
            <p:cNvSpPr/>
            <p:nvPr/>
          </p:nvSpPr>
          <p:spPr>
            <a:xfrm>
              <a:off x="7165825" y="1318454"/>
              <a:ext cx="89991" cy="97973"/>
            </a:xfrm>
            <a:custGeom>
              <a:avLst/>
              <a:gdLst/>
              <a:ahLst/>
              <a:cxnLst/>
              <a:rect l="l" t="t" r="r" b="b"/>
              <a:pathLst>
                <a:path w="462" h="503" extrusionOk="0">
                  <a:moveTo>
                    <a:pt x="294" y="168"/>
                  </a:moveTo>
                  <a:cubicBezTo>
                    <a:pt x="308" y="168"/>
                    <a:pt x="322" y="182"/>
                    <a:pt x="336" y="210"/>
                  </a:cubicBezTo>
                  <a:cubicBezTo>
                    <a:pt x="322" y="252"/>
                    <a:pt x="308" y="294"/>
                    <a:pt x="280" y="322"/>
                  </a:cubicBezTo>
                  <a:cubicBezTo>
                    <a:pt x="252" y="349"/>
                    <a:pt x="224" y="363"/>
                    <a:pt x="196" y="363"/>
                  </a:cubicBezTo>
                  <a:cubicBezTo>
                    <a:pt x="154" y="363"/>
                    <a:pt x="140" y="349"/>
                    <a:pt x="140" y="322"/>
                  </a:cubicBezTo>
                  <a:cubicBezTo>
                    <a:pt x="140" y="294"/>
                    <a:pt x="154" y="266"/>
                    <a:pt x="168" y="252"/>
                  </a:cubicBezTo>
                  <a:cubicBezTo>
                    <a:pt x="196" y="210"/>
                    <a:pt x="238" y="168"/>
                    <a:pt x="294" y="168"/>
                  </a:cubicBezTo>
                  <a:close/>
                  <a:moveTo>
                    <a:pt x="322" y="1"/>
                  </a:moveTo>
                  <a:cubicBezTo>
                    <a:pt x="294" y="1"/>
                    <a:pt x="252" y="1"/>
                    <a:pt x="224" y="15"/>
                  </a:cubicBezTo>
                  <a:cubicBezTo>
                    <a:pt x="182" y="29"/>
                    <a:pt x="140" y="56"/>
                    <a:pt x="113" y="84"/>
                  </a:cubicBezTo>
                  <a:cubicBezTo>
                    <a:pt x="99" y="98"/>
                    <a:pt x="85" y="112"/>
                    <a:pt x="71" y="126"/>
                  </a:cubicBezTo>
                  <a:cubicBezTo>
                    <a:pt x="57" y="154"/>
                    <a:pt x="43" y="182"/>
                    <a:pt x="29" y="210"/>
                  </a:cubicBezTo>
                  <a:cubicBezTo>
                    <a:pt x="15" y="252"/>
                    <a:pt x="1" y="294"/>
                    <a:pt x="1" y="335"/>
                  </a:cubicBezTo>
                  <a:cubicBezTo>
                    <a:pt x="1" y="377"/>
                    <a:pt x="15" y="419"/>
                    <a:pt x="29" y="447"/>
                  </a:cubicBezTo>
                  <a:cubicBezTo>
                    <a:pt x="43" y="475"/>
                    <a:pt x="85" y="503"/>
                    <a:pt x="126" y="503"/>
                  </a:cubicBezTo>
                  <a:cubicBezTo>
                    <a:pt x="154" y="503"/>
                    <a:pt x="196" y="503"/>
                    <a:pt x="224" y="489"/>
                  </a:cubicBezTo>
                  <a:cubicBezTo>
                    <a:pt x="266" y="475"/>
                    <a:pt x="294" y="461"/>
                    <a:pt x="336" y="433"/>
                  </a:cubicBezTo>
                  <a:cubicBezTo>
                    <a:pt x="378" y="405"/>
                    <a:pt x="405" y="363"/>
                    <a:pt x="433" y="322"/>
                  </a:cubicBezTo>
                  <a:cubicBezTo>
                    <a:pt x="447" y="294"/>
                    <a:pt x="461" y="266"/>
                    <a:pt x="461" y="238"/>
                  </a:cubicBezTo>
                  <a:cubicBezTo>
                    <a:pt x="461" y="210"/>
                    <a:pt x="461" y="182"/>
                    <a:pt x="461" y="154"/>
                  </a:cubicBezTo>
                  <a:cubicBezTo>
                    <a:pt x="447" y="112"/>
                    <a:pt x="433" y="70"/>
                    <a:pt x="405" y="43"/>
                  </a:cubicBezTo>
                  <a:cubicBezTo>
                    <a:pt x="378" y="15"/>
                    <a:pt x="350" y="1"/>
                    <a:pt x="322"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6" name="Google Shape;2336;p35"/>
            <p:cNvSpPr/>
            <p:nvPr/>
          </p:nvSpPr>
          <p:spPr>
            <a:xfrm>
              <a:off x="7263800" y="1264110"/>
              <a:ext cx="95250" cy="179585"/>
            </a:xfrm>
            <a:custGeom>
              <a:avLst/>
              <a:gdLst/>
              <a:ahLst/>
              <a:cxnLst/>
              <a:rect l="l" t="t" r="r" b="b"/>
              <a:pathLst>
                <a:path w="489" h="922" extrusionOk="0">
                  <a:moveTo>
                    <a:pt x="251" y="1"/>
                  </a:moveTo>
                  <a:cubicBezTo>
                    <a:pt x="195" y="15"/>
                    <a:pt x="126" y="29"/>
                    <a:pt x="70" y="43"/>
                  </a:cubicBezTo>
                  <a:cubicBezTo>
                    <a:pt x="56" y="308"/>
                    <a:pt x="28" y="587"/>
                    <a:pt x="0" y="879"/>
                  </a:cubicBezTo>
                  <a:lnTo>
                    <a:pt x="70" y="852"/>
                  </a:lnTo>
                  <a:lnTo>
                    <a:pt x="167" y="810"/>
                  </a:lnTo>
                  <a:cubicBezTo>
                    <a:pt x="167" y="698"/>
                    <a:pt x="181" y="628"/>
                    <a:pt x="181" y="614"/>
                  </a:cubicBezTo>
                  <a:lnTo>
                    <a:pt x="265" y="573"/>
                  </a:lnTo>
                  <a:lnTo>
                    <a:pt x="265" y="573"/>
                  </a:lnTo>
                  <a:cubicBezTo>
                    <a:pt x="251" y="740"/>
                    <a:pt x="237" y="852"/>
                    <a:pt x="237" y="921"/>
                  </a:cubicBezTo>
                  <a:cubicBezTo>
                    <a:pt x="265" y="907"/>
                    <a:pt x="293" y="893"/>
                    <a:pt x="307" y="879"/>
                  </a:cubicBezTo>
                  <a:lnTo>
                    <a:pt x="377" y="838"/>
                  </a:lnTo>
                  <a:lnTo>
                    <a:pt x="391" y="838"/>
                  </a:lnTo>
                  <a:cubicBezTo>
                    <a:pt x="391" y="670"/>
                    <a:pt x="432" y="405"/>
                    <a:pt x="488" y="29"/>
                  </a:cubicBezTo>
                  <a:lnTo>
                    <a:pt x="488" y="29"/>
                  </a:lnTo>
                  <a:cubicBezTo>
                    <a:pt x="432" y="57"/>
                    <a:pt x="377" y="84"/>
                    <a:pt x="321" y="98"/>
                  </a:cubicBezTo>
                  <a:cubicBezTo>
                    <a:pt x="321" y="224"/>
                    <a:pt x="307" y="322"/>
                    <a:pt x="293" y="391"/>
                  </a:cubicBezTo>
                  <a:lnTo>
                    <a:pt x="251" y="419"/>
                  </a:lnTo>
                  <a:lnTo>
                    <a:pt x="209" y="433"/>
                  </a:lnTo>
                  <a:cubicBezTo>
                    <a:pt x="209" y="294"/>
                    <a:pt x="223" y="140"/>
                    <a:pt x="251"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7" name="Google Shape;2337;p35"/>
            <p:cNvSpPr/>
            <p:nvPr/>
          </p:nvSpPr>
          <p:spPr>
            <a:xfrm>
              <a:off x="7530066" y="1519468"/>
              <a:ext cx="122325" cy="117061"/>
            </a:xfrm>
            <a:custGeom>
              <a:avLst/>
              <a:gdLst/>
              <a:ahLst/>
              <a:cxnLst/>
              <a:rect l="l" t="t" r="r" b="b"/>
              <a:pathLst>
                <a:path w="628" h="601" extrusionOk="0">
                  <a:moveTo>
                    <a:pt x="279" y="1"/>
                  </a:moveTo>
                  <a:lnTo>
                    <a:pt x="112" y="29"/>
                  </a:lnTo>
                  <a:cubicBezTo>
                    <a:pt x="84" y="168"/>
                    <a:pt x="70" y="266"/>
                    <a:pt x="56" y="336"/>
                  </a:cubicBezTo>
                  <a:cubicBezTo>
                    <a:pt x="42" y="391"/>
                    <a:pt x="28" y="475"/>
                    <a:pt x="0" y="587"/>
                  </a:cubicBezTo>
                  <a:cubicBezTo>
                    <a:pt x="70" y="587"/>
                    <a:pt x="126" y="573"/>
                    <a:pt x="167" y="559"/>
                  </a:cubicBezTo>
                  <a:lnTo>
                    <a:pt x="195" y="433"/>
                  </a:lnTo>
                  <a:lnTo>
                    <a:pt x="209" y="322"/>
                  </a:lnTo>
                  <a:cubicBezTo>
                    <a:pt x="251" y="419"/>
                    <a:pt x="279" y="517"/>
                    <a:pt x="335" y="601"/>
                  </a:cubicBezTo>
                  <a:cubicBezTo>
                    <a:pt x="363" y="587"/>
                    <a:pt x="405" y="573"/>
                    <a:pt x="446" y="573"/>
                  </a:cubicBezTo>
                  <a:cubicBezTo>
                    <a:pt x="502" y="405"/>
                    <a:pt x="558" y="238"/>
                    <a:pt x="628" y="57"/>
                  </a:cubicBezTo>
                  <a:lnTo>
                    <a:pt x="628" y="57"/>
                  </a:lnTo>
                  <a:cubicBezTo>
                    <a:pt x="558" y="71"/>
                    <a:pt x="502" y="85"/>
                    <a:pt x="432" y="99"/>
                  </a:cubicBezTo>
                  <a:cubicBezTo>
                    <a:pt x="419" y="182"/>
                    <a:pt x="391" y="252"/>
                    <a:pt x="377" y="308"/>
                  </a:cubicBezTo>
                  <a:lnTo>
                    <a:pt x="349" y="238"/>
                  </a:lnTo>
                  <a:cubicBezTo>
                    <a:pt x="321" y="154"/>
                    <a:pt x="293" y="71"/>
                    <a:pt x="279"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8" name="Google Shape;2338;p35"/>
            <p:cNvSpPr/>
            <p:nvPr/>
          </p:nvSpPr>
          <p:spPr>
            <a:xfrm>
              <a:off x="7532599" y="1953635"/>
              <a:ext cx="87264" cy="136734"/>
            </a:xfrm>
            <a:custGeom>
              <a:avLst/>
              <a:gdLst/>
              <a:ahLst/>
              <a:cxnLst/>
              <a:rect l="l" t="t" r="r" b="b"/>
              <a:pathLst>
                <a:path w="448" h="702" extrusionOk="0">
                  <a:moveTo>
                    <a:pt x="355" y="0"/>
                  </a:moveTo>
                  <a:cubicBezTo>
                    <a:pt x="275" y="0"/>
                    <a:pt x="198" y="27"/>
                    <a:pt x="140" y="73"/>
                  </a:cubicBezTo>
                  <a:cubicBezTo>
                    <a:pt x="85" y="101"/>
                    <a:pt x="57" y="143"/>
                    <a:pt x="57" y="157"/>
                  </a:cubicBezTo>
                  <a:cubicBezTo>
                    <a:pt x="43" y="185"/>
                    <a:pt x="29" y="213"/>
                    <a:pt x="29" y="241"/>
                  </a:cubicBezTo>
                  <a:cubicBezTo>
                    <a:pt x="15" y="283"/>
                    <a:pt x="1" y="324"/>
                    <a:pt x="15" y="380"/>
                  </a:cubicBezTo>
                  <a:cubicBezTo>
                    <a:pt x="15" y="394"/>
                    <a:pt x="29" y="408"/>
                    <a:pt x="43" y="422"/>
                  </a:cubicBezTo>
                  <a:cubicBezTo>
                    <a:pt x="43" y="436"/>
                    <a:pt x="71" y="450"/>
                    <a:pt x="85" y="464"/>
                  </a:cubicBezTo>
                  <a:lnTo>
                    <a:pt x="182" y="464"/>
                  </a:lnTo>
                  <a:cubicBezTo>
                    <a:pt x="210" y="450"/>
                    <a:pt x="224" y="450"/>
                    <a:pt x="252" y="436"/>
                  </a:cubicBezTo>
                  <a:cubicBezTo>
                    <a:pt x="266" y="422"/>
                    <a:pt x="280" y="422"/>
                    <a:pt x="308" y="408"/>
                  </a:cubicBezTo>
                  <a:cubicBezTo>
                    <a:pt x="308" y="408"/>
                    <a:pt x="322" y="422"/>
                    <a:pt x="322" y="422"/>
                  </a:cubicBezTo>
                  <a:cubicBezTo>
                    <a:pt x="322" y="436"/>
                    <a:pt x="322" y="436"/>
                    <a:pt x="322" y="450"/>
                  </a:cubicBezTo>
                  <a:cubicBezTo>
                    <a:pt x="308" y="478"/>
                    <a:pt x="294" y="492"/>
                    <a:pt x="280" y="506"/>
                  </a:cubicBezTo>
                  <a:cubicBezTo>
                    <a:pt x="238" y="534"/>
                    <a:pt x="210" y="548"/>
                    <a:pt x="168" y="548"/>
                  </a:cubicBezTo>
                  <a:lnTo>
                    <a:pt x="71" y="548"/>
                  </a:lnTo>
                  <a:cubicBezTo>
                    <a:pt x="57" y="603"/>
                    <a:pt x="43" y="645"/>
                    <a:pt x="29" y="687"/>
                  </a:cubicBezTo>
                  <a:lnTo>
                    <a:pt x="99" y="701"/>
                  </a:lnTo>
                  <a:cubicBezTo>
                    <a:pt x="168" y="701"/>
                    <a:pt x="238" y="687"/>
                    <a:pt x="308" y="659"/>
                  </a:cubicBezTo>
                  <a:cubicBezTo>
                    <a:pt x="350" y="631"/>
                    <a:pt x="378" y="603"/>
                    <a:pt x="392" y="576"/>
                  </a:cubicBezTo>
                  <a:cubicBezTo>
                    <a:pt x="406" y="548"/>
                    <a:pt x="419" y="534"/>
                    <a:pt x="433" y="506"/>
                  </a:cubicBezTo>
                  <a:cubicBezTo>
                    <a:pt x="447" y="464"/>
                    <a:pt x="447" y="422"/>
                    <a:pt x="447" y="380"/>
                  </a:cubicBezTo>
                  <a:cubicBezTo>
                    <a:pt x="433" y="352"/>
                    <a:pt x="433" y="338"/>
                    <a:pt x="419" y="324"/>
                  </a:cubicBezTo>
                  <a:cubicBezTo>
                    <a:pt x="419" y="324"/>
                    <a:pt x="406" y="311"/>
                    <a:pt x="406" y="311"/>
                  </a:cubicBezTo>
                  <a:cubicBezTo>
                    <a:pt x="392" y="297"/>
                    <a:pt x="364" y="283"/>
                    <a:pt x="350" y="283"/>
                  </a:cubicBezTo>
                  <a:lnTo>
                    <a:pt x="294" y="283"/>
                  </a:lnTo>
                  <a:cubicBezTo>
                    <a:pt x="266" y="297"/>
                    <a:pt x="252" y="297"/>
                    <a:pt x="224" y="311"/>
                  </a:cubicBezTo>
                  <a:cubicBezTo>
                    <a:pt x="213" y="314"/>
                    <a:pt x="204" y="316"/>
                    <a:pt x="196" y="316"/>
                  </a:cubicBezTo>
                  <a:cubicBezTo>
                    <a:pt x="176" y="316"/>
                    <a:pt x="168" y="303"/>
                    <a:pt x="168" y="283"/>
                  </a:cubicBezTo>
                  <a:cubicBezTo>
                    <a:pt x="154" y="241"/>
                    <a:pt x="196" y="199"/>
                    <a:pt x="238" y="185"/>
                  </a:cubicBezTo>
                  <a:cubicBezTo>
                    <a:pt x="259" y="178"/>
                    <a:pt x="283" y="175"/>
                    <a:pt x="310" y="175"/>
                  </a:cubicBezTo>
                  <a:cubicBezTo>
                    <a:pt x="336" y="175"/>
                    <a:pt x="364" y="178"/>
                    <a:pt x="392" y="185"/>
                  </a:cubicBezTo>
                  <a:lnTo>
                    <a:pt x="406" y="4"/>
                  </a:lnTo>
                  <a:cubicBezTo>
                    <a:pt x="389" y="1"/>
                    <a:pt x="372" y="0"/>
                    <a:pt x="355"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39" name="Google Shape;2339;p35"/>
          <p:cNvGrpSpPr/>
          <p:nvPr/>
        </p:nvGrpSpPr>
        <p:grpSpPr>
          <a:xfrm>
            <a:off x="512927" y="445018"/>
            <a:ext cx="1064486" cy="713396"/>
            <a:chOff x="181096" y="315758"/>
            <a:chExt cx="654303" cy="438500"/>
          </a:xfrm>
        </p:grpSpPr>
        <p:sp>
          <p:nvSpPr>
            <p:cNvPr id="2340" name="Google Shape;2340;p35"/>
            <p:cNvSpPr/>
            <p:nvPr/>
          </p:nvSpPr>
          <p:spPr>
            <a:xfrm>
              <a:off x="708673" y="557277"/>
              <a:ext cx="126727" cy="173619"/>
            </a:xfrm>
            <a:custGeom>
              <a:avLst/>
              <a:gdLst/>
              <a:ahLst/>
              <a:cxnLst/>
              <a:rect l="l" t="t" r="r" b="b"/>
              <a:pathLst>
                <a:path w="754" h="1033" extrusionOk="0">
                  <a:moveTo>
                    <a:pt x="572" y="0"/>
                  </a:moveTo>
                  <a:cubicBezTo>
                    <a:pt x="391" y="56"/>
                    <a:pt x="196" y="98"/>
                    <a:pt x="0" y="140"/>
                  </a:cubicBezTo>
                  <a:lnTo>
                    <a:pt x="98" y="684"/>
                  </a:lnTo>
                  <a:cubicBezTo>
                    <a:pt x="126" y="642"/>
                    <a:pt x="182" y="600"/>
                    <a:pt x="237" y="572"/>
                  </a:cubicBezTo>
                  <a:cubicBezTo>
                    <a:pt x="275" y="565"/>
                    <a:pt x="308" y="562"/>
                    <a:pt x="337" y="562"/>
                  </a:cubicBezTo>
                  <a:cubicBezTo>
                    <a:pt x="427" y="562"/>
                    <a:pt x="478" y="596"/>
                    <a:pt x="488" y="670"/>
                  </a:cubicBezTo>
                  <a:cubicBezTo>
                    <a:pt x="499" y="735"/>
                    <a:pt x="459" y="758"/>
                    <a:pt x="400" y="758"/>
                  </a:cubicBezTo>
                  <a:cubicBezTo>
                    <a:pt x="384" y="758"/>
                    <a:pt x="367" y="756"/>
                    <a:pt x="349" y="753"/>
                  </a:cubicBezTo>
                  <a:cubicBezTo>
                    <a:pt x="293" y="739"/>
                    <a:pt x="251" y="711"/>
                    <a:pt x="210" y="684"/>
                  </a:cubicBezTo>
                  <a:cubicBezTo>
                    <a:pt x="168" y="739"/>
                    <a:pt x="112" y="809"/>
                    <a:pt x="56" y="865"/>
                  </a:cubicBezTo>
                  <a:cubicBezTo>
                    <a:pt x="154" y="962"/>
                    <a:pt x="279" y="1018"/>
                    <a:pt x="433" y="1032"/>
                  </a:cubicBezTo>
                  <a:cubicBezTo>
                    <a:pt x="516" y="1018"/>
                    <a:pt x="586" y="990"/>
                    <a:pt x="656" y="921"/>
                  </a:cubicBezTo>
                  <a:cubicBezTo>
                    <a:pt x="726" y="837"/>
                    <a:pt x="754" y="725"/>
                    <a:pt x="754" y="614"/>
                  </a:cubicBezTo>
                  <a:cubicBezTo>
                    <a:pt x="740" y="544"/>
                    <a:pt x="712" y="474"/>
                    <a:pt x="642" y="418"/>
                  </a:cubicBezTo>
                  <a:cubicBezTo>
                    <a:pt x="572" y="349"/>
                    <a:pt x="475" y="321"/>
                    <a:pt x="363" y="321"/>
                  </a:cubicBezTo>
                  <a:cubicBezTo>
                    <a:pt x="335" y="321"/>
                    <a:pt x="293" y="335"/>
                    <a:pt x="265" y="349"/>
                  </a:cubicBezTo>
                  <a:lnTo>
                    <a:pt x="265" y="307"/>
                  </a:lnTo>
                  <a:cubicBezTo>
                    <a:pt x="391" y="279"/>
                    <a:pt x="502" y="251"/>
                    <a:pt x="628" y="251"/>
                  </a:cubicBezTo>
                  <a:cubicBezTo>
                    <a:pt x="614" y="167"/>
                    <a:pt x="586" y="84"/>
                    <a:pt x="572"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1" name="Google Shape;2341;p35"/>
            <p:cNvSpPr/>
            <p:nvPr/>
          </p:nvSpPr>
          <p:spPr>
            <a:xfrm>
              <a:off x="181096" y="404836"/>
              <a:ext cx="178325" cy="268076"/>
            </a:xfrm>
            <a:custGeom>
              <a:avLst/>
              <a:gdLst/>
              <a:ahLst/>
              <a:cxnLst/>
              <a:rect l="l" t="t" r="r" b="b"/>
              <a:pathLst>
                <a:path w="1061" h="1595" extrusionOk="0">
                  <a:moveTo>
                    <a:pt x="824" y="0"/>
                  </a:moveTo>
                  <a:cubicBezTo>
                    <a:pt x="768" y="14"/>
                    <a:pt x="712" y="42"/>
                    <a:pt x="656" y="70"/>
                  </a:cubicBezTo>
                  <a:cubicBezTo>
                    <a:pt x="573" y="126"/>
                    <a:pt x="489" y="182"/>
                    <a:pt x="419" y="251"/>
                  </a:cubicBezTo>
                  <a:cubicBezTo>
                    <a:pt x="322" y="349"/>
                    <a:pt x="224" y="461"/>
                    <a:pt x="154" y="586"/>
                  </a:cubicBezTo>
                  <a:cubicBezTo>
                    <a:pt x="112" y="656"/>
                    <a:pt x="71" y="754"/>
                    <a:pt x="43" y="837"/>
                  </a:cubicBezTo>
                  <a:cubicBezTo>
                    <a:pt x="1" y="991"/>
                    <a:pt x="1" y="1158"/>
                    <a:pt x="43" y="1312"/>
                  </a:cubicBezTo>
                  <a:cubicBezTo>
                    <a:pt x="57" y="1353"/>
                    <a:pt x="85" y="1409"/>
                    <a:pt x="126" y="1451"/>
                  </a:cubicBezTo>
                  <a:cubicBezTo>
                    <a:pt x="140" y="1479"/>
                    <a:pt x="182" y="1507"/>
                    <a:pt x="210" y="1521"/>
                  </a:cubicBezTo>
                  <a:cubicBezTo>
                    <a:pt x="291" y="1567"/>
                    <a:pt x="391" y="1594"/>
                    <a:pt x="486" y="1594"/>
                  </a:cubicBezTo>
                  <a:cubicBezTo>
                    <a:pt x="506" y="1594"/>
                    <a:pt x="526" y="1593"/>
                    <a:pt x="545" y="1591"/>
                  </a:cubicBezTo>
                  <a:cubicBezTo>
                    <a:pt x="656" y="1577"/>
                    <a:pt x="754" y="1535"/>
                    <a:pt x="838" y="1479"/>
                  </a:cubicBezTo>
                  <a:cubicBezTo>
                    <a:pt x="921" y="1437"/>
                    <a:pt x="991" y="1381"/>
                    <a:pt x="1061" y="1312"/>
                  </a:cubicBezTo>
                  <a:lnTo>
                    <a:pt x="880" y="977"/>
                  </a:lnTo>
                  <a:cubicBezTo>
                    <a:pt x="866" y="1005"/>
                    <a:pt x="852" y="1019"/>
                    <a:pt x="838" y="1047"/>
                  </a:cubicBezTo>
                  <a:cubicBezTo>
                    <a:pt x="782" y="1116"/>
                    <a:pt x="698" y="1172"/>
                    <a:pt x="601" y="1200"/>
                  </a:cubicBezTo>
                  <a:lnTo>
                    <a:pt x="531" y="1200"/>
                  </a:lnTo>
                  <a:cubicBezTo>
                    <a:pt x="447" y="1158"/>
                    <a:pt x="419" y="1074"/>
                    <a:pt x="447" y="921"/>
                  </a:cubicBezTo>
                  <a:cubicBezTo>
                    <a:pt x="475" y="837"/>
                    <a:pt x="531" y="754"/>
                    <a:pt x="601" y="684"/>
                  </a:cubicBezTo>
                  <a:cubicBezTo>
                    <a:pt x="670" y="628"/>
                    <a:pt x="754" y="586"/>
                    <a:pt x="838" y="572"/>
                  </a:cubicBezTo>
                  <a:lnTo>
                    <a:pt x="824" y="0"/>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2" name="Google Shape;2342;p35"/>
            <p:cNvSpPr/>
            <p:nvPr/>
          </p:nvSpPr>
          <p:spPr>
            <a:xfrm>
              <a:off x="485978" y="315758"/>
              <a:ext cx="164207" cy="330767"/>
            </a:xfrm>
            <a:custGeom>
              <a:avLst/>
              <a:gdLst/>
              <a:ahLst/>
              <a:cxnLst/>
              <a:rect l="l" t="t" r="r" b="b"/>
              <a:pathLst>
                <a:path w="977" h="1968" extrusionOk="0">
                  <a:moveTo>
                    <a:pt x="907" y="0"/>
                  </a:moveTo>
                  <a:cubicBezTo>
                    <a:pt x="795" y="84"/>
                    <a:pt x="670" y="154"/>
                    <a:pt x="544" y="196"/>
                  </a:cubicBezTo>
                  <a:cubicBezTo>
                    <a:pt x="572" y="475"/>
                    <a:pt x="600" y="684"/>
                    <a:pt x="600" y="837"/>
                  </a:cubicBezTo>
                  <a:lnTo>
                    <a:pt x="516" y="907"/>
                  </a:lnTo>
                  <a:cubicBezTo>
                    <a:pt x="488" y="921"/>
                    <a:pt x="460" y="935"/>
                    <a:pt x="433" y="949"/>
                  </a:cubicBezTo>
                  <a:cubicBezTo>
                    <a:pt x="405" y="642"/>
                    <a:pt x="377" y="321"/>
                    <a:pt x="377" y="14"/>
                  </a:cubicBezTo>
                  <a:cubicBezTo>
                    <a:pt x="251" y="84"/>
                    <a:pt x="126" y="140"/>
                    <a:pt x="0" y="182"/>
                  </a:cubicBezTo>
                  <a:cubicBezTo>
                    <a:pt x="70" y="740"/>
                    <a:pt x="112" y="1325"/>
                    <a:pt x="140" y="1953"/>
                  </a:cubicBezTo>
                  <a:lnTo>
                    <a:pt x="307" y="1869"/>
                  </a:lnTo>
                  <a:lnTo>
                    <a:pt x="474" y="1758"/>
                  </a:lnTo>
                  <a:cubicBezTo>
                    <a:pt x="460" y="1521"/>
                    <a:pt x="447" y="1381"/>
                    <a:pt x="447" y="1339"/>
                  </a:cubicBezTo>
                  <a:lnTo>
                    <a:pt x="614" y="1242"/>
                  </a:lnTo>
                  <a:cubicBezTo>
                    <a:pt x="642" y="1590"/>
                    <a:pt x="656" y="1828"/>
                    <a:pt x="684" y="1967"/>
                  </a:cubicBezTo>
                  <a:cubicBezTo>
                    <a:pt x="725" y="1925"/>
                    <a:pt x="767" y="1883"/>
                    <a:pt x="823" y="1855"/>
                  </a:cubicBezTo>
                  <a:cubicBezTo>
                    <a:pt x="865" y="1814"/>
                    <a:pt x="907" y="1786"/>
                    <a:pt x="949" y="1758"/>
                  </a:cubicBezTo>
                  <a:lnTo>
                    <a:pt x="977" y="1730"/>
                  </a:lnTo>
                  <a:cubicBezTo>
                    <a:pt x="949" y="1381"/>
                    <a:pt x="921" y="809"/>
                    <a:pt x="907"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3" name="Google Shape;2343;p35"/>
            <p:cNvSpPr/>
            <p:nvPr/>
          </p:nvSpPr>
          <p:spPr>
            <a:xfrm>
              <a:off x="361605" y="600303"/>
              <a:ext cx="131433" cy="153954"/>
            </a:xfrm>
            <a:custGeom>
              <a:avLst/>
              <a:gdLst/>
              <a:ahLst/>
              <a:cxnLst/>
              <a:rect l="l" t="t" r="r" b="b"/>
              <a:pathLst>
                <a:path w="782" h="916" extrusionOk="0">
                  <a:moveTo>
                    <a:pt x="392" y="0"/>
                  </a:moveTo>
                  <a:cubicBezTo>
                    <a:pt x="227" y="0"/>
                    <a:pt x="75" y="105"/>
                    <a:pt x="15" y="260"/>
                  </a:cubicBezTo>
                  <a:cubicBezTo>
                    <a:pt x="1" y="344"/>
                    <a:pt x="29" y="414"/>
                    <a:pt x="71" y="483"/>
                  </a:cubicBezTo>
                  <a:cubicBezTo>
                    <a:pt x="140" y="441"/>
                    <a:pt x="224" y="414"/>
                    <a:pt x="308" y="400"/>
                  </a:cubicBezTo>
                  <a:cubicBezTo>
                    <a:pt x="294" y="386"/>
                    <a:pt x="294" y="372"/>
                    <a:pt x="280" y="344"/>
                  </a:cubicBezTo>
                  <a:cubicBezTo>
                    <a:pt x="266" y="316"/>
                    <a:pt x="280" y="274"/>
                    <a:pt x="308" y="260"/>
                  </a:cubicBezTo>
                  <a:cubicBezTo>
                    <a:pt x="350" y="260"/>
                    <a:pt x="377" y="274"/>
                    <a:pt x="377" y="302"/>
                  </a:cubicBezTo>
                  <a:cubicBezTo>
                    <a:pt x="391" y="316"/>
                    <a:pt x="391" y="330"/>
                    <a:pt x="377" y="358"/>
                  </a:cubicBezTo>
                  <a:cubicBezTo>
                    <a:pt x="350" y="455"/>
                    <a:pt x="294" y="567"/>
                    <a:pt x="224" y="651"/>
                  </a:cubicBezTo>
                  <a:cubicBezTo>
                    <a:pt x="168" y="720"/>
                    <a:pt x="154" y="832"/>
                    <a:pt x="196" y="916"/>
                  </a:cubicBezTo>
                  <a:cubicBezTo>
                    <a:pt x="266" y="846"/>
                    <a:pt x="447" y="804"/>
                    <a:pt x="726" y="804"/>
                  </a:cubicBezTo>
                  <a:cubicBezTo>
                    <a:pt x="712" y="720"/>
                    <a:pt x="740" y="637"/>
                    <a:pt x="782" y="567"/>
                  </a:cubicBezTo>
                  <a:cubicBezTo>
                    <a:pt x="742" y="561"/>
                    <a:pt x="701" y="558"/>
                    <a:pt x="662" y="558"/>
                  </a:cubicBezTo>
                  <a:cubicBezTo>
                    <a:pt x="606" y="558"/>
                    <a:pt x="552" y="565"/>
                    <a:pt x="503" y="581"/>
                  </a:cubicBezTo>
                  <a:cubicBezTo>
                    <a:pt x="601" y="483"/>
                    <a:pt x="656" y="344"/>
                    <a:pt x="643" y="204"/>
                  </a:cubicBezTo>
                  <a:cubicBezTo>
                    <a:pt x="629" y="107"/>
                    <a:pt x="559" y="37"/>
                    <a:pt x="475" y="9"/>
                  </a:cubicBezTo>
                  <a:cubicBezTo>
                    <a:pt x="447" y="3"/>
                    <a:pt x="420" y="0"/>
                    <a:pt x="392"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44" name="Google Shape;2344;p35"/>
          <p:cNvGrpSpPr/>
          <p:nvPr/>
        </p:nvGrpSpPr>
        <p:grpSpPr>
          <a:xfrm>
            <a:off x="7945327" y="4251793"/>
            <a:ext cx="1064486" cy="713396"/>
            <a:chOff x="181096" y="315758"/>
            <a:chExt cx="654303" cy="438500"/>
          </a:xfrm>
        </p:grpSpPr>
        <p:sp>
          <p:nvSpPr>
            <p:cNvPr id="2345" name="Google Shape;2345;p35"/>
            <p:cNvSpPr/>
            <p:nvPr/>
          </p:nvSpPr>
          <p:spPr>
            <a:xfrm>
              <a:off x="708673" y="557277"/>
              <a:ext cx="126727" cy="173619"/>
            </a:xfrm>
            <a:custGeom>
              <a:avLst/>
              <a:gdLst/>
              <a:ahLst/>
              <a:cxnLst/>
              <a:rect l="l" t="t" r="r" b="b"/>
              <a:pathLst>
                <a:path w="754" h="1033" extrusionOk="0">
                  <a:moveTo>
                    <a:pt x="572" y="0"/>
                  </a:moveTo>
                  <a:cubicBezTo>
                    <a:pt x="391" y="56"/>
                    <a:pt x="196" y="98"/>
                    <a:pt x="0" y="140"/>
                  </a:cubicBezTo>
                  <a:lnTo>
                    <a:pt x="98" y="684"/>
                  </a:lnTo>
                  <a:cubicBezTo>
                    <a:pt x="126" y="642"/>
                    <a:pt x="182" y="600"/>
                    <a:pt x="237" y="572"/>
                  </a:cubicBezTo>
                  <a:cubicBezTo>
                    <a:pt x="275" y="565"/>
                    <a:pt x="308" y="562"/>
                    <a:pt x="337" y="562"/>
                  </a:cubicBezTo>
                  <a:cubicBezTo>
                    <a:pt x="427" y="562"/>
                    <a:pt x="478" y="596"/>
                    <a:pt x="488" y="670"/>
                  </a:cubicBezTo>
                  <a:cubicBezTo>
                    <a:pt x="499" y="735"/>
                    <a:pt x="459" y="758"/>
                    <a:pt x="400" y="758"/>
                  </a:cubicBezTo>
                  <a:cubicBezTo>
                    <a:pt x="384" y="758"/>
                    <a:pt x="367" y="756"/>
                    <a:pt x="349" y="753"/>
                  </a:cubicBezTo>
                  <a:cubicBezTo>
                    <a:pt x="293" y="739"/>
                    <a:pt x="251" y="711"/>
                    <a:pt x="210" y="684"/>
                  </a:cubicBezTo>
                  <a:cubicBezTo>
                    <a:pt x="168" y="739"/>
                    <a:pt x="112" y="809"/>
                    <a:pt x="56" y="865"/>
                  </a:cubicBezTo>
                  <a:cubicBezTo>
                    <a:pt x="154" y="962"/>
                    <a:pt x="279" y="1018"/>
                    <a:pt x="433" y="1032"/>
                  </a:cubicBezTo>
                  <a:cubicBezTo>
                    <a:pt x="516" y="1018"/>
                    <a:pt x="586" y="990"/>
                    <a:pt x="656" y="921"/>
                  </a:cubicBezTo>
                  <a:cubicBezTo>
                    <a:pt x="726" y="837"/>
                    <a:pt x="754" y="725"/>
                    <a:pt x="754" y="614"/>
                  </a:cubicBezTo>
                  <a:cubicBezTo>
                    <a:pt x="740" y="544"/>
                    <a:pt x="712" y="474"/>
                    <a:pt x="642" y="418"/>
                  </a:cubicBezTo>
                  <a:cubicBezTo>
                    <a:pt x="572" y="349"/>
                    <a:pt x="475" y="321"/>
                    <a:pt x="363" y="321"/>
                  </a:cubicBezTo>
                  <a:cubicBezTo>
                    <a:pt x="335" y="321"/>
                    <a:pt x="293" y="335"/>
                    <a:pt x="265" y="349"/>
                  </a:cubicBezTo>
                  <a:lnTo>
                    <a:pt x="265" y="307"/>
                  </a:lnTo>
                  <a:cubicBezTo>
                    <a:pt x="391" y="279"/>
                    <a:pt x="502" y="251"/>
                    <a:pt x="628" y="251"/>
                  </a:cubicBezTo>
                  <a:cubicBezTo>
                    <a:pt x="614" y="167"/>
                    <a:pt x="586" y="84"/>
                    <a:pt x="572"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6" name="Google Shape;2346;p35"/>
            <p:cNvSpPr/>
            <p:nvPr/>
          </p:nvSpPr>
          <p:spPr>
            <a:xfrm>
              <a:off x="181096" y="404836"/>
              <a:ext cx="178325" cy="268076"/>
            </a:xfrm>
            <a:custGeom>
              <a:avLst/>
              <a:gdLst/>
              <a:ahLst/>
              <a:cxnLst/>
              <a:rect l="l" t="t" r="r" b="b"/>
              <a:pathLst>
                <a:path w="1061" h="1595" extrusionOk="0">
                  <a:moveTo>
                    <a:pt x="824" y="0"/>
                  </a:moveTo>
                  <a:cubicBezTo>
                    <a:pt x="768" y="14"/>
                    <a:pt x="712" y="42"/>
                    <a:pt x="656" y="70"/>
                  </a:cubicBezTo>
                  <a:cubicBezTo>
                    <a:pt x="573" y="126"/>
                    <a:pt x="489" y="182"/>
                    <a:pt x="419" y="251"/>
                  </a:cubicBezTo>
                  <a:cubicBezTo>
                    <a:pt x="322" y="349"/>
                    <a:pt x="224" y="461"/>
                    <a:pt x="154" y="586"/>
                  </a:cubicBezTo>
                  <a:cubicBezTo>
                    <a:pt x="112" y="656"/>
                    <a:pt x="71" y="754"/>
                    <a:pt x="43" y="837"/>
                  </a:cubicBezTo>
                  <a:cubicBezTo>
                    <a:pt x="1" y="991"/>
                    <a:pt x="1" y="1158"/>
                    <a:pt x="43" y="1312"/>
                  </a:cubicBezTo>
                  <a:cubicBezTo>
                    <a:pt x="57" y="1353"/>
                    <a:pt x="85" y="1409"/>
                    <a:pt x="126" y="1451"/>
                  </a:cubicBezTo>
                  <a:cubicBezTo>
                    <a:pt x="140" y="1479"/>
                    <a:pt x="182" y="1507"/>
                    <a:pt x="210" y="1521"/>
                  </a:cubicBezTo>
                  <a:cubicBezTo>
                    <a:pt x="291" y="1567"/>
                    <a:pt x="391" y="1594"/>
                    <a:pt x="486" y="1594"/>
                  </a:cubicBezTo>
                  <a:cubicBezTo>
                    <a:pt x="506" y="1594"/>
                    <a:pt x="526" y="1593"/>
                    <a:pt x="545" y="1591"/>
                  </a:cubicBezTo>
                  <a:cubicBezTo>
                    <a:pt x="656" y="1577"/>
                    <a:pt x="754" y="1535"/>
                    <a:pt x="838" y="1479"/>
                  </a:cubicBezTo>
                  <a:cubicBezTo>
                    <a:pt x="921" y="1437"/>
                    <a:pt x="991" y="1381"/>
                    <a:pt x="1061" y="1312"/>
                  </a:cubicBezTo>
                  <a:lnTo>
                    <a:pt x="880" y="977"/>
                  </a:lnTo>
                  <a:cubicBezTo>
                    <a:pt x="866" y="1005"/>
                    <a:pt x="852" y="1019"/>
                    <a:pt x="838" y="1047"/>
                  </a:cubicBezTo>
                  <a:cubicBezTo>
                    <a:pt x="782" y="1116"/>
                    <a:pt x="698" y="1172"/>
                    <a:pt x="601" y="1200"/>
                  </a:cubicBezTo>
                  <a:lnTo>
                    <a:pt x="531" y="1200"/>
                  </a:lnTo>
                  <a:cubicBezTo>
                    <a:pt x="447" y="1158"/>
                    <a:pt x="419" y="1074"/>
                    <a:pt x="447" y="921"/>
                  </a:cubicBezTo>
                  <a:cubicBezTo>
                    <a:pt x="475" y="837"/>
                    <a:pt x="531" y="754"/>
                    <a:pt x="601" y="684"/>
                  </a:cubicBezTo>
                  <a:cubicBezTo>
                    <a:pt x="670" y="628"/>
                    <a:pt x="754" y="586"/>
                    <a:pt x="838" y="572"/>
                  </a:cubicBezTo>
                  <a:lnTo>
                    <a:pt x="824" y="0"/>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7" name="Google Shape;2347;p35"/>
            <p:cNvSpPr/>
            <p:nvPr/>
          </p:nvSpPr>
          <p:spPr>
            <a:xfrm>
              <a:off x="485978" y="315758"/>
              <a:ext cx="164207" cy="330767"/>
            </a:xfrm>
            <a:custGeom>
              <a:avLst/>
              <a:gdLst/>
              <a:ahLst/>
              <a:cxnLst/>
              <a:rect l="l" t="t" r="r" b="b"/>
              <a:pathLst>
                <a:path w="977" h="1968" extrusionOk="0">
                  <a:moveTo>
                    <a:pt x="907" y="0"/>
                  </a:moveTo>
                  <a:cubicBezTo>
                    <a:pt x="795" y="84"/>
                    <a:pt x="670" y="154"/>
                    <a:pt x="544" y="196"/>
                  </a:cubicBezTo>
                  <a:cubicBezTo>
                    <a:pt x="572" y="475"/>
                    <a:pt x="600" y="684"/>
                    <a:pt x="600" y="837"/>
                  </a:cubicBezTo>
                  <a:lnTo>
                    <a:pt x="516" y="907"/>
                  </a:lnTo>
                  <a:cubicBezTo>
                    <a:pt x="488" y="921"/>
                    <a:pt x="460" y="935"/>
                    <a:pt x="433" y="949"/>
                  </a:cubicBezTo>
                  <a:cubicBezTo>
                    <a:pt x="405" y="642"/>
                    <a:pt x="377" y="321"/>
                    <a:pt x="377" y="14"/>
                  </a:cubicBezTo>
                  <a:cubicBezTo>
                    <a:pt x="251" y="84"/>
                    <a:pt x="126" y="140"/>
                    <a:pt x="0" y="182"/>
                  </a:cubicBezTo>
                  <a:cubicBezTo>
                    <a:pt x="70" y="740"/>
                    <a:pt x="112" y="1325"/>
                    <a:pt x="140" y="1953"/>
                  </a:cubicBezTo>
                  <a:lnTo>
                    <a:pt x="307" y="1869"/>
                  </a:lnTo>
                  <a:lnTo>
                    <a:pt x="474" y="1758"/>
                  </a:lnTo>
                  <a:cubicBezTo>
                    <a:pt x="460" y="1521"/>
                    <a:pt x="447" y="1381"/>
                    <a:pt x="447" y="1339"/>
                  </a:cubicBezTo>
                  <a:lnTo>
                    <a:pt x="614" y="1242"/>
                  </a:lnTo>
                  <a:cubicBezTo>
                    <a:pt x="642" y="1590"/>
                    <a:pt x="656" y="1828"/>
                    <a:pt x="684" y="1967"/>
                  </a:cubicBezTo>
                  <a:cubicBezTo>
                    <a:pt x="725" y="1925"/>
                    <a:pt x="767" y="1883"/>
                    <a:pt x="823" y="1855"/>
                  </a:cubicBezTo>
                  <a:cubicBezTo>
                    <a:pt x="865" y="1814"/>
                    <a:pt x="907" y="1786"/>
                    <a:pt x="949" y="1758"/>
                  </a:cubicBezTo>
                  <a:lnTo>
                    <a:pt x="977" y="1730"/>
                  </a:lnTo>
                  <a:cubicBezTo>
                    <a:pt x="949" y="1381"/>
                    <a:pt x="921" y="809"/>
                    <a:pt x="907"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8" name="Google Shape;2348;p35"/>
            <p:cNvSpPr/>
            <p:nvPr/>
          </p:nvSpPr>
          <p:spPr>
            <a:xfrm>
              <a:off x="361605" y="600303"/>
              <a:ext cx="131433" cy="153954"/>
            </a:xfrm>
            <a:custGeom>
              <a:avLst/>
              <a:gdLst/>
              <a:ahLst/>
              <a:cxnLst/>
              <a:rect l="l" t="t" r="r" b="b"/>
              <a:pathLst>
                <a:path w="782" h="916" extrusionOk="0">
                  <a:moveTo>
                    <a:pt x="392" y="0"/>
                  </a:moveTo>
                  <a:cubicBezTo>
                    <a:pt x="227" y="0"/>
                    <a:pt x="75" y="105"/>
                    <a:pt x="15" y="260"/>
                  </a:cubicBezTo>
                  <a:cubicBezTo>
                    <a:pt x="1" y="344"/>
                    <a:pt x="29" y="414"/>
                    <a:pt x="71" y="483"/>
                  </a:cubicBezTo>
                  <a:cubicBezTo>
                    <a:pt x="140" y="441"/>
                    <a:pt x="224" y="414"/>
                    <a:pt x="308" y="400"/>
                  </a:cubicBezTo>
                  <a:cubicBezTo>
                    <a:pt x="294" y="386"/>
                    <a:pt x="294" y="372"/>
                    <a:pt x="280" y="344"/>
                  </a:cubicBezTo>
                  <a:cubicBezTo>
                    <a:pt x="266" y="316"/>
                    <a:pt x="280" y="274"/>
                    <a:pt x="308" y="260"/>
                  </a:cubicBezTo>
                  <a:cubicBezTo>
                    <a:pt x="350" y="260"/>
                    <a:pt x="377" y="274"/>
                    <a:pt x="377" y="302"/>
                  </a:cubicBezTo>
                  <a:cubicBezTo>
                    <a:pt x="391" y="316"/>
                    <a:pt x="391" y="330"/>
                    <a:pt x="377" y="358"/>
                  </a:cubicBezTo>
                  <a:cubicBezTo>
                    <a:pt x="350" y="455"/>
                    <a:pt x="294" y="567"/>
                    <a:pt x="224" y="651"/>
                  </a:cubicBezTo>
                  <a:cubicBezTo>
                    <a:pt x="168" y="720"/>
                    <a:pt x="154" y="832"/>
                    <a:pt x="196" y="916"/>
                  </a:cubicBezTo>
                  <a:cubicBezTo>
                    <a:pt x="266" y="846"/>
                    <a:pt x="447" y="804"/>
                    <a:pt x="726" y="804"/>
                  </a:cubicBezTo>
                  <a:cubicBezTo>
                    <a:pt x="712" y="720"/>
                    <a:pt x="740" y="637"/>
                    <a:pt x="782" y="567"/>
                  </a:cubicBezTo>
                  <a:cubicBezTo>
                    <a:pt x="742" y="561"/>
                    <a:pt x="701" y="558"/>
                    <a:pt x="662" y="558"/>
                  </a:cubicBezTo>
                  <a:cubicBezTo>
                    <a:pt x="606" y="558"/>
                    <a:pt x="552" y="565"/>
                    <a:pt x="503" y="581"/>
                  </a:cubicBezTo>
                  <a:cubicBezTo>
                    <a:pt x="601" y="483"/>
                    <a:pt x="656" y="344"/>
                    <a:pt x="643" y="204"/>
                  </a:cubicBezTo>
                  <a:cubicBezTo>
                    <a:pt x="629" y="107"/>
                    <a:pt x="559" y="37"/>
                    <a:pt x="475" y="9"/>
                  </a:cubicBezTo>
                  <a:cubicBezTo>
                    <a:pt x="447" y="3"/>
                    <a:pt x="420" y="0"/>
                    <a:pt x="392"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49" name="Google Shape;2349;p35"/>
          <p:cNvGrpSpPr/>
          <p:nvPr/>
        </p:nvGrpSpPr>
        <p:grpSpPr>
          <a:xfrm>
            <a:off x="254696" y="3971431"/>
            <a:ext cx="1244207" cy="886816"/>
            <a:chOff x="5724623" y="4011117"/>
            <a:chExt cx="569379" cy="405828"/>
          </a:xfrm>
        </p:grpSpPr>
        <p:sp>
          <p:nvSpPr>
            <p:cNvPr id="2350" name="Google Shape;2350;p35"/>
            <p:cNvSpPr/>
            <p:nvPr/>
          </p:nvSpPr>
          <p:spPr>
            <a:xfrm>
              <a:off x="5908361" y="4114094"/>
              <a:ext cx="54565" cy="74753"/>
            </a:xfrm>
            <a:custGeom>
              <a:avLst/>
              <a:gdLst/>
              <a:ahLst/>
              <a:cxnLst/>
              <a:rect l="l" t="t" r="r" b="b"/>
              <a:pathLst>
                <a:path w="754" h="1033" extrusionOk="0">
                  <a:moveTo>
                    <a:pt x="572" y="0"/>
                  </a:moveTo>
                  <a:cubicBezTo>
                    <a:pt x="377" y="70"/>
                    <a:pt x="195" y="112"/>
                    <a:pt x="0" y="140"/>
                  </a:cubicBezTo>
                  <a:lnTo>
                    <a:pt x="84" y="684"/>
                  </a:lnTo>
                  <a:cubicBezTo>
                    <a:pt x="126" y="642"/>
                    <a:pt x="181" y="600"/>
                    <a:pt x="237" y="586"/>
                  </a:cubicBezTo>
                  <a:cubicBezTo>
                    <a:pt x="276" y="579"/>
                    <a:pt x="310" y="576"/>
                    <a:pt x="339" y="576"/>
                  </a:cubicBezTo>
                  <a:cubicBezTo>
                    <a:pt x="428" y="576"/>
                    <a:pt x="478" y="607"/>
                    <a:pt x="488" y="670"/>
                  </a:cubicBezTo>
                  <a:cubicBezTo>
                    <a:pt x="498" y="741"/>
                    <a:pt x="464" y="760"/>
                    <a:pt x="413" y="760"/>
                  </a:cubicBezTo>
                  <a:cubicBezTo>
                    <a:pt x="394" y="760"/>
                    <a:pt x="372" y="757"/>
                    <a:pt x="349" y="753"/>
                  </a:cubicBezTo>
                  <a:cubicBezTo>
                    <a:pt x="293" y="739"/>
                    <a:pt x="251" y="712"/>
                    <a:pt x="209" y="684"/>
                  </a:cubicBezTo>
                  <a:cubicBezTo>
                    <a:pt x="167" y="753"/>
                    <a:pt x="112" y="809"/>
                    <a:pt x="56" y="865"/>
                  </a:cubicBezTo>
                  <a:cubicBezTo>
                    <a:pt x="154" y="963"/>
                    <a:pt x="293" y="1018"/>
                    <a:pt x="432" y="1032"/>
                  </a:cubicBezTo>
                  <a:cubicBezTo>
                    <a:pt x="516" y="1032"/>
                    <a:pt x="586" y="990"/>
                    <a:pt x="656" y="935"/>
                  </a:cubicBezTo>
                  <a:cubicBezTo>
                    <a:pt x="725" y="837"/>
                    <a:pt x="753" y="739"/>
                    <a:pt x="753" y="628"/>
                  </a:cubicBezTo>
                  <a:cubicBezTo>
                    <a:pt x="739" y="544"/>
                    <a:pt x="711" y="474"/>
                    <a:pt x="642" y="419"/>
                  </a:cubicBezTo>
                  <a:cubicBezTo>
                    <a:pt x="581" y="370"/>
                    <a:pt x="500" y="332"/>
                    <a:pt x="406" y="332"/>
                  </a:cubicBezTo>
                  <a:cubicBezTo>
                    <a:pt x="392" y="332"/>
                    <a:pt x="377" y="333"/>
                    <a:pt x="363" y="335"/>
                  </a:cubicBezTo>
                  <a:cubicBezTo>
                    <a:pt x="335" y="335"/>
                    <a:pt x="293" y="335"/>
                    <a:pt x="265" y="349"/>
                  </a:cubicBezTo>
                  <a:lnTo>
                    <a:pt x="251" y="307"/>
                  </a:lnTo>
                  <a:cubicBezTo>
                    <a:pt x="377" y="279"/>
                    <a:pt x="502" y="265"/>
                    <a:pt x="628" y="265"/>
                  </a:cubicBezTo>
                  <a:cubicBezTo>
                    <a:pt x="600" y="181"/>
                    <a:pt x="586" y="98"/>
                    <a:pt x="572"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1" name="Google Shape;2351;p35"/>
            <p:cNvSpPr/>
            <p:nvPr/>
          </p:nvSpPr>
          <p:spPr>
            <a:xfrm>
              <a:off x="5724623" y="4051497"/>
              <a:ext cx="76782" cy="116363"/>
            </a:xfrm>
            <a:custGeom>
              <a:avLst/>
              <a:gdLst/>
              <a:ahLst/>
              <a:cxnLst/>
              <a:rect l="l" t="t" r="r" b="b"/>
              <a:pathLst>
                <a:path w="1061" h="1608" extrusionOk="0">
                  <a:moveTo>
                    <a:pt x="823" y="0"/>
                  </a:moveTo>
                  <a:cubicBezTo>
                    <a:pt x="768" y="14"/>
                    <a:pt x="712" y="42"/>
                    <a:pt x="656" y="70"/>
                  </a:cubicBezTo>
                  <a:cubicBezTo>
                    <a:pt x="572" y="126"/>
                    <a:pt x="489" y="182"/>
                    <a:pt x="419" y="251"/>
                  </a:cubicBezTo>
                  <a:cubicBezTo>
                    <a:pt x="321" y="349"/>
                    <a:pt x="224" y="461"/>
                    <a:pt x="154" y="586"/>
                  </a:cubicBezTo>
                  <a:cubicBezTo>
                    <a:pt x="112" y="656"/>
                    <a:pt x="70" y="754"/>
                    <a:pt x="42" y="837"/>
                  </a:cubicBezTo>
                  <a:cubicBezTo>
                    <a:pt x="0" y="991"/>
                    <a:pt x="0" y="1158"/>
                    <a:pt x="42" y="1311"/>
                  </a:cubicBezTo>
                  <a:cubicBezTo>
                    <a:pt x="56" y="1367"/>
                    <a:pt x="84" y="1423"/>
                    <a:pt x="126" y="1465"/>
                  </a:cubicBezTo>
                  <a:cubicBezTo>
                    <a:pt x="154" y="1493"/>
                    <a:pt x="182" y="1521"/>
                    <a:pt x="210" y="1535"/>
                  </a:cubicBezTo>
                  <a:cubicBezTo>
                    <a:pt x="302" y="1581"/>
                    <a:pt x="395" y="1608"/>
                    <a:pt x="487" y="1608"/>
                  </a:cubicBezTo>
                  <a:cubicBezTo>
                    <a:pt x="506" y="1608"/>
                    <a:pt x="525" y="1607"/>
                    <a:pt x="544" y="1604"/>
                  </a:cubicBezTo>
                  <a:cubicBezTo>
                    <a:pt x="656" y="1590"/>
                    <a:pt x="754" y="1549"/>
                    <a:pt x="851" y="1493"/>
                  </a:cubicBezTo>
                  <a:cubicBezTo>
                    <a:pt x="921" y="1437"/>
                    <a:pt x="1005" y="1381"/>
                    <a:pt x="1061" y="1311"/>
                  </a:cubicBezTo>
                  <a:lnTo>
                    <a:pt x="879" y="977"/>
                  </a:lnTo>
                  <a:cubicBezTo>
                    <a:pt x="865" y="1005"/>
                    <a:pt x="851" y="1019"/>
                    <a:pt x="837" y="1046"/>
                  </a:cubicBezTo>
                  <a:cubicBezTo>
                    <a:pt x="782" y="1116"/>
                    <a:pt x="698" y="1172"/>
                    <a:pt x="600" y="1200"/>
                  </a:cubicBezTo>
                  <a:lnTo>
                    <a:pt x="530" y="1200"/>
                  </a:lnTo>
                  <a:cubicBezTo>
                    <a:pt x="447" y="1158"/>
                    <a:pt x="419" y="1074"/>
                    <a:pt x="447" y="921"/>
                  </a:cubicBezTo>
                  <a:cubicBezTo>
                    <a:pt x="475" y="837"/>
                    <a:pt x="530" y="754"/>
                    <a:pt x="600" y="684"/>
                  </a:cubicBezTo>
                  <a:cubicBezTo>
                    <a:pt x="670" y="628"/>
                    <a:pt x="754" y="586"/>
                    <a:pt x="837" y="572"/>
                  </a:cubicBezTo>
                  <a:lnTo>
                    <a:pt x="823" y="0"/>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2" name="Google Shape;2352;p35"/>
            <p:cNvSpPr/>
            <p:nvPr/>
          </p:nvSpPr>
          <p:spPr>
            <a:xfrm>
              <a:off x="5813416" y="4011117"/>
              <a:ext cx="69762" cy="141401"/>
            </a:xfrm>
            <a:custGeom>
              <a:avLst/>
              <a:gdLst/>
              <a:ahLst/>
              <a:cxnLst/>
              <a:rect l="l" t="t" r="r" b="b"/>
              <a:pathLst>
                <a:path w="964" h="1954" extrusionOk="0">
                  <a:moveTo>
                    <a:pt x="364" y="0"/>
                  </a:moveTo>
                  <a:cubicBezTo>
                    <a:pt x="238" y="70"/>
                    <a:pt x="126" y="126"/>
                    <a:pt x="1" y="182"/>
                  </a:cubicBezTo>
                  <a:cubicBezTo>
                    <a:pt x="57" y="726"/>
                    <a:pt x="99" y="1325"/>
                    <a:pt x="126" y="1939"/>
                  </a:cubicBezTo>
                  <a:lnTo>
                    <a:pt x="294" y="1856"/>
                  </a:lnTo>
                  <a:lnTo>
                    <a:pt x="475" y="1744"/>
                  </a:lnTo>
                  <a:cubicBezTo>
                    <a:pt x="447" y="1521"/>
                    <a:pt x="433" y="1381"/>
                    <a:pt x="433" y="1339"/>
                  </a:cubicBezTo>
                  <a:lnTo>
                    <a:pt x="615" y="1242"/>
                  </a:lnTo>
                  <a:cubicBezTo>
                    <a:pt x="629" y="1591"/>
                    <a:pt x="643" y="1814"/>
                    <a:pt x="670" y="1953"/>
                  </a:cubicBezTo>
                  <a:cubicBezTo>
                    <a:pt x="712" y="1911"/>
                    <a:pt x="754" y="1883"/>
                    <a:pt x="810" y="1842"/>
                  </a:cubicBezTo>
                  <a:cubicBezTo>
                    <a:pt x="852" y="1814"/>
                    <a:pt x="894" y="1772"/>
                    <a:pt x="935" y="1744"/>
                  </a:cubicBezTo>
                  <a:lnTo>
                    <a:pt x="963" y="1730"/>
                  </a:lnTo>
                  <a:cubicBezTo>
                    <a:pt x="935" y="1381"/>
                    <a:pt x="908" y="795"/>
                    <a:pt x="894" y="0"/>
                  </a:cubicBezTo>
                  <a:cubicBezTo>
                    <a:pt x="782" y="70"/>
                    <a:pt x="656" y="140"/>
                    <a:pt x="531" y="196"/>
                  </a:cubicBezTo>
                  <a:cubicBezTo>
                    <a:pt x="559" y="461"/>
                    <a:pt x="587" y="684"/>
                    <a:pt x="587" y="823"/>
                  </a:cubicBezTo>
                  <a:lnTo>
                    <a:pt x="503" y="893"/>
                  </a:lnTo>
                  <a:cubicBezTo>
                    <a:pt x="475" y="907"/>
                    <a:pt x="447" y="921"/>
                    <a:pt x="419" y="949"/>
                  </a:cubicBezTo>
                  <a:cubicBezTo>
                    <a:pt x="391" y="628"/>
                    <a:pt x="378" y="321"/>
                    <a:pt x="364"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3" name="Google Shape;2353;p35"/>
            <p:cNvSpPr/>
            <p:nvPr/>
          </p:nvSpPr>
          <p:spPr>
            <a:xfrm>
              <a:off x="6135446" y="4196808"/>
              <a:ext cx="76782" cy="115422"/>
            </a:xfrm>
            <a:custGeom>
              <a:avLst/>
              <a:gdLst/>
              <a:ahLst/>
              <a:cxnLst/>
              <a:rect l="l" t="t" r="r" b="b"/>
              <a:pathLst>
                <a:path w="1061" h="1595" extrusionOk="0">
                  <a:moveTo>
                    <a:pt x="823" y="1"/>
                  </a:moveTo>
                  <a:cubicBezTo>
                    <a:pt x="768" y="15"/>
                    <a:pt x="712" y="43"/>
                    <a:pt x="656" y="71"/>
                  </a:cubicBezTo>
                  <a:cubicBezTo>
                    <a:pt x="572" y="126"/>
                    <a:pt x="503" y="182"/>
                    <a:pt x="419" y="252"/>
                  </a:cubicBezTo>
                  <a:cubicBezTo>
                    <a:pt x="321" y="350"/>
                    <a:pt x="238" y="461"/>
                    <a:pt x="168" y="573"/>
                  </a:cubicBezTo>
                  <a:cubicBezTo>
                    <a:pt x="112" y="657"/>
                    <a:pt x="70" y="740"/>
                    <a:pt x="56" y="838"/>
                  </a:cubicBezTo>
                  <a:cubicBezTo>
                    <a:pt x="1" y="991"/>
                    <a:pt x="1" y="1159"/>
                    <a:pt x="56" y="1312"/>
                  </a:cubicBezTo>
                  <a:cubicBezTo>
                    <a:pt x="70" y="1354"/>
                    <a:pt x="98" y="1410"/>
                    <a:pt x="126" y="1452"/>
                  </a:cubicBezTo>
                  <a:cubicBezTo>
                    <a:pt x="154" y="1479"/>
                    <a:pt x="182" y="1507"/>
                    <a:pt x="210" y="1521"/>
                  </a:cubicBezTo>
                  <a:cubicBezTo>
                    <a:pt x="302" y="1568"/>
                    <a:pt x="395" y="1595"/>
                    <a:pt x="487" y="1595"/>
                  </a:cubicBezTo>
                  <a:cubicBezTo>
                    <a:pt x="506" y="1595"/>
                    <a:pt x="525" y="1593"/>
                    <a:pt x="545" y="1591"/>
                  </a:cubicBezTo>
                  <a:cubicBezTo>
                    <a:pt x="656" y="1577"/>
                    <a:pt x="754" y="1535"/>
                    <a:pt x="837" y="1479"/>
                  </a:cubicBezTo>
                  <a:cubicBezTo>
                    <a:pt x="921" y="1438"/>
                    <a:pt x="1005" y="1382"/>
                    <a:pt x="1061" y="1312"/>
                  </a:cubicBezTo>
                  <a:lnTo>
                    <a:pt x="879" y="977"/>
                  </a:lnTo>
                  <a:cubicBezTo>
                    <a:pt x="879" y="977"/>
                    <a:pt x="865" y="1005"/>
                    <a:pt x="837" y="1047"/>
                  </a:cubicBezTo>
                  <a:cubicBezTo>
                    <a:pt x="782" y="1117"/>
                    <a:pt x="698" y="1173"/>
                    <a:pt x="600" y="1201"/>
                  </a:cubicBezTo>
                  <a:lnTo>
                    <a:pt x="545" y="1201"/>
                  </a:lnTo>
                  <a:cubicBezTo>
                    <a:pt x="447" y="1159"/>
                    <a:pt x="419" y="1061"/>
                    <a:pt x="447" y="922"/>
                  </a:cubicBezTo>
                  <a:cubicBezTo>
                    <a:pt x="489" y="838"/>
                    <a:pt x="531" y="754"/>
                    <a:pt x="600" y="684"/>
                  </a:cubicBezTo>
                  <a:cubicBezTo>
                    <a:pt x="670" y="629"/>
                    <a:pt x="754" y="587"/>
                    <a:pt x="837" y="573"/>
                  </a:cubicBezTo>
                  <a:lnTo>
                    <a:pt x="823" y="1"/>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4" name="Google Shape;2354;p35"/>
            <p:cNvSpPr/>
            <p:nvPr/>
          </p:nvSpPr>
          <p:spPr>
            <a:xfrm>
              <a:off x="6224239" y="4156428"/>
              <a:ext cx="69762" cy="141401"/>
            </a:xfrm>
            <a:custGeom>
              <a:avLst/>
              <a:gdLst/>
              <a:ahLst/>
              <a:cxnLst/>
              <a:rect l="l" t="t" r="r" b="b"/>
              <a:pathLst>
                <a:path w="964" h="1954" extrusionOk="0">
                  <a:moveTo>
                    <a:pt x="364" y="1"/>
                  </a:moveTo>
                  <a:cubicBezTo>
                    <a:pt x="252" y="71"/>
                    <a:pt x="127" y="127"/>
                    <a:pt x="1" y="168"/>
                  </a:cubicBezTo>
                  <a:cubicBezTo>
                    <a:pt x="57" y="726"/>
                    <a:pt x="99" y="1326"/>
                    <a:pt x="140" y="1940"/>
                  </a:cubicBezTo>
                  <a:lnTo>
                    <a:pt x="294" y="1856"/>
                  </a:lnTo>
                  <a:lnTo>
                    <a:pt x="461" y="1745"/>
                  </a:lnTo>
                  <a:cubicBezTo>
                    <a:pt x="447" y="1521"/>
                    <a:pt x="433" y="1382"/>
                    <a:pt x="433" y="1340"/>
                  </a:cubicBezTo>
                  <a:lnTo>
                    <a:pt x="615" y="1228"/>
                  </a:lnTo>
                  <a:cubicBezTo>
                    <a:pt x="629" y="1577"/>
                    <a:pt x="643" y="1814"/>
                    <a:pt x="671" y="1954"/>
                  </a:cubicBezTo>
                  <a:cubicBezTo>
                    <a:pt x="712" y="1926"/>
                    <a:pt x="754" y="1884"/>
                    <a:pt x="810" y="1842"/>
                  </a:cubicBezTo>
                  <a:cubicBezTo>
                    <a:pt x="852" y="1814"/>
                    <a:pt x="894" y="1772"/>
                    <a:pt x="949" y="1745"/>
                  </a:cubicBezTo>
                  <a:lnTo>
                    <a:pt x="963" y="1731"/>
                  </a:lnTo>
                  <a:cubicBezTo>
                    <a:pt x="936" y="1382"/>
                    <a:pt x="908" y="810"/>
                    <a:pt x="894" y="1"/>
                  </a:cubicBezTo>
                  <a:cubicBezTo>
                    <a:pt x="782" y="71"/>
                    <a:pt x="671" y="140"/>
                    <a:pt x="545" y="182"/>
                  </a:cubicBezTo>
                  <a:cubicBezTo>
                    <a:pt x="573" y="461"/>
                    <a:pt x="587" y="671"/>
                    <a:pt x="587" y="824"/>
                  </a:cubicBezTo>
                  <a:lnTo>
                    <a:pt x="503" y="894"/>
                  </a:lnTo>
                  <a:cubicBezTo>
                    <a:pt x="503" y="894"/>
                    <a:pt x="475" y="908"/>
                    <a:pt x="419" y="936"/>
                  </a:cubicBezTo>
                  <a:cubicBezTo>
                    <a:pt x="392" y="629"/>
                    <a:pt x="378" y="308"/>
                    <a:pt x="364"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5" name="Google Shape;2355;p35"/>
            <p:cNvSpPr/>
            <p:nvPr/>
          </p:nvSpPr>
          <p:spPr>
            <a:xfrm>
              <a:off x="5930505" y="4333725"/>
              <a:ext cx="67736" cy="83220"/>
            </a:xfrm>
            <a:custGeom>
              <a:avLst/>
              <a:gdLst/>
              <a:ahLst/>
              <a:cxnLst/>
              <a:rect l="l" t="t" r="r" b="b"/>
              <a:pathLst>
                <a:path w="936" h="1150" extrusionOk="0">
                  <a:moveTo>
                    <a:pt x="506" y="0"/>
                  </a:moveTo>
                  <a:cubicBezTo>
                    <a:pt x="486" y="0"/>
                    <a:pt x="466" y="2"/>
                    <a:pt x="447" y="6"/>
                  </a:cubicBezTo>
                  <a:cubicBezTo>
                    <a:pt x="266" y="6"/>
                    <a:pt x="99" y="118"/>
                    <a:pt x="29" y="285"/>
                  </a:cubicBezTo>
                  <a:cubicBezTo>
                    <a:pt x="1" y="383"/>
                    <a:pt x="1" y="480"/>
                    <a:pt x="57" y="578"/>
                  </a:cubicBezTo>
                  <a:cubicBezTo>
                    <a:pt x="137" y="543"/>
                    <a:pt x="217" y="518"/>
                    <a:pt x="306" y="518"/>
                  </a:cubicBezTo>
                  <a:cubicBezTo>
                    <a:pt x="325" y="518"/>
                    <a:pt x="344" y="520"/>
                    <a:pt x="364" y="522"/>
                  </a:cubicBezTo>
                  <a:cubicBezTo>
                    <a:pt x="364" y="494"/>
                    <a:pt x="364" y="466"/>
                    <a:pt x="350" y="438"/>
                  </a:cubicBezTo>
                  <a:cubicBezTo>
                    <a:pt x="336" y="396"/>
                    <a:pt x="364" y="341"/>
                    <a:pt x="392" y="327"/>
                  </a:cubicBezTo>
                  <a:cubicBezTo>
                    <a:pt x="461" y="327"/>
                    <a:pt x="475" y="355"/>
                    <a:pt x="489" y="396"/>
                  </a:cubicBezTo>
                  <a:cubicBezTo>
                    <a:pt x="489" y="424"/>
                    <a:pt x="475" y="438"/>
                    <a:pt x="475" y="466"/>
                  </a:cubicBezTo>
                  <a:cubicBezTo>
                    <a:pt x="405" y="592"/>
                    <a:pt x="308" y="717"/>
                    <a:pt x="196" y="829"/>
                  </a:cubicBezTo>
                  <a:cubicBezTo>
                    <a:pt x="113" y="899"/>
                    <a:pt x="71" y="1038"/>
                    <a:pt x="113" y="1150"/>
                  </a:cubicBezTo>
                  <a:cubicBezTo>
                    <a:pt x="176" y="1102"/>
                    <a:pt x="280" y="1077"/>
                    <a:pt x="421" y="1077"/>
                  </a:cubicBezTo>
                  <a:cubicBezTo>
                    <a:pt x="529" y="1077"/>
                    <a:pt x="659" y="1092"/>
                    <a:pt x="810" y="1122"/>
                  </a:cubicBezTo>
                  <a:cubicBezTo>
                    <a:pt x="824" y="1010"/>
                    <a:pt x="866" y="899"/>
                    <a:pt x="936" y="815"/>
                  </a:cubicBezTo>
                  <a:cubicBezTo>
                    <a:pt x="854" y="795"/>
                    <a:pt x="765" y="782"/>
                    <a:pt x="673" y="782"/>
                  </a:cubicBezTo>
                  <a:cubicBezTo>
                    <a:pt x="640" y="782"/>
                    <a:pt x="606" y="783"/>
                    <a:pt x="573" y="787"/>
                  </a:cubicBezTo>
                  <a:cubicBezTo>
                    <a:pt x="726" y="675"/>
                    <a:pt x="824" y="508"/>
                    <a:pt x="852" y="327"/>
                  </a:cubicBezTo>
                  <a:cubicBezTo>
                    <a:pt x="852" y="201"/>
                    <a:pt x="782" y="90"/>
                    <a:pt x="670" y="34"/>
                  </a:cubicBezTo>
                  <a:cubicBezTo>
                    <a:pt x="619" y="13"/>
                    <a:pt x="561" y="0"/>
                    <a:pt x="506"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6" name="Google Shape;2356;p35"/>
            <p:cNvSpPr/>
            <p:nvPr/>
          </p:nvSpPr>
          <p:spPr>
            <a:xfrm>
              <a:off x="5751905" y="4285674"/>
              <a:ext cx="77795" cy="115422"/>
            </a:xfrm>
            <a:custGeom>
              <a:avLst/>
              <a:gdLst/>
              <a:ahLst/>
              <a:cxnLst/>
              <a:rect l="l" t="t" r="r" b="b"/>
              <a:pathLst>
                <a:path w="1075" h="1595" extrusionOk="0">
                  <a:moveTo>
                    <a:pt x="823" y="0"/>
                  </a:moveTo>
                  <a:cubicBezTo>
                    <a:pt x="767" y="14"/>
                    <a:pt x="711" y="42"/>
                    <a:pt x="656" y="70"/>
                  </a:cubicBezTo>
                  <a:cubicBezTo>
                    <a:pt x="572" y="126"/>
                    <a:pt x="488" y="182"/>
                    <a:pt x="419" y="251"/>
                  </a:cubicBezTo>
                  <a:cubicBezTo>
                    <a:pt x="321" y="349"/>
                    <a:pt x="237" y="461"/>
                    <a:pt x="153" y="586"/>
                  </a:cubicBezTo>
                  <a:cubicBezTo>
                    <a:pt x="112" y="656"/>
                    <a:pt x="70" y="754"/>
                    <a:pt x="42" y="837"/>
                  </a:cubicBezTo>
                  <a:cubicBezTo>
                    <a:pt x="0" y="991"/>
                    <a:pt x="0" y="1158"/>
                    <a:pt x="42" y="1312"/>
                  </a:cubicBezTo>
                  <a:cubicBezTo>
                    <a:pt x="70" y="1353"/>
                    <a:pt x="98" y="1409"/>
                    <a:pt x="126" y="1451"/>
                  </a:cubicBezTo>
                  <a:cubicBezTo>
                    <a:pt x="153" y="1479"/>
                    <a:pt x="181" y="1507"/>
                    <a:pt x="209" y="1521"/>
                  </a:cubicBezTo>
                  <a:cubicBezTo>
                    <a:pt x="302" y="1567"/>
                    <a:pt x="394" y="1594"/>
                    <a:pt x="487" y="1594"/>
                  </a:cubicBezTo>
                  <a:cubicBezTo>
                    <a:pt x="506" y="1594"/>
                    <a:pt x="525" y="1593"/>
                    <a:pt x="544" y="1591"/>
                  </a:cubicBezTo>
                  <a:cubicBezTo>
                    <a:pt x="656" y="1577"/>
                    <a:pt x="753" y="1535"/>
                    <a:pt x="851" y="1479"/>
                  </a:cubicBezTo>
                  <a:cubicBezTo>
                    <a:pt x="921" y="1437"/>
                    <a:pt x="1004" y="1381"/>
                    <a:pt x="1074" y="1312"/>
                  </a:cubicBezTo>
                  <a:lnTo>
                    <a:pt x="879" y="977"/>
                  </a:lnTo>
                  <a:cubicBezTo>
                    <a:pt x="879" y="977"/>
                    <a:pt x="865" y="1005"/>
                    <a:pt x="837" y="1047"/>
                  </a:cubicBezTo>
                  <a:cubicBezTo>
                    <a:pt x="781" y="1116"/>
                    <a:pt x="697" y="1172"/>
                    <a:pt x="600" y="1200"/>
                  </a:cubicBezTo>
                  <a:lnTo>
                    <a:pt x="544" y="1200"/>
                  </a:lnTo>
                  <a:cubicBezTo>
                    <a:pt x="460" y="1158"/>
                    <a:pt x="419" y="1060"/>
                    <a:pt x="446" y="921"/>
                  </a:cubicBezTo>
                  <a:cubicBezTo>
                    <a:pt x="488" y="837"/>
                    <a:pt x="544" y="754"/>
                    <a:pt x="600" y="684"/>
                  </a:cubicBezTo>
                  <a:cubicBezTo>
                    <a:pt x="670" y="628"/>
                    <a:pt x="753" y="586"/>
                    <a:pt x="851" y="572"/>
                  </a:cubicBezTo>
                  <a:lnTo>
                    <a:pt x="823" y="0"/>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7" name="Google Shape;2357;p35"/>
            <p:cNvSpPr/>
            <p:nvPr/>
          </p:nvSpPr>
          <p:spPr>
            <a:xfrm>
              <a:off x="5840698" y="4245294"/>
              <a:ext cx="69690" cy="142414"/>
            </a:xfrm>
            <a:custGeom>
              <a:avLst/>
              <a:gdLst/>
              <a:ahLst/>
              <a:cxnLst/>
              <a:rect l="l" t="t" r="r" b="b"/>
              <a:pathLst>
                <a:path w="963" h="1968" extrusionOk="0">
                  <a:moveTo>
                    <a:pt x="363" y="0"/>
                  </a:moveTo>
                  <a:cubicBezTo>
                    <a:pt x="238" y="70"/>
                    <a:pt x="126" y="126"/>
                    <a:pt x="1" y="182"/>
                  </a:cubicBezTo>
                  <a:cubicBezTo>
                    <a:pt x="56" y="740"/>
                    <a:pt x="98" y="1326"/>
                    <a:pt x="126" y="1939"/>
                  </a:cubicBezTo>
                  <a:lnTo>
                    <a:pt x="293" y="1856"/>
                  </a:lnTo>
                  <a:lnTo>
                    <a:pt x="461" y="1744"/>
                  </a:lnTo>
                  <a:cubicBezTo>
                    <a:pt x="447" y="1521"/>
                    <a:pt x="433" y="1381"/>
                    <a:pt x="433" y="1340"/>
                  </a:cubicBezTo>
                  <a:lnTo>
                    <a:pt x="600" y="1242"/>
                  </a:lnTo>
                  <a:cubicBezTo>
                    <a:pt x="628" y="1591"/>
                    <a:pt x="642" y="1828"/>
                    <a:pt x="670" y="1967"/>
                  </a:cubicBezTo>
                  <a:cubicBezTo>
                    <a:pt x="712" y="1925"/>
                    <a:pt x="754" y="1884"/>
                    <a:pt x="796" y="1856"/>
                  </a:cubicBezTo>
                  <a:cubicBezTo>
                    <a:pt x="837" y="1828"/>
                    <a:pt x="879" y="1786"/>
                    <a:pt x="935" y="1744"/>
                  </a:cubicBezTo>
                  <a:lnTo>
                    <a:pt x="963" y="1730"/>
                  </a:lnTo>
                  <a:cubicBezTo>
                    <a:pt x="935" y="1381"/>
                    <a:pt x="907" y="809"/>
                    <a:pt x="893" y="0"/>
                  </a:cubicBezTo>
                  <a:cubicBezTo>
                    <a:pt x="782" y="70"/>
                    <a:pt x="656" y="140"/>
                    <a:pt x="531" y="196"/>
                  </a:cubicBezTo>
                  <a:cubicBezTo>
                    <a:pt x="558" y="461"/>
                    <a:pt x="586" y="684"/>
                    <a:pt x="586" y="837"/>
                  </a:cubicBezTo>
                  <a:cubicBezTo>
                    <a:pt x="558" y="851"/>
                    <a:pt x="531" y="879"/>
                    <a:pt x="503" y="893"/>
                  </a:cubicBezTo>
                  <a:lnTo>
                    <a:pt x="419" y="949"/>
                  </a:lnTo>
                  <a:cubicBezTo>
                    <a:pt x="391" y="628"/>
                    <a:pt x="363" y="321"/>
                    <a:pt x="363"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8" name="Google Shape;2358;p35"/>
            <p:cNvSpPr/>
            <p:nvPr/>
          </p:nvSpPr>
          <p:spPr>
            <a:xfrm>
              <a:off x="5995128" y="4170612"/>
              <a:ext cx="112097" cy="65635"/>
            </a:xfrm>
            <a:custGeom>
              <a:avLst/>
              <a:gdLst/>
              <a:ahLst/>
              <a:cxnLst/>
              <a:rect l="l" t="t" r="r" b="b"/>
              <a:pathLst>
                <a:path w="1549" h="907" extrusionOk="0">
                  <a:moveTo>
                    <a:pt x="1" y="0"/>
                  </a:moveTo>
                  <a:cubicBezTo>
                    <a:pt x="29" y="14"/>
                    <a:pt x="43" y="28"/>
                    <a:pt x="56" y="42"/>
                  </a:cubicBezTo>
                  <a:cubicBezTo>
                    <a:pt x="112" y="70"/>
                    <a:pt x="168" y="112"/>
                    <a:pt x="238" y="168"/>
                  </a:cubicBezTo>
                  <a:cubicBezTo>
                    <a:pt x="377" y="265"/>
                    <a:pt x="559" y="377"/>
                    <a:pt x="754" y="488"/>
                  </a:cubicBezTo>
                  <a:cubicBezTo>
                    <a:pt x="963" y="614"/>
                    <a:pt x="1144" y="712"/>
                    <a:pt x="1298" y="781"/>
                  </a:cubicBezTo>
                  <a:cubicBezTo>
                    <a:pt x="1368" y="823"/>
                    <a:pt x="1437" y="851"/>
                    <a:pt x="1479" y="865"/>
                  </a:cubicBezTo>
                  <a:lnTo>
                    <a:pt x="1549" y="907"/>
                  </a:lnTo>
                  <a:lnTo>
                    <a:pt x="1493" y="851"/>
                  </a:lnTo>
                  <a:cubicBezTo>
                    <a:pt x="1451" y="823"/>
                    <a:pt x="1396" y="781"/>
                    <a:pt x="1326" y="740"/>
                  </a:cubicBezTo>
                  <a:cubicBezTo>
                    <a:pt x="1186" y="642"/>
                    <a:pt x="991" y="516"/>
                    <a:pt x="796" y="405"/>
                  </a:cubicBezTo>
                  <a:cubicBezTo>
                    <a:pt x="600" y="293"/>
                    <a:pt x="405" y="196"/>
                    <a:pt x="252" y="112"/>
                  </a:cubicBezTo>
                  <a:cubicBezTo>
                    <a:pt x="182" y="84"/>
                    <a:pt x="112" y="56"/>
                    <a:pt x="70" y="28"/>
                  </a:cubicBezTo>
                  <a:lnTo>
                    <a:pt x="1" y="0"/>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9" name="Google Shape;2359;p35"/>
            <p:cNvSpPr/>
            <p:nvPr/>
          </p:nvSpPr>
          <p:spPr>
            <a:xfrm>
              <a:off x="6009239" y="4305864"/>
              <a:ext cx="116222" cy="56589"/>
            </a:xfrm>
            <a:custGeom>
              <a:avLst/>
              <a:gdLst/>
              <a:ahLst/>
              <a:cxnLst/>
              <a:rect l="l" t="t" r="r" b="b"/>
              <a:pathLst>
                <a:path w="1606" h="782" extrusionOk="0">
                  <a:moveTo>
                    <a:pt x="1605" y="0"/>
                  </a:moveTo>
                  <a:lnTo>
                    <a:pt x="1535" y="28"/>
                  </a:lnTo>
                  <a:cubicBezTo>
                    <a:pt x="1479" y="42"/>
                    <a:pt x="1424" y="70"/>
                    <a:pt x="1340" y="98"/>
                  </a:cubicBezTo>
                  <a:cubicBezTo>
                    <a:pt x="1187" y="154"/>
                    <a:pt x="977" y="251"/>
                    <a:pt x="782" y="349"/>
                  </a:cubicBezTo>
                  <a:cubicBezTo>
                    <a:pt x="573" y="447"/>
                    <a:pt x="378" y="544"/>
                    <a:pt x="238" y="628"/>
                  </a:cubicBezTo>
                  <a:cubicBezTo>
                    <a:pt x="168" y="670"/>
                    <a:pt x="99" y="712"/>
                    <a:pt x="57" y="740"/>
                  </a:cubicBezTo>
                  <a:lnTo>
                    <a:pt x="1" y="781"/>
                  </a:lnTo>
                  <a:lnTo>
                    <a:pt x="71" y="754"/>
                  </a:lnTo>
                  <a:cubicBezTo>
                    <a:pt x="113" y="740"/>
                    <a:pt x="182" y="712"/>
                    <a:pt x="266" y="684"/>
                  </a:cubicBezTo>
                  <a:cubicBezTo>
                    <a:pt x="419" y="614"/>
                    <a:pt x="615" y="530"/>
                    <a:pt x="824" y="433"/>
                  </a:cubicBezTo>
                  <a:cubicBezTo>
                    <a:pt x="1019" y="335"/>
                    <a:pt x="1214" y="238"/>
                    <a:pt x="1368" y="140"/>
                  </a:cubicBezTo>
                  <a:cubicBezTo>
                    <a:pt x="1438" y="98"/>
                    <a:pt x="1493" y="70"/>
                    <a:pt x="1535" y="42"/>
                  </a:cubicBezTo>
                  <a:lnTo>
                    <a:pt x="1605" y="0"/>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2360"/>
        <p:cNvGrpSpPr/>
        <p:nvPr/>
      </p:nvGrpSpPr>
      <p:grpSpPr>
        <a:xfrm>
          <a:off x="0" y="0"/>
          <a:ext cx="0" cy="0"/>
          <a:chOff x="0" y="0"/>
          <a:chExt cx="0" cy="0"/>
        </a:xfrm>
      </p:grpSpPr>
      <p:grpSp>
        <p:nvGrpSpPr>
          <p:cNvPr id="2361" name="Google Shape;2361;p36"/>
          <p:cNvGrpSpPr/>
          <p:nvPr/>
        </p:nvGrpSpPr>
        <p:grpSpPr>
          <a:xfrm>
            <a:off x="8285496" y="212945"/>
            <a:ext cx="1018655" cy="695529"/>
            <a:chOff x="5467216" y="5440421"/>
            <a:chExt cx="149437" cy="102035"/>
          </a:xfrm>
        </p:grpSpPr>
        <p:sp>
          <p:nvSpPr>
            <p:cNvPr id="2362" name="Google Shape;2362;p36"/>
            <p:cNvSpPr/>
            <p:nvPr/>
          </p:nvSpPr>
          <p:spPr>
            <a:xfrm>
              <a:off x="5467216" y="5440421"/>
              <a:ext cx="54565" cy="102035"/>
            </a:xfrm>
            <a:custGeom>
              <a:avLst/>
              <a:gdLst/>
              <a:ahLst/>
              <a:cxnLst/>
              <a:rect l="l" t="t" r="r" b="b"/>
              <a:pathLst>
                <a:path w="754" h="1410" extrusionOk="0">
                  <a:moveTo>
                    <a:pt x="377" y="1"/>
                  </a:moveTo>
                  <a:cubicBezTo>
                    <a:pt x="293" y="29"/>
                    <a:pt x="196" y="56"/>
                    <a:pt x="98" y="84"/>
                  </a:cubicBezTo>
                  <a:cubicBezTo>
                    <a:pt x="84" y="475"/>
                    <a:pt x="56" y="893"/>
                    <a:pt x="1" y="1340"/>
                  </a:cubicBezTo>
                  <a:lnTo>
                    <a:pt x="126" y="1298"/>
                  </a:lnTo>
                  <a:lnTo>
                    <a:pt x="252" y="1242"/>
                  </a:lnTo>
                  <a:cubicBezTo>
                    <a:pt x="266" y="1061"/>
                    <a:pt x="280" y="977"/>
                    <a:pt x="280" y="949"/>
                  </a:cubicBezTo>
                  <a:lnTo>
                    <a:pt x="419" y="893"/>
                  </a:lnTo>
                  <a:lnTo>
                    <a:pt x="419" y="893"/>
                  </a:lnTo>
                  <a:cubicBezTo>
                    <a:pt x="391" y="1130"/>
                    <a:pt x="377" y="1312"/>
                    <a:pt x="377" y="1409"/>
                  </a:cubicBezTo>
                  <a:cubicBezTo>
                    <a:pt x="419" y="1395"/>
                    <a:pt x="447" y="1368"/>
                    <a:pt x="489" y="1354"/>
                  </a:cubicBezTo>
                  <a:cubicBezTo>
                    <a:pt x="517" y="1326"/>
                    <a:pt x="558" y="1312"/>
                    <a:pt x="600" y="1298"/>
                  </a:cubicBezTo>
                  <a:lnTo>
                    <a:pt x="614" y="1298"/>
                  </a:lnTo>
                  <a:cubicBezTo>
                    <a:pt x="628" y="1047"/>
                    <a:pt x="670" y="642"/>
                    <a:pt x="754" y="70"/>
                  </a:cubicBezTo>
                  <a:lnTo>
                    <a:pt x="754" y="70"/>
                  </a:lnTo>
                  <a:cubicBezTo>
                    <a:pt x="670" y="112"/>
                    <a:pt x="572" y="140"/>
                    <a:pt x="489" y="154"/>
                  </a:cubicBezTo>
                  <a:cubicBezTo>
                    <a:pt x="475" y="349"/>
                    <a:pt x="461" y="503"/>
                    <a:pt x="447" y="600"/>
                  </a:cubicBezTo>
                  <a:lnTo>
                    <a:pt x="377" y="642"/>
                  </a:lnTo>
                  <a:lnTo>
                    <a:pt x="321" y="670"/>
                  </a:lnTo>
                  <a:cubicBezTo>
                    <a:pt x="335" y="447"/>
                    <a:pt x="349" y="224"/>
                    <a:pt x="377"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2363;p36"/>
            <p:cNvSpPr/>
            <p:nvPr/>
          </p:nvSpPr>
          <p:spPr>
            <a:xfrm>
              <a:off x="5520695" y="5498531"/>
              <a:ext cx="30394" cy="35821"/>
            </a:xfrm>
            <a:custGeom>
              <a:avLst/>
              <a:gdLst/>
              <a:ahLst/>
              <a:cxnLst/>
              <a:rect l="l" t="t" r="r" b="b"/>
              <a:pathLst>
                <a:path w="420" h="495" extrusionOk="0">
                  <a:moveTo>
                    <a:pt x="230" y="1"/>
                  </a:moveTo>
                  <a:cubicBezTo>
                    <a:pt x="219" y="1"/>
                    <a:pt x="208" y="3"/>
                    <a:pt x="196" y="7"/>
                  </a:cubicBezTo>
                  <a:cubicBezTo>
                    <a:pt x="126" y="7"/>
                    <a:pt x="57" y="48"/>
                    <a:pt x="15" y="118"/>
                  </a:cubicBezTo>
                  <a:cubicBezTo>
                    <a:pt x="1" y="160"/>
                    <a:pt x="15" y="202"/>
                    <a:pt x="29" y="244"/>
                  </a:cubicBezTo>
                  <a:cubicBezTo>
                    <a:pt x="71" y="230"/>
                    <a:pt x="112" y="216"/>
                    <a:pt x="154" y="216"/>
                  </a:cubicBezTo>
                  <a:cubicBezTo>
                    <a:pt x="168" y="202"/>
                    <a:pt x="168" y="202"/>
                    <a:pt x="154" y="188"/>
                  </a:cubicBezTo>
                  <a:cubicBezTo>
                    <a:pt x="154" y="160"/>
                    <a:pt x="168" y="146"/>
                    <a:pt x="182" y="132"/>
                  </a:cubicBezTo>
                  <a:cubicBezTo>
                    <a:pt x="210" y="132"/>
                    <a:pt x="224" y="146"/>
                    <a:pt x="224" y="174"/>
                  </a:cubicBezTo>
                  <a:cubicBezTo>
                    <a:pt x="224" y="174"/>
                    <a:pt x="224" y="188"/>
                    <a:pt x="224" y="202"/>
                  </a:cubicBezTo>
                  <a:cubicBezTo>
                    <a:pt x="196" y="258"/>
                    <a:pt x="154" y="314"/>
                    <a:pt x="112" y="355"/>
                  </a:cubicBezTo>
                  <a:cubicBezTo>
                    <a:pt x="71" y="383"/>
                    <a:pt x="57" y="439"/>
                    <a:pt x="71" y="495"/>
                  </a:cubicBezTo>
                  <a:cubicBezTo>
                    <a:pt x="94" y="472"/>
                    <a:pt x="134" y="461"/>
                    <a:pt x="193" y="461"/>
                  </a:cubicBezTo>
                  <a:cubicBezTo>
                    <a:pt x="241" y="461"/>
                    <a:pt x="302" y="468"/>
                    <a:pt x="377" y="481"/>
                  </a:cubicBezTo>
                  <a:cubicBezTo>
                    <a:pt x="377" y="425"/>
                    <a:pt x="391" y="383"/>
                    <a:pt x="419" y="355"/>
                  </a:cubicBezTo>
                  <a:cubicBezTo>
                    <a:pt x="387" y="339"/>
                    <a:pt x="354" y="332"/>
                    <a:pt x="321" y="332"/>
                  </a:cubicBezTo>
                  <a:cubicBezTo>
                    <a:pt x="298" y="332"/>
                    <a:pt x="275" y="336"/>
                    <a:pt x="252" y="341"/>
                  </a:cubicBezTo>
                  <a:cubicBezTo>
                    <a:pt x="322" y="286"/>
                    <a:pt x="363" y="216"/>
                    <a:pt x="363" y="132"/>
                  </a:cubicBezTo>
                  <a:cubicBezTo>
                    <a:pt x="363" y="90"/>
                    <a:pt x="336" y="35"/>
                    <a:pt x="294" y="21"/>
                  </a:cubicBezTo>
                  <a:cubicBezTo>
                    <a:pt x="274" y="11"/>
                    <a:pt x="254" y="1"/>
                    <a:pt x="230"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4" name="Google Shape;2364;p36"/>
            <p:cNvSpPr/>
            <p:nvPr/>
          </p:nvSpPr>
          <p:spPr>
            <a:xfrm>
              <a:off x="5553042" y="5464663"/>
              <a:ext cx="63611" cy="70122"/>
            </a:xfrm>
            <a:custGeom>
              <a:avLst/>
              <a:gdLst/>
              <a:ahLst/>
              <a:cxnLst/>
              <a:rect l="l" t="t" r="r" b="b"/>
              <a:pathLst>
                <a:path w="879" h="969" extrusionOk="0">
                  <a:moveTo>
                    <a:pt x="516" y="391"/>
                  </a:moveTo>
                  <a:cubicBezTo>
                    <a:pt x="586" y="391"/>
                    <a:pt x="628" y="419"/>
                    <a:pt x="614" y="489"/>
                  </a:cubicBezTo>
                  <a:cubicBezTo>
                    <a:pt x="614" y="530"/>
                    <a:pt x="586" y="572"/>
                    <a:pt x="558" y="614"/>
                  </a:cubicBezTo>
                  <a:cubicBezTo>
                    <a:pt x="516" y="698"/>
                    <a:pt x="419" y="754"/>
                    <a:pt x="321" y="782"/>
                  </a:cubicBezTo>
                  <a:cubicBezTo>
                    <a:pt x="293" y="782"/>
                    <a:pt x="265" y="740"/>
                    <a:pt x="251" y="684"/>
                  </a:cubicBezTo>
                  <a:cubicBezTo>
                    <a:pt x="265" y="530"/>
                    <a:pt x="377" y="419"/>
                    <a:pt x="516" y="391"/>
                  </a:cubicBezTo>
                  <a:close/>
                  <a:moveTo>
                    <a:pt x="628" y="0"/>
                  </a:moveTo>
                  <a:cubicBezTo>
                    <a:pt x="572" y="0"/>
                    <a:pt x="516" y="14"/>
                    <a:pt x="460" y="42"/>
                  </a:cubicBezTo>
                  <a:cubicBezTo>
                    <a:pt x="377" y="70"/>
                    <a:pt x="307" y="112"/>
                    <a:pt x="237" y="154"/>
                  </a:cubicBezTo>
                  <a:cubicBezTo>
                    <a:pt x="182" y="224"/>
                    <a:pt x="112" y="307"/>
                    <a:pt x="70" y="391"/>
                  </a:cubicBezTo>
                  <a:cubicBezTo>
                    <a:pt x="28" y="489"/>
                    <a:pt x="0" y="600"/>
                    <a:pt x="14" y="698"/>
                  </a:cubicBezTo>
                  <a:cubicBezTo>
                    <a:pt x="28" y="768"/>
                    <a:pt x="56" y="837"/>
                    <a:pt x="112" y="893"/>
                  </a:cubicBezTo>
                  <a:cubicBezTo>
                    <a:pt x="154" y="935"/>
                    <a:pt x="195" y="963"/>
                    <a:pt x="265" y="963"/>
                  </a:cubicBezTo>
                  <a:cubicBezTo>
                    <a:pt x="282" y="967"/>
                    <a:pt x="299" y="969"/>
                    <a:pt x="317" y="969"/>
                  </a:cubicBezTo>
                  <a:cubicBezTo>
                    <a:pt x="362" y="969"/>
                    <a:pt x="411" y="959"/>
                    <a:pt x="460" y="949"/>
                  </a:cubicBezTo>
                  <a:cubicBezTo>
                    <a:pt x="530" y="907"/>
                    <a:pt x="600" y="865"/>
                    <a:pt x="656" y="809"/>
                  </a:cubicBezTo>
                  <a:cubicBezTo>
                    <a:pt x="684" y="782"/>
                    <a:pt x="712" y="754"/>
                    <a:pt x="739" y="726"/>
                  </a:cubicBezTo>
                  <a:cubicBezTo>
                    <a:pt x="767" y="670"/>
                    <a:pt x="795" y="614"/>
                    <a:pt x="823" y="558"/>
                  </a:cubicBezTo>
                  <a:cubicBezTo>
                    <a:pt x="851" y="489"/>
                    <a:pt x="865" y="405"/>
                    <a:pt x="865" y="321"/>
                  </a:cubicBezTo>
                  <a:cubicBezTo>
                    <a:pt x="879" y="251"/>
                    <a:pt x="851" y="182"/>
                    <a:pt x="823" y="126"/>
                  </a:cubicBezTo>
                  <a:cubicBezTo>
                    <a:pt x="781" y="56"/>
                    <a:pt x="712" y="14"/>
                    <a:pt x="628"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65" name="Google Shape;2365;p36"/>
          <p:cNvGrpSpPr/>
          <p:nvPr/>
        </p:nvGrpSpPr>
        <p:grpSpPr>
          <a:xfrm>
            <a:off x="319811" y="3759770"/>
            <a:ext cx="1532541" cy="1092327"/>
            <a:chOff x="5724623" y="4011117"/>
            <a:chExt cx="569379" cy="405828"/>
          </a:xfrm>
        </p:grpSpPr>
        <p:sp>
          <p:nvSpPr>
            <p:cNvPr id="2366" name="Google Shape;2366;p36"/>
            <p:cNvSpPr/>
            <p:nvPr/>
          </p:nvSpPr>
          <p:spPr>
            <a:xfrm>
              <a:off x="5908361" y="4114094"/>
              <a:ext cx="54565" cy="74753"/>
            </a:xfrm>
            <a:custGeom>
              <a:avLst/>
              <a:gdLst/>
              <a:ahLst/>
              <a:cxnLst/>
              <a:rect l="l" t="t" r="r" b="b"/>
              <a:pathLst>
                <a:path w="754" h="1033" extrusionOk="0">
                  <a:moveTo>
                    <a:pt x="572" y="0"/>
                  </a:moveTo>
                  <a:cubicBezTo>
                    <a:pt x="377" y="70"/>
                    <a:pt x="195" y="112"/>
                    <a:pt x="0" y="140"/>
                  </a:cubicBezTo>
                  <a:lnTo>
                    <a:pt x="84" y="684"/>
                  </a:lnTo>
                  <a:cubicBezTo>
                    <a:pt x="126" y="642"/>
                    <a:pt x="181" y="600"/>
                    <a:pt x="237" y="586"/>
                  </a:cubicBezTo>
                  <a:cubicBezTo>
                    <a:pt x="276" y="579"/>
                    <a:pt x="310" y="576"/>
                    <a:pt x="339" y="576"/>
                  </a:cubicBezTo>
                  <a:cubicBezTo>
                    <a:pt x="428" y="576"/>
                    <a:pt x="478" y="607"/>
                    <a:pt x="488" y="670"/>
                  </a:cubicBezTo>
                  <a:cubicBezTo>
                    <a:pt x="498" y="741"/>
                    <a:pt x="464" y="760"/>
                    <a:pt x="413" y="760"/>
                  </a:cubicBezTo>
                  <a:cubicBezTo>
                    <a:pt x="394" y="760"/>
                    <a:pt x="372" y="757"/>
                    <a:pt x="349" y="753"/>
                  </a:cubicBezTo>
                  <a:cubicBezTo>
                    <a:pt x="293" y="739"/>
                    <a:pt x="251" y="712"/>
                    <a:pt x="209" y="684"/>
                  </a:cubicBezTo>
                  <a:cubicBezTo>
                    <a:pt x="167" y="753"/>
                    <a:pt x="112" y="809"/>
                    <a:pt x="56" y="865"/>
                  </a:cubicBezTo>
                  <a:cubicBezTo>
                    <a:pt x="154" y="963"/>
                    <a:pt x="293" y="1018"/>
                    <a:pt x="432" y="1032"/>
                  </a:cubicBezTo>
                  <a:cubicBezTo>
                    <a:pt x="516" y="1032"/>
                    <a:pt x="586" y="990"/>
                    <a:pt x="656" y="935"/>
                  </a:cubicBezTo>
                  <a:cubicBezTo>
                    <a:pt x="725" y="837"/>
                    <a:pt x="753" y="739"/>
                    <a:pt x="753" y="628"/>
                  </a:cubicBezTo>
                  <a:cubicBezTo>
                    <a:pt x="739" y="544"/>
                    <a:pt x="711" y="474"/>
                    <a:pt x="642" y="419"/>
                  </a:cubicBezTo>
                  <a:cubicBezTo>
                    <a:pt x="581" y="370"/>
                    <a:pt x="500" y="332"/>
                    <a:pt x="406" y="332"/>
                  </a:cubicBezTo>
                  <a:cubicBezTo>
                    <a:pt x="392" y="332"/>
                    <a:pt x="377" y="333"/>
                    <a:pt x="363" y="335"/>
                  </a:cubicBezTo>
                  <a:cubicBezTo>
                    <a:pt x="335" y="335"/>
                    <a:pt x="293" y="335"/>
                    <a:pt x="265" y="349"/>
                  </a:cubicBezTo>
                  <a:lnTo>
                    <a:pt x="251" y="307"/>
                  </a:lnTo>
                  <a:cubicBezTo>
                    <a:pt x="377" y="279"/>
                    <a:pt x="502" y="265"/>
                    <a:pt x="628" y="265"/>
                  </a:cubicBezTo>
                  <a:cubicBezTo>
                    <a:pt x="600" y="181"/>
                    <a:pt x="586" y="98"/>
                    <a:pt x="572"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36"/>
            <p:cNvSpPr/>
            <p:nvPr/>
          </p:nvSpPr>
          <p:spPr>
            <a:xfrm>
              <a:off x="5724623" y="4051497"/>
              <a:ext cx="76782" cy="116363"/>
            </a:xfrm>
            <a:custGeom>
              <a:avLst/>
              <a:gdLst/>
              <a:ahLst/>
              <a:cxnLst/>
              <a:rect l="l" t="t" r="r" b="b"/>
              <a:pathLst>
                <a:path w="1061" h="1608" extrusionOk="0">
                  <a:moveTo>
                    <a:pt x="823" y="0"/>
                  </a:moveTo>
                  <a:cubicBezTo>
                    <a:pt x="768" y="14"/>
                    <a:pt x="712" y="42"/>
                    <a:pt x="656" y="70"/>
                  </a:cubicBezTo>
                  <a:cubicBezTo>
                    <a:pt x="572" y="126"/>
                    <a:pt x="489" y="182"/>
                    <a:pt x="419" y="251"/>
                  </a:cubicBezTo>
                  <a:cubicBezTo>
                    <a:pt x="321" y="349"/>
                    <a:pt x="224" y="461"/>
                    <a:pt x="154" y="586"/>
                  </a:cubicBezTo>
                  <a:cubicBezTo>
                    <a:pt x="112" y="656"/>
                    <a:pt x="70" y="754"/>
                    <a:pt x="42" y="837"/>
                  </a:cubicBezTo>
                  <a:cubicBezTo>
                    <a:pt x="0" y="991"/>
                    <a:pt x="0" y="1158"/>
                    <a:pt x="42" y="1311"/>
                  </a:cubicBezTo>
                  <a:cubicBezTo>
                    <a:pt x="56" y="1367"/>
                    <a:pt x="84" y="1423"/>
                    <a:pt x="126" y="1465"/>
                  </a:cubicBezTo>
                  <a:cubicBezTo>
                    <a:pt x="154" y="1493"/>
                    <a:pt x="182" y="1521"/>
                    <a:pt x="210" y="1535"/>
                  </a:cubicBezTo>
                  <a:cubicBezTo>
                    <a:pt x="302" y="1581"/>
                    <a:pt x="395" y="1608"/>
                    <a:pt x="487" y="1608"/>
                  </a:cubicBezTo>
                  <a:cubicBezTo>
                    <a:pt x="506" y="1608"/>
                    <a:pt x="525" y="1607"/>
                    <a:pt x="544" y="1604"/>
                  </a:cubicBezTo>
                  <a:cubicBezTo>
                    <a:pt x="656" y="1590"/>
                    <a:pt x="754" y="1549"/>
                    <a:pt x="851" y="1493"/>
                  </a:cubicBezTo>
                  <a:cubicBezTo>
                    <a:pt x="921" y="1437"/>
                    <a:pt x="1005" y="1381"/>
                    <a:pt x="1061" y="1311"/>
                  </a:cubicBezTo>
                  <a:lnTo>
                    <a:pt x="879" y="977"/>
                  </a:lnTo>
                  <a:cubicBezTo>
                    <a:pt x="865" y="1005"/>
                    <a:pt x="851" y="1019"/>
                    <a:pt x="837" y="1046"/>
                  </a:cubicBezTo>
                  <a:cubicBezTo>
                    <a:pt x="782" y="1116"/>
                    <a:pt x="698" y="1172"/>
                    <a:pt x="600" y="1200"/>
                  </a:cubicBezTo>
                  <a:lnTo>
                    <a:pt x="530" y="1200"/>
                  </a:lnTo>
                  <a:cubicBezTo>
                    <a:pt x="447" y="1158"/>
                    <a:pt x="419" y="1074"/>
                    <a:pt x="447" y="921"/>
                  </a:cubicBezTo>
                  <a:cubicBezTo>
                    <a:pt x="475" y="837"/>
                    <a:pt x="530" y="754"/>
                    <a:pt x="600" y="684"/>
                  </a:cubicBezTo>
                  <a:cubicBezTo>
                    <a:pt x="670" y="628"/>
                    <a:pt x="754" y="586"/>
                    <a:pt x="837" y="572"/>
                  </a:cubicBezTo>
                  <a:lnTo>
                    <a:pt x="823" y="0"/>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36"/>
            <p:cNvSpPr/>
            <p:nvPr/>
          </p:nvSpPr>
          <p:spPr>
            <a:xfrm>
              <a:off x="5813416" y="4011117"/>
              <a:ext cx="69762" cy="141401"/>
            </a:xfrm>
            <a:custGeom>
              <a:avLst/>
              <a:gdLst/>
              <a:ahLst/>
              <a:cxnLst/>
              <a:rect l="l" t="t" r="r" b="b"/>
              <a:pathLst>
                <a:path w="964" h="1954" extrusionOk="0">
                  <a:moveTo>
                    <a:pt x="364" y="0"/>
                  </a:moveTo>
                  <a:cubicBezTo>
                    <a:pt x="238" y="70"/>
                    <a:pt x="126" y="126"/>
                    <a:pt x="1" y="182"/>
                  </a:cubicBezTo>
                  <a:cubicBezTo>
                    <a:pt x="57" y="726"/>
                    <a:pt x="99" y="1325"/>
                    <a:pt x="126" y="1939"/>
                  </a:cubicBezTo>
                  <a:lnTo>
                    <a:pt x="294" y="1856"/>
                  </a:lnTo>
                  <a:lnTo>
                    <a:pt x="475" y="1744"/>
                  </a:lnTo>
                  <a:cubicBezTo>
                    <a:pt x="447" y="1521"/>
                    <a:pt x="433" y="1381"/>
                    <a:pt x="433" y="1339"/>
                  </a:cubicBezTo>
                  <a:lnTo>
                    <a:pt x="615" y="1242"/>
                  </a:lnTo>
                  <a:cubicBezTo>
                    <a:pt x="629" y="1591"/>
                    <a:pt x="643" y="1814"/>
                    <a:pt x="670" y="1953"/>
                  </a:cubicBezTo>
                  <a:cubicBezTo>
                    <a:pt x="712" y="1911"/>
                    <a:pt x="754" y="1883"/>
                    <a:pt x="810" y="1842"/>
                  </a:cubicBezTo>
                  <a:cubicBezTo>
                    <a:pt x="852" y="1814"/>
                    <a:pt x="894" y="1772"/>
                    <a:pt x="935" y="1744"/>
                  </a:cubicBezTo>
                  <a:lnTo>
                    <a:pt x="963" y="1730"/>
                  </a:lnTo>
                  <a:cubicBezTo>
                    <a:pt x="935" y="1381"/>
                    <a:pt x="908" y="795"/>
                    <a:pt x="894" y="0"/>
                  </a:cubicBezTo>
                  <a:cubicBezTo>
                    <a:pt x="782" y="70"/>
                    <a:pt x="656" y="140"/>
                    <a:pt x="531" y="196"/>
                  </a:cubicBezTo>
                  <a:cubicBezTo>
                    <a:pt x="559" y="461"/>
                    <a:pt x="587" y="684"/>
                    <a:pt x="587" y="823"/>
                  </a:cubicBezTo>
                  <a:lnTo>
                    <a:pt x="503" y="893"/>
                  </a:lnTo>
                  <a:cubicBezTo>
                    <a:pt x="475" y="907"/>
                    <a:pt x="447" y="921"/>
                    <a:pt x="419" y="949"/>
                  </a:cubicBezTo>
                  <a:cubicBezTo>
                    <a:pt x="391" y="628"/>
                    <a:pt x="378" y="321"/>
                    <a:pt x="364"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36"/>
            <p:cNvSpPr/>
            <p:nvPr/>
          </p:nvSpPr>
          <p:spPr>
            <a:xfrm>
              <a:off x="6135446" y="4196808"/>
              <a:ext cx="76782" cy="115422"/>
            </a:xfrm>
            <a:custGeom>
              <a:avLst/>
              <a:gdLst/>
              <a:ahLst/>
              <a:cxnLst/>
              <a:rect l="l" t="t" r="r" b="b"/>
              <a:pathLst>
                <a:path w="1061" h="1595" extrusionOk="0">
                  <a:moveTo>
                    <a:pt x="823" y="1"/>
                  </a:moveTo>
                  <a:cubicBezTo>
                    <a:pt x="768" y="15"/>
                    <a:pt x="712" y="43"/>
                    <a:pt x="656" y="71"/>
                  </a:cubicBezTo>
                  <a:cubicBezTo>
                    <a:pt x="572" y="126"/>
                    <a:pt x="503" y="182"/>
                    <a:pt x="419" y="252"/>
                  </a:cubicBezTo>
                  <a:cubicBezTo>
                    <a:pt x="321" y="350"/>
                    <a:pt x="238" y="461"/>
                    <a:pt x="168" y="573"/>
                  </a:cubicBezTo>
                  <a:cubicBezTo>
                    <a:pt x="112" y="657"/>
                    <a:pt x="70" y="740"/>
                    <a:pt x="56" y="838"/>
                  </a:cubicBezTo>
                  <a:cubicBezTo>
                    <a:pt x="1" y="991"/>
                    <a:pt x="1" y="1159"/>
                    <a:pt x="56" y="1312"/>
                  </a:cubicBezTo>
                  <a:cubicBezTo>
                    <a:pt x="70" y="1354"/>
                    <a:pt x="98" y="1410"/>
                    <a:pt x="126" y="1452"/>
                  </a:cubicBezTo>
                  <a:cubicBezTo>
                    <a:pt x="154" y="1479"/>
                    <a:pt x="182" y="1507"/>
                    <a:pt x="210" y="1521"/>
                  </a:cubicBezTo>
                  <a:cubicBezTo>
                    <a:pt x="302" y="1568"/>
                    <a:pt x="395" y="1595"/>
                    <a:pt x="487" y="1595"/>
                  </a:cubicBezTo>
                  <a:cubicBezTo>
                    <a:pt x="506" y="1595"/>
                    <a:pt x="525" y="1593"/>
                    <a:pt x="545" y="1591"/>
                  </a:cubicBezTo>
                  <a:cubicBezTo>
                    <a:pt x="656" y="1577"/>
                    <a:pt x="754" y="1535"/>
                    <a:pt x="837" y="1479"/>
                  </a:cubicBezTo>
                  <a:cubicBezTo>
                    <a:pt x="921" y="1438"/>
                    <a:pt x="1005" y="1382"/>
                    <a:pt x="1061" y="1312"/>
                  </a:cubicBezTo>
                  <a:lnTo>
                    <a:pt x="879" y="977"/>
                  </a:lnTo>
                  <a:cubicBezTo>
                    <a:pt x="879" y="977"/>
                    <a:pt x="865" y="1005"/>
                    <a:pt x="837" y="1047"/>
                  </a:cubicBezTo>
                  <a:cubicBezTo>
                    <a:pt x="782" y="1117"/>
                    <a:pt x="698" y="1173"/>
                    <a:pt x="600" y="1201"/>
                  </a:cubicBezTo>
                  <a:lnTo>
                    <a:pt x="545" y="1201"/>
                  </a:lnTo>
                  <a:cubicBezTo>
                    <a:pt x="447" y="1159"/>
                    <a:pt x="419" y="1061"/>
                    <a:pt x="447" y="922"/>
                  </a:cubicBezTo>
                  <a:cubicBezTo>
                    <a:pt x="489" y="838"/>
                    <a:pt x="531" y="754"/>
                    <a:pt x="600" y="684"/>
                  </a:cubicBezTo>
                  <a:cubicBezTo>
                    <a:pt x="670" y="629"/>
                    <a:pt x="754" y="587"/>
                    <a:pt x="837" y="573"/>
                  </a:cubicBezTo>
                  <a:lnTo>
                    <a:pt x="823" y="1"/>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0" name="Google Shape;2370;p36"/>
            <p:cNvSpPr/>
            <p:nvPr/>
          </p:nvSpPr>
          <p:spPr>
            <a:xfrm>
              <a:off x="6224239" y="4156428"/>
              <a:ext cx="69762" cy="141401"/>
            </a:xfrm>
            <a:custGeom>
              <a:avLst/>
              <a:gdLst/>
              <a:ahLst/>
              <a:cxnLst/>
              <a:rect l="l" t="t" r="r" b="b"/>
              <a:pathLst>
                <a:path w="964" h="1954" extrusionOk="0">
                  <a:moveTo>
                    <a:pt x="364" y="1"/>
                  </a:moveTo>
                  <a:cubicBezTo>
                    <a:pt x="252" y="71"/>
                    <a:pt x="127" y="127"/>
                    <a:pt x="1" y="168"/>
                  </a:cubicBezTo>
                  <a:cubicBezTo>
                    <a:pt x="57" y="726"/>
                    <a:pt x="99" y="1326"/>
                    <a:pt x="140" y="1940"/>
                  </a:cubicBezTo>
                  <a:lnTo>
                    <a:pt x="294" y="1856"/>
                  </a:lnTo>
                  <a:lnTo>
                    <a:pt x="461" y="1745"/>
                  </a:lnTo>
                  <a:cubicBezTo>
                    <a:pt x="447" y="1521"/>
                    <a:pt x="433" y="1382"/>
                    <a:pt x="433" y="1340"/>
                  </a:cubicBezTo>
                  <a:lnTo>
                    <a:pt x="615" y="1228"/>
                  </a:lnTo>
                  <a:cubicBezTo>
                    <a:pt x="629" y="1577"/>
                    <a:pt x="643" y="1814"/>
                    <a:pt x="671" y="1954"/>
                  </a:cubicBezTo>
                  <a:cubicBezTo>
                    <a:pt x="712" y="1926"/>
                    <a:pt x="754" y="1884"/>
                    <a:pt x="810" y="1842"/>
                  </a:cubicBezTo>
                  <a:cubicBezTo>
                    <a:pt x="852" y="1814"/>
                    <a:pt x="894" y="1772"/>
                    <a:pt x="949" y="1745"/>
                  </a:cubicBezTo>
                  <a:lnTo>
                    <a:pt x="963" y="1731"/>
                  </a:lnTo>
                  <a:cubicBezTo>
                    <a:pt x="936" y="1382"/>
                    <a:pt x="908" y="810"/>
                    <a:pt x="894" y="1"/>
                  </a:cubicBezTo>
                  <a:cubicBezTo>
                    <a:pt x="782" y="71"/>
                    <a:pt x="671" y="140"/>
                    <a:pt x="545" y="182"/>
                  </a:cubicBezTo>
                  <a:cubicBezTo>
                    <a:pt x="573" y="461"/>
                    <a:pt x="587" y="671"/>
                    <a:pt x="587" y="824"/>
                  </a:cubicBezTo>
                  <a:lnTo>
                    <a:pt x="503" y="894"/>
                  </a:lnTo>
                  <a:cubicBezTo>
                    <a:pt x="503" y="894"/>
                    <a:pt x="475" y="908"/>
                    <a:pt x="419" y="936"/>
                  </a:cubicBezTo>
                  <a:cubicBezTo>
                    <a:pt x="392" y="629"/>
                    <a:pt x="378" y="308"/>
                    <a:pt x="364"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1" name="Google Shape;2371;p36"/>
            <p:cNvSpPr/>
            <p:nvPr/>
          </p:nvSpPr>
          <p:spPr>
            <a:xfrm>
              <a:off x="5930505" y="4333725"/>
              <a:ext cx="67736" cy="83220"/>
            </a:xfrm>
            <a:custGeom>
              <a:avLst/>
              <a:gdLst/>
              <a:ahLst/>
              <a:cxnLst/>
              <a:rect l="l" t="t" r="r" b="b"/>
              <a:pathLst>
                <a:path w="936" h="1150" extrusionOk="0">
                  <a:moveTo>
                    <a:pt x="506" y="0"/>
                  </a:moveTo>
                  <a:cubicBezTo>
                    <a:pt x="486" y="0"/>
                    <a:pt x="466" y="2"/>
                    <a:pt x="447" y="6"/>
                  </a:cubicBezTo>
                  <a:cubicBezTo>
                    <a:pt x="266" y="6"/>
                    <a:pt x="99" y="118"/>
                    <a:pt x="29" y="285"/>
                  </a:cubicBezTo>
                  <a:cubicBezTo>
                    <a:pt x="1" y="383"/>
                    <a:pt x="1" y="480"/>
                    <a:pt x="57" y="578"/>
                  </a:cubicBezTo>
                  <a:cubicBezTo>
                    <a:pt x="137" y="543"/>
                    <a:pt x="217" y="518"/>
                    <a:pt x="306" y="518"/>
                  </a:cubicBezTo>
                  <a:cubicBezTo>
                    <a:pt x="325" y="518"/>
                    <a:pt x="344" y="520"/>
                    <a:pt x="364" y="522"/>
                  </a:cubicBezTo>
                  <a:cubicBezTo>
                    <a:pt x="364" y="494"/>
                    <a:pt x="364" y="466"/>
                    <a:pt x="350" y="438"/>
                  </a:cubicBezTo>
                  <a:cubicBezTo>
                    <a:pt x="336" y="396"/>
                    <a:pt x="364" y="341"/>
                    <a:pt x="392" y="327"/>
                  </a:cubicBezTo>
                  <a:cubicBezTo>
                    <a:pt x="461" y="327"/>
                    <a:pt x="475" y="355"/>
                    <a:pt x="489" y="396"/>
                  </a:cubicBezTo>
                  <a:cubicBezTo>
                    <a:pt x="489" y="424"/>
                    <a:pt x="475" y="438"/>
                    <a:pt x="475" y="466"/>
                  </a:cubicBezTo>
                  <a:cubicBezTo>
                    <a:pt x="405" y="592"/>
                    <a:pt x="308" y="717"/>
                    <a:pt x="196" y="829"/>
                  </a:cubicBezTo>
                  <a:cubicBezTo>
                    <a:pt x="113" y="899"/>
                    <a:pt x="71" y="1038"/>
                    <a:pt x="113" y="1150"/>
                  </a:cubicBezTo>
                  <a:cubicBezTo>
                    <a:pt x="176" y="1102"/>
                    <a:pt x="280" y="1077"/>
                    <a:pt x="421" y="1077"/>
                  </a:cubicBezTo>
                  <a:cubicBezTo>
                    <a:pt x="529" y="1077"/>
                    <a:pt x="659" y="1092"/>
                    <a:pt x="810" y="1122"/>
                  </a:cubicBezTo>
                  <a:cubicBezTo>
                    <a:pt x="824" y="1010"/>
                    <a:pt x="866" y="899"/>
                    <a:pt x="936" y="815"/>
                  </a:cubicBezTo>
                  <a:cubicBezTo>
                    <a:pt x="854" y="795"/>
                    <a:pt x="765" y="782"/>
                    <a:pt x="673" y="782"/>
                  </a:cubicBezTo>
                  <a:cubicBezTo>
                    <a:pt x="640" y="782"/>
                    <a:pt x="606" y="783"/>
                    <a:pt x="573" y="787"/>
                  </a:cubicBezTo>
                  <a:cubicBezTo>
                    <a:pt x="726" y="675"/>
                    <a:pt x="824" y="508"/>
                    <a:pt x="852" y="327"/>
                  </a:cubicBezTo>
                  <a:cubicBezTo>
                    <a:pt x="852" y="201"/>
                    <a:pt x="782" y="90"/>
                    <a:pt x="670" y="34"/>
                  </a:cubicBezTo>
                  <a:cubicBezTo>
                    <a:pt x="619" y="13"/>
                    <a:pt x="561" y="0"/>
                    <a:pt x="506"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2" name="Google Shape;2372;p36"/>
            <p:cNvSpPr/>
            <p:nvPr/>
          </p:nvSpPr>
          <p:spPr>
            <a:xfrm>
              <a:off x="5751905" y="4285674"/>
              <a:ext cx="77795" cy="115422"/>
            </a:xfrm>
            <a:custGeom>
              <a:avLst/>
              <a:gdLst/>
              <a:ahLst/>
              <a:cxnLst/>
              <a:rect l="l" t="t" r="r" b="b"/>
              <a:pathLst>
                <a:path w="1075" h="1595" extrusionOk="0">
                  <a:moveTo>
                    <a:pt x="823" y="0"/>
                  </a:moveTo>
                  <a:cubicBezTo>
                    <a:pt x="767" y="14"/>
                    <a:pt x="711" y="42"/>
                    <a:pt x="656" y="70"/>
                  </a:cubicBezTo>
                  <a:cubicBezTo>
                    <a:pt x="572" y="126"/>
                    <a:pt x="488" y="182"/>
                    <a:pt x="419" y="251"/>
                  </a:cubicBezTo>
                  <a:cubicBezTo>
                    <a:pt x="321" y="349"/>
                    <a:pt x="237" y="461"/>
                    <a:pt x="153" y="586"/>
                  </a:cubicBezTo>
                  <a:cubicBezTo>
                    <a:pt x="112" y="656"/>
                    <a:pt x="70" y="754"/>
                    <a:pt x="42" y="837"/>
                  </a:cubicBezTo>
                  <a:cubicBezTo>
                    <a:pt x="0" y="991"/>
                    <a:pt x="0" y="1158"/>
                    <a:pt x="42" y="1312"/>
                  </a:cubicBezTo>
                  <a:cubicBezTo>
                    <a:pt x="70" y="1353"/>
                    <a:pt x="98" y="1409"/>
                    <a:pt x="126" y="1451"/>
                  </a:cubicBezTo>
                  <a:cubicBezTo>
                    <a:pt x="153" y="1479"/>
                    <a:pt x="181" y="1507"/>
                    <a:pt x="209" y="1521"/>
                  </a:cubicBezTo>
                  <a:cubicBezTo>
                    <a:pt x="302" y="1567"/>
                    <a:pt x="394" y="1594"/>
                    <a:pt x="487" y="1594"/>
                  </a:cubicBezTo>
                  <a:cubicBezTo>
                    <a:pt x="506" y="1594"/>
                    <a:pt x="525" y="1593"/>
                    <a:pt x="544" y="1591"/>
                  </a:cubicBezTo>
                  <a:cubicBezTo>
                    <a:pt x="656" y="1577"/>
                    <a:pt x="753" y="1535"/>
                    <a:pt x="851" y="1479"/>
                  </a:cubicBezTo>
                  <a:cubicBezTo>
                    <a:pt x="921" y="1437"/>
                    <a:pt x="1004" y="1381"/>
                    <a:pt x="1074" y="1312"/>
                  </a:cubicBezTo>
                  <a:lnTo>
                    <a:pt x="879" y="977"/>
                  </a:lnTo>
                  <a:cubicBezTo>
                    <a:pt x="879" y="977"/>
                    <a:pt x="865" y="1005"/>
                    <a:pt x="837" y="1047"/>
                  </a:cubicBezTo>
                  <a:cubicBezTo>
                    <a:pt x="781" y="1116"/>
                    <a:pt x="697" y="1172"/>
                    <a:pt x="600" y="1200"/>
                  </a:cubicBezTo>
                  <a:lnTo>
                    <a:pt x="544" y="1200"/>
                  </a:lnTo>
                  <a:cubicBezTo>
                    <a:pt x="460" y="1158"/>
                    <a:pt x="419" y="1060"/>
                    <a:pt x="446" y="921"/>
                  </a:cubicBezTo>
                  <a:cubicBezTo>
                    <a:pt x="488" y="837"/>
                    <a:pt x="544" y="754"/>
                    <a:pt x="600" y="684"/>
                  </a:cubicBezTo>
                  <a:cubicBezTo>
                    <a:pt x="670" y="628"/>
                    <a:pt x="753" y="586"/>
                    <a:pt x="851" y="572"/>
                  </a:cubicBezTo>
                  <a:lnTo>
                    <a:pt x="823" y="0"/>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3" name="Google Shape;2373;p36"/>
            <p:cNvSpPr/>
            <p:nvPr/>
          </p:nvSpPr>
          <p:spPr>
            <a:xfrm>
              <a:off x="5840698" y="4245294"/>
              <a:ext cx="69690" cy="142414"/>
            </a:xfrm>
            <a:custGeom>
              <a:avLst/>
              <a:gdLst/>
              <a:ahLst/>
              <a:cxnLst/>
              <a:rect l="l" t="t" r="r" b="b"/>
              <a:pathLst>
                <a:path w="963" h="1968" extrusionOk="0">
                  <a:moveTo>
                    <a:pt x="363" y="0"/>
                  </a:moveTo>
                  <a:cubicBezTo>
                    <a:pt x="238" y="70"/>
                    <a:pt x="126" y="126"/>
                    <a:pt x="1" y="182"/>
                  </a:cubicBezTo>
                  <a:cubicBezTo>
                    <a:pt x="56" y="740"/>
                    <a:pt x="98" y="1326"/>
                    <a:pt x="126" y="1939"/>
                  </a:cubicBezTo>
                  <a:lnTo>
                    <a:pt x="293" y="1856"/>
                  </a:lnTo>
                  <a:lnTo>
                    <a:pt x="461" y="1744"/>
                  </a:lnTo>
                  <a:cubicBezTo>
                    <a:pt x="447" y="1521"/>
                    <a:pt x="433" y="1381"/>
                    <a:pt x="433" y="1340"/>
                  </a:cubicBezTo>
                  <a:lnTo>
                    <a:pt x="600" y="1242"/>
                  </a:lnTo>
                  <a:cubicBezTo>
                    <a:pt x="628" y="1591"/>
                    <a:pt x="642" y="1828"/>
                    <a:pt x="670" y="1967"/>
                  </a:cubicBezTo>
                  <a:cubicBezTo>
                    <a:pt x="712" y="1925"/>
                    <a:pt x="754" y="1884"/>
                    <a:pt x="796" y="1856"/>
                  </a:cubicBezTo>
                  <a:cubicBezTo>
                    <a:pt x="837" y="1828"/>
                    <a:pt x="879" y="1786"/>
                    <a:pt x="935" y="1744"/>
                  </a:cubicBezTo>
                  <a:lnTo>
                    <a:pt x="963" y="1730"/>
                  </a:lnTo>
                  <a:cubicBezTo>
                    <a:pt x="935" y="1381"/>
                    <a:pt x="907" y="809"/>
                    <a:pt x="893" y="0"/>
                  </a:cubicBezTo>
                  <a:cubicBezTo>
                    <a:pt x="782" y="70"/>
                    <a:pt x="656" y="140"/>
                    <a:pt x="531" y="196"/>
                  </a:cubicBezTo>
                  <a:cubicBezTo>
                    <a:pt x="558" y="461"/>
                    <a:pt x="586" y="684"/>
                    <a:pt x="586" y="837"/>
                  </a:cubicBezTo>
                  <a:cubicBezTo>
                    <a:pt x="558" y="851"/>
                    <a:pt x="531" y="879"/>
                    <a:pt x="503" y="893"/>
                  </a:cubicBezTo>
                  <a:lnTo>
                    <a:pt x="419" y="949"/>
                  </a:lnTo>
                  <a:cubicBezTo>
                    <a:pt x="391" y="628"/>
                    <a:pt x="363" y="321"/>
                    <a:pt x="363"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4" name="Google Shape;2374;p36"/>
            <p:cNvSpPr/>
            <p:nvPr/>
          </p:nvSpPr>
          <p:spPr>
            <a:xfrm>
              <a:off x="5995128" y="4170612"/>
              <a:ext cx="112097" cy="65635"/>
            </a:xfrm>
            <a:custGeom>
              <a:avLst/>
              <a:gdLst/>
              <a:ahLst/>
              <a:cxnLst/>
              <a:rect l="l" t="t" r="r" b="b"/>
              <a:pathLst>
                <a:path w="1549" h="907" extrusionOk="0">
                  <a:moveTo>
                    <a:pt x="1" y="0"/>
                  </a:moveTo>
                  <a:cubicBezTo>
                    <a:pt x="29" y="14"/>
                    <a:pt x="43" y="28"/>
                    <a:pt x="56" y="42"/>
                  </a:cubicBezTo>
                  <a:cubicBezTo>
                    <a:pt x="112" y="70"/>
                    <a:pt x="168" y="112"/>
                    <a:pt x="238" y="168"/>
                  </a:cubicBezTo>
                  <a:cubicBezTo>
                    <a:pt x="377" y="265"/>
                    <a:pt x="559" y="377"/>
                    <a:pt x="754" y="488"/>
                  </a:cubicBezTo>
                  <a:cubicBezTo>
                    <a:pt x="963" y="614"/>
                    <a:pt x="1144" y="712"/>
                    <a:pt x="1298" y="781"/>
                  </a:cubicBezTo>
                  <a:cubicBezTo>
                    <a:pt x="1368" y="823"/>
                    <a:pt x="1437" y="851"/>
                    <a:pt x="1479" y="865"/>
                  </a:cubicBezTo>
                  <a:lnTo>
                    <a:pt x="1549" y="907"/>
                  </a:lnTo>
                  <a:lnTo>
                    <a:pt x="1493" y="851"/>
                  </a:lnTo>
                  <a:cubicBezTo>
                    <a:pt x="1451" y="823"/>
                    <a:pt x="1396" y="781"/>
                    <a:pt x="1326" y="740"/>
                  </a:cubicBezTo>
                  <a:cubicBezTo>
                    <a:pt x="1186" y="642"/>
                    <a:pt x="991" y="516"/>
                    <a:pt x="796" y="405"/>
                  </a:cubicBezTo>
                  <a:cubicBezTo>
                    <a:pt x="600" y="293"/>
                    <a:pt x="405" y="196"/>
                    <a:pt x="252" y="112"/>
                  </a:cubicBezTo>
                  <a:cubicBezTo>
                    <a:pt x="182" y="84"/>
                    <a:pt x="112" y="56"/>
                    <a:pt x="70" y="28"/>
                  </a:cubicBezTo>
                  <a:lnTo>
                    <a:pt x="1" y="0"/>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5" name="Google Shape;2375;p36"/>
            <p:cNvSpPr/>
            <p:nvPr/>
          </p:nvSpPr>
          <p:spPr>
            <a:xfrm>
              <a:off x="6009239" y="4305864"/>
              <a:ext cx="116222" cy="56589"/>
            </a:xfrm>
            <a:custGeom>
              <a:avLst/>
              <a:gdLst/>
              <a:ahLst/>
              <a:cxnLst/>
              <a:rect l="l" t="t" r="r" b="b"/>
              <a:pathLst>
                <a:path w="1606" h="782" extrusionOk="0">
                  <a:moveTo>
                    <a:pt x="1605" y="0"/>
                  </a:moveTo>
                  <a:lnTo>
                    <a:pt x="1535" y="28"/>
                  </a:lnTo>
                  <a:cubicBezTo>
                    <a:pt x="1479" y="42"/>
                    <a:pt x="1424" y="70"/>
                    <a:pt x="1340" y="98"/>
                  </a:cubicBezTo>
                  <a:cubicBezTo>
                    <a:pt x="1187" y="154"/>
                    <a:pt x="977" y="251"/>
                    <a:pt x="782" y="349"/>
                  </a:cubicBezTo>
                  <a:cubicBezTo>
                    <a:pt x="573" y="447"/>
                    <a:pt x="378" y="544"/>
                    <a:pt x="238" y="628"/>
                  </a:cubicBezTo>
                  <a:cubicBezTo>
                    <a:pt x="168" y="670"/>
                    <a:pt x="99" y="712"/>
                    <a:pt x="57" y="740"/>
                  </a:cubicBezTo>
                  <a:lnTo>
                    <a:pt x="1" y="781"/>
                  </a:lnTo>
                  <a:lnTo>
                    <a:pt x="71" y="754"/>
                  </a:lnTo>
                  <a:cubicBezTo>
                    <a:pt x="113" y="740"/>
                    <a:pt x="182" y="712"/>
                    <a:pt x="266" y="684"/>
                  </a:cubicBezTo>
                  <a:cubicBezTo>
                    <a:pt x="419" y="614"/>
                    <a:pt x="615" y="530"/>
                    <a:pt x="824" y="433"/>
                  </a:cubicBezTo>
                  <a:cubicBezTo>
                    <a:pt x="1019" y="335"/>
                    <a:pt x="1214" y="238"/>
                    <a:pt x="1368" y="140"/>
                  </a:cubicBezTo>
                  <a:cubicBezTo>
                    <a:pt x="1438" y="98"/>
                    <a:pt x="1493" y="70"/>
                    <a:pt x="1535" y="42"/>
                  </a:cubicBezTo>
                  <a:lnTo>
                    <a:pt x="1605" y="0"/>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76" name="Google Shape;2376;p36"/>
          <p:cNvGrpSpPr/>
          <p:nvPr/>
        </p:nvGrpSpPr>
        <p:grpSpPr>
          <a:xfrm>
            <a:off x="287809" y="393110"/>
            <a:ext cx="854586" cy="572682"/>
            <a:chOff x="181096" y="315758"/>
            <a:chExt cx="654303" cy="438500"/>
          </a:xfrm>
        </p:grpSpPr>
        <p:sp>
          <p:nvSpPr>
            <p:cNvPr id="2377" name="Google Shape;2377;p36"/>
            <p:cNvSpPr/>
            <p:nvPr/>
          </p:nvSpPr>
          <p:spPr>
            <a:xfrm>
              <a:off x="708673" y="557277"/>
              <a:ext cx="126727" cy="173619"/>
            </a:xfrm>
            <a:custGeom>
              <a:avLst/>
              <a:gdLst/>
              <a:ahLst/>
              <a:cxnLst/>
              <a:rect l="l" t="t" r="r" b="b"/>
              <a:pathLst>
                <a:path w="754" h="1033" extrusionOk="0">
                  <a:moveTo>
                    <a:pt x="572" y="0"/>
                  </a:moveTo>
                  <a:cubicBezTo>
                    <a:pt x="391" y="56"/>
                    <a:pt x="196" y="98"/>
                    <a:pt x="0" y="140"/>
                  </a:cubicBezTo>
                  <a:lnTo>
                    <a:pt x="98" y="684"/>
                  </a:lnTo>
                  <a:cubicBezTo>
                    <a:pt x="126" y="642"/>
                    <a:pt x="182" y="600"/>
                    <a:pt x="237" y="572"/>
                  </a:cubicBezTo>
                  <a:cubicBezTo>
                    <a:pt x="275" y="565"/>
                    <a:pt x="308" y="562"/>
                    <a:pt x="337" y="562"/>
                  </a:cubicBezTo>
                  <a:cubicBezTo>
                    <a:pt x="427" y="562"/>
                    <a:pt x="478" y="596"/>
                    <a:pt x="488" y="670"/>
                  </a:cubicBezTo>
                  <a:cubicBezTo>
                    <a:pt x="499" y="735"/>
                    <a:pt x="459" y="758"/>
                    <a:pt x="400" y="758"/>
                  </a:cubicBezTo>
                  <a:cubicBezTo>
                    <a:pt x="384" y="758"/>
                    <a:pt x="367" y="756"/>
                    <a:pt x="349" y="753"/>
                  </a:cubicBezTo>
                  <a:cubicBezTo>
                    <a:pt x="293" y="739"/>
                    <a:pt x="251" y="711"/>
                    <a:pt x="210" y="684"/>
                  </a:cubicBezTo>
                  <a:cubicBezTo>
                    <a:pt x="168" y="739"/>
                    <a:pt x="112" y="809"/>
                    <a:pt x="56" y="865"/>
                  </a:cubicBezTo>
                  <a:cubicBezTo>
                    <a:pt x="154" y="962"/>
                    <a:pt x="279" y="1018"/>
                    <a:pt x="433" y="1032"/>
                  </a:cubicBezTo>
                  <a:cubicBezTo>
                    <a:pt x="516" y="1018"/>
                    <a:pt x="586" y="990"/>
                    <a:pt x="656" y="921"/>
                  </a:cubicBezTo>
                  <a:cubicBezTo>
                    <a:pt x="726" y="837"/>
                    <a:pt x="754" y="725"/>
                    <a:pt x="754" y="614"/>
                  </a:cubicBezTo>
                  <a:cubicBezTo>
                    <a:pt x="740" y="544"/>
                    <a:pt x="712" y="474"/>
                    <a:pt x="642" y="418"/>
                  </a:cubicBezTo>
                  <a:cubicBezTo>
                    <a:pt x="572" y="349"/>
                    <a:pt x="475" y="321"/>
                    <a:pt x="363" y="321"/>
                  </a:cubicBezTo>
                  <a:cubicBezTo>
                    <a:pt x="335" y="321"/>
                    <a:pt x="293" y="335"/>
                    <a:pt x="265" y="349"/>
                  </a:cubicBezTo>
                  <a:lnTo>
                    <a:pt x="265" y="307"/>
                  </a:lnTo>
                  <a:cubicBezTo>
                    <a:pt x="391" y="279"/>
                    <a:pt x="502" y="251"/>
                    <a:pt x="628" y="251"/>
                  </a:cubicBezTo>
                  <a:cubicBezTo>
                    <a:pt x="614" y="167"/>
                    <a:pt x="586" y="84"/>
                    <a:pt x="572"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8" name="Google Shape;2378;p36"/>
            <p:cNvSpPr/>
            <p:nvPr/>
          </p:nvSpPr>
          <p:spPr>
            <a:xfrm>
              <a:off x="181096" y="404836"/>
              <a:ext cx="178325" cy="268076"/>
            </a:xfrm>
            <a:custGeom>
              <a:avLst/>
              <a:gdLst/>
              <a:ahLst/>
              <a:cxnLst/>
              <a:rect l="l" t="t" r="r" b="b"/>
              <a:pathLst>
                <a:path w="1061" h="1595" extrusionOk="0">
                  <a:moveTo>
                    <a:pt x="824" y="0"/>
                  </a:moveTo>
                  <a:cubicBezTo>
                    <a:pt x="768" y="14"/>
                    <a:pt x="712" y="42"/>
                    <a:pt x="656" y="70"/>
                  </a:cubicBezTo>
                  <a:cubicBezTo>
                    <a:pt x="573" y="126"/>
                    <a:pt x="489" y="182"/>
                    <a:pt x="419" y="251"/>
                  </a:cubicBezTo>
                  <a:cubicBezTo>
                    <a:pt x="322" y="349"/>
                    <a:pt x="224" y="461"/>
                    <a:pt x="154" y="586"/>
                  </a:cubicBezTo>
                  <a:cubicBezTo>
                    <a:pt x="112" y="656"/>
                    <a:pt x="71" y="754"/>
                    <a:pt x="43" y="837"/>
                  </a:cubicBezTo>
                  <a:cubicBezTo>
                    <a:pt x="1" y="991"/>
                    <a:pt x="1" y="1158"/>
                    <a:pt x="43" y="1312"/>
                  </a:cubicBezTo>
                  <a:cubicBezTo>
                    <a:pt x="57" y="1353"/>
                    <a:pt x="85" y="1409"/>
                    <a:pt x="126" y="1451"/>
                  </a:cubicBezTo>
                  <a:cubicBezTo>
                    <a:pt x="140" y="1479"/>
                    <a:pt x="182" y="1507"/>
                    <a:pt x="210" y="1521"/>
                  </a:cubicBezTo>
                  <a:cubicBezTo>
                    <a:pt x="291" y="1567"/>
                    <a:pt x="391" y="1594"/>
                    <a:pt x="486" y="1594"/>
                  </a:cubicBezTo>
                  <a:cubicBezTo>
                    <a:pt x="506" y="1594"/>
                    <a:pt x="526" y="1593"/>
                    <a:pt x="545" y="1591"/>
                  </a:cubicBezTo>
                  <a:cubicBezTo>
                    <a:pt x="656" y="1577"/>
                    <a:pt x="754" y="1535"/>
                    <a:pt x="838" y="1479"/>
                  </a:cubicBezTo>
                  <a:cubicBezTo>
                    <a:pt x="921" y="1437"/>
                    <a:pt x="991" y="1381"/>
                    <a:pt x="1061" y="1312"/>
                  </a:cubicBezTo>
                  <a:lnTo>
                    <a:pt x="880" y="977"/>
                  </a:lnTo>
                  <a:cubicBezTo>
                    <a:pt x="866" y="1005"/>
                    <a:pt x="852" y="1019"/>
                    <a:pt x="838" y="1047"/>
                  </a:cubicBezTo>
                  <a:cubicBezTo>
                    <a:pt x="782" y="1116"/>
                    <a:pt x="698" y="1172"/>
                    <a:pt x="601" y="1200"/>
                  </a:cubicBezTo>
                  <a:lnTo>
                    <a:pt x="531" y="1200"/>
                  </a:lnTo>
                  <a:cubicBezTo>
                    <a:pt x="447" y="1158"/>
                    <a:pt x="419" y="1074"/>
                    <a:pt x="447" y="921"/>
                  </a:cubicBezTo>
                  <a:cubicBezTo>
                    <a:pt x="475" y="837"/>
                    <a:pt x="531" y="754"/>
                    <a:pt x="601" y="684"/>
                  </a:cubicBezTo>
                  <a:cubicBezTo>
                    <a:pt x="670" y="628"/>
                    <a:pt x="754" y="586"/>
                    <a:pt x="838" y="572"/>
                  </a:cubicBezTo>
                  <a:lnTo>
                    <a:pt x="824" y="0"/>
                  </a:ln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9" name="Google Shape;2379;p36"/>
            <p:cNvSpPr/>
            <p:nvPr/>
          </p:nvSpPr>
          <p:spPr>
            <a:xfrm>
              <a:off x="485978" y="315758"/>
              <a:ext cx="164207" cy="330767"/>
            </a:xfrm>
            <a:custGeom>
              <a:avLst/>
              <a:gdLst/>
              <a:ahLst/>
              <a:cxnLst/>
              <a:rect l="l" t="t" r="r" b="b"/>
              <a:pathLst>
                <a:path w="977" h="1968" extrusionOk="0">
                  <a:moveTo>
                    <a:pt x="907" y="0"/>
                  </a:moveTo>
                  <a:cubicBezTo>
                    <a:pt x="795" y="84"/>
                    <a:pt x="670" y="154"/>
                    <a:pt x="544" y="196"/>
                  </a:cubicBezTo>
                  <a:cubicBezTo>
                    <a:pt x="572" y="475"/>
                    <a:pt x="600" y="684"/>
                    <a:pt x="600" y="837"/>
                  </a:cubicBezTo>
                  <a:lnTo>
                    <a:pt x="516" y="907"/>
                  </a:lnTo>
                  <a:cubicBezTo>
                    <a:pt x="488" y="921"/>
                    <a:pt x="460" y="935"/>
                    <a:pt x="433" y="949"/>
                  </a:cubicBezTo>
                  <a:cubicBezTo>
                    <a:pt x="405" y="642"/>
                    <a:pt x="377" y="321"/>
                    <a:pt x="377" y="14"/>
                  </a:cubicBezTo>
                  <a:cubicBezTo>
                    <a:pt x="251" y="84"/>
                    <a:pt x="126" y="140"/>
                    <a:pt x="0" y="182"/>
                  </a:cubicBezTo>
                  <a:cubicBezTo>
                    <a:pt x="70" y="740"/>
                    <a:pt x="112" y="1325"/>
                    <a:pt x="140" y="1953"/>
                  </a:cubicBezTo>
                  <a:lnTo>
                    <a:pt x="307" y="1869"/>
                  </a:lnTo>
                  <a:lnTo>
                    <a:pt x="474" y="1758"/>
                  </a:lnTo>
                  <a:cubicBezTo>
                    <a:pt x="460" y="1521"/>
                    <a:pt x="447" y="1381"/>
                    <a:pt x="447" y="1339"/>
                  </a:cubicBezTo>
                  <a:lnTo>
                    <a:pt x="614" y="1242"/>
                  </a:lnTo>
                  <a:cubicBezTo>
                    <a:pt x="642" y="1590"/>
                    <a:pt x="656" y="1828"/>
                    <a:pt x="684" y="1967"/>
                  </a:cubicBezTo>
                  <a:cubicBezTo>
                    <a:pt x="725" y="1925"/>
                    <a:pt x="767" y="1883"/>
                    <a:pt x="823" y="1855"/>
                  </a:cubicBezTo>
                  <a:cubicBezTo>
                    <a:pt x="865" y="1814"/>
                    <a:pt x="907" y="1786"/>
                    <a:pt x="949" y="1758"/>
                  </a:cubicBezTo>
                  <a:lnTo>
                    <a:pt x="977" y="1730"/>
                  </a:lnTo>
                  <a:cubicBezTo>
                    <a:pt x="949" y="1381"/>
                    <a:pt x="921" y="809"/>
                    <a:pt x="907"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0" name="Google Shape;2380;p36"/>
            <p:cNvSpPr/>
            <p:nvPr/>
          </p:nvSpPr>
          <p:spPr>
            <a:xfrm>
              <a:off x="361605" y="600303"/>
              <a:ext cx="131433" cy="153954"/>
            </a:xfrm>
            <a:custGeom>
              <a:avLst/>
              <a:gdLst/>
              <a:ahLst/>
              <a:cxnLst/>
              <a:rect l="l" t="t" r="r" b="b"/>
              <a:pathLst>
                <a:path w="782" h="916" extrusionOk="0">
                  <a:moveTo>
                    <a:pt x="392" y="0"/>
                  </a:moveTo>
                  <a:cubicBezTo>
                    <a:pt x="227" y="0"/>
                    <a:pt x="75" y="105"/>
                    <a:pt x="15" y="260"/>
                  </a:cubicBezTo>
                  <a:cubicBezTo>
                    <a:pt x="1" y="344"/>
                    <a:pt x="29" y="414"/>
                    <a:pt x="71" y="483"/>
                  </a:cubicBezTo>
                  <a:cubicBezTo>
                    <a:pt x="140" y="441"/>
                    <a:pt x="224" y="414"/>
                    <a:pt x="308" y="400"/>
                  </a:cubicBezTo>
                  <a:cubicBezTo>
                    <a:pt x="294" y="386"/>
                    <a:pt x="294" y="372"/>
                    <a:pt x="280" y="344"/>
                  </a:cubicBezTo>
                  <a:cubicBezTo>
                    <a:pt x="266" y="316"/>
                    <a:pt x="280" y="274"/>
                    <a:pt x="308" y="260"/>
                  </a:cubicBezTo>
                  <a:cubicBezTo>
                    <a:pt x="350" y="260"/>
                    <a:pt x="377" y="274"/>
                    <a:pt x="377" y="302"/>
                  </a:cubicBezTo>
                  <a:cubicBezTo>
                    <a:pt x="391" y="316"/>
                    <a:pt x="391" y="330"/>
                    <a:pt x="377" y="358"/>
                  </a:cubicBezTo>
                  <a:cubicBezTo>
                    <a:pt x="350" y="455"/>
                    <a:pt x="294" y="567"/>
                    <a:pt x="224" y="651"/>
                  </a:cubicBezTo>
                  <a:cubicBezTo>
                    <a:pt x="168" y="720"/>
                    <a:pt x="154" y="832"/>
                    <a:pt x="196" y="916"/>
                  </a:cubicBezTo>
                  <a:cubicBezTo>
                    <a:pt x="266" y="846"/>
                    <a:pt x="447" y="804"/>
                    <a:pt x="726" y="804"/>
                  </a:cubicBezTo>
                  <a:cubicBezTo>
                    <a:pt x="712" y="720"/>
                    <a:pt x="740" y="637"/>
                    <a:pt x="782" y="567"/>
                  </a:cubicBezTo>
                  <a:cubicBezTo>
                    <a:pt x="742" y="561"/>
                    <a:pt x="701" y="558"/>
                    <a:pt x="662" y="558"/>
                  </a:cubicBezTo>
                  <a:cubicBezTo>
                    <a:pt x="606" y="558"/>
                    <a:pt x="552" y="565"/>
                    <a:pt x="503" y="581"/>
                  </a:cubicBezTo>
                  <a:cubicBezTo>
                    <a:pt x="601" y="483"/>
                    <a:pt x="656" y="344"/>
                    <a:pt x="643" y="204"/>
                  </a:cubicBezTo>
                  <a:cubicBezTo>
                    <a:pt x="629" y="107"/>
                    <a:pt x="559" y="37"/>
                    <a:pt x="475" y="9"/>
                  </a:cubicBezTo>
                  <a:cubicBezTo>
                    <a:pt x="447" y="3"/>
                    <a:pt x="420" y="0"/>
                    <a:pt x="392" y="0"/>
                  </a:cubicBezTo>
                  <a:close/>
                </a:path>
              </a:pathLst>
            </a:cu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81" name="Google Shape;2381;p36"/>
          <p:cNvGrpSpPr/>
          <p:nvPr/>
        </p:nvGrpSpPr>
        <p:grpSpPr>
          <a:xfrm>
            <a:off x="7975550" y="2825889"/>
            <a:ext cx="1298606" cy="2151921"/>
            <a:chOff x="6559512" y="4669794"/>
            <a:chExt cx="482466" cy="799495"/>
          </a:xfrm>
        </p:grpSpPr>
        <p:sp>
          <p:nvSpPr>
            <p:cNvPr id="2382" name="Google Shape;2382;p36"/>
            <p:cNvSpPr/>
            <p:nvPr/>
          </p:nvSpPr>
          <p:spPr>
            <a:xfrm>
              <a:off x="6644181" y="4779284"/>
              <a:ext cx="97986" cy="215069"/>
            </a:xfrm>
            <a:custGeom>
              <a:avLst/>
              <a:gdLst/>
              <a:ahLst/>
              <a:cxnLst/>
              <a:rect l="l" t="t" r="r" b="b"/>
              <a:pathLst>
                <a:path w="1354" h="2972" extrusionOk="0">
                  <a:moveTo>
                    <a:pt x="1354" y="0"/>
                  </a:moveTo>
                  <a:lnTo>
                    <a:pt x="1354" y="0"/>
                  </a:lnTo>
                  <a:cubicBezTo>
                    <a:pt x="1354" y="0"/>
                    <a:pt x="1340" y="14"/>
                    <a:pt x="1298" y="42"/>
                  </a:cubicBezTo>
                  <a:cubicBezTo>
                    <a:pt x="1256" y="70"/>
                    <a:pt x="1200" y="112"/>
                    <a:pt x="1130" y="154"/>
                  </a:cubicBezTo>
                  <a:cubicBezTo>
                    <a:pt x="1005" y="265"/>
                    <a:pt x="824" y="405"/>
                    <a:pt x="656" y="558"/>
                  </a:cubicBezTo>
                  <a:cubicBezTo>
                    <a:pt x="489" y="698"/>
                    <a:pt x="335" y="851"/>
                    <a:pt x="210" y="977"/>
                  </a:cubicBezTo>
                  <a:cubicBezTo>
                    <a:pt x="154" y="1032"/>
                    <a:pt x="112" y="1088"/>
                    <a:pt x="84" y="1130"/>
                  </a:cubicBezTo>
                  <a:lnTo>
                    <a:pt x="29" y="1186"/>
                  </a:lnTo>
                  <a:cubicBezTo>
                    <a:pt x="29" y="1186"/>
                    <a:pt x="56" y="1172"/>
                    <a:pt x="84" y="1144"/>
                  </a:cubicBezTo>
                  <a:cubicBezTo>
                    <a:pt x="126" y="1102"/>
                    <a:pt x="182" y="1074"/>
                    <a:pt x="252" y="1019"/>
                  </a:cubicBezTo>
                  <a:cubicBezTo>
                    <a:pt x="391" y="921"/>
                    <a:pt x="559" y="767"/>
                    <a:pt x="726" y="628"/>
                  </a:cubicBezTo>
                  <a:cubicBezTo>
                    <a:pt x="893" y="475"/>
                    <a:pt x="1047" y="321"/>
                    <a:pt x="1172" y="196"/>
                  </a:cubicBezTo>
                  <a:cubicBezTo>
                    <a:pt x="1228" y="140"/>
                    <a:pt x="1270" y="84"/>
                    <a:pt x="1312" y="56"/>
                  </a:cubicBezTo>
                  <a:lnTo>
                    <a:pt x="1354" y="0"/>
                  </a:lnTo>
                  <a:close/>
                  <a:moveTo>
                    <a:pt x="29" y="1186"/>
                  </a:moveTo>
                  <a:cubicBezTo>
                    <a:pt x="29" y="1214"/>
                    <a:pt x="29" y="1228"/>
                    <a:pt x="29" y="1256"/>
                  </a:cubicBezTo>
                  <a:cubicBezTo>
                    <a:pt x="29" y="1311"/>
                    <a:pt x="15" y="1381"/>
                    <a:pt x="15" y="1465"/>
                  </a:cubicBezTo>
                  <a:cubicBezTo>
                    <a:pt x="1" y="1632"/>
                    <a:pt x="1" y="1855"/>
                    <a:pt x="1" y="2079"/>
                  </a:cubicBezTo>
                  <a:cubicBezTo>
                    <a:pt x="1" y="2302"/>
                    <a:pt x="15" y="2525"/>
                    <a:pt x="42" y="2692"/>
                  </a:cubicBezTo>
                  <a:cubicBezTo>
                    <a:pt x="42" y="2776"/>
                    <a:pt x="56" y="2846"/>
                    <a:pt x="56" y="2888"/>
                  </a:cubicBezTo>
                  <a:cubicBezTo>
                    <a:pt x="70" y="2943"/>
                    <a:pt x="70" y="2971"/>
                    <a:pt x="70" y="2971"/>
                  </a:cubicBezTo>
                  <a:lnTo>
                    <a:pt x="70" y="2888"/>
                  </a:lnTo>
                  <a:cubicBezTo>
                    <a:pt x="70" y="2846"/>
                    <a:pt x="84" y="2776"/>
                    <a:pt x="84" y="2692"/>
                  </a:cubicBezTo>
                  <a:cubicBezTo>
                    <a:pt x="98" y="2511"/>
                    <a:pt x="98" y="2302"/>
                    <a:pt x="98" y="2079"/>
                  </a:cubicBezTo>
                  <a:cubicBezTo>
                    <a:pt x="84" y="1855"/>
                    <a:pt x="70" y="1632"/>
                    <a:pt x="56" y="1465"/>
                  </a:cubicBezTo>
                  <a:cubicBezTo>
                    <a:pt x="56" y="1381"/>
                    <a:pt x="42" y="1311"/>
                    <a:pt x="42" y="1256"/>
                  </a:cubicBezTo>
                  <a:cubicBezTo>
                    <a:pt x="29" y="1214"/>
                    <a:pt x="29" y="1186"/>
                    <a:pt x="29" y="1186"/>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3" name="Google Shape;2383;p36"/>
            <p:cNvSpPr/>
            <p:nvPr/>
          </p:nvSpPr>
          <p:spPr>
            <a:xfrm>
              <a:off x="6742093" y="4779284"/>
              <a:ext cx="191846" cy="214056"/>
            </a:xfrm>
            <a:custGeom>
              <a:avLst/>
              <a:gdLst/>
              <a:ahLst/>
              <a:cxnLst/>
              <a:rect l="l" t="t" r="r" b="b"/>
              <a:pathLst>
                <a:path w="2651" h="2958" extrusionOk="0">
                  <a:moveTo>
                    <a:pt x="1" y="0"/>
                  </a:moveTo>
                  <a:lnTo>
                    <a:pt x="56" y="56"/>
                  </a:lnTo>
                  <a:cubicBezTo>
                    <a:pt x="84" y="84"/>
                    <a:pt x="140" y="140"/>
                    <a:pt x="196" y="196"/>
                  </a:cubicBezTo>
                  <a:cubicBezTo>
                    <a:pt x="307" y="321"/>
                    <a:pt x="475" y="475"/>
                    <a:pt x="642" y="628"/>
                  </a:cubicBezTo>
                  <a:cubicBezTo>
                    <a:pt x="810" y="781"/>
                    <a:pt x="977" y="921"/>
                    <a:pt x="1117" y="1019"/>
                  </a:cubicBezTo>
                  <a:cubicBezTo>
                    <a:pt x="1172" y="1074"/>
                    <a:pt x="1228" y="1102"/>
                    <a:pt x="1270" y="1144"/>
                  </a:cubicBezTo>
                  <a:lnTo>
                    <a:pt x="1326" y="1172"/>
                  </a:lnTo>
                  <a:lnTo>
                    <a:pt x="1284" y="1130"/>
                  </a:lnTo>
                  <a:cubicBezTo>
                    <a:pt x="1256" y="1088"/>
                    <a:pt x="1200" y="1032"/>
                    <a:pt x="1144" y="977"/>
                  </a:cubicBezTo>
                  <a:cubicBezTo>
                    <a:pt x="1033" y="851"/>
                    <a:pt x="865" y="698"/>
                    <a:pt x="698" y="558"/>
                  </a:cubicBezTo>
                  <a:cubicBezTo>
                    <a:pt x="545" y="405"/>
                    <a:pt x="363" y="265"/>
                    <a:pt x="238" y="154"/>
                  </a:cubicBezTo>
                  <a:cubicBezTo>
                    <a:pt x="168" y="112"/>
                    <a:pt x="112" y="70"/>
                    <a:pt x="70" y="42"/>
                  </a:cubicBezTo>
                  <a:cubicBezTo>
                    <a:pt x="42" y="28"/>
                    <a:pt x="29" y="14"/>
                    <a:pt x="1" y="0"/>
                  </a:cubicBezTo>
                  <a:close/>
                  <a:moveTo>
                    <a:pt x="2651" y="0"/>
                  </a:moveTo>
                  <a:lnTo>
                    <a:pt x="2651" y="0"/>
                  </a:lnTo>
                  <a:cubicBezTo>
                    <a:pt x="2623" y="14"/>
                    <a:pt x="2595" y="28"/>
                    <a:pt x="2581" y="42"/>
                  </a:cubicBezTo>
                  <a:cubicBezTo>
                    <a:pt x="2539" y="70"/>
                    <a:pt x="2483" y="112"/>
                    <a:pt x="2414" y="154"/>
                  </a:cubicBezTo>
                  <a:cubicBezTo>
                    <a:pt x="2288" y="265"/>
                    <a:pt x="2107" y="405"/>
                    <a:pt x="1953" y="558"/>
                  </a:cubicBezTo>
                  <a:cubicBezTo>
                    <a:pt x="1786" y="698"/>
                    <a:pt x="1619" y="851"/>
                    <a:pt x="1507" y="977"/>
                  </a:cubicBezTo>
                  <a:cubicBezTo>
                    <a:pt x="1451" y="1032"/>
                    <a:pt x="1409" y="1088"/>
                    <a:pt x="1368" y="1130"/>
                  </a:cubicBezTo>
                  <a:lnTo>
                    <a:pt x="1326" y="1172"/>
                  </a:lnTo>
                  <a:lnTo>
                    <a:pt x="1382" y="1144"/>
                  </a:lnTo>
                  <a:cubicBezTo>
                    <a:pt x="1423" y="1102"/>
                    <a:pt x="1479" y="1074"/>
                    <a:pt x="1535" y="1019"/>
                  </a:cubicBezTo>
                  <a:cubicBezTo>
                    <a:pt x="1674" y="921"/>
                    <a:pt x="1842" y="767"/>
                    <a:pt x="2009" y="628"/>
                  </a:cubicBezTo>
                  <a:cubicBezTo>
                    <a:pt x="2177" y="475"/>
                    <a:pt x="2344" y="321"/>
                    <a:pt x="2456" y="196"/>
                  </a:cubicBezTo>
                  <a:cubicBezTo>
                    <a:pt x="2511" y="140"/>
                    <a:pt x="2567" y="84"/>
                    <a:pt x="2595" y="56"/>
                  </a:cubicBezTo>
                  <a:lnTo>
                    <a:pt x="2651" y="0"/>
                  </a:lnTo>
                  <a:close/>
                  <a:moveTo>
                    <a:pt x="1326" y="1172"/>
                  </a:moveTo>
                  <a:lnTo>
                    <a:pt x="1326" y="1256"/>
                  </a:lnTo>
                  <a:cubicBezTo>
                    <a:pt x="1326" y="1297"/>
                    <a:pt x="1312" y="1367"/>
                    <a:pt x="1312" y="1451"/>
                  </a:cubicBezTo>
                  <a:cubicBezTo>
                    <a:pt x="1298" y="1632"/>
                    <a:pt x="1298" y="1841"/>
                    <a:pt x="1312" y="2065"/>
                  </a:cubicBezTo>
                  <a:cubicBezTo>
                    <a:pt x="1326" y="2288"/>
                    <a:pt x="1326" y="2511"/>
                    <a:pt x="1340" y="2678"/>
                  </a:cubicBezTo>
                  <a:cubicBezTo>
                    <a:pt x="1340" y="2762"/>
                    <a:pt x="1368" y="2832"/>
                    <a:pt x="1368" y="2888"/>
                  </a:cubicBezTo>
                  <a:cubicBezTo>
                    <a:pt x="1368" y="2929"/>
                    <a:pt x="1382" y="2957"/>
                    <a:pt x="1382" y="2957"/>
                  </a:cubicBezTo>
                  <a:lnTo>
                    <a:pt x="1382" y="2888"/>
                  </a:lnTo>
                  <a:cubicBezTo>
                    <a:pt x="1382" y="2832"/>
                    <a:pt x="1382" y="2762"/>
                    <a:pt x="1395" y="2678"/>
                  </a:cubicBezTo>
                  <a:cubicBezTo>
                    <a:pt x="1395" y="2511"/>
                    <a:pt x="1409" y="2288"/>
                    <a:pt x="1395" y="2065"/>
                  </a:cubicBezTo>
                  <a:cubicBezTo>
                    <a:pt x="1382" y="1841"/>
                    <a:pt x="1368" y="1618"/>
                    <a:pt x="1354" y="1451"/>
                  </a:cubicBezTo>
                  <a:cubicBezTo>
                    <a:pt x="1354" y="1367"/>
                    <a:pt x="1340" y="1297"/>
                    <a:pt x="1340" y="1256"/>
                  </a:cubicBezTo>
                  <a:cubicBezTo>
                    <a:pt x="1326" y="1200"/>
                    <a:pt x="1326" y="1172"/>
                    <a:pt x="1326" y="1172"/>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4" name="Google Shape;2384;p36"/>
            <p:cNvSpPr/>
            <p:nvPr/>
          </p:nvSpPr>
          <p:spPr>
            <a:xfrm>
              <a:off x="6661332" y="4803526"/>
              <a:ext cx="72802" cy="64622"/>
            </a:xfrm>
            <a:custGeom>
              <a:avLst/>
              <a:gdLst/>
              <a:ahLst/>
              <a:cxnLst/>
              <a:rect l="l" t="t" r="r" b="b"/>
              <a:pathLst>
                <a:path w="1006" h="893" extrusionOk="0">
                  <a:moveTo>
                    <a:pt x="1005" y="0"/>
                  </a:moveTo>
                  <a:lnTo>
                    <a:pt x="1005" y="0"/>
                  </a:lnTo>
                  <a:cubicBezTo>
                    <a:pt x="949" y="28"/>
                    <a:pt x="893" y="70"/>
                    <a:pt x="838" y="112"/>
                  </a:cubicBezTo>
                  <a:cubicBezTo>
                    <a:pt x="726" y="181"/>
                    <a:pt x="601" y="293"/>
                    <a:pt x="475" y="405"/>
                  </a:cubicBezTo>
                  <a:cubicBezTo>
                    <a:pt x="349" y="516"/>
                    <a:pt x="224" y="628"/>
                    <a:pt x="140" y="725"/>
                  </a:cubicBezTo>
                  <a:cubicBezTo>
                    <a:pt x="98" y="781"/>
                    <a:pt x="43" y="837"/>
                    <a:pt x="1" y="893"/>
                  </a:cubicBezTo>
                  <a:cubicBezTo>
                    <a:pt x="1" y="893"/>
                    <a:pt x="84" y="851"/>
                    <a:pt x="182" y="767"/>
                  </a:cubicBezTo>
                  <a:cubicBezTo>
                    <a:pt x="280" y="697"/>
                    <a:pt x="419" y="600"/>
                    <a:pt x="545" y="474"/>
                  </a:cubicBezTo>
                  <a:cubicBezTo>
                    <a:pt x="670" y="363"/>
                    <a:pt x="782" y="251"/>
                    <a:pt x="866" y="153"/>
                  </a:cubicBezTo>
                  <a:cubicBezTo>
                    <a:pt x="963" y="56"/>
                    <a:pt x="1005" y="0"/>
                    <a:pt x="1005"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5" name="Google Shape;2385;p36"/>
            <p:cNvSpPr/>
            <p:nvPr/>
          </p:nvSpPr>
          <p:spPr>
            <a:xfrm>
              <a:off x="6933863" y="4779284"/>
              <a:ext cx="95959" cy="85825"/>
            </a:xfrm>
            <a:custGeom>
              <a:avLst/>
              <a:gdLst/>
              <a:ahLst/>
              <a:cxnLst/>
              <a:rect l="l" t="t" r="r" b="b"/>
              <a:pathLst>
                <a:path w="1326" h="1186" extrusionOk="0">
                  <a:moveTo>
                    <a:pt x="1" y="0"/>
                  </a:moveTo>
                  <a:lnTo>
                    <a:pt x="57" y="56"/>
                  </a:lnTo>
                  <a:cubicBezTo>
                    <a:pt x="85" y="84"/>
                    <a:pt x="126" y="140"/>
                    <a:pt x="196" y="196"/>
                  </a:cubicBezTo>
                  <a:cubicBezTo>
                    <a:pt x="308" y="321"/>
                    <a:pt x="461" y="475"/>
                    <a:pt x="629" y="628"/>
                  </a:cubicBezTo>
                  <a:cubicBezTo>
                    <a:pt x="796" y="781"/>
                    <a:pt x="977" y="921"/>
                    <a:pt x="1103" y="1019"/>
                  </a:cubicBezTo>
                  <a:cubicBezTo>
                    <a:pt x="1173" y="1074"/>
                    <a:pt x="1228" y="1116"/>
                    <a:pt x="1270" y="1144"/>
                  </a:cubicBezTo>
                  <a:cubicBezTo>
                    <a:pt x="1312" y="1172"/>
                    <a:pt x="1326" y="1186"/>
                    <a:pt x="1326" y="1186"/>
                  </a:cubicBezTo>
                  <a:lnTo>
                    <a:pt x="1284" y="1130"/>
                  </a:lnTo>
                  <a:cubicBezTo>
                    <a:pt x="1242" y="1088"/>
                    <a:pt x="1200" y="1032"/>
                    <a:pt x="1145" y="977"/>
                  </a:cubicBezTo>
                  <a:cubicBezTo>
                    <a:pt x="1033" y="851"/>
                    <a:pt x="866" y="698"/>
                    <a:pt x="698" y="558"/>
                  </a:cubicBezTo>
                  <a:cubicBezTo>
                    <a:pt x="531" y="405"/>
                    <a:pt x="364" y="265"/>
                    <a:pt x="224" y="154"/>
                  </a:cubicBezTo>
                  <a:cubicBezTo>
                    <a:pt x="168" y="112"/>
                    <a:pt x="98" y="70"/>
                    <a:pt x="71" y="42"/>
                  </a:cubicBezTo>
                  <a:cubicBezTo>
                    <a:pt x="29" y="14"/>
                    <a:pt x="1" y="0"/>
                    <a:pt x="1"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6" name="Google Shape;2386;p36"/>
            <p:cNvSpPr/>
            <p:nvPr/>
          </p:nvSpPr>
          <p:spPr>
            <a:xfrm>
              <a:off x="6743106" y="4994283"/>
              <a:ext cx="95959" cy="85825"/>
            </a:xfrm>
            <a:custGeom>
              <a:avLst/>
              <a:gdLst/>
              <a:ahLst/>
              <a:cxnLst/>
              <a:rect l="l" t="t" r="r" b="b"/>
              <a:pathLst>
                <a:path w="1326" h="1186" extrusionOk="0">
                  <a:moveTo>
                    <a:pt x="1326" y="0"/>
                  </a:moveTo>
                  <a:cubicBezTo>
                    <a:pt x="1312" y="14"/>
                    <a:pt x="1284" y="28"/>
                    <a:pt x="1270" y="42"/>
                  </a:cubicBezTo>
                  <a:cubicBezTo>
                    <a:pt x="1228" y="70"/>
                    <a:pt x="1172" y="112"/>
                    <a:pt x="1103" y="168"/>
                  </a:cubicBezTo>
                  <a:cubicBezTo>
                    <a:pt x="977" y="265"/>
                    <a:pt x="796" y="405"/>
                    <a:pt x="628" y="558"/>
                  </a:cubicBezTo>
                  <a:cubicBezTo>
                    <a:pt x="461" y="698"/>
                    <a:pt x="307" y="851"/>
                    <a:pt x="196" y="977"/>
                  </a:cubicBezTo>
                  <a:cubicBezTo>
                    <a:pt x="126" y="1033"/>
                    <a:pt x="84" y="1088"/>
                    <a:pt x="56" y="1130"/>
                  </a:cubicBezTo>
                  <a:lnTo>
                    <a:pt x="1" y="1186"/>
                  </a:lnTo>
                  <a:cubicBezTo>
                    <a:pt x="15" y="1172"/>
                    <a:pt x="42" y="1158"/>
                    <a:pt x="70" y="1144"/>
                  </a:cubicBezTo>
                  <a:cubicBezTo>
                    <a:pt x="98" y="1116"/>
                    <a:pt x="154" y="1074"/>
                    <a:pt x="224" y="1019"/>
                  </a:cubicBezTo>
                  <a:cubicBezTo>
                    <a:pt x="363" y="921"/>
                    <a:pt x="531" y="781"/>
                    <a:pt x="698" y="628"/>
                  </a:cubicBezTo>
                  <a:cubicBezTo>
                    <a:pt x="865" y="475"/>
                    <a:pt x="1033" y="321"/>
                    <a:pt x="1144" y="210"/>
                  </a:cubicBezTo>
                  <a:cubicBezTo>
                    <a:pt x="1200" y="140"/>
                    <a:pt x="1242" y="84"/>
                    <a:pt x="1284" y="56"/>
                  </a:cubicBezTo>
                  <a:lnTo>
                    <a:pt x="1326" y="0"/>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7" name="Google Shape;2387;p36"/>
            <p:cNvSpPr/>
            <p:nvPr/>
          </p:nvSpPr>
          <p:spPr>
            <a:xfrm>
              <a:off x="6940955" y="4998336"/>
              <a:ext cx="96972" cy="85825"/>
            </a:xfrm>
            <a:custGeom>
              <a:avLst/>
              <a:gdLst/>
              <a:ahLst/>
              <a:cxnLst/>
              <a:rect l="l" t="t" r="r" b="b"/>
              <a:pathLst>
                <a:path w="1340" h="1186" extrusionOk="0">
                  <a:moveTo>
                    <a:pt x="1340" y="0"/>
                  </a:moveTo>
                  <a:cubicBezTo>
                    <a:pt x="1340" y="0"/>
                    <a:pt x="1312" y="14"/>
                    <a:pt x="1270" y="42"/>
                  </a:cubicBezTo>
                  <a:cubicBezTo>
                    <a:pt x="1228" y="70"/>
                    <a:pt x="1172" y="112"/>
                    <a:pt x="1102" y="154"/>
                  </a:cubicBezTo>
                  <a:cubicBezTo>
                    <a:pt x="977" y="265"/>
                    <a:pt x="810" y="405"/>
                    <a:pt x="642" y="544"/>
                  </a:cubicBezTo>
                  <a:cubicBezTo>
                    <a:pt x="475" y="698"/>
                    <a:pt x="307" y="851"/>
                    <a:pt x="196" y="977"/>
                  </a:cubicBezTo>
                  <a:cubicBezTo>
                    <a:pt x="140" y="1032"/>
                    <a:pt x="84" y="1088"/>
                    <a:pt x="56" y="1130"/>
                  </a:cubicBezTo>
                  <a:lnTo>
                    <a:pt x="0" y="1186"/>
                  </a:lnTo>
                  <a:cubicBezTo>
                    <a:pt x="0" y="1186"/>
                    <a:pt x="28" y="1172"/>
                    <a:pt x="70" y="1144"/>
                  </a:cubicBezTo>
                  <a:cubicBezTo>
                    <a:pt x="112" y="1102"/>
                    <a:pt x="168" y="1074"/>
                    <a:pt x="238" y="1018"/>
                  </a:cubicBezTo>
                  <a:cubicBezTo>
                    <a:pt x="363" y="921"/>
                    <a:pt x="531" y="767"/>
                    <a:pt x="698" y="628"/>
                  </a:cubicBezTo>
                  <a:cubicBezTo>
                    <a:pt x="865" y="474"/>
                    <a:pt x="1033" y="321"/>
                    <a:pt x="1144" y="195"/>
                  </a:cubicBezTo>
                  <a:cubicBezTo>
                    <a:pt x="1200" y="140"/>
                    <a:pt x="1256" y="84"/>
                    <a:pt x="1284" y="56"/>
                  </a:cubicBezTo>
                  <a:lnTo>
                    <a:pt x="1340" y="0"/>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8" name="Google Shape;2388;p36"/>
            <p:cNvSpPr/>
            <p:nvPr/>
          </p:nvSpPr>
          <p:spPr>
            <a:xfrm>
              <a:off x="6646207" y="4994283"/>
              <a:ext cx="95959" cy="85825"/>
            </a:xfrm>
            <a:custGeom>
              <a:avLst/>
              <a:gdLst/>
              <a:ahLst/>
              <a:cxnLst/>
              <a:rect l="l" t="t" r="r" b="b"/>
              <a:pathLst>
                <a:path w="1326" h="1186" extrusionOk="0">
                  <a:moveTo>
                    <a:pt x="1" y="0"/>
                  </a:moveTo>
                  <a:lnTo>
                    <a:pt x="56" y="56"/>
                  </a:lnTo>
                  <a:cubicBezTo>
                    <a:pt x="84" y="84"/>
                    <a:pt x="126" y="140"/>
                    <a:pt x="182" y="196"/>
                  </a:cubicBezTo>
                  <a:cubicBezTo>
                    <a:pt x="307" y="321"/>
                    <a:pt x="461" y="475"/>
                    <a:pt x="628" y="628"/>
                  </a:cubicBezTo>
                  <a:cubicBezTo>
                    <a:pt x="796" y="781"/>
                    <a:pt x="977" y="921"/>
                    <a:pt x="1102" y="1019"/>
                  </a:cubicBezTo>
                  <a:cubicBezTo>
                    <a:pt x="1172" y="1074"/>
                    <a:pt x="1228" y="1116"/>
                    <a:pt x="1270" y="1144"/>
                  </a:cubicBezTo>
                  <a:cubicBezTo>
                    <a:pt x="1312" y="1172"/>
                    <a:pt x="1326" y="1186"/>
                    <a:pt x="1326" y="1186"/>
                  </a:cubicBezTo>
                  <a:lnTo>
                    <a:pt x="1284" y="1130"/>
                  </a:lnTo>
                  <a:cubicBezTo>
                    <a:pt x="1242" y="1088"/>
                    <a:pt x="1200" y="1033"/>
                    <a:pt x="1144" y="977"/>
                  </a:cubicBezTo>
                  <a:cubicBezTo>
                    <a:pt x="1019" y="851"/>
                    <a:pt x="865" y="698"/>
                    <a:pt x="698" y="558"/>
                  </a:cubicBezTo>
                  <a:cubicBezTo>
                    <a:pt x="531" y="405"/>
                    <a:pt x="363" y="265"/>
                    <a:pt x="224" y="168"/>
                  </a:cubicBezTo>
                  <a:cubicBezTo>
                    <a:pt x="154" y="112"/>
                    <a:pt x="98" y="70"/>
                    <a:pt x="56" y="42"/>
                  </a:cubicBezTo>
                  <a:cubicBezTo>
                    <a:pt x="28" y="14"/>
                    <a:pt x="1" y="0"/>
                    <a:pt x="1"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9" name="Google Shape;2389;p36"/>
            <p:cNvSpPr/>
            <p:nvPr/>
          </p:nvSpPr>
          <p:spPr>
            <a:xfrm>
              <a:off x="6840004" y="4998336"/>
              <a:ext cx="96972" cy="85825"/>
            </a:xfrm>
            <a:custGeom>
              <a:avLst/>
              <a:gdLst/>
              <a:ahLst/>
              <a:cxnLst/>
              <a:rect l="l" t="t" r="r" b="b"/>
              <a:pathLst>
                <a:path w="1340" h="1186" extrusionOk="0">
                  <a:moveTo>
                    <a:pt x="1" y="0"/>
                  </a:moveTo>
                  <a:lnTo>
                    <a:pt x="56" y="56"/>
                  </a:lnTo>
                  <a:cubicBezTo>
                    <a:pt x="84" y="84"/>
                    <a:pt x="126" y="140"/>
                    <a:pt x="196" y="195"/>
                  </a:cubicBezTo>
                  <a:cubicBezTo>
                    <a:pt x="308" y="321"/>
                    <a:pt x="475" y="474"/>
                    <a:pt x="628" y="628"/>
                  </a:cubicBezTo>
                  <a:cubicBezTo>
                    <a:pt x="796" y="781"/>
                    <a:pt x="977" y="921"/>
                    <a:pt x="1103" y="1018"/>
                  </a:cubicBezTo>
                  <a:cubicBezTo>
                    <a:pt x="1172" y="1074"/>
                    <a:pt x="1228" y="1102"/>
                    <a:pt x="1270" y="1144"/>
                  </a:cubicBezTo>
                  <a:cubicBezTo>
                    <a:pt x="1284" y="1158"/>
                    <a:pt x="1312" y="1172"/>
                    <a:pt x="1340" y="1186"/>
                  </a:cubicBezTo>
                  <a:lnTo>
                    <a:pt x="1284" y="1130"/>
                  </a:lnTo>
                  <a:cubicBezTo>
                    <a:pt x="1242" y="1088"/>
                    <a:pt x="1200" y="1032"/>
                    <a:pt x="1144" y="977"/>
                  </a:cubicBezTo>
                  <a:cubicBezTo>
                    <a:pt x="1033" y="851"/>
                    <a:pt x="865" y="698"/>
                    <a:pt x="698" y="544"/>
                  </a:cubicBezTo>
                  <a:cubicBezTo>
                    <a:pt x="531" y="405"/>
                    <a:pt x="363" y="265"/>
                    <a:pt x="224" y="154"/>
                  </a:cubicBezTo>
                  <a:cubicBezTo>
                    <a:pt x="168" y="112"/>
                    <a:pt x="98" y="70"/>
                    <a:pt x="70" y="42"/>
                  </a:cubicBezTo>
                  <a:cubicBezTo>
                    <a:pt x="42" y="28"/>
                    <a:pt x="29" y="14"/>
                    <a:pt x="1"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0" name="Google Shape;2390;p36"/>
            <p:cNvSpPr/>
            <p:nvPr/>
          </p:nvSpPr>
          <p:spPr>
            <a:xfrm>
              <a:off x="6665384" y="4994283"/>
              <a:ext cx="68749" cy="61655"/>
            </a:xfrm>
            <a:custGeom>
              <a:avLst/>
              <a:gdLst/>
              <a:ahLst/>
              <a:cxnLst/>
              <a:rect l="l" t="t" r="r" b="b"/>
              <a:pathLst>
                <a:path w="950" h="852" extrusionOk="0">
                  <a:moveTo>
                    <a:pt x="1" y="0"/>
                  </a:moveTo>
                  <a:cubicBezTo>
                    <a:pt x="42" y="56"/>
                    <a:pt x="84" y="112"/>
                    <a:pt x="126" y="154"/>
                  </a:cubicBezTo>
                  <a:cubicBezTo>
                    <a:pt x="224" y="265"/>
                    <a:pt x="321" y="363"/>
                    <a:pt x="433" y="461"/>
                  </a:cubicBezTo>
                  <a:cubicBezTo>
                    <a:pt x="558" y="572"/>
                    <a:pt x="684" y="670"/>
                    <a:pt x="782" y="740"/>
                  </a:cubicBezTo>
                  <a:cubicBezTo>
                    <a:pt x="837" y="781"/>
                    <a:pt x="893" y="809"/>
                    <a:pt x="949" y="851"/>
                  </a:cubicBezTo>
                  <a:cubicBezTo>
                    <a:pt x="949" y="851"/>
                    <a:pt x="907" y="781"/>
                    <a:pt x="823" y="698"/>
                  </a:cubicBezTo>
                  <a:cubicBezTo>
                    <a:pt x="740" y="600"/>
                    <a:pt x="642" y="489"/>
                    <a:pt x="517" y="391"/>
                  </a:cubicBezTo>
                  <a:cubicBezTo>
                    <a:pt x="405" y="293"/>
                    <a:pt x="293" y="196"/>
                    <a:pt x="168" y="112"/>
                  </a:cubicBezTo>
                  <a:cubicBezTo>
                    <a:pt x="70" y="42"/>
                    <a:pt x="1" y="0"/>
                    <a:pt x="1"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1" name="Google Shape;2391;p36"/>
            <p:cNvSpPr/>
            <p:nvPr/>
          </p:nvSpPr>
          <p:spPr>
            <a:xfrm>
              <a:off x="7033801" y="4871116"/>
              <a:ext cx="8178" cy="129316"/>
            </a:xfrm>
            <a:custGeom>
              <a:avLst/>
              <a:gdLst/>
              <a:ahLst/>
              <a:cxnLst/>
              <a:rect l="l" t="t" r="r" b="b"/>
              <a:pathLst>
                <a:path w="113" h="1787" extrusionOk="0">
                  <a:moveTo>
                    <a:pt x="29" y="1"/>
                  </a:moveTo>
                  <a:lnTo>
                    <a:pt x="29" y="84"/>
                  </a:lnTo>
                  <a:cubicBezTo>
                    <a:pt x="29" y="126"/>
                    <a:pt x="29" y="196"/>
                    <a:pt x="15" y="280"/>
                  </a:cubicBezTo>
                  <a:cubicBezTo>
                    <a:pt x="15" y="461"/>
                    <a:pt x="1" y="670"/>
                    <a:pt x="15" y="893"/>
                  </a:cubicBezTo>
                  <a:cubicBezTo>
                    <a:pt x="29" y="1116"/>
                    <a:pt x="43" y="1340"/>
                    <a:pt x="57" y="1507"/>
                  </a:cubicBezTo>
                  <a:cubicBezTo>
                    <a:pt x="57" y="1591"/>
                    <a:pt x="71" y="1660"/>
                    <a:pt x="71" y="1716"/>
                  </a:cubicBezTo>
                  <a:cubicBezTo>
                    <a:pt x="84" y="1758"/>
                    <a:pt x="84" y="1786"/>
                    <a:pt x="84" y="1786"/>
                  </a:cubicBezTo>
                  <a:lnTo>
                    <a:pt x="84" y="1716"/>
                  </a:lnTo>
                  <a:cubicBezTo>
                    <a:pt x="84" y="1660"/>
                    <a:pt x="98" y="1591"/>
                    <a:pt x="98" y="1507"/>
                  </a:cubicBezTo>
                  <a:cubicBezTo>
                    <a:pt x="112" y="1340"/>
                    <a:pt x="112" y="1116"/>
                    <a:pt x="112" y="893"/>
                  </a:cubicBezTo>
                  <a:cubicBezTo>
                    <a:pt x="112" y="670"/>
                    <a:pt x="84" y="447"/>
                    <a:pt x="71" y="280"/>
                  </a:cubicBezTo>
                  <a:cubicBezTo>
                    <a:pt x="71" y="196"/>
                    <a:pt x="57" y="126"/>
                    <a:pt x="43" y="84"/>
                  </a:cubicBezTo>
                  <a:cubicBezTo>
                    <a:pt x="43" y="28"/>
                    <a:pt x="29" y="1"/>
                    <a:pt x="29"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2" name="Google Shape;2392;p36"/>
            <p:cNvSpPr/>
            <p:nvPr/>
          </p:nvSpPr>
          <p:spPr>
            <a:xfrm>
              <a:off x="6640128" y="5163837"/>
              <a:ext cx="98999" cy="215069"/>
            </a:xfrm>
            <a:custGeom>
              <a:avLst/>
              <a:gdLst/>
              <a:ahLst/>
              <a:cxnLst/>
              <a:rect l="l" t="t" r="r" b="b"/>
              <a:pathLst>
                <a:path w="1368" h="2972" extrusionOk="0">
                  <a:moveTo>
                    <a:pt x="1368" y="1"/>
                  </a:moveTo>
                  <a:cubicBezTo>
                    <a:pt x="1354" y="15"/>
                    <a:pt x="1326" y="29"/>
                    <a:pt x="1312" y="43"/>
                  </a:cubicBezTo>
                  <a:cubicBezTo>
                    <a:pt x="1270" y="84"/>
                    <a:pt x="1200" y="112"/>
                    <a:pt x="1145" y="168"/>
                  </a:cubicBezTo>
                  <a:cubicBezTo>
                    <a:pt x="1005" y="266"/>
                    <a:pt x="838" y="419"/>
                    <a:pt x="670" y="559"/>
                  </a:cubicBezTo>
                  <a:cubicBezTo>
                    <a:pt x="503" y="712"/>
                    <a:pt x="336" y="866"/>
                    <a:pt x="224" y="991"/>
                  </a:cubicBezTo>
                  <a:cubicBezTo>
                    <a:pt x="168" y="1047"/>
                    <a:pt x="126" y="1103"/>
                    <a:pt x="85" y="1131"/>
                  </a:cubicBezTo>
                  <a:lnTo>
                    <a:pt x="29" y="1186"/>
                  </a:lnTo>
                  <a:lnTo>
                    <a:pt x="29" y="1270"/>
                  </a:lnTo>
                  <a:cubicBezTo>
                    <a:pt x="29" y="1312"/>
                    <a:pt x="29" y="1382"/>
                    <a:pt x="15" y="1465"/>
                  </a:cubicBezTo>
                  <a:cubicBezTo>
                    <a:pt x="15" y="1647"/>
                    <a:pt x="1" y="1856"/>
                    <a:pt x="15" y="2079"/>
                  </a:cubicBezTo>
                  <a:cubicBezTo>
                    <a:pt x="29" y="2302"/>
                    <a:pt x="43" y="2525"/>
                    <a:pt x="57" y="2693"/>
                  </a:cubicBezTo>
                  <a:cubicBezTo>
                    <a:pt x="57" y="2776"/>
                    <a:pt x="71" y="2846"/>
                    <a:pt x="71" y="2902"/>
                  </a:cubicBezTo>
                  <a:cubicBezTo>
                    <a:pt x="85" y="2944"/>
                    <a:pt x="85" y="2972"/>
                    <a:pt x="85" y="2972"/>
                  </a:cubicBezTo>
                  <a:cubicBezTo>
                    <a:pt x="85" y="2958"/>
                    <a:pt x="85" y="2930"/>
                    <a:pt x="85" y="2902"/>
                  </a:cubicBezTo>
                  <a:cubicBezTo>
                    <a:pt x="85" y="2846"/>
                    <a:pt x="98" y="2776"/>
                    <a:pt x="98" y="2693"/>
                  </a:cubicBezTo>
                  <a:cubicBezTo>
                    <a:pt x="112" y="2525"/>
                    <a:pt x="112" y="2302"/>
                    <a:pt x="112" y="2079"/>
                  </a:cubicBezTo>
                  <a:cubicBezTo>
                    <a:pt x="112" y="1856"/>
                    <a:pt x="98" y="1633"/>
                    <a:pt x="71" y="1465"/>
                  </a:cubicBezTo>
                  <a:cubicBezTo>
                    <a:pt x="71" y="1382"/>
                    <a:pt x="57" y="1312"/>
                    <a:pt x="57" y="1270"/>
                  </a:cubicBezTo>
                  <a:cubicBezTo>
                    <a:pt x="43" y="1214"/>
                    <a:pt x="43" y="1186"/>
                    <a:pt x="43" y="1186"/>
                  </a:cubicBezTo>
                  <a:cubicBezTo>
                    <a:pt x="57" y="1172"/>
                    <a:pt x="85" y="1158"/>
                    <a:pt x="112" y="1144"/>
                  </a:cubicBezTo>
                  <a:cubicBezTo>
                    <a:pt x="140" y="1117"/>
                    <a:pt x="196" y="1075"/>
                    <a:pt x="266" y="1033"/>
                  </a:cubicBezTo>
                  <a:cubicBezTo>
                    <a:pt x="405" y="921"/>
                    <a:pt x="573" y="782"/>
                    <a:pt x="740" y="628"/>
                  </a:cubicBezTo>
                  <a:cubicBezTo>
                    <a:pt x="907" y="489"/>
                    <a:pt x="1075" y="335"/>
                    <a:pt x="1186" y="210"/>
                  </a:cubicBezTo>
                  <a:cubicBezTo>
                    <a:pt x="1242" y="154"/>
                    <a:pt x="1284" y="98"/>
                    <a:pt x="1326" y="56"/>
                  </a:cubicBezTo>
                  <a:lnTo>
                    <a:pt x="1368" y="1"/>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3" name="Google Shape;2393;p36"/>
            <p:cNvSpPr/>
            <p:nvPr/>
          </p:nvSpPr>
          <p:spPr>
            <a:xfrm>
              <a:off x="6739053" y="5163837"/>
              <a:ext cx="95959" cy="85897"/>
            </a:xfrm>
            <a:custGeom>
              <a:avLst/>
              <a:gdLst/>
              <a:ahLst/>
              <a:cxnLst/>
              <a:rect l="l" t="t" r="r" b="b"/>
              <a:pathLst>
                <a:path w="1326" h="1187" extrusionOk="0">
                  <a:moveTo>
                    <a:pt x="1" y="1"/>
                  </a:moveTo>
                  <a:lnTo>
                    <a:pt x="43" y="56"/>
                  </a:lnTo>
                  <a:cubicBezTo>
                    <a:pt x="84" y="98"/>
                    <a:pt x="126" y="154"/>
                    <a:pt x="182" y="210"/>
                  </a:cubicBezTo>
                  <a:cubicBezTo>
                    <a:pt x="308" y="335"/>
                    <a:pt x="461" y="489"/>
                    <a:pt x="628" y="642"/>
                  </a:cubicBezTo>
                  <a:cubicBezTo>
                    <a:pt x="810" y="782"/>
                    <a:pt x="963" y="921"/>
                    <a:pt x="1103" y="1033"/>
                  </a:cubicBezTo>
                  <a:cubicBezTo>
                    <a:pt x="1172" y="1075"/>
                    <a:pt x="1228" y="1117"/>
                    <a:pt x="1270" y="1144"/>
                  </a:cubicBezTo>
                  <a:cubicBezTo>
                    <a:pt x="1284" y="1158"/>
                    <a:pt x="1312" y="1172"/>
                    <a:pt x="1326" y="1186"/>
                  </a:cubicBezTo>
                  <a:lnTo>
                    <a:pt x="1284" y="1131"/>
                  </a:lnTo>
                  <a:cubicBezTo>
                    <a:pt x="1242" y="1103"/>
                    <a:pt x="1200" y="1047"/>
                    <a:pt x="1145" y="991"/>
                  </a:cubicBezTo>
                  <a:cubicBezTo>
                    <a:pt x="1019" y="866"/>
                    <a:pt x="866" y="712"/>
                    <a:pt x="698" y="559"/>
                  </a:cubicBezTo>
                  <a:cubicBezTo>
                    <a:pt x="531" y="405"/>
                    <a:pt x="349" y="266"/>
                    <a:pt x="224" y="168"/>
                  </a:cubicBezTo>
                  <a:cubicBezTo>
                    <a:pt x="154" y="112"/>
                    <a:pt x="98" y="84"/>
                    <a:pt x="57" y="43"/>
                  </a:cubicBezTo>
                  <a:cubicBezTo>
                    <a:pt x="15" y="15"/>
                    <a:pt x="1" y="1"/>
                    <a:pt x="1"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4" name="Google Shape;2394;p36"/>
            <p:cNvSpPr/>
            <p:nvPr/>
          </p:nvSpPr>
          <p:spPr>
            <a:xfrm>
              <a:off x="6746145" y="5382890"/>
              <a:ext cx="96972" cy="85897"/>
            </a:xfrm>
            <a:custGeom>
              <a:avLst/>
              <a:gdLst/>
              <a:ahLst/>
              <a:cxnLst/>
              <a:rect l="l" t="t" r="r" b="b"/>
              <a:pathLst>
                <a:path w="1340" h="1187" extrusionOk="0">
                  <a:moveTo>
                    <a:pt x="1339" y="1"/>
                  </a:moveTo>
                  <a:cubicBezTo>
                    <a:pt x="1312" y="14"/>
                    <a:pt x="1284" y="28"/>
                    <a:pt x="1270" y="42"/>
                  </a:cubicBezTo>
                  <a:cubicBezTo>
                    <a:pt x="1228" y="70"/>
                    <a:pt x="1172" y="112"/>
                    <a:pt x="1102" y="168"/>
                  </a:cubicBezTo>
                  <a:cubicBezTo>
                    <a:pt x="977" y="266"/>
                    <a:pt x="795" y="419"/>
                    <a:pt x="642" y="558"/>
                  </a:cubicBezTo>
                  <a:cubicBezTo>
                    <a:pt x="475" y="712"/>
                    <a:pt x="307" y="865"/>
                    <a:pt x="196" y="991"/>
                  </a:cubicBezTo>
                  <a:cubicBezTo>
                    <a:pt x="140" y="1047"/>
                    <a:pt x="84" y="1102"/>
                    <a:pt x="56" y="1130"/>
                  </a:cubicBezTo>
                  <a:lnTo>
                    <a:pt x="0" y="1186"/>
                  </a:lnTo>
                  <a:cubicBezTo>
                    <a:pt x="0" y="1186"/>
                    <a:pt x="28" y="1172"/>
                    <a:pt x="70" y="1144"/>
                  </a:cubicBezTo>
                  <a:cubicBezTo>
                    <a:pt x="98" y="1116"/>
                    <a:pt x="168" y="1075"/>
                    <a:pt x="224" y="1033"/>
                  </a:cubicBezTo>
                  <a:cubicBezTo>
                    <a:pt x="363" y="921"/>
                    <a:pt x="530" y="782"/>
                    <a:pt x="698" y="628"/>
                  </a:cubicBezTo>
                  <a:cubicBezTo>
                    <a:pt x="865" y="489"/>
                    <a:pt x="1033" y="335"/>
                    <a:pt x="1144" y="210"/>
                  </a:cubicBezTo>
                  <a:cubicBezTo>
                    <a:pt x="1200" y="154"/>
                    <a:pt x="1256" y="98"/>
                    <a:pt x="1284" y="56"/>
                  </a:cubicBezTo>
                  <a:lnTo>
                    <a:pt x="1339" y="1"/>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5" name="Google Shape;2395;p36"/>
            <p:cNvSpPr/>
            <p:nvPr/>
          </p:nvSpPr>
          <p:spPr>
            <a:xfrm>
              <a:off x="6645194" y="5382890"/>
              <a:ext cx="95959" cy="85897"/>
            </a:xfrm>
            <a:custGeom>
              <a:avLst/>
              <a:gdLst/>
              <a:ahLst/>
              <a:cxnLst/>
              <a:rect l="l" t="t" r="r" b="b"/>
              <a:pathLst>
                <a:path w="1326" h="1187" extrusionOk="0">
                  <a:moveTo>
                    <a:pt x="1" y="1"/>
                  </a:moveTo>
                  <a:lnTo>
                    <a:pt x="56" y="56"/>
                  </a:lnTo>
                  <a:cubicBezTo>
                    <a:pt x="84" y="98"/>
                    <a:pt x="126" y="154"/>
                    <a:pt x="196" y="210"/>
                  </a:cubicBezTo>
                  <a:cubicBezTo>
                    <a:pt x="307" y="335"/>
                    <a:pt x="461" y="489"/>
                    <a:pt x="628" y="628"/>
                  </a:cubicBezTo>
                  <a:cubicBezTo>
                    <a:pt x="796" y="782"/>
                    <a:pt x="977" y="921"/>
                    <a:pt x="1102" y="1033"/>
                  </a:cubicBezTo>
                  <a:cubicBezTo>
                    <a:pt x="1172" y="1075"/>
                    <a:pt x="1228" y="1116"/>
                    <a:pt x="1270" y="1144"/>
                  </a:cubicBezTo>
                  <a:cubicBezTo>
                    <a:pt x="1312" y="1172"/>
                    <a:pt x="1326" y="1186"/>
                    <a:pt x="1326" y="1186"/>
                  </a:cubicBezTo>
                  <a:lnTo>
                    <a:pt x="1284" y="1130"/>
                  </a:lnTo>
                  <a:cubicBezTo>
                    <a:pt x="1242" y="1102"/>
                    <a:pt x="1200" y="1047"/>
                    <a:pt x="1144" y="991"/>
                  </a:cubicBezTo>
                  <a:cubicBezTo>
                    <a:pt x="1033" y="865"/>
                    <a:pt x="865" y="712"/>
                    <a:pt x="698" y="558"/>
                  </a:cubicBezTo>
                  <a:cubicBezTo>
                    <a:pt x="531" y="405"/>
                    <a:pt x="363" y="266"/>
                    <a:pt x="224" y="168"/>
                  </a:cubicBezTo>
                  <a:cubicBezTo>
                    <a:pt x="168" y="112"/>
                    <a:pt x="98" y="70"/>
                    <a:pt x="70" y="42"/>
                  </a:cubicBezTo>
                  <a:cubicBezTo>
                    <a:pt x="42" y="28"/>
                    <a:pt x="15" y="15"/>
                    <a:pt x="1"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6" name="Google Shape;2396;p36"/>
            <p:cNvSpPr/>
            <p:nvPr/>
          </p:nvSpPr>
          <p:spPr>
            <a:xfrm>
              <a:off x="6824880" y="4888267"/>
              <a:ext cx="7164" cy="82858"/>
            </a:xfrm>
            <a:custGeom>
              <a:avLst/>
              <a:gdLst/>
              <a:ahLst/>
              <a:cxnLst/>
              <a:rect l="l" t="t" r="r" b="b"/>
              <a:pathLst>
                <a:path w="99" h="1145" extrusionOk="0">
                  <a:moveTo>
                    <a:pt x="42" y="1"/>
                  </a:moveTo>
                  <a:cubicBezTo>
                    <a:pt x="42" y="1"/>
                    <a:pt x="28" y="70"/>
                    <a:pt x="14" y="182"/>
                  </a:cubicBezTo>
                  <a:cubicBezTo>
                    <a:pt x="0" y="308"/>
                    <a:pt x="0" y="447"/>
                    <a:pt x="0" y="573"/>
                  </a:cubicBezTo>
                  <a:cubicBezTo>
                    <a:pt x="0" y="712"/>
                    <a:pt x="14" y="838"/>
                    <a:pt x="28" y="977"/>
                  </a:cubicBezTo>
                  <a:cubicBezTo>
                    <a:pt x="42" y="1075"/>
                    <a:pt x="56" y="1145"/>
                    <a:pt x="56" y="1145"/>
                  </a:cubicBezTo>
                  <a:cubicBezTo>
                    <a:pt x="70" y="1089"/>
                    <a:pt x="84" y="1033"/>
                    <a:pt x="84" y="977"/>
                  </a:cubicBezTo>
                  <a:cubicBezTo>
                    <a:pt x="98" y="838"/>
                    <a:pt x="98" y="712"/>
                    <a:pt x="98" y="573"/>
                  </a:cubicBezTo>
                  <a:cubicBezTo>
                    <a:pt x="98" y="433"/>
                    <a:pt x="84" y="280"/>
                    <a:pt x="70" y="182"/>
                  </a:cubicBezTo>
                  <a:cubicBezTo>
                    <a:pt x="56" y="112"/>
                    <a:pt x="56" y="57"/>
                    <a:pt x="42"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7" name="Google Shape;2397;p36"/>
            <p:cNvSpPr/>
            <p:nvPr/>
          </p:nvSpPr>
          <p:spPr>
            <a:xfrm>
              <a:off x="6737027" y="5080037"/>
              <a:ext cx="7164" cy="83871"/>
            </a:xfrm>
            <a:custGeom>
              <a:avLst/>
              <a:gdLst/>
              <a:ahLst/>
              <a:cxnLst/>
              <a:rect l="l" t="t" r="r" b="b"/>
              <a:pathLst>
                <a:path w="99" h="1159" extrusionOk="0">
                  <a:moveTo>
                    <a:pt x="43" y="1"/>
                  </a:moveTo>
                  <a:cubicBezTo>
                    <a:pt x="43" y="1"/>
                    <a:pt x="29" y="71"/>
                    <a:pt x="15" y="182"/>
                  </a:cubicBezTo>
                  <a:cubicBezTo>
                    <a:pt x="1" y="322"/>
                    <a:pt x="1" y="447"/>
                    <a:pt x="1" y="587"/>
                  </a:cubicBezTo>
                  <a:cubicBezTo>
                    <a:pt x="1" y="726"/>
                    <a:pt x="15" y="866"/>
                    <a:pt x="29" y="977"/>
                  </a:cubicBezTo>
                  <a:cubicBezTo>
                    <a:pt x="43" y="1033"/>
                    <a:pt x="43" y="1103"/>
                    <a:pt x="71" y="1159"/>
                  </a:cubicBezTo>
                  <a:cubicBezTo>
                    <a:pt x="71" y="1159"/>
                    <a:pt x="85" y="1075"/>
                    <a:pt x="85" y="977"/>
                  </a:cubicBezTo>
                  <a:cubicBezTo>
                    <a:pt x="99" y="852"/>
                    <a:pt x="99" y="712"/>
                    <a:pt x="99" y="587"/>
                  </a:cubicBezTo>
                  <a:cubicBezTo>
                    <a:pt x="99" y="447"/>
                    <a:pt x="85" y="308"/>
                    <a:pt x="71" y="182"/>
                  </a:cubicBezTo>
                  <a:cubicBezTo>
                    <a:pt x="71" y="126"/>
                    <a:pt x="57" y="57"/>
                    <a:pt x="43"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8" name="Google Shape;2398;p36"/>
            <p:cNvSpPr/>
            <p:nvPr/>
          </p:nvSpPr>
          <p:spPr>
            <a:xfrm>
              <a:off x="6559512" y="4993270"/>
              <a:ext cx="84742" cy="78950"/>
            </a:xfrm>
            <a:custGeom>
              <a:avLst/>
              <a:gdLst/>
              <a:ahLst/>
              <a:cxnLst/>
              <a:rect l="l" t="t" r="r" b="b"/>
              <a:pathLst>
                <a:path w="1171" h="1091" extrusionOk="0">
                  <a:moveTo>
                    <a:pt x="1171" y="0"/>
                  </a:moveTo>
                  <a:cubicBezTo>
                    <a:pt x="1115" y="28"/>
                    <a:pt x="1059" y="70"/>
                    <a:pt x="1017" y="112"/>
                  </a:cubicBezTo>
                  <a:cubicBezTo>
                    <a:pt x="920" y="196"/>
                    <a:pt x="822" y="279"/>
                    <a:pt x="724" y="377"/>
                  </a:cubicBezTo>
                  <a:cubicBezTo>
                    <a:pt x="641" y="475"/>
                    <a:pt x="557" y="558"/>
                    <a:pt x="501" y="642"/>
                  </a:cubicBezTo>
                  <a:cubicBezTo>
                    <a:pt x="452" y="607"/>
                    <a:pt x="402" y="591"/>
                    <a:pt x="353" y="591"/>
                  </a:cubicBezTo>
                  <a:cubicBezTo>
                    <a:pt x="155" y="591"/>
                    <a:pt x="1" y="850"/>
                    <a:pt x="180" y="1019"/>
                  </a:cubicBezTo>
                  <a:cubicBezTo>
                    <a:pt x="234" y="1069"/>
                    <a:pt x="293" y="1090"/>
                    <a:pt x="351" y="1090"/>
                  </a:cubicBezTo>
                  <a:cubicBezTo>
                    <a:pt x="533" y="1090"/>
                    <a:pt x="691" y="875"/>
                    <a:pt x="543" y="684"/>
                  </a:cubicBezTo>
                  <a:cubicBezTo>
                    <a:pt x="627" y="614"/>
                    <a:pt x="710" y="530"/>
                    <a:pt x="794" y="447"/>
                  </a:cubicBezTo>
                  <a:cubicBezTo>
                    <a:pt x="892" y="349"/>
                    <a:pt x="975" y="251"/>
                    <a:pt x="1059" y="140"/>
                  </a:cubicBezTo>
                  <a:cubicBezTo>
                    <a:pt x="1101" y="98"/>
                    <a:pt x="1129" y="42"/>
                    <a:pt x="1171"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9" name="Google Shape;2399;p36"/>
            <p:cNvSpPr/>
            <p:nvPr/>
          </p:nvSpPr>
          <p:spPr>
            <a:xfrm>
              <a:off x="6840004" y="5084090"/>
              <a:ext cx="102038" cy="385199"/>
            </a:xfrm>
            <a:custGeom>
              <a:avLst/>
              <a:gdLst/>
              <a:ahLst/>
              <a:cxnLst/>
              <a:rect l="l" t="t" r="r" b="b"/>
              <a:pathLst>
                <a:path w="1410" h="5323" extrusionOk="0">
                  <a:moveTo>
                    <a:pt x="1326" y="1"/>
                  </a:moveTo>
                  <a:cubicBezTo>
                    <a:pt x="1326" y="1"/>
                    <a:pt x="1326" y="84"/>
                    <a:pt x="1312" y="224"/>
                  </a:cubicBezTo>
                  <a:cubicBezTo>
                    <a:pt x="1298" y="363"/>
                    <a:pt x="1284" y="559"/>
                    <a:pt x="1270" y="796"/>
                  </a:cubicBezTo>
                  <a:cubicBezTo>
                    <a:pt x="1256" y="1033"/>
                    <a:pt x="1242" y="1312"/>
                    <a:pt x="1228" y="1605"/>
                  </a:cubicBezTo>
                  <a:cubicBezTo>
                    <a:pt x="1214" y="1898"/>
                    <a:pt x="1200" y="2219"/>
                    <a:pt x="1186" y="2539"/>
                  </a:cubicBezTo>
                  <a:cubicBezTo>
                    <a:pt x="1172" y="2860"/>
                    <a:pt x="1172" y="3181"/>
                    <a:pt x="1172" y="3474"/>
                  </a:cubicBezTo>
                  <a:cubicBezTo>
                    <a:pt x="1158" y="3767"/>
                    <a:pt x="1172" y="4046"/>
                    <a:pt x="1158" y="4283"/>
                  </a:cubicBezTo>
                  <a:cubicBezTo>
                    <a:pt x="1144" y="4534"/>
                    <a:pt x="1158" y="4715"/>
                    <a:pt x="1158" y="4855"/>
                  </a:cubicBezTo>
                  <a:cubicBezTo>
                    <a:pt x="1103" y="4855"/>
                    <a:pt x="1047" y="4869"/>
                    <a:pt x="1005" y="4911"/>
                  </a:cubicBezTo>
                  <a:cubicBezTo>
                    <a:pt x="907" y="4813"/>
                    <a:pt x="782" y="4674"/>
                    <a:pt x="642" y="4548"/>
                  </a:cubicBezTo>
                  <a:cubicBezTo>
                    <a:pt x="503" y="4422"/>
                    <a:pt x="363" y="4297"/>
                    <a:pt x="252" y="4213"/>
                  </a:cubicBezTo>
                  <a:cubicBezTo>
                    <a:pt x="196" y="4171"/>
                    <a:pt x="140" y="4143"/>
                    <a:pt x="112" y="4116"/>
                  </a:cubicBezTo>
                  <a:lnTo>
                    <a:pt x="70" y="4088"/>
                  </a:lnTo>
                  <a:cubicBezTo>
                    <a:pt x="70" y="4032"/>
                    <a:pt x="84" y="3976"/>
                    <a:pt x="84" y="3892"/>
                  </a:cubicBezTo>
                  <a:cubicBezTo>
                    <a:pt x="98" y="3725"/>
                    <a:pt x="98" y="3502"/>
                    <a:pt x="98" y="3279"/>
                  </a:cubicBezTo>
                  <a:cubicBezTo>
                    <a:pt x="84" y="3056"/>
                    <a:pt x="70" y="2832"/>
                    <a:pt x="56" y="2665"/>
                  </a:cubicBezTo>
                  <a:cubicBezTo>
                    <a:pt x="56" y="2581"/>
                    <a:pt x="42" y="2512"/>
                    <a:pt x="42" y="2470"/>
                  </a:cubicBezTo>
                  <a:cubicBezTo>
                    <a:pt x="29" y="2414"/>
                    <a:pt x="29" y="2386"/>
                    <a:pt x="29" y="2386"/>
                  </a:cubicBezTo>
                  <a:lnTo>
                    <a:pt x="29" y="2470"/>
                  </a:lnTo>
                  <a:cubicBezTo>
                    <a:pt x="29" y="2512"/>
                    <a:pt x="15" y="2581"/>
                    <a:pt x="15" y="2665"/>
                  </a:cubicBezTo>
                  <a:cubicBezTo>
                    <a:pt x="15" y="2846"/>
                    <a:pt x="1" y="3056"/>
                    <a:pt x="15" y="3279"/>
                  </a:cubicBezTo>
                  <a:cubicBezTo>
                    <a:pt x="15" y="3502"/>
                    <a:pt x="29" y="3725"/>
                    <a:pt x="42" y="3892"/>
                  </a:cubicBezTo>
                  <a:cubicBezTo>
                    <a:pt x="42" y="3976"/>
                    <a:pt x="56" y="4046"/>
                    <a:pt x="70" y="4102"/>
                  </a:cubicBezTo>
                  <a:lnTo>
                    <a:pt x="112" y="4143"/>
                  </a:lnTo>
                  <a:cubicBezTo>
                    <a:pt x="140" y="4171"/>
                    <a:pt x="168" y="4213"/>
                    <a:pt x="224" y="4269"/>
                  </a:cubicBezTo>
                  <a:cubicBezTo>
                    <a:pt x="321" y="4367"/>
                    <a:pt x="447" y="4506"/>
                    <a:pt x="586" y="4632"/>
                  </a:cubicBezTo>
                  <a:cubicBezTo>
                    <a:pt x="726" y="4757"/>
                    <a:pt x="865" y="4869"/>
                    <a:pt x="977" y="4953"/>
                  </a:cubicBezTo>
                  <a:cubicBezTo>
                    <a:pt x="949" y="4994"/>
                    <a:pt x="935" y="5036"/>
                    <a:pt x="935" y="5092"/>
                  </a:cubicBezTo>
                  <a:cubicBezTo>
                    <a:pt x="935" y="5245"/>
                    <a:pt x="1050" y="5322"/>
                    <a:pt x="1165" y="5322"/>
                  </a:cubicBezTo>
                  <a:cubicBezTo>
                    <a:pt x="1280" y="5322"/>
                    <a:pt x="1395" y="5245"/>
                    <a:pt x="1395" y="5092"/>
                  </a:cubicBezTo>
                  <a:cubicBezTo>
                    <a:pt x="1409" y="4966"/>
                    <a:pt x="1298" y="4855"/>
                    <a:pt x="1172" y="4855"/>
                  </a:cubicBezTo>
                  <a:cubicBezTo>
                    <a:pt x="1186" y="4715"/>
                    <a:pt x="1200" y="4520"/>
                    <a:pt x="1214" y="4297"/>
                  </a:cubicBezTo>
                  <a:cubicBezTo>
                    <a:pt x="1228" y="4060"/>
                    <a:pt x="1242" y="3767"/>
                    <a:pt x="1256" y="3474"/>
                  </a:cubicBezTo>
                  <a:cubicBezTo>
                    <a:pt x="1270" y="3181"/>
                    <a:pt x="1270" y="2860"/>
                    <a:pt x="1284" y="2539"/>
                  </a:cubicBezTo>
                  <a:cubicBezTo>
                    <a:pt x="1298" y="2233"/>
                    <a:pt x="1298" y="1912"/>
                    <a:pt x="1312" y="1605"/>
                  </a:cubicBezTo>
                  <a:cubicBezTo>
                    <a:pt x="1326" y="1312"/>
                    <a:pt x="1312" y="1033"/>
                    <a:pt x="1326" y="796"/>
                  </a:cubicBezTo>
                  <a:cubicBezTo>
                    <a:pt x="1340" y="559"/>
                    <a:pt x="1326" y="363"/>
                    <a:pt x="1326" y="224"/>
                  </a:cubicBezTo>
                  <a:lnTo>
                    <a:pt x="1326" y="1"/>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0" name="Google Shape;2400;p36"/>
            <p:cNvSpPr/>
            <p:nvPr/>
          </p:nvSpPr>
          <p:spPr>
            <a:xfrm>
              <a:off x="6718863" y="4669794"/>
              <a:ext cx="40164" cy="100443"/>
            </a:xfrm>
            <a:custGeom>
              <a:avLst/>
              <a:gdLst/>
              <a:ahLst/>
              <a:cxnLst/>
              <a:rect l="l" t="t" r="r" b="b"/>
              <a:pathLst>
                <a:path w="555" h="1388" extrusionOk="0">
                  <a:moveTo>
                    <a:pt x="312" y="1"/>
                  </a:moveTo>
                  <a:cubicBezTo>
                    <a:pt x="257" y="1"/>
                    <a:pt x="201" y="20"/>
                    <a:pt x="154" y="63"/>
                  </a:cubicBezTo>
                  <a:cubicBezTo>
                    <a:pt x="1" y="188"/>
                    <a:pt x="84" y="453"/>
                    <a:pt x="280" y="467"/>
                  </a:cubicBezTo>
                  <a:cubicBezTo>
                    <a:pt x="280" y="579"/>
                    <a:pt x="280" y="690"/>
                    <a:pt x="280" y="816"/>
                  </a:cubicBezTo>
                  <a:cubicBezTo>
                    <a:pt x="280" y="955"/>
                    <a:pt x="294" y="1081"/>
                    <a:pt x="308" y="1220"/>
                  </a:cubicBezTo>
                  <a:cubicBezTo>
                    <a:pt x="308" y="1276"/>
                    <a:pt x="322" y="1332"/>
                    <a:pt x="336" y="1388"/>
                  </a:cubicBezTo>
                  <a:cubicBezTo>
                    <a:pt x="350" y="1332"/>
                    <a:pt x="363" y="1276"/>
                    <a:pt x="363" y="1220"/>
                  </a:cubicBezTo>
                  <a:cubicBezTo>
                    <a:pt x="377" y="1081"/>
                    <a:pt x="377" y="955"/>
                    <a:pt x="377" y="816"/>
                  </a:cubicBezTo>
                  <a:cubicBezTo>
                    <a:pt x="377" y="690"/>
                    <a:pt x="363" y="565"/>
                    <a:pt x="350" y="467"/>
                  </a:cubicBezTo>
                  <a:cubicBezTo>
                    <a:pt x="461" y="453"/>
                    <a:pt x="545" y="356"/>
                    <a:pt x="545" y="244"/>
                  </a:cubicBezTo>
                  <a:cubicBezTo>
                    <a:pt x="554" y="99"/>
                    <a:pt x="437" y="1"/>
                    <a:pt x="312"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gradFill>
          <a:gsLst>
            <a:gs pos="0">
              <a:schemeClr val="lt2"/>
            </a:gs>
            <a:gs pos="100000">
              <a:schemeClr val="dk2"/>
            </a:gs>
          </a:gsLst>
          <a:path path="circle">
            <a:fillToRect r="100000" b="100000"/>
          </a:path>
          <a:tileRect l="-100000" t="-10000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lt1"/>
              </a:buClr>
              <a:buSzPts val="3500"/>
              <a:buFont typeface="Bebas Neue"/>
              <a:buNone/>
              <a:defRPr sz="3500">
                <a:solidFill>
                  <a:schemeClr val="lt1"/>
                </a:solidFill>
                <a:latin typeface="Bebas Neue"/>
                <a:ea typeface="Bebas Neue"/>
                <a:cs typeface="Bebas Neue"/>
                <a:sym typeface="Bebas Neue"/>
              </a:defRPr>
            </a:lvl1pPr>
            <a:lvl2pPr lvl="1" rtl="0">
              <a:spcBef>
                <a:spcPts val="0"/>
              </a:spcBef>
              <a:spcAft>
                <a:spcPts val="0"/>
              </a:spcAft>
              <a:buClr>
                <a:schemeClr val="lt1"/>
              </a:buClr>
              <a:buSzPts val="3500"/>
              <a:buFont typeface="Bebas Neue"/>
              <a:buNone/>
              <a:defRPr sz="3500">
                <a:solidFill>
                  <a:schemeClr val="lt1"/>
                </a:solidFill>
                <a:latin typeface="Bebas Neue"/>
                <a:ea typeface="Bebas Neue"/>
                <a:cs typeface="Bebas Neue"/>
                <a:sym typeface="Bebas Neue"/>
              </a:defRPr>
            </a:lvl2pPr>
            <a:lvl3pPr lvl="2" rtl="0">
              <a:spcBef>
                <a:spcPts val="0"/>
              </a:spcBef>
              <a:spcAft>
                <a:spcPts val="0"/>
              </a:spcAft>
              <a:buClr>
                <a:schemeClr val="lt1"/>
              </a:buClr>
              <a:buSzPts val="3500"/>
              <a:buFont typeface="Bebas Neue"/>
              <a:buNone/>
              <a:defRPr sz="3500">
                <a:solidFill>
                  <a:schemeClr val="lt1"/>
                </a:solidFill>
                <a:latin typeface="Bebas Neue"/>
                <a:ea typeface="Bebas Neue"/>
                <a:cs typeface="Bebas Neue"/>
                <a:sym typeface="Bebas Neue"/>
              </a:defRPr>
            </a:lvl3pPr>
            <a:lvl4pPr lvl="3" rtl="0">
              <a:spcBef>
                <a:spcPts val="0"/>
              </a:spcBef>
              <a:spcAft>
                <a:spcPts val="0"/>
              </a:spcAft>
              <a:buClr>
                <a:schemeClr val="lt1"/>
              </a:buClr>
              <a:buSzPts val="3500"/>
              <a:buFont typeface="Bebas Neue"/>
              <a:buNone/>
              <a:defRPr sz="3500">
                <a:solidFill>
                  <a:schemeClr val="lt1"/>
                </a:solidFill>
                <a:latin typeface="Bebas Neue"/>
                <a:ea typeface="Bebas Neue"/>
                <a:cs typeface="Bebas Neue"/>
                <a:sym typeface="Bebas Neue"/>
              </a:defRPr>
            </a:lvl4pPr>
            <a:lvl5pPr lvl="4" rtl="0">
              <a:spcBef>
                <a:spcPts val="0"/>
              </a:spcBef>
              <a:spcAft>
                <a:spcPts val="0"/>
              </a:spcAft>
              <a:buClr>
                <a:schemeClr val="lt1"/>
              </a:buClr>
              <a:buSzPts val="3500"/>
              <a:buFont typeface="Bebas Neue"/>
              <a:buNone/>
              <a:defRPr sz="3500">
                <a:solidFill>
                  <a:schemeClr val="lt1"/>
                </a:solidFill>
                <a:latin typeface="Bebas Neue"/>
                <a:ea typeface="Bebas Neue"/>
                <a:cs typeface="Bebas Neue"/>
                <a:sym typeface="Bebas Neue"/>
              </a:defRPr>
            </a:lvl5pPr>
            <a:lvl6pPr lvl="5" rtl="0">
              <a:spcBef>
                <a:spcPts val="0"/>
              </a:spcBef>
              <a:spcAft>
                <a:spcPts val="0"/>
              </a:spcAft>
              <a:buClr>
                <a:schemeClr val="lt1"/>
              </a:buClr>
              <a:buSzPts val="3500"/>
              <a:buFont typeface="Bebas Neue"/>
              <a:buNone/>
              <a:defRPr sz="3500">
                <a:solidFill>
                  <a:schemeClr val="lt1"/>
                </a:solidFill>
                <a:latin typeface="Bebas Neue"/>
                <a:ea typeface="Bebas Neue"/>
                <a:cs typeface="Bebas Neue"/>
                <a:sym typeface="Bebas Neue"/>
              </a:defRPr>
            </a:lvl6pPr>
            <a:lvl7pPr lvl="6" rtl="0">
              <a:spcBef>
                <a:spcPts val="0"/>
              </a:spcBef>
              <a:spcAft>
                <a:spcPts val="0"/>
              </a:spcAft>
              <a:buClr>
                <a:schemeClr val="lt1"/>
              </a:buClr>
              <a:buSzPts val="3500"/>
              <a:buFont typeface="Bebas Neue"/>
              <a:buNone/>
              <a:defRPr sz="3500">
                <a:solidFill>
                  <a:schemeClr val="lt1"/>
                </a:solidFill>
                <a:latin typeface="Bebas Neue"/>
                <a:ea typeface="Bebas Neue"/>
                <a:cs typeface="Bebas Neue"/>
                <a:sym typeface="Bebas Neue"/>
              </a:defRPr>
            </a:lvl7pPr>
            <a:lvl8pPr lvl="7" rtl="0">
              <a:spcBef>
                <a:spcPts val="0"/>
              </a:spcBef>
              <a:spcAft>
                <a:spcPts val="0"/>
              </a:spcAft>
              <a:buClr>
                <a:schemeClr val="lt1"/>
              </a:buClr>
              <a:buSzPts val="3500"/>
              <a:buFont typeface="Bebas Neue"/>
              <a:buNone/>
              <a:defRPr sz="3500">
                <a:solidFill>
                  <a:schemeClr val="lt1"/>
                </a:solidFill>
                <a:latin typeface="Bebas Neue"/>
                <a:ea typeface="Bebas Neue"/>
                <a:cs typeface="Bebas Neue"/>
                <a:sym typeface="Bebas Neue"/>
              </a:defRPr>
            </a:lvl8pPr>
            <a:lvl9pPr lvl="8" rtl="0">
              <a:spcBef>
                <a:spcPts val="0"/>
              </a:spcBef>
              <a:spcAft>
                <a:spcPts val="0"/>
              </a:spcAft>
              <a:buClr>
                <a:schemeClr val="lt1"/>
              </a:buClr>
              <a:buSzPts val="3500"/>
              <a:buFont typeface="Bebas Neue"/>
              <a:buNone/>
              <a:defRPr sz="3500">
                <a:solidFill>
                  <a:schemeClr val="lt1"/>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lt1"/>
              </a:buClr>
              <a:buSzPts val="1400"/>
              <a:buFont typeface="DM Sans"/>
              <a:buChar char="●"/>
              <a:defRPr>
                <a:solidFill>
                  <a:schemeClr val="lt1"/>
                </a:solidFill>
                <a:latin typeface="DM Sans"/>
                <a:ea typeface="DM Sans"/>
                <a:cs typeface="DM Sans"/>
                <a:sym typeface="DM Sans"/>
              </a:defRPr>
            </a:lvl1pPr>
            <a:lvl2pPr marL="914400" lvl="1" indent="-317500">
              <a:lnSpc>
                <a:spcPct val="115000"/>
              </a:lnSpc>
              <a:spcBef>
                <a:spcPts val="1600"/>
              </a:spcBef>
              <a:spcAft>
                <a:spcPts val="0"/>
              </a:spcAft>
              <a:buClr>
                <a:schemeClr val="lt1"/>
              </a:buClr>
              <a:buSzPts val="1400"/>
              <a:buFont typeface="DM Sans"/>
              <a:buChar char="○"/>
              <a:defRPr>
                <a:solidFill>
                  <a:schemeClr val="lt1"/>
                </a:solidFill>
                <a:latin typeface="DM Sans"/>
                <a:ea typeface="DM Sans"/>
                <a:cs typeface="DM Sans"/>
                <a:sym typeface="DM Sans"/>
              </a:defRPr>
            </a:lvl2pPr>
            <a:lvl3pPr marL="1371600" lvl="2" indent="-317500">
              <a:lnSpc>
                <a:spcPct val="115000"/>
              </a:lnSpc>
              <a:spcBef>
                <a:spcPts val="1600"/>
              </a:spcBef>
              <a:spcAft>
                <a:spcPts val="0"/>
              </a:spcAft>
              <a:buClr>
                <a:schemeClr val="lt1"/>
              </a:buClr>
              <a:buSzPts val="1400"/>
              <a:buFont typeface="DM Sans"/>
              <a:buChar char="■"/>
              <a:defRPr>
                <a:solidFill>
                  <a:schemeClr val="lt1"/>
                </a:solidFill>
                <a:latin typeface="DM Sans"/>
                <a:ea typeface="DM Sans"/>
                <a:cs typeface="DM Sans"/>
                <a:sym typeface="DM Sans"/>
              </a:defRPr>
            </a:lvl3pPr>
            <a:lvl4pPr marL="1828800" lvl="3" indent="-317500">
              <a:lnSpc>
                <a:spcPct val="115000"/>
              </a:lnSpc>
              <a:spcBef>
                <a:spcPts val="1600"/>
              </a:spcBef>
              <a:spcAft>
                <a:spcPts val="0"/>
              </a:spcAft>
              <a:buClr>
                <a:schemeClr val="lt1"/>
              </a:buClr>
              <a:buSzPts val="1400"/>
              <a:buFont typeface="DM Sans"/>
              <a:buChar char="●"/>
              <a:defRPr>
                <a:solidFill>
                  <a:schemeClr val="lt1"/>
                </a:solidFill>
                <a:latin typeface="DM Sans"/>
                <a:ea typeface="DM Sans"/>
                <a:cs typeface="DM Sans"/>
                <a:sym typeface="DM Sans"/>
              </a:defRPr>
            </a:lvl4pPr>
            <a:lvl5pPr marL="2286000" lvl="4" indent="-317500">
              <a:lnSpc>
                <a:spcPct val="115000"/>
              </a:lnSpc>
              <a:spcBef>
                <a:spcPts val="1600"/>
              </a:spcBef>
              <a:spcAft>
                <a:spcPts val="0"/>
              </a:spcAft>
              <a:buClr>
                <a:schemeClr val="lt1"/>
              </a:buClr>
              <a:buSzPts val="1400"/>
              <a:buFont typeface="DM Sans"/>
              <a:buChar char="○"/>
              <a:defRPr>
                <a:solidFill>
                  <a:schemeClr val="lt1"/>
                </a:solidFill>
                <a:latin typeface="DM Sans"/>
                <a:ea typeface="DM Sans"/>
                <a:cs typeface="DM Sans"/>
                <a:sym typeface="DM Sans"/>
              </a:defRPr>
            </a:lvl5pPr>
            <a:lvl6pPr marL="2743200" lvl="5" indent="-317500">
              <a:lnSpc>
                <a:spcPct val="115000"/>
              </a:lnSpc>
              <a:spcBef>
                <a:spcPts val="1600"/>
              </a:spcBef>
              <a:spcAft>
                <a:spcPts val="0"/>
              </a:spcAft>
              <a:buClr>
                <a:schemeClr val="lt1"/>
              </a:buClr>
              <a:buSzPts val="1400"/>
              <a:buFont typeface="DM Sans"/>
              <a:buChar char="■"/>
              <a:defRPr>
                <a:solidFill>
                  <a:schemeClr val="lt1"/>
                </a:solidFill>
                <a:latin typeface="DM Sans"/>
                <a:ea typeface="DM Sans"/>
                <a:cs typeface="DM Sans"/>
                <a:sym typeface="DM Sans"/>
              </a:defRPr>
            </a:lvl6pPr>
            <a:lvl7pPr marL="3200400" lvl="6" indent="-317500">
              <a:lnSpc>
                <a:spcPct val="115000"/>
              </a:lnSpc>
              <a:spcBef>
                <a:spcPts val="1600"/>
              </a:spcBef>
              <a:spcAft>
                <a:spcPts val="0"/>
              </a:spcAft>
              <a:buClr>
                <a:schemeClr val="lt1"/>
              </a:buClr>
              <a:buSzPts val="1400"/>
              <a:buFont typeface="DM Sans"/>
              <a:buChar char="●"/>
              <a:defRPr>
                <a:solidFill>
                  <a:schemeClr val="lt1"/>
                </a:solidFill>
                <a:latin typeface="DM Sans"/>
                <a:ea typeface="DM Sans"/>
                <a:cs typeface="DM Sans"/>
                <a:sym typeface="DM Sans"/>
              </a:defRPr>
            </a:lvl7pPr>
            <a:lvl8pPr marL="3657600" lvl="7" indent="-317500">
              <a:lnSpc>
                <a:spcPct val="115000"/>
              </a:lnSpc>
              <a:spcBef>
                <a:spcPts val="1600"/>
              </a:spcBef>
              <a:spcAft>
                <a:spcPts val="0"/>
              </a:spcAft>
              <a:buClr>
                <a:schemeClr val="lt1"/>
              </a:buClr>
              <a:buSzPts val="1400"/>
              <a:buFont typeface="DM Sans"/>
              <a:buChar char="○"/>
              <a:defRPr>
                <a:solidFill>
                  <a:schemeClr val="lt1"/>
                </a:solidFill>
                <a:latin typeface="DM Sans"/>
                <a:ea typeface="DM Sans"/>
                <a:cs typeface="DM Sans"/>
                <a:sym typeface="DM Sans"/>
              </a:defRPr>
            </a:lvl8pPr>
            <a:lvl9pPr marL="4114800" lvl="8" indent="-317500">
              <a:lnSpc>
                <a:spcPct val="115000"/>
              </a:lnSpc>
              <a:spcBef>
                <a:spcPts val="1600"/>
              </a:spcBef>
              <a:spcAft>
                <a:spcPts val="1600"/>
              </a:spcAft>
              <a:buClr>
                <a:schemeClr val="lt1"/>
              </a:buClr>
              <a:buSzPts val="1400"/>
              <a:buFont typeface="DM Sans"/>
              <a:buChar char="■"/>
              <a:defRPr>
                <a:solidFill>
                  <a:schemeClr val="lt1"/>
                </a:solidFill>
                <a:latin typeface="DM Sans"/>
                <a:ea typeface="DM Sans"/>
                <a:cs typeface="DM Sans"/>
                <a:sym typeface="DM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3" r:id="rId3"/>
    <p:sldLayoutId id="2147483655" r:id="rId4"/>
    <p:sldLayoutId id="2147483657" r:id="rId5"/>
    <p:sldLayoutId id="2147483658" r:id="rId6"/>
    <p:sldLayoutId id="2147483659" r:id="rId7"/>
    <p:sldLayoutId id="2147483661" r:id="rId8"/>
    <p:sldLayoutId id="2147483667" r:id="rId9"/>
    <p:sldLayoutId id="2147483681" r:id="rId10"/>
    <p:sldLayoutId id="2147483682"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9.xml"/><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lt2"/>
            </a:gs>
            <a:gs pos="100000">
              <a:schemeClr val="dk2"/>
            </a:gs>
          </a:gsLst>
          <a:path path="circle">
            <a:fillToRect r="100000" b="100000"/>
          </a:path>
          <a:tileRect l="-100000" t="-100000"/>
        </a:gradFill>
        <a:effectLst/>
      </p:bgPr>
    </p:bg>
    <p:spTree>
      <p:nvGrpSpPr>
        <p:cNvPr id="1" name="Shape 2410"/>
        <p:cNvGrpSpPr/>
        <p:nvPr/>
      </p:nvGrpSpPr>
      <p:grpSpPr>
        <a:xfrm>
          <a:off x="0" y="0"/>
          <a:ext cx="0" cy="0"/>
          <a:chOff x="0" y="0"/>
          <a:chExt cx="0" cy="0"/>
        </a:xfrm>
      </p:grpSpPr>
      <p:sp>
        <p:nvSpPr>
          <p:cNvPr id="2411" name="Google Shape;2411;p40"/>
          <p:cNvSpPr/>
          <p:nvPr/>
        </p:nvSpPr>
        <p:spPr>
          <a:xfrm>
            <a:off x="5062077" y="927650"/>
            <a:ext cx="3769800" cy="3769800"/>
          </a:xfrm>
          <a:prstGeom prst="ellipse">
            <a:avLst/>
          </a:pr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12" name="Google Shape;2412;p40"/>
          <p:cNvGrpSpPr/>
          <p:nvPr/>
        </p:nvGrpSpPr>
        <p:grpSpPr>
          <a:xfrm>
            <a:off x="7695266" y="1878841"/>
            <a:ext cx="1698917" cy="1867407"/>
            <a:chOff x="787822" y="2614666"/>
            <a:chExt cx="1989597" cy="2186916"/>
          </a:xfrm>
        </p:grpSpPr>
        <p:sp>
          <p:nvSpPr>
            <p:cNvPr id="2413" name="Google Shape;2413;p40"/>
            <p:cNvSpPr/>
            <p:nvPr/>
          </p:nvSpPr>
          <p:spPr>
            <a:xfrm>
              <a:off x="2203019" y="3787097"/>
              <a:ext cx="145271" cy="593980"/>
            </a:xfrm>
            <a:custGeom>
              <a:avLst/>
              <a:gdLst/>
              <a:ahLst/>
              <a:cxnLst/>
              <a:rect l="l" t="t" r="r" b="b"/>
              <a:pathLst>
                <a:path w="1870" h="7646" extrusionOk="0">
                  <a:moveTo>
                    <a:pt x="924" y="0"/>
                  </a:moveTo>
                  <a:cubicBezTo>
                    <a:pt x="730" y="0"/>
                    <a:pt x="492" y="12"/>
                    <a:pt x="196" y="31"/>
                  </a:cubicBezTo>
                  <a:lnTo>
                    <a:pt x="15" y="296"/>
                  </a:lnTo>
                  <a:cubicBezTo>
                    <a:pt x="489" y="533"/>
                    <a:pt x="1" y="7186"/>
                    <a:pt x="447" y="7479"/>
                  </a:cubicBezTo>
                  <a:cubicBezTo>
                    <a:pt x="610" y="7598"/>
                    <a:pt x="781" y="7645"/>
                    <a:pt x="957" y="7645"/>
                  </a:cubicBezTo>
                  <a:cubicBezTo>
                    <a:pt x="1113" y="7645"/>
                    <a:pt x="1274" y="7608"/>
                    <a:pt x="1438" y="7549"/>
                  </a:cubicBezTo>
                  <a:lnTo>
                    <a:pt x="1605" y="7284"/>
                  </a:lnTo>
                  <a:cubicBezTo>
                    <a:pt x="1646" y="7090"/>
                    <a:pt x="1495" y="337"/>
                    <a:pt x="1862" y="337"/>
                  </a:cubicBezTo>
                  <a:cubicBezTo>
                    <a:pt x="1865" y="337"/>
                    <a:pt x="1867" y="337"/>
                    <a:pt x="1870" y="338"/>
                  </a:cubicBezTo>
                  <a:cubicBezTo>
                    <a:pt x="1657" y="84"/>
                    <a:pt x="1444" y="0"/>
                    <a:pt x="9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4" name="Google Shape;2414;p40"/>
            <p:cNvSpPr/>
            <p:nvPr/>
          </p:nvSpPr>
          <p:spPr>
            <a:xfrm>
              <a:off x="2187793" y="3791913"/>
              <a:ext cx="175024" cy="40940"/>
            </a:xfrm>
            <a:custGeom>
              <a:avLst/>
              <a:gdLst/>
              <a:ahLst/>
              <a:cxnLst/>
              <a:rect l="l" t="t" r="r" b="b"/>
              <a:pathLst>
                <a:path w="2253" h="527" extrusionOk="0">
                  <a:moveTo>
                    <a:pt x="1098" y="0"/>
                  </a:moveTo>
                  <a:cubicBezTo>
                    <a:pt x="541" y="0"/>
                    <a:pt x="0" y="167"/>
                    <a:pt x="546" y="499"/>
                  </a:cubicBezTo>
                  <a:cubicBezTo>
                    <a:pt x="497" y="299"/>
                    <a:pt x="723" y="220"/>
                    <a:pt x="989" y="220"/>
                  </a:cubicBezTo>
                  <a:cubicBezTo>
                    <a:pt x="1335" y="220"/>
                    <a:pt x="1749" y="353"/>
                    <a:pt x="1717" y="527"/>
                  </a:cubicBezTo>
                  <a:cubicBezTo>
                    <a:pt x="2253" y="174"/>
                    <a:pt x="1667" y="0"/>
                    <a:pt x="109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5" name="Google Shape;2415;p40"/>
            <p:cNvSpPr/>
            <p:nvPr/>
          </p:nvSpPr>
          <p:spPr>
            <a:xfrm>
              <a:off x="2216071" y="3840389"/>
              <a:ext cx="119246" cy="545504"/>
            </a:xfrm>
            <a:custGeom>
              <a:avLst/>
              <a:gdLst/>
              <a:ahLst/>
              <a:cxnLst/>
              <a:rect l="l" t="t" r="r" b="b"/>
              <a:pathLst>
                <a:path w="1535" h="7022" extrusionOk="0">
                  <a:moveTo>
                    <a:pt x="238" y="98"/>
                  </a:moveTo>
                  <a:cubicBezTo>
                    <a:pt x="415" y="156"/>
                    <a:pt x="600" y="185"/>
                    <a:pt x="785" y="185"/>
                  </a:cubicBezTo>
                  <a:cubicBezTo>
                    <a:pt x="968" y="185"/>
                    <a:pt x="1152" y="157"/>
                    <a:pt x="1329" y="98"/>
                  </a:cubicBezTo>
                  <a:close/>
                  <a:moveTo>
                    <a:pt x="0" y="0"/>
                  </a:moveTo>
                  <a:cubicBezTo>
                    <a:pt x="0" y="1"/>
                    <a:pt x="56" y="6500"/>
                    <a:pt x="56" y="6500"/>
                  </a:cubicBezTo>
                  <a:cubicBezTo>
                    <a:pt x="0" y="6770"/>
                    <a:pt x="473" y="7022"/>
                    <a:pt x="891" y="7022"/>
                  </a:cubicBezTo>
                  <a:cubicBezTo>
                    <a:pt x="1207" y="7022"/>
                    <a:pt x="1493" y="6877"/>
                    <a:pt x="1493" y="6486"/>
                  </a:cubicBezTo>
                  <a:lnTo>
                    <a:pt x="1535" y="14"/>
                  </a:lnTo>
                  <a:lnTo>
                    <a:pt x="1535" y="14"/>
                  </a:lnTo>
                  <a:cubicBezTo>
                    <a:pt x="1467" y="47"/>
                    <a:pt x="1399" y="75"/>
                    <a:pt x="1329" y="98"/>
                  </a:cubicBezTo>
                  <a:lnTo>
                    <a:pt x="1381" y="98"/>
                  </a:lnTo>
                  <a:lnTo>
                    <a:pt x="1381" y="6500"/>
                  </a:lnTo>
                  <a:cubicBezTo>
                    <a:pt x="1381" y="6500"/>
                    <a:pt x="1465" y="6919"/>
                    <a:pt x="823" y="6919"/>
                  </a:cubicBezTo>
                  <a:cubicBezTo>
                    <a:pt x="195" y="6919"/>
                    <a:pt x="168" y="6500"/>
                    <a:pt x="168" y="6500"/>
                  </a:cubicBezTo>
                  <a:lnTo>
                    <a:pt x="168" y="98"/>
                  </a:lnTo>
                  <a:lnTo>
                    <a:pt x="238" y="98"/>
                  </a:lnTo>
                  <a:cubicBezTo>
                    <a:pt x="157" y="71"/>
                    <a:pt x="77" y="39"/>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6" name="Google Shape;2416;p40"/>
            <p:cNvSpPr/>
            <p:nvPr/>
          </p:nvSpPr>
          <p:spPr>
            <a:xfrm>
              <a:off x="2132714" y="3775988"/>
              <a:ext cx="291474" cy="89415"/>
            </a:xfrm>
            <a:custGeom>
              <a:avLst/>
              <a:gdLst/>
              <a:ahLst/>
              <a:cxnLst/>
              <a:rect l="l" t="t" r="r" b="b"/>
              <a:pathLst>
                <a:path w="3752" h="1151" extrusionOk="0">
                  <a:moveTo>
                    <a:pt x="1782" y="209"/>
                  </a:moveTo>
                  <a:cubicBezTo>
                    <a:pt x="2384" y="209"/>
                    <a:pt x="3033" y="406"/>
                    <a:pt x="2356" y="774"/>
                  </a:cubicBezTo>
                  <a:cubicBezTo>
                    <a:pt x="2201" y="867"/>
                    <a:pt x="2028" y="913"/>
                    <a:pt x="1857" y="913"/>
                  </a:cubicBezTo>
                  <a:cubicBezTo>
                    <a:pt x="1646" y="913"/>
                    <a:pt x="1438" y="843"/>
                    <a:pt x="1268" y="704"/>
                  </a:cubicBezTo>
                  <a:cubicBezTo>
                    <a:pt x="741" y="367"/>
                    <a:pt x="1242" y="209"/>
                    <a:pt x="1782" y="209"/>
                  </a:cubicBezTo>
                  <a:close/>
                  <a:moveTo>
                    <a:pt x="1710" y="1"/>
                  </a:moveTo>
                  <a:cubicBezTo>
                    <a:pt x="502" y="1"/>
                    <a:pt x="1" y="689"/>
                    <a:pt x="1868" y="1150"/>
                  </a:cubicBezTo>
                  <a:cubicBezTo>
                    <a:pt x="2468" y="1108"/>
                    <a:pt x="3751" y="509"/>
                    <a:pt x="2677" y="132"/>
                  </a:cubicBezTo>
                  <a:cubicBezTo>
                    <a:pt x="2329" y="40"/>
                    <a:pt x="1999" y="1"/>
                    <a:pt x="171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7" name="Google Shape;2417;p40"/>
            <p:cNvSpPr/>
            <p:nvPr/>
          </p:nvSpPr>
          <p:spPr>
            <a:xfrm>
              <a:off x="2140482" y="3780726"/>
              <a:ext cx="226063" cy="78850"/>
            </a:xfrm>
            <a:custGeom>
              <a:avLst/>
              <a:gdLst/>
              <a:ahLst/>
              <a:cxnLst/>
              <a:rect l="l" t="t" r="r" b="b"/>
              <a:pathLst>
                <a:path w="2910" h="1015" extrusionOk="0">
                  <a:moveTo>
                    <a:pt x="1747" y="16"/>
                  </a:moveTo>
                  <a:cubicBezTo>
                    <a:pt x="2365" y="16"/>
                    <a:pt x="2910" y="259"/>
                    <a:pt x="2647" y="559"/>
                  </a:cubicBezTo>
                  <a:cubicBezTo>
                    <a:pt x="2370" y="814"/>
                    <a:pt x="2069" y="910"/>
                    <a:pt x="1795" y="910"/>
                  </a:cubicBezTo>
                  <a:cubicBezTo>
                    <a:pt x="1198" y="910"/>
                    <a:pt x="723" y="459"/>
                    <a:pt x="876" y="210"/>
                  </a:cubicBezTo>
                  <a:cubicBezTo>
                    <a:pt x="1127" y="73"/>
                    <a:pt x="1445" y="16"/>
                    <a:pt x="1747" y="16"/>
                  </a:cubicBezTo>
                  <a:close/>
                  <a:moveTo>
                    <a:pt x="1659" y="1"/>
                  </a:moveTo>
                  <a:cubicBezTo>
                    <a:pt x="811" y="1"/>
                    <a:pt x="1" y="243"/>
                    <a:pt x="1420" y="936"/>
                  </a:cubicBezTo>
                  <a:cubicBezTo>
                    <a:pt x="1420" y="936"/>
                    <a:pt x="1570" y="1014"/>
                    <a:pt x="1809" y="1014"/>
                  </a:cubicBezTo>
                  <a:cubicBezTo>
                    <a:pt x="2054" y="1014"/>
                    <a:pt x="2392" y="932"/>
                    <a:pt x="2759" y="601"/>
                  </a:cubicBezTo>
                  <a:cubicBezTo>
                    <a:pt x="2856" y="503"/>
                    <a:pt x="2856" y="350"/>
                    <a:pt x="2759" y="252"/>
                  </a:cubicBezTo>
                  <a:cubicBezTo>
                    <a:pt x="2781" y="104"/>
                    <a:pt x="2212" y="1"/>
                    <a:pt x="165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8" name="Google Shape;2418;p40"/>
            <p:cNvSpPr/>
            <p:nvPr/>
          </p:nvSpPr>
          <p:spPr>
            <a:xfrm>
              <a:off x="2233394" y="3956296"/>
              <a:ext cx="91125" cy="429210"/>
            </a:xfrm>
            <a:custGeom>
              <a:avLst/>
              <a:gdLst/>
              <a:ahLst/>
              <a:cxnLst/>
              <a:rect l="l" t="t" r="r" b="b"/>
              <a:pathLst>
                <a:path w="1173" h="5525" extrusionOk="0">
                  <a:moveTo>
                    <a:pt x="1074" y="4967"/>
                  </a:moveTo>
                  <a:cubicBezTo>
                    <a:pt x="1172" y="5525"/>
                    <a:pt x="0" y="5441"/>
                    <a:pt x="0" y="4967"/>
                  </a:cubicBezTo>
                  <a:lnTo>
                    <a:pt x="0" y="238"/>
                  </a:lnTo>
                  <a:cubicBezTo>
                    <a:pt x="349" y="1"/>
                    <a:pt x="837" y="112"/>
                    <a:pt x="1088" y="238"/>
                  </a:cubicBezTo>
                  <a:close/>
                </a:path>
              </a:pathLst>
            </a:custGeom>
            <a:gradFill>
              <a:gsLst>
                <a:gs pos="0">
                  <a:srgbClr val="11E7FF"/>
                </a:gs>
                <a:gs pos="100000">
                  <a:srgbClr val="067B88"/>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9" name="Google Shape;2419;p40"/>
            <p:cNvSpPr/>
            <p:nvPr/>
          </p:nvSpPr>
          <p:spPr>
            <a:xfrm>
              <a:off x="2233394" y="3964919"/>
              <a:ext cx="83511" cy="19654"/>
            </a:xfrm>
            <a:custGeom>
              <a:avLst/>
              <a:gdLst/>
              <a:ahLst/>
              <a:cxnLst/>
              <a:rect l="l" t="t" r="r" b="b"/>
              <a:pathLst>
                <a:path w="1075" h="253" extrusionOk="0">
                  <a:moveTo>
                    <a:pt x="465" y="0"/>
                  </a:moveTo>
                  <a:cubicBezTo>
                    <a:pt x="280" y="0"/>
                    <a:pt x="100" y="33"/>
                    <a:pt x="0" y="127"/>
                  </a:cubicBezTo>
                  <a:cubicBezTo>
                    <a:pt x="154" y="211"/>
                    <a:pt x="380" y="253"/>
                    <a:pt x="590" y="253"/>
                  </a:cubicBezTo>
                  <a:cubicBezTo>
                    <a:pt x="799" y="253"/>
                    <a:pt x="991" y="211"/>
                    <a:pt x="1074" y="127"/>
                  </a:cubicBezTo>
                  <a:cubicBezTo>
                    <a:pt x="1041" y="76"/>
                    <a:pt x="747" y="0"/>
                    <a:pt x="465" y="0"/>
                  </a:cubicBezTo>
                  <a:close/>
                </a:path>
              </a:pathLst>
            </a:custGeom>
            <a:solidFill>
              <a:srgbClr val="2CD7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0" name="Google Shape;2420;p40"/>
            <p:cNvSpPr/>
            <p:nvPr/>
          </p:nvSpPr>
          <p:spPr>
            <a:xfrm>
              <a:off x="2270217" y="3963909"/>
              <a:ext cx="46689" cy="21286"/>
            </a:xfrm>
            <a:custGeom>
              <a:avLst/>
              <a:gdLst/>
              <a:ahLst/>
              <a:cxnLst/>
              <a:rect l="l" t="t" r="r" b="b"/>
              <a:pathLst>
                <a:path w="601" h="274" extrusionOk="0">
                  <a:moveTo>
                    <a:pt x="15" y="1"/>
                  </a:moveTo>
                  <a:cubicBezTo>
                    <a:pt x="15" y="1"/>
                    <a:pt x="154" y="154"/>
                    <a:pt x="1" y="266"/>
                  </a:cubicBezTo>
                  <a:cubicBezTo>
                    <a:pt x="42" y="271"/>
                    <a:pt x="85" y="274"/>
                    <a:pt x="127" y="274"/>
                  </a:cubicBezTo>
                  <a:cubicBezTo>
                    <a:pt x="297" y="274"/>
                    <a:pt x="467" y="229"/>
                    <a:pt x="600" y="140"/>
                  </a:cubicBezTo>
                  <a:cubicBezTo>
                    <a:pt x="419" y="42"/>
                    <a:pt x="224" y="1"/>
                    <a:pt x="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1" name="Google Shape;2421;p40"/>
            <p:cNvSpPr/>
            <p:nvPr/>
          </p:nvSpPr>
          <p:spPr>
            <a:xfrm>
              <a:off x="2233394" y="3964142"/>
              <a:ext cx="83511" cy="11730"/>
            </a:xfrm>
            <a:custGeom>
              <a:avLst/>
              <a:gdLst/>
              <a:ahLst/>
              <a:cxnLst/>
              <a:rect l="l" t="t" r="r" b="b"/>
              <a:pathLst>
                <a:path w="1075" h="151" extrusionOk="0">
                  <a:moveTo>
                    <a:pt x="496" y="1"/>
                  </a:moveTo>
                  <a:cubicBezTo>
                    <a:pt x="337" y="1"/>
                    <a:pt x="163" y="35"/>
                    <a:pt x="0" y="137"/>
                  </a:cubicBezTo>
                  <a:lnTo>
                    <a:pt x="28" y="137"/>
                  </a:lnTo>
                  <a:cubicBezTo>
                    <a:pt x="49" y="83"/>
                    <a:pt x="282" y="55"/>
                    <a:pt x="523" y="55"/>
                  </a:cubicBezTo>
                  <a:cubicBezTo>
                    <a:pt x="777" y="55"/>
                    <a:pt x="1039" y="86"/>
                    <a:pt x="1060" y="151"/>
                  </a:cubicBezTo>
                  <a:lnTo>
                    <a:pt x="1074" y="137"/>
                  </a:lnTo>
                  <a:cubicBezTo>
                    <a:pt x="1074" y="137"/>
                    <a:pt x="814" y="1"/>
                    <a:pt x="496" y="1"/>
                  </a:cubicBezTo>
                  <a:close/>
                </a:path>
              </a:pathLst>
            </a:custGeom>
            <a:solidFill>
              <a:srgbClr val="0D91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2" name="Google Shape;2422;p40"/>
            <p:cNvSpPr/>
            <p:nvPr/>
          </p:nvSpPr>
          <p:spPr>
            <a:xfrm>
              <a:off x="2291348" y="4327710"/>
              <a:ext cx="17945" cy="18800"/>
            </a:xfrm>
            <a:custGeom>
              <a:avLst/>
              <a:gdLst/>
              <a:ahLst/>
              <a:cxnLst/>
              <a:rect l="l" t="t" r="r" b="b"/>
              <a:pathLst>
                <a:path w="231" h="242" extrusionOk="0">
                  <a:moveTo>
                    <a:pt x="119" y="1"/>
                  </a:moveTo>
                  <a:cubicBezTo>
                    <a:pt x="63" y="1"/>
                    <a:pt x="8" y="39"/>
                    <a:pt x="8" y="116"/>
                  </a:cubicBezTo>
                  <a:cubicBezTo>
                    <a:pt x="1" y="200"/>
                    <a:pt x="56" y="241"/>
                    <a:pt x="114" y="241"/>
                  </a:cubicBezTo>
                  <a:cubicBezTo>
                    <a:pt x="171" y="241"/>
                    <a:pt x="231" y="200"/>
                    <a:pt x="231" y="116"/>
                  </a:cubicBezTo>
                  <a:cubicBezTo>
                    <a:pt x="231" y="39"/>
                    <a:pt x="175" y="1"/>
                    <a:pt x="119"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3" name="Google Shape;2423;p40"/>
            <p:cNvSpPr/>
            <p:nvPr/>
          </p:nvSpPr>
          <p:spPr>
            <a:xfrm>
              <a:off x="2256156" y="4254841"/>
              <a:ext cx="18489" cy="16314"/>
            </a:xfrm>
            <a:custGeom>
              <a:avLst/>
              <a:gdLst/>
              <a:ahLst/>
              <a:cxnLst/>
              <a:rect l="l" t="t" r="r" b="b"/>
              <a:pathLst>
                <a:path w="238" h="210" extrusionOk="0">
                  <a:moveTo>
                    <a:pt x="119" y="1"/>
                  </a:moveTo>
                  <a:cubicBezTo>
                    <a:pt x="63" y="1"/>
                    <a:pt x="7" y="36"/>
                    <a:pt x="0" y="105"/>
                  </a:cubicBezTo>
                  <a:cubicBezTo>
                    <a:pt x="7" y="175"/>
                    <a:pt x="63" y="210"/>
                    <a:pt x="119" y="210"/>
                  </a:cubicBezTo>
                  <a:cubicBezTo>
                    <a:pt x="175" y="210"/>
                    <a:pt x="230" y="175"/>
                    <a:pt x="237" y="105"/>
                  </a:cubicBezTo>
                  <a:cubicBezTo>
                    <a:pt x="230" y="36"/>
                    <a:pt x="175" y="1"/>
                    <a:pt x="119"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4" name="Google Shape;2424;p40"/>
            <p:cNvSpPr/>
            <p:nvPr/>
          </p:nvSpPr>
          <p:spPr>
            <a:xfrm>
              <a:off x="2291348" y="4158977"/>
              <a:ext cx="17945" cy="18722"/>
            </a:xfrm>
            <a:custGeom>
              <a:avLst/>
              <a:gdLst/>
              <a:ahLst/>
              <a:cxnLst/>
              <a:rect l="l" t="t" r="r" b="b"/>
              <a:pathLst>
                <a:path w="231" h="241" extrusionOk="0">
                  <a:moveTo>
                    <a:pt x="119" y="0"/>
                  </a:moveTo>
                  <a:cubicBezTo>
                    <a:pt x="63" y="0"/>
                    <a:pt x="8" y="42"/>
                    <a:pt x="8" y="126"/>
                  </a:cubicBezTo>
                  <a:cubicBezTo>
                    <a:pt x="1" y="203"/>
                    <a:pt x="56" y="241"/>
                    <a:pt x="114" y="241"/>
                  </a:cubicBezTo>
                  <a:cubicBezTo>
                    <a:pt x="171" y="241"/>
                    <a:pt x="231" y="203"/>
                    <a:pt x="231" y="126"/>
                  </a:cubicBezTo>
                  <a:cubicBezTo>
                    <a:pt x="231" y="42"/>
                    <a:pt x="175" y="0"/>
                    <a:pt x="119"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5" name="Google Shape;2425;p40"/>
            <p:cNvSpPr/>
            <p:nvPr/>
          </p:nvSpPr>
          <p:spPr>
            <a:xfrm>
              <a:off x="2249631" y="4066299"/>
              <a:ext cx="18489" cy="16314"/>
            </a:xfrm>
            <a:custGeom>
              <a:avLst/>
              <a:gdLst/>
              <a:ahLst/>
              <a:cxnLst/>
              <a:rect l="l" t="t" r="r" b="b"/>
              <a:pathLst>
                <a:path w="238" h="210" extrusionOk="0">
                  <a:moveTo>
                    <a:pt x="124" y="1"/>
                  </a:moveTo>
                  <a:cubicBezTo>
                    <a:pt x="70" y="1"/>
                    <a:pt x="15" y="36"/>
                    <a:pt x="1" y="105"/>
                  </a:cubicBezTo>
                  <a:cubicBezTo>
                    <a:pt x="15" y="175"/>
                    <a:pt x="70" y="210"/>
                    <a:pt x="124" y="210"/>
                  </a:cubicBezTo>
                  <a:cubicBezTo>
                    <a:pt x="178" y="210"/>
                    <a:pt x="231" y="175"/>
                    <a:pt x="238" y="105"/>
                  </a:cubicBezTo>
                  <a:cubicBezTo>
                    <a:pt x="231" y="36"/>
                    <a:pt x="178" y="1"/>
                    <a:pt x="124"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6" name="Google Shape;2426;p40"/>
            <p:cNvSpPr/>
            <p:nvPr/>
          </p:nvSpPr>
          <p:spPr>
            <a:xfrm>
              <a:off x="2282181" y="4038409"/>
              <a:ext cx="18489" cy="17945"/>
            </a:xfrm>
            <a:custGeom>
              <a:avLst/>
              <a:gdLst/>
              <a:ahLst/>
              <a:cxnLst/>
              <a:rect l="l" t="t" r="r" b="b"/>
              <a:pathLst>
                <a:path w="238" h="231" extrusionOk="0">
                  <a:moveTo>
                    <a:pt x="119" y="0"/>
                  </a:moveTo>
                  <a:cubicBezTo>
                    <a:pt x="59" y="0"/>
                    <a:pt x="0" y="39"/>
                    <a:pt x="0" y="116"/>
                  </a:cubicBezTo>
                  <a:cubicBezTo>
                    <a:pt x="0" y="192"/>
                    <a:pt x="59" y="231"/>
                    <a:pt x="119" y="231"/>
                  </a:cubicBezTo>
                  <a:cubicBezTo>
                    <a:pt x="178" y="231"/>
                    <a:pt x="237" y="192"/>
                    <a:pt x="237" y="116"/>
                  </a:cubicBezTo>
                  <a:cubicBezTo>
                    <a:pt x="237" y="39"/>
                    <a:pt x="178" y="0"/>
                    <a:pt x="119"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7" name="Google Shape;2427;p40"/>
            <p:cNvSpPr/>
            <p:nvPr/>
          </p:nvSpPr>
          <p:spPr>
            <a:xfrm>
              <a:off x="2287541" y="4003451"/>
              <a:ext cx="18489" cy="16314"/>
            </a:xfrm>
            <a:custGeom>
              <a:avLst/>
              <a:gdLst/>
              <a:ahLst/>
              <a:cxnLst/>
              <a:rect l="l" t="t" r="r" b="b"/>
              <a:pathLst>
                <a:path w="238" h="210" extrusionOk="0">
                  <a:moveTo>
                    <a:pt x="114" y="1"/>
                  </a:moveTo>
                  <a:cubicBezTo>
                    <a:pt x="60" y="1"/>
                    <a:pt x="8" y="36"/>
                    <a:pt x="1" y="105"/>
                  </a:cubicBezTo>
                  <a:cubicBezTo>
                    <a:pt x="8" y="175"/>
                    <a:pt x="60" y="210"/>
                    <a:pt x="114" y="210"/>
                  </a:cubicBezTo>
                  <a:cubicBezTo>
                    <a:pt x="168" y="210"/>
                    <a:pt x="224" y="175"/>
                    <a:pt x="238" y="105"/>
                  </a:cubicBezTo>
                  <a:cubicBezTo>
                    <a:pt x="224" y="36"/>
                    <a:pt x="168" y="1"/>
                    <a:pt x="114"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8" name="Google Shape;2428;p40"/>
            <p:cNvSpPr/>
            <p:nvPr/>
          </p:nvSpPr>
          <p:spPr>
            <a:xfrm>
              <a:off x="2245280" y="3984263"/>
              <a:ext cx="17401" cy="17945"/>
            </a:xfrm>
            <a:custGeom>
              <a:avLst/>
              <a:gdLst/>
              <a:ahLst/>
              <a:cxnLst/>
              <a:rect l="l" t="t" r="r" b="b"/>
              <a:pathLst>
                <a:path w="224" h="231" extrusionOk="0">
                  <a:moveTo>
                    <a:pt x="112" y="0"/>
                  </a:moveTo>
                  <a:cubicBezTo>
                    <a:pt x="57" y="0"/>
                    <a:pt x="1" y="38"/>
                    <a:pt x="1" y="115"/>
                  </a:cubicBezTo>
                  <a:cubicBezTo>
                    <a:pt x="1" y="192"/>
                    <a:pt x="57" y="230"/>
                    <a:pt x="112" y="230"/>
                  </a:cubicBezTo>
                  <a:cubicBezTo>
                    <a:pt x="168" y="230"/>
                    <a:pt x="224" y="192"/>
                    <a:pt x="224" y="115"/>
                  </a:cubicBezTo>
                  <a:cubicBezTo>
                    <a:pt x="224" y="38"/>
                    <a:pt x="168" y="0"/>
                    <a:pt x="112"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9" name="Google Shape;2429;p40"/>
            <p:cNvSpPr/>
            <p:nvPr/>
          </p:nvSpPr>
          <p:spPr>
            <a:xfrm>
              <a:off x="2270217" y="4308211"/>
              <a:ext cx="18489" cy="17945"/>
            </a:xfrm>
            <a:custGeom>
              <a:avLst/>
              <a:gdLst/>
              <a:ahLst/>
              <a:cxnLst/>
              <a:rect l="l" t="t" r="r" b="b"/>
              <a:pathLst>
                <a:path w="238" h="231" extrusionOk="0">
                  <a:moveTo>
                    <a:pt x="124" y="1"/>
                  </a:moveTo>
                  <a:cubicBezTo>
                    <a:pt x="67" y="1"/>
                    <a:pt x="8" y="39"/>
                    <a:pt x="1" y="116"/>
                  </a:cubicBezTo>
                  <a:cubicBezTo>
                    <a:pt x="1" y="192"/>
                    <a:pt x="60" y="231"/>
                    <a:pt x="119" y="231"/>
                  </a:cubicBezTo>
                  <a:cubicBezTo>
                    <a:pt x="178" y="231"/>
                    <a:pt x="238" y="192"/>
                    <a:pt x="238" y="116"/>
                  </a:cubicBezTo>
                  <a:cubicBezTo>
                    <a:pt x="238" y="39"/>
                    <a:pt x="182" y="1"/>
                    <a:pt x="124"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0" name="Google Shape;2430;p40"/>
            <p:cNvSpPr/>
            <p:nvPr/>
          </p:nvSpPr>
          <p:spPr>
            <a:xfrm>
              <a:off x="2252893" y="4333148"/>
              <a:ext cx="13051" cy="11420"/>
            </a:xfrm>
            <a:custGeom>
              <a:avLst/>
              <a:gdLst/>
              <a:ahLst/>
              <a:cxnLst/>
              <a:rect l="l" t="t" r="r" b="b"/>
              <a:pathLst>
                <a:path w="168" h="147" extrusionOk="0">
                  <a:moveTo>
                    <a:pt x="84" y="1"/>
                  </a:moveTo>
                  <a:cubicBezTo>
                    <a:pt x="46" y="1"/>
                    <a:pt x="7" y="25"/>
                    <a:pt x="0" y="74"/>
                  </a:cubicBezTo>
                  <a:cubicBezTo>
                    <a:pt x="7" y="123"/>
                    <a:pt x="46" y="147"/>
                    <a:pt x="84" y="147"/>
                  </a:cubicBezTo>
                  <a:cubicBezTo>
                    <a:pt x="122" y="147"/>
                    <a:pt x="161" y="123"/>
                    <a:pt x="168" y="74"/>
                  </a:cubicBezTo>
                  <a:cubicBezTo>
                    <a:pt x="161" y="25"/>
                    <a:pt x="122" y="1"/>
                    <a:pt x="84"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1" name="Google Shape;2431;p40"/>
            <p:cNvSpPr/>
            <p:nvPr/>
          </p:nvSpPr>
          <p:spPr>
            <a:xfrm>
              <a:off x="2259419" y="4289800"/>
              <a:ext cx="13051" cy="11497"/>
            </a:xfrm>
            <a:custGeom>
              <a:avLst/>
              <a:gdLst/>
              <a:ahLst/>
              <a:cxnLst/>
              <a:rect l="l" t="t" r="r" b="b"/>
              <a:pathLst>
                <a:path w="168" h="148" extrusionOk="0">
                  <a:moveTo>
                    <a:pt x="84" y="1"/>
                  </a:moveTo>
                  <a:cubicBezTo>
                    <a:pt x="45" y="1"/>
                    <a:pt x="7" y="25"/>
                    <a:pt x="0" y="74"/>
                  </a:cubicBezTo>
                  <a:cubicBezTo>
                    <a:pt x="7" y="123"/>
                    <a:pt x="45" y="147"/>
                    <a:pt x="84" y="147"/>
                  </a:cubicBezTo>
                  <a:cubicBezTo>
                    <a:pt x="122" y="147"/>
                    <a:pt x="161" y="123"/>
                    <a:pt x="168" y="74"/>
                  </a:cubicBezTo>
                  <a:cubicBezTo>
                    <a:pt x="161" y="25"/>
                    <a:pt x="122" y="1"/>
                    <a:pt x="84"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2" name="Google Shape;2432;p40"/>
            <p:cNvSpPr/>
            <p:nvPr/>
          </p:nvSpPr>
          <p:spPr>
            <a:xfrm>
              <a:off x="2291348" y="4265174"/>
              <a:ext cx="12585" cy="13051"/>
            </a:xfrm>
            <a:custGeom>
              <a:avLst/>
              <a:gdLst/>
              <a:ahLst/>
              <a:cxnLst/>
              <a:rect l="l" t="t" r="r" b="b"/>
              <a:pathLst>
                <a:path w="162" h="168" extrusionOk="0">
                  <a:moveTo>
                    <a:pt x="84" y="0"/>
                  </a:moveTo>
                  <a:cubicBezTo>
                    <a:pt x="46" y="0"/>
                    <a:pt x="8" y="28"/>
                    <a:pt x="8" y="84"/>
                  </a:cubicBezTo>
                  <a:cubicBezTo>
                    <a:pt x="1" y="140"/>
                    <a:pt x="39" y="168"/>
                    <a:pt x="79" y="168"/>
                  </a:cubicBezTo>
                  <a:cubicBezTo>
                    <a:pt x="119" y="168"/>
                    <a:pt x="161" y="140"/>
                    <a:pt x="161" y="84"/>
                  </a:cubicBezTo>
                  <a:cubicBezTo>
                    <a:pt x="161" y="28"/>
                    <a:pt x="123" y="0"/>
                    <a:pt x="84"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3" name="Google Shape;2433;p40"/>
            <p:cNvSpPr/>
            <p:nvPr/>
          </p:nvSpPr>
          <p:spPr>
            <a:xfrm>
              <a:off x="2275655" y="4191994"/>
              <a:ext cx="13051" cy="10643"/>
            </a:xfrm>
            <a:custGeom>
              <a:avLst/>
              <a:gdLst/>
              <a:ahLst/>
              <a:cxnLst/>
              <a:rect l="l" t="t" r="r" b="b"/>
              <a:pathLst>
                <a:path w="168" h="137" extrusionOk="0">
                  <a:moveTo>
                    <a:pt x="84" y="1"/>
                  </a:moveTo>
                  <a:cubicBezTo>
                    <a:pt x="46" y="1"/>
                    <a:pt x="7" y="22"/>
                    <a:pt x="0" y="63"/>
                  </a:cubicBezTo>
                  <a:cubicBezTo>
                    <a:pt x="7" y="112"/>
                    <a:pt x="46" y="137"/>
                    <a:pt x="84" y="137"/>
                  </a:cubicBezTo>
                  <a:cubicBezTo>
                    <a:pt x="122" y="137"/>
                    <a:pt x="161" y="112"/>
                    <a:pt x="168" y="63"/>
                  </a:cubicBezTo>
                  <a:cubicBezTo>
                    <a:pt x="161" y="22"/>
                    <a:pt x="122" y="1"/>
                    <a:pt x="84"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4" name="Google Shape;2434;p40"/>
            <p:cNvSpPr/>
            <p:nvPr/>
          </p:nvSpPr>
          <p:spPr>
            <a:xfrm>
              <a:off x="2275655" y="4146781"/>
              <a:ext cx="13051" cy="11420"/>
            </a:xfrm>
            <a:custGeom>
              <a:avLst/>
              <a:gdLst/>
              <a:ahLst/>
              <a:cxnLst/>
              <a:rect l="l" t="t" r="r" b="b"/>
              <a:pathLst>
                <a:path w="168" h="147" extrusionOk="0">
                  <a:moveTo>
                    <a:pt x="84" y="0"/>
                  </a:moveTo>
                  <a:cubicBezTo>
                    <a:pt x="46" y="0"/>
                    <a:pt x="7" y="25"/>
                    <a:pt x="0" y="74"/>
                  </a:cubicBezTo>
                  <a:cubicBezTo>
                    <a:pt x="7" y="122"/>
                    <a:pt x="46" y="147"/>
                    <a:pt x="84" y="147"/>
                  </a:cubicBezTo>
                  <a:cubicBezTo>
                    <a:pt x="122" y="147"/>
                    <a:pt x="161" y="122"/>
                    <a:pt x="168" y="74"/>
                  </a:cubicBezTo>
                  <a:cubicBezTo>
                    <a:pt x="161" y="25"/>
                    <a:pt x="122" y="0"/>
                    <a:pt x="84"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5" name="Google Shape;2435;p40"/>
            <p:cNvSpPr/>
            <p:nvPr/>
          </p:nvSpPr>
          <p:spPr>
            <a:xfrm>
              <a:off x="2257244" y="4155715"/>
              <a:ext cx="11963" cy="12274"/>
            </a:xfrm>
            <a:custGeom>
              <a:avLst/>
              <a:gdLst/>
              <a:ahLst/>
              <a:cxnLst/>
              <a:rect l="l" t="t" r="r" b="b"/>
              <a:pathLst>
                <a:path w="154" h="158" extrusionOk="0">
                  <a:moveTo>
                    <a:pt x="77" y="0"/>
                  </a:moveTo>
                  <a:cubicBezTo>
                    <a:pt x="39" y="0"/>
                    <a:pt x="0" y="28"/>
                    <a:pt x="0" y="84"/>
                  </a:cubicBezTo>
                  <a:cubicBezTo>
                    <a:pt x="0" y="133"/>
                    <a:pt x="39" y="157"/>
                    <a:pt x="77" y="157"/>
                  </a:cubicBezTo>
                  <a:cubicBezTo>
                    <a:pt x="115" y="157"/>
                    <a:pt x="154" y="133"/>
                    <a:pt x="154" y="84"/>
                  </a:cubicBezTo>
                  <a:cubicBezTo>
                    <a:pt x="154" y="28"/>
                    <a:pt x="115" y="0"/>
                    <a:pt x="77"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6" name="Google Shape;2436;p40"/>
            <p:cNvSpPr/>
            <p:nvPr/>
          </p:nvSpPr>
          <p:spPr>
            <a:xfrm>
              <a:off x="2239920" y="4152452"/>
              <a:ext cx="13051" cy="13051"/>
            </a:xfrm>
            <a:custGeom>
              <a:avLst/>
              <a:gdLst/>
              <a:ahLst/>
              <a:cxnLst/>
              <a:rect l="l" t="t" r="r" b="b"/>
              <a:pathLst>
                <a:path w="168" h="168" extrusionOk="0">
                  <a:moveTo>
                    <a:pt x="84" y="1"/>
                  </a:moveTo>
                  <a:cubicBezTo>
                    <a:pt x="42" y="1"/>
                    <a:pt x="0" y="28"/>
                    <a:pt x="0" y="84"/>
                  </a:cubicBezTo>
                  <a:cubicBezTo>
                    <a:pt x="0" y="140"/>
                    <a:pt x="42" y="168"/>
                    <a:pt x="84" y="168"/>
                  </a:cubicBezTo>
                  <a:cubicBezTo>
                    <a:pt x="126" y="168"/>
                    <a:pt x="167" y="140"/>
                    <a:pt x="167" y="84"/>
                  </a:cubicBezTo>
                  <a:cubicBezTo>
                    <a:pt x="167" y="28"/>
                    <a:pt x="126" y="1"/>
                    <a:pt x="84"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7" name="Google Shape;2437;p40"/>
            <p:cNvSpPr/>
            <p:nvPr/>
          </p:nvSpPr>
          <p:spPr>
            <a:xfrm>
              <a:off x="2246368" y="4118892"/>
              <a:ext cx="13129" cy="13051"/>
            </a:xfrm>
            <a:custGeom>
              <a:avLst/>
              <a:gdLst/>
              <a:ahLst/>
              <a:cxnLst/>
              <a:rect l="l" t="t" r="r" b="b"/>
              <a:pathLst>
                <a:path w="169" h="168" extrusionOk="0">
                  <a:moveTo>
                    <a:pt x="84" y="0"/>
                  </a:moveTo>
                  <a:cubicBezTo>
                    <a:pt x="43" y="0"/>
                    <a:pt x="1" y="28"/>
                    <a:pt x="1" y="84"/>
                  </a:cubicBezTo>
                  <a:cubicBezTo>
                    <a:pt x="1" y="140"/>
                    <a:pt x="43" y="168"/>
                    <a:pt x="84" y="168"/>
                  </a:cubicBezTo>
                  <a:cubicBezTo>
                    <a:pt x="126" y="168"/>
                    <a:pt x="168" y="140"/>
                    <a:pt x="168" y="84"/>
                  </a:cubicBezTo>
                  <a:cubicBezTo>
                    <a:pt x="168" y="28"/>
                    <a:pt x="126" y="0"/>
                    <a:pt x="84"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8" name="Google Shape;2438;p40"/>
            <p:cNvSpPr/>
            <p:nvPr/>
          </p:nvSpPr>
          <p:spPr>
            <a:xfrm>
              <a:off x="2275655" y="4113143"/>
              <a:ext cx="13051" cy="11497"/>
            </a:xfrm>
            <a:custGeom>
              <a:avLst/>
              <a:gdLst/>
              <a:ahLst/>
              <a:cxnLst/>
              <a:rect l="l" t="t" r="r" b="b"/>
              <a:pathLst>
                <a:path w="168" h="148" extrusionOk="0">
                  <a:moveTo>
                    <a:pt x="84" y="1"/>
                  </a:moveTo>
                  <a:cubicBezTo>
                    <a:pt x="46" y="1"/>
                    <a:pt x="7" y="25"/>
                    <a:pt x="0" y="74"/>
                  </a:cubicBezTo>
                  <a:cubicBezTo>
                    <a:pt x="7" y="123"/>
                    <a:pt x="46" y="147"/>
                    <a:pt x="84" y="147"/>
                  </a:cubicBezTo>
                  <a:cubicBezTo>
                    <a:pt x="122" y="147"/>
                    <a:pt x="161" y="123"/>
                    <a:pt x="168" y="74"/>
                  </a:cubicBezTo>
                  <a:cubicBezTo>
                    <a:pt x="161" y="25"/>
                    <a:pt x="122" y="1"/>
                    <a:pt x="84"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9" name="Google Shape;2439;p40"/>
            <p:cNvSpPr/>
            <p:nvPr/>
          </p:nvSpPr>
          <p:spPr>
            <a:xfrm>
              <a:off x="2257244" y="4020231"/>
              <a:ext cx="11963" cy="13129"/>
            </a:xfrm>
            <a:custGeom>
              <a:avLst/>
              <a:gdLst/>
              <a:ahLst/>
              <a:cxnLst/>
              <a:rect l="l" t="t" r="r" b="b"/>
              <a:pathLst>
                <a:path w="154" h="169" extrusionOk="0">
                  <a:moveTo>
                    <a:pt x="77" y="1"/>
                  </a:moveTo>
                  <a:cubicBezTo>
                    <a:pt x="39" y="1"/>
                    <a:pt x="0" y="29"/>
                    <a:pt x="0" y="85"/>
                  </a:cubicBezTo>
                  <a:cubicBezTo>
                    <a:pt x="0" y="140"/>
                    <a:pt x="39" y="168"/>
                    <a:pt x="77" y="168"/>
                  </a:cubicBezTo>
                  <a:cubicBezTo>
                    <a:pt x="115" y="168"/>
                    <a:pt x="154" y="140"/>
                    <a:pt x="154" y="85"/>
                  </a:cubicBezTo>
                  <a:cubicBezTo>
                    <a:pt x="154" y="29"/>
                    <a:pt x="115" y="1"/>
                    <a:pt x="77"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0" name="Google Shape;2440;p40"/>
            <p:cNvSpPr/>
            <p:nvPr/>
          </p:nvSpPr>
          <p:spPr>
            <a:xfrm>
              <a:off x="2285366" y="4081991"/>
              <a:ext cx="12041" cy="12274"/>
            </a:xfrm>
            <a:custGeom>
              <a:avLst/>
              <a:gdLst/>
              <a:ahLst/>
              <a:cxnLst/>
              <a:rect l="l" t="t" r="r" b="b"/>
              <a:pathLst>
                <a:path w="155" h="158" extrusionOk="0">
                  <a:moveTo>
                    <a:pt x="78" y="1"/>
                  </a:moveTo>
                  <a:cubicBezTo>
                    <a:pt x="39" y="1"/>
                    <a:pt x="1" y="29"/>
                    <a:pt x="1" y="85"/>
                  </a:cubicBezTo>
                  <a:cubicBezTo>
                    <a:pt x="1" y="133"/>
                    <a:pt x="39" y="158"/>
                    <a:pt x="78" y="158"/>
                  </a:cubicBezTo>
                  <a:cubicBezTo>
                    <a:pt x="116" y="158"/>
                    <a:pt x="154" y="133"/>
                    <a:pt x="154" y="85"/>
                  </a:cubicBezTo>
                  <a:cubicBezTo>
                    <a:pt x="154" y="29"/>
                    <a:pt x="116" y="1"/>
                    <a:pt x="78"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1" name="Google Shape;2441;p40"/>
            <p:cNvSpPr/>
            <p:nvPr/>
          </p:nvSpPr>
          <p:spPr>
            <a:xfrm>
              <a:off x="2269130" y="4351871"/>
              <a:ext cx="13129" cy="12274"/>
            </a:xfrm>
            <a:custGeom>
              <a:avLst/>
              <a:gdLst/>
              <a:ahLst/>
              <a:cxnLst/>
              <a:rect l="l" t="t" r="r" b="b"/>
              <a:pathLst>
                <a:path w="169" h="158" extrusionOk="0">
                  <a:moveTo>
                    <a:pt x="84" y="0"/>
                  </a:moveTo>
                  <a:cubicBezTo>
                    <a:pt x="43" y="0"/>
                    <a:pt x="1" y="28"/>
                    <a:pt x="1" y="84"/>
                  </a:cubicBezTo>
                  <a:cubicBezTo>
                    <a:pt x="1" y="133"/>
                    <a:pt x="43" y="157"/>
                    <a:pt x="84" y="157"/>
                  </a:cubicBezTo>
                  <a:cubicBezTo>
                    <a:pt x="126" y="157"/>
                    <a:pt x="168" y="133"/>
                    <a:pt x="168" y="84"/>
                  </a:cubicBezTo>
                  <a:cubicBezTo>
                    <a:pt x="168" y="28"/>
                    <a:pt x="126" y="0"/>
                    <a:pt x="84"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2" name="Google Shape;2442;p40"/>
            <p:cNvSpPr/>
            <p:nvPr/>
          </p:nvSpPr>
          <p:spPr>
            <a:xfrm>
              <a:off x="2246368" y="4301997"/>
              <a:ext cx="13129" cy="13051"/>
            </a:xfrm>
            <a:custGeom>
              <a:avLst/>
              <a:gdLst/>
              <a:ahLst/>
              <a:cxnLst/>
              <a:rect l="l" t="t" r="r" b="b"/>
              <a:pathLst>
                <a:path w="169" h="168" extrusionOk="0">
                  <a:moveTo>
                    <a:pt x="84" y="0"/>
                  </a:moveTo>
                  <a:cubicBezTo>
                    <a:pt x="43" y="0"/>
                    <a:pt x="1" y="28"/>
                    <a:pt x="1" y="84"/>
                  </a:cubicBezTo>
                  <a:cubicBezTo>
                    <a:pt x="1" y="140"/>
                    <a:pt x="43" y="168"/>
                    <a:pt x="84" y="168"/>
                  </a:cubicBezTo>
                  <a:cubicBezTo>
                    <a:pt x="126" y="168"/>
                    <a:pt x="168" y="140"/>
                    <a:pt x="168" y="84"/>
                  </a:cubicBezTo>
                  <a:cubicBezTo>
                    <a:pt x="168" y="28"/>
                    <a:pt x="126" y="0"/>
                    <a:pt x="84"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3" name="Google Shape;2443;p40"/>
            <p:cNvSpPr/>
            <p:nvPr/>
          </p:nvSpPr>
          <p:spPr>
            <a:xfrm>
              <a:off x="2243105" y="4213124"/>
              <a:ext cx="13129" cy="12274"/>
            </a:xfrm>
            <a:custGeom>
              <a:avLst/>
              <a:gdLst/>
              <a:ahLst/>
              <a:cxnLst/>
              <a:rect l="l" t="t" r="r" b="b"/>
              <a:pathLst>
                <a:path w="169" h="158" extrusionOk="0">
                  <a:moveTo>
                    <a:pt x="90" y="1"/>
                  </a:moveTo>
                  <a:cubicBezTo>
                    <a:pt x="50" y="1"/>
                    <a:pt x="8" y="29"/>
                    <a:pt x="1" y="84"/>
                  </a:cubicBezTo>
                  <a:cubicBezTo>
                    <a:pt x="1" y="133"/>
                    <a:pt x="43" y="158"/>
                    <a:pt x="85" y="158"/>
                  </a:cubicBezTo>
                  <a:cubicBezTo>
                    <a:pt x="126" y="158"/>
                    <a:pt x="168" y="133"/>
                    <a:pt x="168" y="84"/>
                  </a:cubicBezTo>
                  <a:cubicBezTo>
                    <a:pt x="168" y="29"/>
                    <a:pt x="130" y="1"/>
                    <a:pt x="90"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4" name="Google Shape;2444;p40"/>
            <p:cNvSpPr/>
            <p:nvPr/>
          </p:nvSpPr>
          <p:spPr>
            <a:xfrm>
              <a:off x="2275655" y="4224777"/>
              <a:ext cx="13051" cy="10643"/>
            </a:xfrm>
            <a:custGeom>
              <a:avLst/>
              <a:gdLst/>
              <a:ahLst/>
              <a:cxnLst/>
              <a:rect l="l" t="t" r="r" b="b"/>
              <a:pathLst>
                <a:path w="168" h="137" extrusionOk="0">
                  <a:moveTo>
                    <a:pt x="84" y="1"/>
                  </a:moveTo>
                  <a:cubicBezTo>
                    <a:pt x="46" y="1"/>
                    <a:pt x="7" y="25"/>
                    <a:pt x="0" y="74"/>
                  </a:cubicBezTo>
                  <a:cubicBezTo>
                    <a:pt x="7" y="116"/>
                    <a:pt x="46" y="137"/>
                    <a:pt x="84" y="137"/>
                  </a:cubicBezTo>
                  <a:cubicBezTo>
                    <a:pt x="122" y="137"/>
                    <a:pt x="161" y="116"/>
                    <a:pt x="168" y="74"/>
                  </a:cubicBezTo>
                  <a:cubicBezTo>
                    <a:pt x="161" y="25"/>
                    <a:pt x="122" y="1"/>
                    <a:pt x="84"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5" name="Google Shape;2445;p40"/>
            <p:cNvSpPr/>
            <p:nvPr/>
          </p:nvSpPr>
          <p:spPr>
            <a:xfrm>
              <a:off x="2296242" y="4230992"/>
              <a:ext cx="13051" cy="10643"/>
            </a:xfrm>
            <a:custGeom>
              <a:avLst/>
              <a:gdLst/>
              <a:ahLst/>
              <a:cxnLst/>
              <a:rect l="l" t="t" r="r" b="b"/>
              <a:pathLst>
                <a:path w="168" h="137" extrusionOk="0">
                  <a:moveTo>
                    <a:pt x="84" y="1"/>
                  </a:moveTo>
                  <a:cubicBezTo>
                    <a:pt x="46" y="1"/>
                    <a:pt x="7" y="22"/>
                    <a:pt x="0" y="64"/>
                  </a:cubicBezTo>
                  <a:cubicBezTo>
                    <a:pt x="7" y="112"/>
                    <a:pt x="46" y="137"/>
                    <a:pt x="84" y="137"/>
                  </a:cubicBezTo>
                  <a:cubicBezTo>
                    <a:pt x="122" y="137"/>
                    <a:pt x="161" y="112"/>
                    <a:pt x="168" y="64"/>
                  </a:cubicBezTo>
                  <a:cubicBezTo>
                    <a:pt x="161" y="22"/>
                    <a:pt x="122" y="1"/>
                    <a:pt x="84"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6" name="Google Shape;2446;p40"/>
            <p:cNvSpPr/>
            <p:nvPr/>
          </p:nvSpPr>
          <p:spPr>
            <a:xfrm>
              <a:off x="2301680" y="4208541"/>
              <a:ext cx="5438" cy="4117"/>
            </a:xfrm>
            <a:custGeom>
              <a:avLst/>
              <a:gdLst/>
              <a:ahLst/>
              <a:cxnLst/>
              <a:rect l="l" t="t" r="r" b="b"/>
              <a:pathLst>
                <a:path w="70" h="53" extrusionOk="0">
                  <a:moveTo>
                    <a:pt x="35" y="0"/>
                  </a:moveTo>
                  <a:cubicBezTo>
                    <a:pt x="21" y="0"/>
                    <a:pt x="7" y="11"/>
                    <a:pt x="0" y="32"/>
                  </a:cubicBezTo>
                  <a:cubicBezTo>
                    <a:pt x="7" y="46"/>
                    <a:pt x="21" y="53"/>
                    <a:pt x="35" y="53"/>
                  </a:cubicBezTo>
                  <a:cubicBezTo>
                    <a:pt x="49" y="53"/>
                    <a:pt x="63" y="46"/>
                    <a:pt x="70" y="32"/>
                  </a:cubicBezTo>
                  <a:cubicBezTo>
                    <a:pt x="63" y="11"/>
                    <a:pt x="49" y="0"/>
                    <a:pt x="35"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7" name="Google Shape;2447;p40"/>
            <p:cNvSpPr/>
            <p:nvPr/>
          </p:nvSpPr>
          <p:spPr>
            <a:xfrm>
              <a:off x="2300592" y="4123708"/>
              <a:ext cx="4350" cy="3340"/>
            </a:xfrm>
            <a:custGeom>
              <a:avLst/>
              <a:gdLst/>
              <a:ahLst/>
              <a:cxnLst/>
              <a:rect l="l" t="t" r="r" b="b"/>
              <a:pathLst>
                <a:path w="56" h="43" extrusionOk="0">
                  <a:moveTo>
                    <a:pt x="28" y="1"/>
                  </a:moveTo>
                  <a:cubicBezTo>
                    <a:pt x="14" y="1"/>
                    <a:pt x="0" y="8"/>
                    <a:pt x="0" y="22"/>
                  </a:cubicBezTo>
                  <a:cubicBezTo>
                    <a:pt x="0" y="36"/>
                    <a:pt x="14" y="43"/>
                    <a:pt x="28" y="43"/>
                  </a:cubicBezTo>
                  <a:cubicBezTo>
                    <a:pt x="42" y="43"/>
                    <a:pt x="56" y="36"/>
                    <a:pt x="56" y="22"/>
                  </a:cubicBezTo>
                  <a:cubicBezTo>
                    <a:pt x="56" y="8"/>
                    <a:pt x="42" y="1"/>
                    <a:pt x="28"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8" name="Google Shape;2448;p40"/>
            <p:cNvSpPr/>
            <p:nvPr/>
          </p:nvSpPr>
          <p:spPr>
            <a:xfrm>
              <a:off x="2253981" y="4189042"/>
              <a:ext cx="4428" cy="4117"/>
            </a:xfrm>
            <a:custGeom>
              <a:avLst/>
              <a:gdLst/>
              <a:ahLst/>
              <a:cxnLst/>
              <a:rect l="l" t="t" r="r" b="b"/>
              <a:pathLst>
                <a:path w="57" h="53" extrusionOk="0">
                  <a:moveTo>
                    <a:pt x="34" y="0"/>
                  </a:moveTo>
                  <a:cubicBezTo>
                    <a:pt x="21" y="0"/>
                    <a:pt x="7" y="11"/>
                    <a:pt x="0" y="32"/>
                  </a:cubicBezTo>
                  <a:cubicBezTo>
                    <a:pt x="7" y="46"/>
                    <a:pt x="21" y="53"/>
                    <a:pt x="34" y="53"/>
                  </a:cubicBezTo>
                  <a:cubicBezTo>
                    <a:pt x="46" y="53"/>
                    <a:pt x="56" y="46"/>
                    <a:pt x="56" y="32"/>
                  </a:cubicBezTo>
                  <a:cubicBezTo>
                    <a:pt x="56" y="11"/>
                    <a:pt x="46" y="0"/>
                    <a:pt x="34"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9" name="Google Shape;2449;p40"/>
            <p:cNvSpPr/>
            <p:nvPr/>
          </p:nvSpPr>
          <p:spPr>
            <a:xfrm>
              <a:off x="2300592" y="4309066"/>
              <a:ext cx="4350" cy="3340"/>
            </a:xfrm>
            <a:custGeom>
              <a:avLst/>
              <a:gdLst/>
              <a:ahLst/>
              <a:cxnLst/>
              <a:rect l="l" t="t" r="r" b="b"/>
              <a:pathLst>
                <a:path w="56" h="43" extrusionOk="0">
                  <a:moveTo>
                    <a:pt x="28" y="0"/>
                  </a:moveTo>
                  <a:cubicBezTo>
                    <a:pt x="14" y="0"/>
                    <a:pt x="0" y="7"/>
                    <a:pt x="0" y="21"/>
                  </a:cubicBezTo>
                  <a:cubicBezTo>
                    <a:pt x="0" y="35"/>
                    <a:pt x="14" y="42"/>
                    <a:pt x="28" y="42"/>
                  </a:cubicBezTo>
                  <a:cubicBezTo>
                    <a:pt x="42" y="42"/>
                    <a:pt x="56" y="35"/>
                    <a:pt x="56" y="21"/>
                  </a:cubicBezTo>
                  <a:cubicBezTo>
                    <a:pt x="56" y="7"/>
                    <a:pt x="42" y="0"/>
                    <a:pt x="28"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0" name="Google Shape;2450;p40"/>
            <p:cNvSpPr/>
            <p:nvPr/>
          </p:nvSpPr>
          <p:spPr>
            <a:xfrm>
              <a:off x="2238832" y="3974785"/>
              <a:ext cx="78073" cy="10254"/>
            </a:xfrm>
            <a:custGeom>
              <a:avLst/>
              <a:gdLst/>
              <a:ahLst/>
              <a:cxnLst/>
              <a:rect l="l" t="t" r="r" b="b"/>
              <a:pathLst>
                <a:path w="1005" h="132" extrusionOk="0">
                  <a:moveTo>
                    <a:pt x="1004" y="0"/>
                  </a:moveTo>
                  <a:cubicBezTo>
                    <a:pt x="1003" y="1"/>
                    <a:pt x="1002" y="2"/>
                    <a:pt x="999" y="3"/>
                  </a:cubicBezTo>
                  <a:lnTo>
                    <a:pt x="999" y="3"/>
                  </a:lnTo>
                  <a:cubicBezTo>
                    <a:pt x="1001" y="2"/>
                    <a:pt x="1003" y="1"/>
                    <a:pt x="1004" y="0"/>
                  </a:cubicBezTo>
                  <a:close/>
                  <a:moveTo>
                    <a:pt x="0" y="14"/>
                  </a:moveTo>
                  <a:cubicBezTo>
                    <a:pt x="27" y="26"/>
                    <a:pt x="65" y="41"/>
                    <a:pt x="110" y="55"/>
                  </a:cubicBezTo>
                  <a:lnTo>
                    <a:pt x="110" y="55"/>
                  </a:lnTo>
                  <a:cubicBezTo>
                    <a:pt x="75" y="43"/>
                    <a:pt x="38" y="30"/>
                    <a:pt x="0" y="14"/>
                  </a:cubicBezTo>
                  <a:close/>
                  <a:moveTo>
                    <a:pt x="999" y="3"/>
                  </a:moveTo>
                  <a:cubicBezTo>
                    <a:pt x="848" y="91"/>
                    <a:pt x="681" y="121"/>
                    <a:pt x="526" y="121"/>
                  </a:cubicBezTo>
                  <a:cubicBezTo>
                    <a:pt x="365" y="121"/>
                    <a:pt x="216" y="89"/>
                    <a:pt x="110" y="55"/>
                  </a:cubicBezTo>
                  <a:lnTo>
                    <a:pt x="110" y="55"/>
                  </a:lnTo>
                  <a:cubicBezTo>
                    <a:pt x="275" y="111"/>
                    <a:pt x="416" y="131"/>
                    <a:pt x="536" y="131"/>
                  </a:cubicBezTo>
                  <a:cubicBezTo>
                    <a:pt x="812" y="131"/>
                    <a:pt x="966" y="24"/>
                    <a:pt x="999" y="3"/>
                  </a:cubicBezTo>
                  <a:close/>
                </a:path>
              </a:pathLst>
            </a:custGeom>
            <a:solidFill>
              <a:srgbClr val="A10D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1" name="Google Shape;2451;p40"/>
            <p:cNvSpPr/>
            <p:nvPr/>
          </p:nvSpPr>
          <p:spPr>
            <a:xfrm>
              <a:off x="2388377" y="3829513"/>
              <a:ext cx="228705" cy="594290"/>
            </a:xfrm>
            <a:custGeom>
              <a:avLst/>
              <a:gdLst/>
              <a:ahLst/>
              <a:cxnLst/>
              <a:rect l="l" t="t" r="r" b="b"/>
              <a:pathLst>
                <a:path w="2944" h="7650" extrusionOk="0">
                  <a:moveTo>
                    <a:pt x="1353" y="1"/>
                  </a:moveTo>
                  <a:lnTo>
                    <a:pt x="1116" y="238"/>
                  </a:lnTo>
                  <a:cubicBezTo>
                    <a:pt x="1562" y="545"/>
                    <a:pt x="0" y="7045"/>
                    <a:pt x="391" y="7394"/>
                  </a:cubicBezTo>
                  <a:cubicBezTo>
                    <a:pt x="577" y="7581"/>
                    <a:pt x="806" y="7649"/>
                    <a:pt x="1047" y="7649"/>
                  </a:cubicBezTo>
                  <a:cubicBezTo>
                    <a:pt x="1147" y="7649"/>
                    <a:pt x="1250" y="7637"/>
                    <a:pt x="1353" y="7617"/>
                  </a:cubicBezTo>
                  <a:lnTo>
                    <a:pt x="1562" y="7394"/>
                  </a:lnTo>
                  <a:cubicBezTo>
                    <a:pt x="1645" y="7201"/>
                    <a:pt x="2573" y="570"/>
                    <a:pt x="2931" y="570"/>
                  </a:cubicBezTo>
                  <a:cubicBezTo>
                    <a:pt x="2935" y="570"/>
                    <a:pt x="2939" y="571"/>
                    <a:pt x="2943" y="573"/>
                  </a:cubicBezTo>
                  <a:cubicBezTo>
                    <a:pt x="2720" y="182"/>
                    <a:pt x="2427" y="112"/>
                    <a:pt x="13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2" name="Google Shape;2452;p40"/>
            <p:cNvSpPr/>
            <p:nvPr/>
          </p:nvSpPr>
          <p:spPr>
            <a:xfrm>
              <a:off x="2469714" y="3838058"/>
              <a:ext cx="174247" cy="50107"/>
            </a:xfrm>
            <a:custGeom>
              <a:avLst/>
              <a:gdLst/>
              <a:ahLst/>
              <a:cxnLst/>
              <a:rect l="l" t="t" r="r" b="b"/>
              <a:pathLst>
                <a:path w="2243" h="645" extrusionOk="0">
                  <a:moveTo>
                    <a:pt x="613" y="1"/>
                  </a:moveTo>
                  <a:cubicBezTo>
                    <a:pt x="237" y="1"/>
                    <a:pt x="0" y="120"/>
                    <a:pt x="362" y="435"/>
                  </a:cubicBezTo>
                  <a:cubicBezTo>
                    <a:pt x="353" y="272"/>
                    <a:pt x="490" y="210"/>
                    <a:pt x="674" y="210"/>
                  </a:cubicBezTo>
                  <a:cubicBezTo>
                    <a:pt x="1042" y="210"/>
                    <a:pt x="1594" y="458"/>
                    <a:pt x="1520" y="644"/>
                  </a:cubicBezTo>
                  <a:cubicBezTo>
                    <a:pt x="2242" y="331"/>
                    <a:pt x="1237" y="1"/>
                    <a:pt x="6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3" name="Google Shape;2453;p40"/>
            <p:cNvSpPr/>
            <p:nvPr/>
          </p:nvSpPr>
          <p:spPr>
            <a:xfrm>
              <a:off x="2397389" y="3879387"/>
              <a:ext cx="202292" cy="550087"/>
            </a:xfrm>
            <a:custGeom>
              <a:avLst/>
              <a:gdLst/>
              <a:ahLst/>
              <a:cxnLst/>
              <a:rect l="l" t="t" r="r" b="b"/>
              <a:pathLst>
                <a:path w="2604" h="7081" extrusionOk="0">
                  <a:moveTo>
                    <a:pt x="1098" y="1"/>
                  </a:moveTo>
                  <a:cubicBezTo>
                    <a:pt x="1098" y="1"/>
                    <a:pt x="107" y="6431"/>
                    <a:pt x="107" y="6431"/>
                  </a:cubicBezTo>
                  <a:cubicBezTo>
                    <a:pt x="0" y="6707"/>
                    <a:pt x="555" y="7081"/>
                    <a:pt x="1005" y="7081"/>
                  </a:cubicBezTo>
                  <a:cubicBezTo>
                    <a:pt x="1259" y="7081"/>
                    <a:pt x="1480" y="6962"/>
                    <a:pt x="1530" y="6640"/>
                  </a:cubicBezTo>
                  <a:lnTo>
                    <a:pt x="2604" y="252"/>
                  </a:lnTo>
                  <a:lnTo>
                    <a:pt x="2604" y="252"/>
                  </a:lnTo>
                  <a:cubicBezTo>
                    <a:pt x="2522" y="276"/>
                    <a:pt x="2439" y="294"/>
                    <a:pt x="2356" y="306"/>
                  </a:cubicBezTo>
                  <a:lnTo>
                    <a:pt x="2356" y="306"/>
                  </a:lnTo>
                  <a:lnTo>
                    <a:pt x="1328" y="139"/>
                  </a:lnTo>
                  <a:lnTo>
                    <a:pt x="1328" y="139"/>
                  </a:lnTo>
                  <a:cubicBezTo>
                    <a:pt x="1571" y="260"/>
                    <a:pt x="1839" y="323"/>
                    <a:pt x="2111" y="323"/>
                  </a:cubicBezTo>
                  <a:cubicBezTo>
                    <a:pt x="2192" y="323"/>
                    <a:pt x="2274" y="317"/>
                    <a:pt x="2356" y="306"/>
                  </a:cubicBezTo>
                  <a:lnTo>
                    <a:pt x="2356" y="306"/>
                  </a:lnTo>
                  <a:lnTo>
                    <a:pt x="2451" y="321"/>
                  </a:lnTo>
                  <a:lnTo>
                    <a:pt x="1418" y="6626"/>
                  </a:lnTo>
                  <a:cubicBezTo>
                    <a:pt x="1418" y="6626"/>
                    <a:pt x="1430" y="6975"/>
                    <a:pt x="977" y="6975"/>
                  </a:cubicBezTo>
                  <a:cubicBezTo>
                    <a:pt x="925" y="6975"/>
                    <a:pt x="868" y="6971"/>
                    <a:pt x="805" y="6961"/>
                  </a:cubicBezTo>
                  <a:cubicBezTo>
                    <a:pt x="177" y="6863"/>
                    <a:pt x="219" y="6431"/>
                    <a:pt x="219" y="6431"/>
                  </a:cubicBezTo>
                  <a:lnTo>
                    <a:pt x="1251" y="126"/>
                  </a:lnTo>
                  <a:lnTo>
                    <a:pt x="1328" y="139"/>
                  </a:lnTo>
                  <a:lnTo>
                    <a:pt x="1328" y="139"/>
                  </a:lnTo>
                  <a:cubicBezTo>
                    <a:pt x="1248" y="99"/>
                    <a:pt x="1171" y="53"/>
                    <a:pt x="10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4" name="Google Shape;2454;p40"/>
            <p:cNvSpPr/>
            <p:nvPr/>
          </p:nvSpPr>
          <p:spPr>
            <a:xfrm>
              <a:off x="2420772" y="3820346"/>
              <a:ext cx="266149" cy="94232"/>
            </a:xfrm>
            <a:custGeom>
              <a:avLst/>
              <a:gdLst/>
              <a:ahLst/>
              <a:cxnLst/>
              <a:rect l="l" t="t" r="r" b="b"/>
              <a:pathLst>
                <a:path w="3426" h="1213" extrusionOk="0">
                  <a:moveTo>
                    <a:pt x="1227" y="223"/>
                  </a:moveTo>
                  <a:cubicBezTo>
                    <a:pt x="1864" y="223"/>
                    <a:pt x="2957" y="596"/>
                    <a:pt x="2080" y="900"/>
                  </a:cubicBezTo>
                  <a:cubicBezTo>
                    <a:pt x="1962" y="948"/>
                    <a:pt x="1838" y="972"/>
                    <a:pt x="1716" y="972"/>
                  </a:cubicBezTo>
                  <a:cubicBezTo>
                    <a:pt x="1448" y="972"/>
                    <a:pt x="1188" y="860"/>
                    <a:pt x="1006" y="649"/>
                  </a:cubicBezTo>
                  <a:cubicBezTo>
                    <a:pt x="656" y="339"/>
                    <a:pt x="870" y="223"/>
                    <a:pt x="1227" y="223"/>
                  </a:cubicBezTo>
                  <a:close/>
                  <a:moveTo>
                    <a:pt x="1130" y="0"/>
                  </a:moveTo>
                  <a:cubicBezTo>
                    <a:pt x="255" y="0"/>
                    <a:pt x="1" y="542"/>
                    <a:pt x="1536" y="1207"/>
                  </a:cubicBezTo>
                  <a:cubicBezTo>
                    <a:pt x="1574" y="1210"/>
                    <a:pt x="1615" y="1212"/>
                    <a:pt x="1659" y="1212"/>
                  </a:cubicBezTo>
                  <a:cubicBezTo>
                    <a:pt x="2299" y="1212"/>
                    <a:pt x="3425" y="837"/>
                    <a:pt x="2498" y="328"/>
                  </a:cubicBezTo>
                  <a:cubicBezTo>
                    <a:pt x="1990" y="99"/>
                    <a:pt x="1503" y="0"/>
                    <a:pt x="11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5" name="Google Shape;2455;p40"/>
            <p:cNvSpPr/>
            <p:nvPr/>
          </p:nvSpPr>
          <p:spPr>
            <a:xfrm>
              <a:off x="2437785" y="3825706"/>
              <a:ext cx="212002" cy="83900"/>
            </a:xfrm>
            <a:custGeom>
              <a:avLst/>
              <a:gdLst/>
              <a:ahLst/>
              <a:cxnLst/>
              <a:rect l="l" t="t" r="r" b="b"/>
              <a:pathLst>
                <a:path w="2729" h="1080" extrusionOk="0">
                  <a:moveTo>
                    <a:pt x="1030" y="48"/>
                  </a:moveTo>
                  <a:cubicBezTo>
                    <a:pt x="1702" y="48"/>
                    <a:pt x="2728" y="383"/>
                    <a:pt x="2265" y="761"/>
                  </a:cubicBezTo>
                  <a:lnTo>
                    <a:pt x="2251" y="761"/>
                  </a:lnTo>
                  <a:cubicBezTo>
                    <a:pt x="1974" y="935"/>
                    <a:pt x="1732" y="989"/>
                    <a:pt x="1541" y="989"/>
                  </a:cubicBezTo>
                  <a:cubicBezTo>
                    <a:pt x="1242" y="989"/>
                    <a:pt x="1066" y="859"/>
                    <a:pt x="1066" y="859"/>
                  </a:cubicBezTo>
                  <a:cubicBezTo>
                    <a:pt x="174" y="267"/>
                    <a:pt x="486" y="48"/>
                    <a:pt x="1030" y="48"/>
                  </a:cubicBezTo>
                  <a:close/>
                  <a:moveTo>
                    <a:pt x="842" y="0"/>
                  </a:moveTo>
                  <a:cubicBezTo>
                    <a:pt x="278" y="0"/>
                    <a:pt x="1" y="222"/>
                    <a:pt x="996" y="929"/>
                  </a:cubicBezTo>
                  <a:cubicBezTo>
                    <a:pt x="996" y="929"/>
                    <a:pt x="1204" y="1079"/>
                    <a:pt x="1550" y="1079"/>
                  </a:cubicBezTo>
                  <a:cubicBezTo>
                    <a:pt x="1771" y="1079"/>
                    <a:pt x="2048" y="1018"/>
                    <a:pt x="2363" y="817"/>
                  </a:cubicBezTo>
                  <a:cubicBezTo>
                    <a:pt x="2489" y="733"/>
                    <a:pt x="2516" y="580"/>
                    <a:pt x="2433" y="468"/>
                  </a:cubicBezTo>
                  <a:cubicBezTo>
                    <a:pt x="2485" y="283"/>
                    <a:pt x="1480" y="0"/>
                    <a:pt x="8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6" name="Google Shape;2456;p40"/>
            <p:cNvSpPr/>
            <p:nvPr/>
          </p:nvSpPr>
          <p:spPr>
            <a:xfrm>
              <a:off x="2425200" y="3824153"/>
              <a:ext cx="61837" cy="54224"/>
            </a:xfrm>
            <a:custGeom>
              <a:avLst/>
              <a:gdLst/>
              <a:ahLst/>
              <a:cxnLst/>
              <a:rect l="l" t="t" r="r" b="b"/>
              <a:pathLst>
                <a:path w="796" h="698" extrusionOk="0">
                  <a:moveTo>
                    <a:pt x="795" y="0"/>
                  </a:moveTo>
                  <a:lnTo>
                    <a:pt x="795" y="0"/>
                  </a:lnTo>
                  <a:cubicBezTo>
                    <a:pt x="795" y="0"/>
                    <a:pt x="0" y="42"/>
                    <a:pt x="781" y="698"/>
                  </a:cubicBezTo>
                  <a:cubicBezTo>
                    <a:pt x="781" y="684"/>
                    <a:pt x="223" y="154"/>
                    <a:pt x="7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7" name="Google Shape;2457;p40"/>
            <p:cNvSpPr/>
            <p:nvPr/>
          </p:nvSpPr>
          <p:spPr>
            <a:xfrm>
              <a:off x="2413236" y="4000732"/>
              <a:ext cx="147446" cy="434648"/>
            </a:xfrm>
            <a:custGeom>
              <a:avLst/>
              <a:gdLst/>
              <a:ahLst/>
              <a:cxnLst/>
              <a:rect l="l" t="t" r="r" b="b"/>
              <a:pathLst>
                <a:path w="1898" h="5595" extrusionOk="0">
                  <a:moveTo>
                    <a:pt x="1145" y="5022"/>
                  </a:moveTo>
                  <a:cubicBezTo>
                    <a:pt x="1145" y="5594"/>
                    <a:pt x="1" y="5315"/>
                    <a:pt x="85" y="4855"/>
                  </a:cubicBezTo>
                  <a:lnTo>
                    <a:pt x="838" y="182"/>
                  </a:lnTo>
                  <a:cubicBezTo>
                    <a:pt x="1214" y="1"/>
                    <a:pt x="1689" y="196"/>
                    <a:pt x="1898" y="349"/>
                  </a:cubicBezTo>
                  <a:close/>
                </a:path>
              </a:pathLst>
            </a:custGeom>
            <a:gradFill>
              <a:gsLst>
                <a:gs pos="0">
                  <a:srgbClr val="FFBA42"/>
                </a:gs>
                <a:gs pos="100000">
                  <a:srgbClr val="B87707"/>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8" name="Google Shape;2458;p40"/>
            <p:cNvSpPr/>
            <p:nvPr/>
          </p:nvSpPr>
          <p:spPr>
            <a:xfrm>
              <a:off x="2452235" y="4018056"/>
              <a:ext cx="109536" cy="398369"/>
            </a:xfrm>
            <a:custGeom>
              <a:avLst/>
              <a:gdLst/>
              <a:ahLst/>
              <a:cxnLst/>
              <a:rect l="l" t="t" r="r" b="b"/>
              <a:pathLst>
                <a:path w="1410" h="5128" extrusionOk="0">
                  <a:moveTo>
                    <a:pt x="1145" y="1"/>
                  </a:moveTo>
                  <a:lnTo>
                    <a:pt x="824" y="168"/>
                  </a:lnTo>
                  <a:cubicBezTo>
                    <a:pt x="810" y="168"/>
                    <a:pt x="1" y="5092"/>
                    <a:pt x="1" y="5092"/>
                  </a:cubicBezTo>
                  <a:cubicBezTo>
                    <a:pt x="78" y="5117"/>
                    <a:pt x="148" y="5128"/>
                    <a:pt x="211" y="5128"/>
                  </a:cubicBezTo>
                  <a:cubicBezTo>
                    <a:pt x="537" y="5128"/>
                    <a:pt x="678" y="4846"/>
                    <a:pt x="643" y="4799"/>
                  </a:cubicBezTo>
                  <a:lnTo>
                    <a:pt x="1410" y="140"/>
                  </a:lnTo>
                  <a:cubicBezTo>
                    <a:pt x="1326" y="85"/>
                    <a:pt x="1242" y="29"/>
                    <a:pt x="1145"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9" name="Google Shape;2459;p40"/>
            <p:cNvSpPr/>
            <p:nvPr/>
          </p:nvSpPr>
          <p:spPr>
            <a:xfrm>
              <a:off x="2478259" y="4008501"/>
              <a:ext cx="82424" cy="24471"/>
            </a:xfrm>
            <a:custGeom>
              <a:avLst/>
              <a:gdLst/>
              <a:ahLst/>
              <a:cxnLst/>
              <a:rect l="l" t="t" r="r" b="b"/>
              <a:pathLst>
                <a:path w="1061" h="315" extrusionOk="0">
                  <a:moveTo>
                    <a:pt x="276" y="0"/>
                  </a:moveTo>
                  <a:cubicBezTo>
                    <a:pt x="168" y="0"/>
                    <a:pt x="70" y="20"/>
                    <a:pt x="1" y="68"/>
                  </a:cubicBezTo>
                  <a:cubicBezTo>
                    <a:pt x="191" y="220"/>
                    <a:pt x="524" y="314"/>
                    <a:pt x="779" y="314"/>
                  </a:cubicBezTo>
                  <a:cubicBezTo>
                    <a:pt x="897" y="314"/>
                    <a:pt x="999" y="294"/>
                    <a:pt x="1061" y="249"/>
                  </a:cubicBezTo>
                  <a:cubicBezTo>
                    <a:pt x="1029" y="176"/>
                    <a:pt x="604" y="0"/>
                    <a:pt x="276" y="0"/>
                  </a:cubicBezTo>
                  <a:close/>
                </a:path>
              </a:pathLst>
            </a:custGeom>
            <a:solidFill>
              <a:srgbClr val="F9CF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0" name="Google Shape;2460;p40"/>
            <p:cNvSpPr/>
            <p:nvPr/>
          </p:nvSpPr>
          <p:spPr>
            <a:xfrm>
              <a:off x="2512985" y="4009433"/>
              <a:ext cx="47699" cy="24160"/>
            </a:xfrm>
            <a:custGeom>
              <a:avLst/>
              <a:gdLst/>
              <a:ahLst/>
              <a:cxnLst/>
              <a:rect l="l" t="t" r="r" b="b"/>
              <a:pathLst>
                <a:path w="614" h="311" extrusionOk="0">
                  <a:moveTo>
                    <a:pt x="56" y="0"/>
                  </a:moveTo>
                  <a:lnTo>
                    <a:pt x="56" y="0"/>
                  </a:lnTo>
                  <a:cubicBezTo>
                    <a:pt x="56" y="0"/>
                    <a:pt x="167" y="182"/>
                    <a:pt x="0" y="265"/>
                  </a:cubicBezTo>
                  <a:cubicBezTo>
                    <a:pt x="91" y="296"/>
                    <a:pt x="184" y="310"/>
                    <a:pt x="275" y="310"/>
                  </a:cubicBezTo>
                  <a:cubicBezTo>
                    <a:pt x="394" y="310"/>
                    <a:pt x="511" y="285"/>
                    <a:pt x="614" y="237"/>
                  </a:cubicBezTo>
                  <a:cubicBezTo>
                    <a:pt x="446" y="126"/>
                    <a:pt x="265" y="42"/>
                    <a:pt x="5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1" name="Google Shape;2461;p40"/>
            <p:cNvSpPr/>
            <p:nvPr/>
          </p:nvSpPr>
          <p:spPr>
            <a:xfrm>
              <a:off x="2478259" y="4009044"/>
              <a:ext cx="82424" cy="19965"/>
            </a:xfrm>
            <a:custGeom>
              <a:avLst/>
              <a:gdLst/>
              <a:ahLst/>
              <a:cxnLst/>
              <a:rect l="l" t="t" r="r" b="b"/>
              <a:pathLst>
                <a:path w="1061" h="257" extrusionOk="0">
                  <a:moveTo>
                    <a:pt x="355" y="1"/>
                  </a:moveTo>
                  <a:cubicBezTo>
                    <a:pt x="241" y="1"/>
                    <a:pt x="121" y="21"/>
                    <a:pt x="1" y="75"/>
                  </a:cubicBezTo>
                  <a:lnTo>
                    <a:pt x="29" y="75"/>
                  </a:lnTo>
                  <a:cubicBezTo>
                    <a:pt x="42" y="48"/>
                    <a:pt x="107" y="37"/>
                    <a:pt x="197" y="37"/>
                  </a:cubicBezTo>
                  <a:cubicBezTo>
                    <a:pt x="482" y="37"/>
                    <a:pt x="1026" y="151"/>
                    <a:pt x="1047" y="256"/>
                  </a:cubicBezTo>
                  <a:lnTo>
                    <a:pt x="1061" y="242"/>
                  </a:lnTo>
                  <a:cubicBezTo>
                    <a:pt x="1061" y="242"/>
                    <a:pt x="744" y="1"/>
                    <a:pt x="355"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2" name="Google Shape;2462;p40"/>
            <p:cNvSpPr/>
            <p:nvPr/>
          </p:nvSpPr>
          <p:spPr>
            <a:xfrm>
              <a:off x="2419762" y="3969347"/>
              <a:ext cx="79161" cy="419421"/>
            </a:xfrm>
            <a:custGeom>
              <a:avLst/>
              <a:gdLst/>
              <a:ahLst/>
              <a:cxnLst/>
              <a:rect l="l" t="t" r="r" b="b"/>
              <a:pathLst>
                <a:path w="1019" h="5399" extrusionOk="0">
                  <a:moveTo>
                    <a:pt x="1019" y="0"/>
                  </a:moveTo>
                  <a:lnTo>
                    <a:pt x="1" y="5259"/>
                  </a:lnTo>
                  <a:cubicBezTo>
                    <a:pt x="56" y="5357"/>
                    <a:pt x="196" y="5398"/>
                    <a:pt x="293" y="5343"/>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3" name="Google Shape;2463;p40"/>
            <p:cNvSpPr/>
            <p:nvPr/>
          </p:nvSpPr>
          <p:spPr>
            <a:xfrm>
              <a:off x="2476006" y="4374244"/>
              <a:ext cx="19810" cy="18101"/>
            </a:xfrm>
            <a:custGeom>
              <a:avLst/>
              <a:gdLst/>
              <a:ahLst/>
              <a:cxnLst/>
              <a:rect l="l" t="t" r="r" b="b"/>
              <a:pathLst>
                <a:path w="255" h="233" extrusionOk="0">
                  <a:moveTo>
                    <a:pt x="127" y="1"/>
                  </a:moveTo>
                  <a:cubicBezTo>
                    <a:pt x="75" y="1"/>
                    <a:pt x="22" y="33"/>
                    <a:pt x="16" y="103"/>
                  </a:cubicBezTo>
                  <a:cubicBezTo>
                    <a:pt x="1" y="186"/>
                    <a:pt x="64" y="233"/>
                    <a:pt x="127" y="233"/>
                  </a:cubicBezTo>
                  <a:cubicBezTo>
                    <a:pt x="180" y="233"/>
                    <a:pt x="233" y="200"/>
                    <a:pt x="239" y="131"/>
                  </a:cubicBezTo>
                  <a:cubicBezTo>
                    <a:pt x="254" y="47"/>
                    <a:pt x="191" y="1"/>
                    <a:pt x="127"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4" name="Google Shape;2464;p40"/>
            <p:cNvSpPr/>
            <p:nvPr/>
          </p:nvSpPr>
          <p:spPr>
            <a:xfrm>
              <a:off x="2453244" y="4295160"/>
              <a:ext cx="20897" cy="18101"/>
            </a:xfrm>
            <a:custGeom>
              <a:avLst/>
              <a:gdLst/>
              <a:ahLst/>
              <a:cxnLst/>
              <a:rect l="l" t="t" r="r" b="b"/>
              <a:pathLst>
                <a:path w="269" h="233" extrusionOk="0">
                  <a:moveTo>
                    <a:pt x="139" y="0"/>
                  </a:moveTo>
                  <a:cubicBezTo>
                    <a:pt x="85" y="0"/>
                    <a:pt x="29" y="33"/>
                    <a:pt x="16" y="102"/>
                  </a:cubicBezTo>
                  <a:cubicBezTo>
                    <a:pt x="1" y="186"/>
                    <a:pt x="64" y="232"/>
                    <a:pt x="130" y="232"/>
                  </a:cubicBezTo>
                  <a:cubicBezTo>
                    <a:pt x="184" y="232"/>
                    <a:pt x="240" y="200"/>
                    <a:pt x="253" y="130"/>
                  </a:cubicBezTo>
                  <a:cubicBezTo>
                    <a:pt x="268" y="47"/>
                    <a:pt x="205" y="0"/>
                    <a:pt x="139"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5" name="Google Shape;2465;p40"/>
            <p:cNvSpPr/>
            <p:nvPr/>
          </p:nvSpPr>
          <p:spPr>
            <a:xfrm>
              <a:off x="2503662" y="4208152"/>
              <a:ext cx="19111" cy="16935"/>
            </a:xfrm>
            <a:custGeom>
              <a:avLst/>
              <a:gdLst/>
              <a:ahLst/>
              <a:cxnLst/>
              <a:rect l="l" t="t" r="r" b="b"/>
              <a:pathLst>
                <a:path w="246" h="218" extrusionOk="0">
                  <a:moveTo>
                    <a:pt x="121" y="1"/>
                  </a:moveTo>
                  <a:cubicBezTo>
                    <a:pt x="70" y="1"/>
                    <a:pt x="21" y="30"/>
                    <a:pt x="9" y="93"/>
                  </a:cubicBezTo>
                  <a:cubicBezTo>
                    <a:pt x="1" y="170"/>
                    <a:pt x="63" y="218"/>
                    <a:pt x="126" y="218"/>
                  </a:cubicBezTo>
                  <a:cubicBezTo>
                    <a:pt x="176" y="218"/>
                    <a:pt x="227" y="188"/>
                    <a:pt x="246" y="121"/>
                  </a:cubicBezTo>
                  <a:cubicBezTo>
                    <a:pt x="246" y="44"/>
                    <a:pt x="182" y="1"/>
                    <a:pt x="121"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6" name="Google Shape;2466;p40"/>
            <p:cNvSpPr/>
            <p:nvPr/>
          </p:nvSpPr>
          <p:spPr>
            <a:xfrm>
              <a:off x="2477094" y="4108171"/>
              <a:ext cx="20276" cy="18567"/>
            </a:xfrm>
            <a:custGeom>
              <a:avLst/>
              <a:gdLst/>
              <a:ahLst/>
              <a:cxnLst/>
              <a:rect l="l" t="t" r="r" b="b"/>
              <a:pathLst>
                <a:path w="261" h="239" extrusionOk="0">
                  <a:moveTo>
                    <a:pt x="127" y="0"/>
                  </a:moveTo>
                  <a:cubicBezTo>
                    <a:pt x="77" y="0"/>
                    <a:pt x="28" y="30"/>
                    <a:pt x="16" y="96"/>
                  </a:cubicBezTo>
                  <a:cubicBezTo>
                    <a:pt x="0" y="189"/>
                    <a:pt x="66" y="239"/>
                    <a:pt x="133" y="239"/>
                  </a:cubicBezTo>
                  <a:cubicBezTo>
                    <a:pt x="186" y="239"/>
                    <a:pt x="240" y="207"/>
                    <a:pt x="253" y="138"/>
                  </a:cubicBezTo>
                  <a:cubicBezTo>
                    <a:pt x="261" y="51"/>
                    <a:pt x="192" y="0"/>
                    <a:pt x="127"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7" name="Google Shape;2467;p40"/>
            <p:cNvSpPr/>
            <p:nvPr/>
          </p:nvSpPr>
          <p:spPr>
            <a:xfrm>
              <a:off x="2513917" y="4086497"/>
              <a:ext cx="19810" cy="18256"/>
            </a:xfrm>
            <a:custGeom>
              <a:avLst/>
              <a:gdLst/>
              <a:ahLst/>
              <a:cxnLst/>
              <a:rect l="l" t="t" r="r" b="b"/>
              <a:pathLst>
                <a:path w="255" h="235" extrusionOk="0">
                  <a:moveTo>
                    <a:pt x="120" y="0"/>
                  </a:moveTo>
                  <a:cubicBezTo>
                    <a:pt x="70" y="0"/>
                    <a:pt x="22" y="30"/>
                    <a:pt x="16" y="96"/>
                  </a:cubicBezTo>
                  <a:cubicBezTo>
                    <a:pt x="0" y="183"/>
                    <a:pt x="70" y="234"/>
                    <a:pt x="135" y="234"/>
                  </a:cubicBezTo>
                  <a:cubicBezTo>
                    <a:pt x="185" y="234"/>
                    <a:pt x="233" y="205"/>
                    <a:pt x="239" y="138"/>
                  </a:cubicBezTo>
                  <a:cubicBezTo>
                    <a:pt x="255" y="51"/>
                    <a:pt x="186" y="0"/>
                    <a:pt x="120"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8" name="Google Shape;2468;p40"/>
            <p:cNvSpPr/>
            <p:nvPr/>
          </p:nvSpPr>
          <p:spPr>
            <a:xfrm>
              <a:off x="2524715" y="4051771"/>
              <a:ext cx="19887" cy="18334"/>
            </a:xfrm>
            <a:custGeom>
              <a:avLst/>
              <a:gdLst/>
              <a:ahLst/>
              <a:cxnLst/>
              <a:rect l="l" t="t" r="r" b="b"/>
              <a:pathLst>
                <a:path w="256" h="236" extrusionOk="0">
                  <a:moveTo>
                    <a:pt x="121" y="1"/>
                  </a:moveTo>
                  <a:cubicBezTo>
                    <a:pt x="70" y="1"/>
                    <a:pt x="23" y="31"/>
                    <a:pt x="16" y="97"/>
                  </a:cubicBezTo>
                  <a:cubicBezTo>
                    <a:pt x="1" y="184"/>
                    <a:pt x="66" y="235"/>
                    <a:pt x="130" y="235"/>
                  </a:cubicBezTo>
                  <a:cubicBezTo>
                    <a:pt x="179" y="235"/>
                    <a:pt x="228" y="205"/>
                    <a:pt x="240" y="139"/>
                  </a:cubicBezTo>
                  <a:cubicBezTo>
                    <a:pt x="255" y="52"/>
                    <a:pt x="186" y="1"/>
                    <a:pt x="121"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9" name="Google Shape;2469;p40"/>
            <p:cNvSpPr/>
            <p:nvPr/>
          </p:nvSpPr>
          <p:spPr>
            <a:xfrm>
              <a:off x="2485717" y="4026834"/>
              <a:ext cx="19887" cy="18334"/>
            </a:xfrm>
            <a:custGeom>
              <a:avLst/>
              <a:gdLst/>
              <a:ahLst/>
              <a:cxnLst/>
              <a:rect l="l" t="t" r="r" b="b"/>
              <a:pathLst>
                <a:path w="256" h="236" extrusionOk="0">
                  <a:moveTo>
                    <a:pt x="126" y="1"/>
                  </a:moveTo>
                  <a:cubicBezTo>
                    <a:pt x="77" y="1"/>
                    <a:pt x="28" y="31"/>
                    <a:pt x="16" y="97"/>
                  </a:cubicBezTo>
                  <a:cubicBezTo>
                    <a:pt x="1" y="184"/>
                    <a:pt x="70" y="235"/>
                    <a:pt x="135" y="235"/>
                  </a:cubicBezTo>
                  <a:cubicBezTo>
                    <a:pt x="186" y="235"/>
                    <a:pt x="233" y="205"/>
                    <a:pt x="240" y="139"/>
                  </a:cubicBezTo>
                  <a:cubicBezTo>
                    <a:pt x="255" y="52"/>
                    <a:pt x="190" y="1"/>
                    <a:pt x="126"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0" name="Google Shape;2470;p40"/>
            <p:cNvSpPr/>
            <p:nvPr/>
          </p:nvSpPr>
          <p:spPr>
            <a:xfrm>
              <a:off x="2458682" y="4351482"/>
              <a:ext cx="20276" cy="18101"/>
            </a:xfrm>
            <a:custGeom>
              <a:avLst/>
              <a:gdLst/>
              <a:ahLst/>
              <a:cxnLst/>
              <a:rect l="l" t="t" r="r" b="b"/>
              <a:pathLst>
                <a:path w="261" h="233" extrusionOk="0">
                  <a:moveTo>
                    <a:pt x="134" y="1"/>
                  </a:moveTo>
                  <a:cubicBezTo>
                    <a:pt x="81" y="1"/>
                    <a:pt x="28" y="33"/>
                    <a:pt x="16" y="103"/>
                  </a:cubicBezTo>
                  <a:cubicBezTo>
                    <a:pt x="0" y="186"/>
                    <a:pt x="64" y="233"/>
                    <a:pt x="129" y="233"/>
                  </a:cubicBezTo>
                  <a:cubicBezTo>
                    <a:pt x="184" y="233"/>
                    <a:pt x="240" y="200"/>
                    <a:pt x="253" y="131"/>
                  </a:cubicBezTo>
                  <a:cubicBezTo>
                    <a:pt x="260" y="47"/>
                    <a:pt x="198" y="1"/>
                    <a:pt x="134"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1" name="Google Shape;2471;p40"/>
            <p:cNvSpPr/>
            <p:nvPr/>
          </p:nvSpPr>
          <p:spPr>
            <a:xfrm>
              <a:off x="2438173" y="4372690"/>
              <a:ext cx="13129" cy="11497"/>
            </a:xfrm>
            <a:custGeom>
              <a:avLst/>
              <a:gdLst/>
              <a:ahLst/>
              <a:cxnLst/>
              <a:rect l="l" t="t" r="r" b="b"/>
              <a:pathLst>
                <a:path w="169" h="148" extrusionOk="0">
                  <a:moveTo>
                    <a:pt x="87" y="0"/>
                  </a:moveTo>
                  <a:cubicBezTo>
                    <a:pt x="51" y="0"/>
                    <a:pt x="14" y="22"/>
                    <a:pt x="1" y="67"/>
                  </a:cubicBezTo>
                  <a:cubicBezTo>
                    <a:pt x="1" y="119"/>
                    <a:pt x="41" y="147"/>
                    <a:pt x="82" y="147"/>
                  </a:cubicBezTo>
                  <a:cubicBezTo>
                    <a:pt x="118" y="147"/>
                    <a:pt x="155" y="126"/>
                    <a:pt x="168" y="81"/>
                  </a:cubicBezTo>
                  <a:cubicBezTo>
                    <a:pt x="168" y="29"/>
                    <a:pt x="128" y="0"/>
                    <a:pt x="87"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2" name="Google Shape;2472;p40"/>
            <p:cNvSpPr/>
            <p:nvPr/>
          </p:nvSpPr>
          <p:spPr>
            <a:xfrm>
              <a:off x="2451691" y="4329963"/>
              <a:ext cx="13750" cy="12430"/>
            </a:xfrm>
            <a:custGeom>
              <a:avLst/>
              <a:gdLst/>
              <a:ahLst/>
              <a:cxnLst/>
              <a:rect l="l" t="t" r="r" b="b"/>
              <a:pathLst>
                <a:path w="177" h="160" extrusionOk="0">
                  <a:moveTo>
                    <a:pt x="88" y="1"/>
                  </a:moveTo>
                  <a:cubicBezTo>
                    <a:pt x="52" y="1"/>
                    <a:pt x="14" y="23"/>
                    <a:pt x="8" y="73"/>
                  </a:cubicBezTo>
                  <a:cubicBezTo>
                    <a:pt x="0" y="127"/>
                    <a:pt x="43" y="159"/>
                    <a:pt x="86" y="159"/>
                  </a:cubicBezTo>
                  <a:cubicBezTo>
                    <a:pt x="120" y="159"/>
                    <a:pt x="155" y="137"/>
                    <a:pt x="161" y="87"/>
                  </a:cubicBezTo>
                  <a:cubicBezTo>
                    <a:pt x="177" y="33"/>
                    <a:pt x="133" y="1"/>
                    <a:pt x="88"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3" name="Google Shape;2473;p40"/>
            <p:cNvSpPr/>
            <p:nvPr/>
          </p:nvSpPr>
          <p:spPr>
            <a:xfrm>
              <a:off x="2486805" y="4311630"/>
              <a:ext cx="13828" cy="13284"/>
            </a:xfrm>
            <a:custGeom>
              <a:avLst/>
              <a:gdLst/>
              <a:ahLst/>
              <a:cxnLst/>
              <a:rect l="l" t="t" r="r" b="b"/>
              <a:pathLst>
                <a:path w="178" h="171" extrusionOk="0">
                  <a:moveTo>
                    <a:pt x="89" y="1"/>
                  </a:moveTo>
                  <a:cubicBezTo>
                    <a:pt x="55" y="1"/>
                    <a:pt x="22" y="23"/>
                    <a:pt x="16" y="72"/>
                  </a:cubicBezTo>
                  <a:cubicBezTo>
                    <a:pt x="1" y="134"/>
                    <a:pt x="47" y="171"/>
                    <a:pt x="92" y="171"/>
                  </a:cubicBezTo>
                  <a:cubicBezTo>
                    <a:pt x="128" y="171"/>
                    <a:pt x="164" y="149"/>
                    <a:pt x="170" y="100"/>
                  </a:cubicBezTo>
                  <a:cubicBezTo>
                    <a:pt x="178" y="37"/>
                    <a:pt x="133" y="1"/>
                    <a:pt x="89"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4" name="Google Shape;2474;p40"/>
            <p:cNvSpPr/>
            <p:nvPr/>
          </p:nvSpPr>
          <p:spPr>
            <a:xfrm>
              <a:off x="2483076" y="4235808"/>
              <a:ext cx="14294" cy="12818"/>
            </a:xfrm>
            <a:custGeom>
              <a:avLst/>
              <a:gdLst/>
              <a:ahLst/>
              <a:cxnLst/>
              <a:rect l="l" t="t" r="r" b="b"/>
              <a:pathLst>
                <a:path w="184" h="165" extrusionOk="0">
                  <a:moveTo>
                    <a:pt x="87" y="0"/>
                  </a:moveTo>
                  <a:cubicBezTo>
                    <a:pt x="50" y="0"/>
                    <a:pt x="15" y="22"/>
                    <a:pt x="8" y="71"/>
                  </a:cubicBezTo>
                  <a:cubicBezTo>
                    <a:pt x="1" y="133"/>
                    <a:pt x="44" y="165"/>
                    <a:pt x="89" y="165"/>
                  </a:cubicBezTo>
                  <a:cubicBezTo>
                    <a:pt x="125" y="165"/>
                    <a:pt x="163" y="143"/>
                    <a:pt x="176" y="99"/>
                  </a:cubicBezTo>
                  <a:cubicBezTo>
                    <a:pt x="184" y="37"/>
                    <a:pt x="134" y="0"/>
                    <a:pt x="87"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5" name="Google Shape;2475;p40"/>
            <p:cNvSpPr/>
            <p:nvPr/>
          </p:nvSpPr>
          <p:spPr>
            <a:xfrm>
              <a:off x="2490689" y="4191372"/>
              <a:ext cx="14294" cy="13284"/>
            </a:xfrm>
            <a:custGeom>
              <a:avLst/>
              <a:gdLst/>
              <a:ahLst/>
              <a:cxnLst/>
              <a:rect l="l" t="t" r="r" b="b"/>
              <a:pathLst>
                <a:path w="184" h="171" extrusionOk="0">
                  <a:moveTo>
                    <a:pt x="87" y="0"/>
                  </a:moveTo>
                  <a:cubicBezTo>
                    <a:pt x="50" y="0"/>
                    <a:pt x="14" y="23"/>
                    <a:pt x="8" y="71"/>
                  </a:cubicBezTo>
                  <a:cubicBezTo>
                    <a:pt x="0" y="134"/>
                    <a:pt x="45" y="170"/>
                    <a:pt x="91" y="170"/>
                  </a:cubicBezTo>
                  <a:cubicBezTo>
                    <a:pt x="127" y="170"/>
                    <a:pt x="163" y="148"/>
                    <a:pt x="176" y="99"/>
                  </a:cubicBezTo>
                  <a:cubicBezTo>
                    <a:pt x="183" y="37"/>
                    <a:pt x="134" y="0"/>
                    <a:pt x="87"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6" name="Google Shape;2476;p40"/>
            <p:cNvSpPr/>
            <p:nvPr/>
          </p:nvSpPr>
          <p:spPr>
            <a:xfrm>
              <a:off x="2470568" y="4197898"/>
              <a:ext cx="13828" cy="12430"/>
            </a:xfrm>
            <a:custGeom>
              <a:avLst/>
              <a:gdLst/>
              <a:ahLst/>
              <a:cxnLst/>
              <a:rect l="l" t="t" r="r" b="b"/>
              <a:pathLst>
                <a:path w="178" h="160" extrusionOk="0">
                  <a:moveTo>
                    <a:pt x="89" y="0"/>
                  </a:moveTo>
                  <a:cubicBezTo>
                    <a:pt x="55" y="0"/>
                    <a:pt x="22" y="22"/>
                    <a:pt x="16" y="71"/>
                  </a:cubicBezTo>
                  <a:cubicBezTo>
                    <a:pt x="0" y="127"/>
                    <a:pt x="48" y="160"/>
                    <a:pt x="94" y="160"/>
                  </a:cubicBezTo>
                  <a:cubicBezTo>
                    <a:pt x="129" y="160"/>
                    <a:pt x="163" y="141"/>
                    <a:pt x="169" y="99"/>
                  </a:cubicBezTo>
                  <a:cubicBezTo>
                    <a:pt x="177" y="36"/>
                    <a:pt x="132" y="0"/>
                    <a:pt x="89"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7" name="Google Shape;2477;p40"/>
            <p:cNvSpPr/>
            <p:nvPr/>
          </p:nvSpPr>
          <p:spPr>
            <a:xfrm>
              <a:off x="2454254" y="4192227"/>
              <a:ext cx="14527" cy="12663"/>
            </a:xfrm>
            <a:custGeom>
              <a:avLst/>
              <a:gdLst/>
              <a:ahLst/>
              <a:cxnLst/>
              <a:rect l="l" t="t" r="r" b="b"/>
              <a:pathLst>
                <a:path w="187" h="163" extrusionOk="0">
                  <a:moveTo>
                    <a:pt x="89" y="1"/>
                  </a:moveTo>
                  <a:cubicBezTo>
                    <a:pt x="55" y="1"/>
                    <a:pt x="23" y="20"/>
                    <a:pt x="17" y="60"/>
                  </a:cubicBezTo>
                  <a:cubicBezTo>
                    <a:pt x="1" y="125"/>
                    <a:pt x="51" y="162"/>
                    <a:pt x="98" y="162"/>
                  </a:cubicBezTo>
                  <a:cubicBezTo>
                    <a:pt x="132" y="162"/>
                    <a:pt x="164" y="143"/>
                    <a:pt x="170" y="102"/>
                  </a:cubicBezTo>
                  <a:cubicBezTo>
                    <a:pt x="186" y="37"/>
                    <a:pt x="137" y="1"/>
                    <a:pt x="89"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8" name="Google Shape;2478;p40"/>
            <p:cNvSpPr/>
            <p:nvPr/>
          </p:nvSpPr>
          <p:spPr>
            <a:xfrm>
              <a:off x="2466373" y="4160764"/>
              <a:ext cx="13051" cy="11187"/>
            </a:xfrm>
            <a:custGeom>
              <a:avLst/>
              <a:gdLst/>
              <a:ahLst/>
              <a:cxnLst/>
              <a:rect l="l" t="t" r="r" b="b"/>
              <a:pathLst>
                <a:path w="168" h="144" extrusionOk="0">
                  <a:moveTo>
                    <a:pt x="78" y="0"/>
                  </a:moveTo>
                  <a:cubicBezTo>
                    <a:pt x="45" y="0"/>
                    <a:pt x="12" y="19"/>
                    <a:pt x="0" y="61"/>
                  </a:cubicBezTo>
                  <a:cubicBezTo>
                    <a:pt x="0" y="115"/>
                    <a:pt x="44" y="144"/>
                    <a:pt x="87" y="144"/>
                  </a:cubicBezTo>
                  <a:cubicBezTo>
                    <a:pt x="121" y="144"/>
                    <a:pt x="155" y="126"/>
                    <a:pt x="168" y="89"/>
                  </a:cubicBezTo>
                  <a:cubicBezTo>
                    <a:pt x="168" y="33"/>
                    <a:pt x="122" y="0"/>
                    <a:pt x="78"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9" name="Google Shape;2479;p40"/>
            <p:cNvSpPr/>
            <p:nvPr/>
          </p:nvSpPr>
          <p:spPr>
            <a:xfrm>
              <a:off x="2496127" y="4158589"/>
              <a:ext cx="14294" cy="12507"/>
            </a:xfrm>
            <a:custGeom>
              <a:avLst/>
              <a:gdLst/>
              <a:ahLst/>
              <a:cxnLst/>
              <a:rect l="l" t="t" r="r" b="b"/>
              <a:pathLst>
                <a:path w="184" h="161" extrusionOk="0">
                  <a:moveTo>
                    <a:pt x="90" y="0"/>
                  </a:moveTo>
                  <a:cubicBezTo>
                    <a:pt x="55" y="0"/>
                    <a:pt x="20" y="19"/>
                    <a:pt x="8" y="61"/>
                  </a:cubicBezTo>
                  <a:cubicBezTo>
                    <a:pt x="0" y="124"/>
                    <a:pt x="49" y="160"/>
                    <a:pt x="97" y="160"/>
                  </a:cubicBezTo>
                  <a:cubicBezTo>
                    <a:pt x="134" y="160"/>
                    <a:pt x="169" y="138"/>
                    <a:pt x="175" y="89"/>
                  </a:cubicBezTo>
                  <a:cubicBezTo>
                    <a:pt x="183" y="33"/>
                    <a:pt x="137" y="0"/>
                    <a:pt x="90"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0" name="Google Shape;2480;p40"/>
            <p:cNvSpPr/>
            <p:nvPr/>
          </p:nvSpPr>
          <p:spPr>
            <a:xfrm>
              <a:off x="2492864" y="4065366"/>
              <a:ext cx="12585" cy="11264"/>
            </a:xfrm>
            <a:custGeom>
              <a:avLst/>
              <a:gdLst/>
              <a:ahLst/>
              <a:cxnLst/>
              <a:rect l="l" t="t" r="r" b="b"/>
              <a:pathLst>
                <a:path w="162" h="145" extrusionOk="0">
                  <a:moveTo>
                    <a:pt x="75" y="1"/>
                  </a:moveTo>
                  <a:cubicBezTo>
                    <a:pt x="43" y="1"/>
                    <a:pt x="14" y="20"/>
                    <a:pt x="8" y="61"/>
                  </a:cubicBezTo>
                  <a:cubicBezTo>
                    <a:pt x="0" y="116"/>
                    <a:pt x="40" y="144"/>
                    <a:pt x="82" y="144"/>
                  </a:cubicBezTo>
                  <a:cubicBezTo>
                    <a:pt x="115" y="144"/>
                    <a:pt x="149" y="126"/>
                    <a:pt x="161" y="89"/>
                  </a:cubicBezTo>
                  <a:cubicBezTo>
                    <a:pt x="161" y="34"/>
                    <a:pt x="116" y="1"/>
                    <a:pt x="75"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1" name="Google Shape;2481;p40"/>
            <p:cNvSpPr/>
            <p:nvPr/>
          </p:nvSpPr>
          <p:spPr>
            <a:xfrm>
              <a:off x="2510188" y="4129612"/>
              <a:ext cx="14294" cy="12507"/>
            </a:xfrm>
            <a:custGeom>
              <a:avLst/>
              <a:gdLst/>
              <a:ahLst/>
              <a:cxnLst/>
              <a:rect l="l" t="t" r="r" b="b"/>
              <a:pathLst>
                <a:path w="184" h="161" extrusionOk="0">
                  <a:moveTo>
                    <a:pt x="87" y="0"/>
                  </a:moveTo>
                  <a:cubicBezTo>
                    <a:pt x="50" y="0"/>
                    <a:pt x="14" y="22"/>
                    <a:pt x="8" y="71"/>
                  </a:cubicBezTo>
                  <a:cubicBezTo>
                    <a:pt x="0" y="127"/>
                    <a:pt x="47" y="160"/>
                    <a:pt x="93" y="160"/>
                  </a:cubicBezTo>
                  <a:cubicBezTo>
                    <a:pt x="128" y="160"/>
                    <a:pt x="164" y="141"/>
                    <a:pt x="176" y="99"/>
                  </a:cubicBezTo>
                  <a:cubicBezTo>
                    <a:pt x="183" y="37"/>
                    <a:pt x="134" y="0"/>
                    <a:pt x="87"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2" name="Google Shape;2482;p40"/>
            <p:cNvSpPr/>
            <p:nvPr/>
          </p:nvSpPr>
          <p:spPr>
            <a:xfrm>
              <a:off x="2451069" y="4392889"/>
              <a:ext cx="13828" cy="13284"/>
            </a:xfrm>
            <a:custGeom>
              <a:avLst/>
              <a:gdLst/>
              <a:ahLst/>
              <a:cxnLst/>
              <a:rect l="l" t="t" r="r" b="b"/>
              <a:pathLst>
                <a:path w="178" h="171" extrusionOk="0">
                  <a:moveTo>
                    <a:pt x="89" y="1"/>
                  </a:moveTo>
                  <a:cubicBezTo>
                    <a:pt x="55" y="1"/>
                    <a:pt x="22" y="23"/>
                    <a:pt x="16" y="72"/>
                  </a:cubicBezTo>
                  <a:cubicBezTo>
                    <a:pt x="0" y="135"/>
                    <a:pt x="46" y="171"/>
                    <a:pt x="92" y="171"/>
                  </a:cubicBezTo>
                  <a:cubicBezTo>
                    <a:pt x="128" y="171"/>
                    <a:pt x="163" y="149"/>
                    <a:pt x="169" y="100"/>
                  </a:cubicBezTo>
                  <a:cubicBezTo>
                    <a:pt x="177" y="37"/>
                    <a:pt x="132" y="1"/>
                    <a:pt x="89"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3" name="Google Shape;2483;p40"/>
            <p:cNvSpPr/>
            <p:nvPr/>
          </p:nvSpPr>
          <p:spPr>
            <a:xfrm>
              <a:off x="2437086" y="4341228"/>
              <a:ext cx="13129" cy="11497"/>
            </a:xfrm>
            <a:custGeom>
              <a:avLst/>
              <a:gdLst/>
              <a:ahLst/>
              <a:cxnLst/>
              <a:rect l="l" t="t" r="r" b="b"/>
              <a:pathLst>
                <a:path w="169" h="148" extrusionOk="0">
                  <a:moveTo>
                    <a:pt x="87" y="1"/>
                  </a:moveTo>
                  <a:cubicBezTo>
                    <a:pt x="51" y="1"/>
                    <a:pt x="14" y="22"/>
                    <a:pt x="1" y="67"/>
                  </a:cubicBezTo>
                  <a:cubicBezTo>
                    <a:pt x="1" y="120"/>
                    <a:pt x="41" y="148"/>
                    <a:pt x="82" y="148"/>
                  </a:cubicBezTo>
                  <a:cubicBezTo>
                    <a:pt x="118" y="148"/>
                    <a:pt x="155" y="127"/>
                    <a:pt x="168" y="81"/>
                  </a:cubicBezTo>
                  <a:cubicBezTo>
                    <a:pt x="168" y="29"/>
                    <a:pt x="128" y="1"/>
                    <a:pt x="87"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4" name="Google Shape;2484;p40"/>
            <p:cNvSpPr/>
            <p:nvPr/>
          </p:nvSpPr>
          <p:spPr>
            <a:xfrm>
              <a:off x="2448428" y="4252045"/>
              <a:ext cx="14294" cy="13284"/>
            </a:xfrm>
            <a:custGeom>
              <a:avLst/>
              <a:gdLst/>
              <a:ahLst/>
              <a:cxnLst/>
              <a:rect l="l" t="t" r="r" b="b"/>
              <a:pathLst>
                <a:path w="184" h="171" extrusionOk="0">
                  <a:moveTo>
                    <a:pt x="87" y="1"/>
                  </a:moveTo>
                  <a:cubicBezTo>
                    <a:pt x="50" y="1"/>
                    <a:pt x="14" y="23"/>
                    <a:pt x="8" y="72"/>
                  </a:cubicBezTo>
                  <a:cubicBezTo>
                    <a:pt x="0" y="134"/>
                    <a:pt x="45" y="171"/>
                    <a:pt x="91" y="171"/>
                  </a:cubicBezTo>
                  <a:cubicBezTo>
                    <a:pt x="127" y="171"/>
                    <a:pt x="163" y="148"/>
                    <a:pt x="176" y="99"/>
                  </a:cubicBezTo>
                  <a:cubicBezTo>
                    <a:pt x="183" y="37"/>
                    <a:pt x="134" y="1"/>
                    <a:pt x="87"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5" name="Google Shape;2485;p40"/>
            <p:cNvSpPr/>
            <p:nvPr/>
          </p:nvSpPr>
          <p:spPr>
            <a:xfrm>
              <a:off x="2477715" y="4268203"/>
              <a:ext cx="14216" cy="12430"/>
            </a:xfrm>
            <a:custGeom>
              <a:avLst/>
              <a:gdLst/>
              <a:ahLst/>
              <a:cxnLst/>
              <a:rect l="l" t="t" r="r" b="b"/>
              <a:pathLst>
                <a:path w="183" h="160" extrusionOk="0">
                  <a:moveTo>
                    <a:pt x="95" y="1"/>
                  </a:moveTo>
                  <a:cubicBezTo>
                    <a:pt x="58" y="1"/>
                    <a:pt x="20" y="23"/>
                    <a:pt x="8" y="73"/>
                  </a:cubicBezTo>
                  <a:cubicBezTo>
                    <a:pt x="0" y="126"/>
                    <a:pt x="47" y="159"/>
                    <a:pt x="93" y="159"/>
                  </a:cubicBezTo>
                  <a:cubicBezTo>
                    <a:pt x="131" y="159"/>
                    <a:pt x="169" y="137"/>
                    <a:pt x="175" y="87"/>
                  </a:cubicBezTo>
                  <a:cubicBezTo>
                    <a:pt x="183" y="33"/>
                    <a:pt x="140" y="1"/>
                    <a:pt x="95"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6" name="Google Shape;2486;p40"/>
            <p:cNvSpPr/>
            <p:nvPr/>
          </p:nvSpPr>
          <p:spPr>
            <a:xfrm>
              <a:off x="2497681" y="4277759"/>
              <a:ext cx="13828" cy="12507"/>
            </a:xfrm>
            <a:custGeom>
              <a:avLst/>
              <a:gdLst/>
              <a:ahLst/>
              <a:cxnLst/>
              <a:rect l="l" t="t" r="r" b="b"/>
              <a:pathLst>
                <a:path w="178" h="161" extrusionOk="0">
                  <a:moveTo>
                    <a:pt x="87" y="1"/>
                  </a:moveTo>
                  <a:cubicBezTo>
                    <a:pt x="54" y="1"/>
                    <a:pt x="22" y="19"/>
                    <a:pt x="16" y="61"/>
                  </a:cubicBezTo>
                  <a:cubicBezTo>
                    <a:pt x="0" y="124"/>
                    <a:pt x="46" y="160"/>
                    <a:pt x="92" y="160"/>
                  </a:cubicBezTo>
                  <a:cubicBezTo>
                    <a:pt x="127" y="160"/>
                    <a:pt x="163" y="138"/>
                    <a:pt x="169" y="89"/>
                  </a:cubicBezTo>
                  <a:cubicBezTo>
                    <a:pt x="177" y="34"/>
                    <a:pt x="131" y="1"/>
                    <a:pt x="87"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7" name="Google Shape;2487;p40"/>
            <p:cNvSpPr/>
            <p:nvPr/>
          </p:nvSpPr>
          <p:spPr>
            <a:xfrm>
              <a:off x="2480901" y="4338431"/>
              <a:ext cx="5671" cy="4583"/>
            </a:xfrm>
            <a:custGeom>
              <a:avLst/>
              <a:gdLst/>
              <a:ahLst/>
              <a:cxnLst/>
              <a:rect l="l" t="t" r="r" b="b"/>
              <a:pathLst>
                <a:path w="73" h="59" extrusionOk="0">
                  <a:moveTo>
                    <a:pt x="37" y="0"/>
                  </a:moveTo>
                  <a:cubicBezTo>
                    <a:pt x="23" y="0"/>
                    <a:pt x="9" y="7"/>
                    <a:pt x="9" y="20"/>
                  </a:cubicBezTo>
                  <a:cubicBezTo>
                    <a:pt x="0" y="44"/>
                    <a:pt x="21" y="59"/>
                    <a:pt x="39" y="59"/>
                  </a:cubicBezTo>
                  <a:cubicBezTo>
                    <a:pt x="52" y="59"/>
                    <a:pt x="64" y="51"/>
                    <a:pt x="64" y="34"/>
                  </a:cubicBezTo>
                  <a:cubicBezTo>
                    <a:pt x="72" y="11"/>
                    <a:pt x="54" y="0"/>
                    <a:pt x="37"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8" name="Google Shape;2488;p40"/>
            <p:cNvSpPr/>
            <p:nvPr/>
          </p:nvSpPr>
          <p:spPr>
            <a:xfrm>
              <a:off x="2507547" y="4256628"/>
              <a:ext cx="5516" cy="4117"/>
            </a:xfrm>
            <a:custGeom>
              <a:avLst/>
              <a:gdLst/>
              <a:ahLst/>
              <a:cxnLst/>
              <a:rect l="l" t="t" r="r" b="b"/>
              <a:pathLst>
                <a:path w="71" h="53" extrusionOk="0">
                  <a:moveTo>
                    <a:pt x="31" y="0"/>
                  </a:moveTo>
                  <a:cubicBezTo>
                    <a:pt x="19" y="0"/>
                    <a:pt x="7" y="8"/>
                    <a:pt x="0" y="27"/>
                  </a:cubicBezTo>
                  <a:cubicBezTo>
                    <a:pt x="0" y="42"/>
                    <a:pt x="17" y="53"/>
                    <a:pt x="35" y="53"/>
                  </a:cubicBezTo>
                  <a:cubicBezTo>
                    <a:pt x="49" y="53"/>
                    <a:pt x="64" y="45"/>
                    <a:pt x="70" y="27"/>
                  </a:cubicBezTo>
                  <a:cubicBezTo>
                    <a:pt x="62" y="11"/>
                    <a:pt x="46" y="0"/>
                    <a:pt x="31"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9" name="Google Shape;2489;p40"/>
            <p:cNvSpPr/>
            <p:nvPr/>
          </p:nvSpPr>
          <p:spPr>
            <a:xfrm>
              <a:off x="2520520" y="4172106"/>
              <a:ext cx="5050" cy="4117"/>
            </a:xfrm>
            <a:custGeom>
              <a:avLst/>
              <a:gdLst/>
              <a:ahLst/>
              <a:cxnLst/>
              <a:rect l="l" t="t" r="r" b="b"/>
              <a:pathLst>
                <a:path w="65" h="53" extrusionOk="0">
                  <a:moveTo>
                    <a:pt x="29" y="0"/>
                  </a:moveTo>
                  <a:cubicBezTo>
                    <a:pt x="15" y="0"/>
                    <a:pt x="1" y="8"/>
                    <a:pt x="1" y="27"/>
                  </a:cubicBezTo>
                  <a:cubicBezTo>
                    <a:pt x="1" y="42"/>
                    <a:pt x="13" y="53"/>
                    <a:pt x="27" y="53"/>
                  </a:cubicBezTo>
                  <a:cubicBezTo>
                    <a:pt x="38" y="53"/>
                    <a:pt x="50" y="45"/>
                    <a:pt x="57" y="27"/>
                  </a:cubicBezTo>
                  <a:cubicBezTo>
                    <a:pt x="64" y="11"/>
                    <a:pt x="47" y="0"/>
                    <a:pt x="29"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0" name="Google Shape;2490;p40"/>
            <p:cNvSpPr/>
            <p:nvPr/>
          </p:nvSpPr>
          <p:spPr>
            <a:xfrm>
              <a:off x="2532484" y="4143518"/>
              <a:ext cx="4350" cy="4117"/>
            </a:xfrm>
            <a:custGeom>
              <a:avLst/>
              <a:gdLst/>
              <a:ahLst/>
              <a:cxnLst/>
              <a:rect l="l" t="t" r="r" b="b"/>
              <a:pathLst>
                <a:path w="56" h="53" extrusionOk="0">
                  <a:moveTo>
                    <a:pt x="28" y="1"/>
                  </a:moveTo>
                  <a:cubicBezTo>
                    <a:pt x="14" y="1"/>
                    <a:pt x="0" y="11"/>
                    <a:pt x="0" y="32"/>
                  </a:cubicBezTo>
                  <a:cubicBezTo>
                    <a:pt x="0" y="46"/>
                    <a:pt x="14" y="53"/>
                    <a:pt x="28" y="53"/>
                  </a:cubicBezTo>
                  <a:cubicBezTo>
                    <a:pt x="42" y="53"/>
                    <a:pt x="56" y="46"/>
                    <a:pt x="56" y="32"/>
                  </a:cubicBezTo>
                  <a:cubicBezTo>
                    <a:pt x="56" y="11"/>
                    <a:pt x="42" y="1"/>
                    <a:pt x="28"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1" name="Google Shape;2491;p40"/>
            <p:cNvSpPr/>
            <p:nvPr/>
          </p:nvSpPr>
          <p:spPr>
            <a:xfrm>
              <a:off x="2532484" y="4114075"/>
              <a:ext cx="4350" cy="4195"/>
            </a:xfrm>
            <a:custGeom>
              <a:avLst/>
              <a:gdLst/>
              <a:ahLst/>
              <a:cxnLst/>
              <a:rect l="l" t="t" r="r" b="b"/>
              <a:pathLst>
                <a:path w="56" h="54" extrusionOk="0">
                  <a:moveTo>
                    <a:pt x="30" y="1"/>
                  </a:moveTo>
                  <a:cubicBezTo>
                    <a:pt x="18" y="1"/>
                    <a:pt x="6" y="8"/>
                    <a:pt x="0" y="20"/>
                  </a:cubicBezTo>
                  <a:cubicBezTo>
                    <a:pt x="0" y="43"/>
                    <a:pt x="13" y="54"/>
                    <a:pt x="27" y="54"/>
                  </a:cubicBezTo>
                  <a:cubicBezTo>
                    <a:pt x="38" y="54"/>
                    <a:pt x="50" y="47"/>
                    <a:pt x="56" y="34"/>
                  </a:cubicBezTo>
                  <a:cubicBezTo>
                    <a:pt x="56" y="11"/>
                    <a:pt x="43" y="1"/>
                    <a:pt x="30"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2" name="Google Shape;2492;p40"/>
            <p:cNvSpPr/>
            <p:nvPr/>
          </p:nvSpPr>
          <p:spPr>
            <a:xfrm>
              <a:off x="2509722" y="4107627"/>
              <a:ext cx="4972" cy="4583"/>
            </a:xfrm>
            <a:custGeom>
              <a:avLst/>
              <a:gdLst/>
              <a:ahLst/>
              <a:cxnLst/>
              <a:rect l="l" t="t" r="r" b="b"/>
              <a:pathLst>
                <a:path w="64" h="59" extrusionOk="0">
                  <a:moveTo>
                    <a:pt x="29" y="0"/>
                  </a:moveTo>
                  <a:cubicBezTo>
                    <a:pt x="14" y="0"/>
                    <a:pt x="0" y="7"/>
                    <a:pt x="0" y="20"/>
                  </a:cubicBezTo>
                  <a:cubicBezTo>
                    <a:pt x="0" y="44"/>
                    <a:pt x="19" y="59"/>
                    <a:pt x="35" y="59"/>
                  </a:cubicBezTo>
                  <a:cubicBezTo>
                    <a:pt x="46" y="59"/>
                    <a:pt x="56" y="51"/>
                    <a:pt x="56" y="34"/>
                  </a:cubicBezTo>
                  <a:cubicBezTo>
                    <a:pt x="64" y="11"/>
                    <a:pt x="46" y="0"/>
                    <a:pt x="29"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3" name="Google Shape;2493;p40"/>
            <p:cNvSpPr/>
            <p:nvPr/>
          </p:nvSpPr>
          <p:spPr>
            <a:xfrm>
              <a:off x="2489135" y="4090847"/>
              <a:ext cx="5438" cy="4117"/>
            </a:xfrm>
            <a:custGeom>
              <a:avLst/>
              <a:gdLst/>
              <a:ahLst/>
              <a:cxnLst/>
              <a:rect l="l" t="t" r="r" b="b"/>
              <a:pathLst>
                <a:path w="70" h="53" extrusionOk="0">
                  <a:moveTo>
                    <a:pt x="31" y="0"/>
                  </a:moveTo>
                  <a:cubicBezTo>
                    <a:pt x="19" y="0"/>
                    <a:pt x="7" y="8"/>
                    <a:pt x="0" y="26"/>
                  </a:cubicBezTo>
                  <a:cubicBezTo>
                    <a:pt x="0" y="42"/>
                    <a:pt x="17" y="53"/>
                    <a:pt x="34" y="53"/>
                  </a:cubicBezTo>
                  <a:cubicBezTo>
                    <a:pt x="49" y="53"/>
                    <a:pt x="64" y="45"/>
                    <a:pt x="70" y="26"/>
                  </a:cubicBezTo>
                  <a:cubicBezTo>
                    <a:pt x="62" y="11"/>
                    <a:pt x="46" y="0"/>
                    <a:pt x="31"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4" name="Google Shape;2494;p40"/>
            <p:cNvSpPr/>
            <p:nvPr/>
          </p:nvSpPr>
          <p:spPr>
            <a:xfrm>
              <a:off x="2464198" y="4229904"/>
              <a:ext cx="5516" cy="3807"/>
            </a:xfrm>
            <a:custGeom>
              <a:avLst/>
              <a:gdLst/>
              <a:ahLst/>
              <a:cxnLst/>
              <a:rect l="l" t="t" r="r" b="b"/>
              <a:pathLst>
                <a:path w="71" h="49" extrusionOk="0">
                  <a:moveTo>
                    <a:pt x="41" y="1"/>
                  </a:moveTo>
                  <a:cubicBezTo>
                    <a:pt x="25" y="1"/>
                    <a:pt x="7" y="8"/>
                    <a:pt x="0" y="22"/>
                  </a:cubicBezTo>
                  <a:cubicBezTo>
                    <a:pt x="0" y="37"/>
                    <a:pt x="17" y="48"/>
                    <a:pt x="35" y="48"/>
                  </a:cubicBezTo>
                  <a:cubicBezTo>
                    <a:pt x="49" y="48"/>
                    <a:pt x="64" y="41"/>
                    <a:pt x="70" y="22"/>
                  </a:cubicBezTo>
                  <a:cubicBezTo>
                    <a:pt x="70" y="8"/>
                    <a:pt x="56" y="1"/>
                    <a:pt x="41"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5" name="Google Shape;2495;p40"/>
            <p:cNvSpPr/>
            <p:nvPr/>
          </p:nvSpPr>
          <p:spPr>
            <a:xfrm>
              <a:off x="2466373" y="4272165"/>
              <a:ext cx="4428" cy="3807"/>
            </a:xfrm>
            <a:custGeom>
              <a:avLst/>
              <a:gdLst/>
              <a:ahLst/>
              <a:cxnLst/>
              <a:rect l="l" t="t" r="r" b="b"/>
              <a:pathLst>
                <a:path w="57" h="49" extrusionOk="0">
                  <a:moveTo>
                    <a:pt x="33" y="1"/>
                  </a:moveTo>
                  <a:cubicBezTo>
                    <a:pt x="21" y="1"/>
                    <a:pt x="7" y="8"/>
                    <a:pt x="0" y="22"/>
                  </a:cubicBezTo>
                  <a:cubicBezTo>
                    <a:pt x="0" y="37"/>
                    <a:pt x="13" y="48"/>
                    <a:pt x="27" y="48"/>
                  </a:cubicBezTo>
                  <a:cubicBezTo>
                    <a:pt x="38" y="48"/>
                    <a:pt x="50" y="41"/>
                    <a:pt x="56" y="22"/>
                  </a:cubicBezTo>
                  <a:cubicBezTo>
                    <a:pt x="56" y="8"/>
                    <a:pt x="46" y="1"/>
                    <a:pt x="33"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6" name="Google Shape;2496;p40"/>
            <p:cNvSpPr/>
            <p:nvPr/>
          </p:nvSpPr>
          <p:spPr>
            <a:xfrm>
              <a:off x="2439261" y="4298345"/>
              <a:ext cx="5516" cy="4583"/>
            </a:xfrm>
            <a:custGeom>
              <a:avLst/>
              <a:gdLst/>
              <a:ahLst/>
              <a:cxnLst/>
              <a:rect l="l" t="t" r="r" b="b"/>
              <a:pathLst>
                <a:path w="71" h="59" extrusionOk="0">
                  <a:moveTo>
                    <a:pt x="36" y="0"/>
                  </a:moveTo>
                  <a:cubicBezTo>
                    <a:pt x="22" y="0"/>
                    <a:pt x="7" y="7"/>
                    <a:pt x="1" y="20"/>
                  </a:cubicBezTo>
                  <a:cubicBezTo>
                    <a:pt x="1" y="44"/>
                    <a:pt x="19" y="59"/>
                    <a:pt x="38" y="59"/>
                  </a:cubicBezTo>
                  <a:cubicBezTo>
                    <a:pt x="51" y="59"/>
                    <a:pt x="65" y="51"/>
                    <a:pt x="70" y="34"/>
                  </a:cubicBezTo>
                  <a:cubicBezTo>
                    <a:pt x="70" y="11"/>
                    <a:pt x="53" y="0"/>
                    <a:pt x="36"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7" name="Google Shape;2497;p40"/>
            <p:cNvSpPr/>
            <p:nvPr/>
          </p:nvSpPr>
          <p:spPr>
            <a:xfrm>
              <a:off x="2490223" y="4355755"/>
              <a:ext cx="4350" cy="3884"/>
            </a:xfrm>
            <a:custGeom>
              <a:avLst/>
              <a:gdLst/>
              <a:ahLst/>
              <a:cxnLst/>
              <a:rect l="l" t="t" r="r" b="b"/>
              <a:pathLst>
                <a:path w="56" h="50" extrusionOk="0">
                  <a:moveTo>
                    <a:pt x="30" y="0"/>
                  </a:moveTo>
                  <a:cubicBezTo>
                    <a:pt x="18" y="0"/>
                    <a:pt x="6" y="7"/>
                    <a:pt x="0" y="20"/>
                  </a:cubicBezTo>
                  <a:cubicBezTo>
                    <a:pt x="0" y="37"/>
                    <a:pt x="21" y="49"/>
                    <a:pt x="38" y="49"/>
                  </a:cubicBezTo>
                  <a:cubicBezTo>
                    <a:pt x="48" y="49"/>
                    <a:pt x="56" y="44"/>
                    <a:pt x="56" y="34"/>
                  </a:cubicBezTo>
                  <a:cubicBezTo>
                    <a:pt x="56" y="11"/>
                    <a:pt x="43" y="0"/>
                    <a:pt x="30"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8" name="Google Shape;2498;p40"/>
            <p:cNvSpPr/>
            <p:nvPr/>
          </p:nvSpPr>
          <p:spPr>
            <a:xfrm>
              <a:off x="2482610" y="4017046"/>
              <a:ext cx="78073" cy="16081"/>
            </a:xfrm>
            <a:custGeom>
              <a:avLst/>
              <a:gdLst/>
              <a:ahLst/>
              <a:cxnLst/>
              <a:rect l="l" t="t" r="r" b="b"/>
              <a:pathLst>
                <a:path w="1005" h="207" extrusionOk="0">
                  <a:moveTo>
                    <a:pt x="1" y="0"/>
                  </a:moveTo>
                  <a:lnTo>
                    <a:pt x="1" y="0"/>
                  </a:lnTo>
                  <a:cubicBezTo>
                    <a:pt x="279" y="162"/>
                    <a:pt x="509" y="207"/>
                    <a:pt x="679" y="207"/>
                  </a:cubicBezTo>
                  <a:cubicBezTo>
                    <a:pt x="875" y="207"/>
                    <a:pt x="990" y="147"/>
                    <a:pt x="1005" y="139"/>
                  </a:cubicBezTo>
                  <a:lnTo>
                    <a:pt x="1005" y="139"/>
                  </a:lnTo>
                  <a:cubicBezTo>
                    <a:pt x="900" y="183"/>
                    <a:pt x="791" y="200"/>
                    <a:pt x="686" y="200"/>
                  </a:cubicBezTo>
                  <a:cubicBezTo>
                    <a:pt x="388" y="200"/>
                    <a:pt x="114" y="62"/>
                    <a:pt x="1" y="0"/>
                  </a:cubicBezTo>
                  <a:close/>
                </a:path>
              </a:pathLst>
            </a:custGeom>
            <a:solidFill>
              <a:srgbClr val="F9760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9" name="Google Shape;2499;p40"/>
            <p:cNvSpPr/>
            <p:nvPr/>
          </p:nvSpPr>
          <p:spPr>
            <a:xfrm>
              <a:off x="1918069" y="3832232"/>
              <a:ext cx="214644" cy="588930"/>
            </a:xfrm>
            <a:custGeom>
              <a:avLst/>
              <a:gdLst/>
              <a:ahLst/>
              <a:cxnLst/>
              <a:rect l="l" t="t" r="r" b="b"/>
              <a:pathLst>
                <a:path w="2763" h="7581" extrusionOk="0">
                  <a:moveTo>
                    <a:pt x="1252" y="1"/>
                  </a:moveTo>
                  <a:cubicBezTo>
                    <a:pt x="1001" y="1"/>
                    <a:pt x="663" y="71"/>
                    <a:pt x="140" y="203"/>
                  </a:cubicBezTo>
                  <a:lnTo>
                    <a:pt x="0" y="482"/>
                  </a:lnTo>
                  <a:cubicBezTo>
                    <a:pt x="516" y="649"/>
                    <a:pt x="1158" y="7275"/>
                    <a:pt x="1646" y="7484"/>
                  </a:cubicBezTo>
                  <a:cubicBezTo>
                    <a:pt x="1771" y="7552"/>
                    <a:pt x="1897" y="7581"/>
                    <a:pt x="2021" y="7581"/>
                  </a:cubicBezTo>
                  <a:cubicBezTo>
                    <a:pt x="2229" y="7581"/>
                    <a:pt x="2436" y="7500"/>
                    <a:pt x="2637" y="7387"/>
                  </a:cubicBezTo>
                  <a:lnTo>
                    <a:pt x="2748" y="7108"/>
                  </a:lnTo>
                  <a:cubicBezTo>
                    <a:pt x="2762" y="6899"/>
                    <a:pt x="1470" y="217"/>
                    <a:pt x="1839" y="217"/>
                  </a:cubicBezTo>
                  <a:cubicBezTo>
                    <a:pt x="1840" y="217"/>
                    <a:pt x="1841" y="217"/>
                    <a:pt x="1842" y="217"/>
                  </a:cubicBezTo>
                  <a:cubicBezTo>
                    <a:pt x="1667" y="71"/>
                    <a:pt x="1503" y="1"/>
                    <a:pt x="12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0" name="Google Shape;2500;p40"/>
            <p:cNvSpPr/>
            <p:nvPr/>
          </p:nvSpPr>
          <p:spPr>
            <a:xfrm>
              <a:off x="1890257" y="3837204"/>
              <a:ext cx="175335" cy="48786"/>
            </a:xfrm>
            <a:custGeom>
              <a:avLst/>
              <a:gdLst/>
              <a:ahLst/>
              <a:cxnLst/>
              <a:rect l="l" t="t" r="r" b="b"/>
              <a:pathLst>
                <a:path w="2257" h="628" extrusionOk="0">
                  <a:moveTo>
                    <a:pt x="1612" y="1"/>
                  </a:moveTo>
                  <a:cubicBezTo>
                    <a:pt x="980" y="1"/>
                    <a:pt x="0" y="325"/>
                    <a:pt x="735" y="627"/>
                  </a:cubicBezTo>
                  <a:cubicBezTo>
                    <a:pt x="631" y="371"/>
                    <a:pt x="1033" y="248"/>
                    <a:pt x="1394" y="248"/>
                  </a:cubicBezTo>
                  <a:cubicBezTo>
                    <a:pt x="1662" y="248"/>
                    <a:pt x="1907" y="315"/>
                    <a:pt x="1907" y="446"/>
                  </a:cubicBezTo>
                  <a:cubicBezTo>
                    <a:pt x="2257" y="122"/>
                    <a:pt x="2000" y="1"/>
                    <a:pt x="161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1" name="Google Shape;2501;p40"/>
            <p:cNvSpPr/>
            <p:nvPr/>
          </p:nvSpPr>
          <p:spPr>
            <a:xfrm>
              <a:off x="1935393" y="3878300"/>
              <a:ext cx="205632" cy="546592"/>
            </a:xfrm>
            <a:custGeom>
              <a:avLst/>
              <a:gdLst/>
              <a:ahLst/>
              <a:cxnLst/>
              <a:rect l="l" t="t" r="r" b="b"/>
              <a:pathLst>
                <a:path w="2647" h="7036" extrusionOk="0">
                  <a:moveTo>
                    <a:pt x="1507" y="1"/>
                  </a:moveTo>
                  <a:cubicBezTo>
                    <a:pt x="1432" y="56"/>
                    <a:pt x="1353" y="105"/>
                    <a:pt x="1272" y="146"/>
                  </a:cubicBezTo>
                  <a:lnTo>
                    <a:pt x="1272" y="146"/>
                  </a:lnTo>
                  <a:lnTo>
                    <a:pt x="1395" y="126"/>
                  </a:lnTo>
                  <a:lnTo>
                    <a:pt x="2469" y="6417"/>
                  </a:lnTo>
                  <a:cubicBezTo>
                    <a:pt x="2469" y="6417"/>
                    <a:pt x="2609" y="6821"/>
                    <a:pt x="1995" y="6933"/>
                  </a:cubicBezTo>
                  <a:cubicBezTo>
                    <a:pt x="1928" y="6944"/>
                    <a:pt x="1866" y="6948"/>
                    <a:pt x="1810" y="6948"/>
                  </a:cubicBezTo>
                  <a:cubicBezTo>
                    <a:pt x="1348" y="6948"/>
                    <a:pt x="1270" y="6626"/>
                    <a:pt x="1270" y="6626"/>
                  </a:cubicBezTo>
                  <a:lnTo>
                    <a:pt x="182" y="321"/>
                  </a:lnTo>
                  <a:lnTo>
                    <a:pt x="261" y="309"/>
                  </a:lnTo>
                  <a:lnTo>
                    <a:pt x="261" y="309"/>
                  </a:lnTo>
                  <a:cubicBezTo>
                    <a:pt x="344" y="320"/>
                    <a:pt x="426" y="326"/>
                    <a:pt x="509" y="326"/>
                  </a:cubicBezTo>
                  <a:cubicBezTo>
                    <a:pt x="773" y="326"/>
                    <a:pt x="1035" y="266"/>
                    <a:pt x="1272" y="146"/>
                  </a:cubicBezTo>
                  <a:lnTo>
                    <a:pt x="1272" y="146"/>
                  </a:lnTo>
                  <a:lnTo>
                    <a:pt x="261" y="309"/>
                  </a:lnTo>
                  <a:lnTo>
                    <a:pt x="261" y="309"/>
                  </a:lnTo>
                  <a:cubicBezTo>
                    <a:pt x="174" y="296"/>
                    <a:pt x="87" y="277"/>
                    <a:pt x="0" y="252"/>
                  </a:cubicBezTo>
                  <a:lnTo>
                    <a:pt x="0" y="252"/>
                  </a:lnTo>
                  <a:cubicBezTo>
                    <a:pt x="1" y="252"/>
                    <a:pt x="1158" y="6654"/>
                    <a:pt x="1158" y="6654"/>
                  </a:cubicBezTo>
                  <a:cubicBezTo>
                    <a:pt x="1152" y="6881"/>
                    <a:pt x="1510" y="7035"/>
                    <a:pt x="1869" y="7035"/>
                  </a:cubicBezTo>
                  <a:cubicBezTo>
                    <a:pt x="2258" y="7035"/>
                    <a:pt x="2647" y="6854"/>
                    <a:pt x="2567" y="6389"/>
                  </a:cubicBezTo>
                  <a:lnTo>
                    <a:pt x="15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2" name="Google Shape;2502;p40"/>
            <p:cNvSpPr/>
            <p:nvPr/>
          </p:nvSpPr>
          <p:spPr>
            <a:xfrm>
              <a:off x="1828886" y="3821744"/>
              <a:ext cx="307011" cy="90192"/>
            </a:xfrm>
            <a:custGeom>
              <a:avLst/>
              <a:gdLst/>
              <a:ahLst/>
              <a:cxnLst/>
              <a:rect l="l" t="t" r="r" b="b"/>
              <a:pathLst>
                <a:path w="3952" h="1161" extrusionOk="0">
                  <a:moveTo>
                    <a:pt x="2390" y="205"/>
                  </a:moveTo>
                  <a:cubicBezTo>
                    <a:pt x="2804" y="205"/>
                    <a:pt x="3076" y="340"/>
                    <a:pt x="2627" y="701"/>
                  </a:cubicBezTo>
                  <a:cubicBezTo>
                    <a:pt x="2446" y="865"/>
                    <a:pt x="2222" y="947"/>
                    <a:pt x="1998" y="947"/>
                  </a:cubicBezTo>
                  <a:cubicBezTo>
                    <a:pt x="1840" y="947"/>
                    <a:pt x="1682" y="907"/>
                    <a:pt x="1539" y="826"/>
                  </a:cubicBezTo>
                  <a:cubicBezTo>
                    <a:pt x="808" y="515"/>
                    <a:pt x="1762" y="205"/>
                    <a:pt x="2390" y="205"/>
                  </a:cubicBezTo>
                  <a:close/>
                  <a:moveTo>
                    <a:pt x="2465" y="0"/>
                  </a:moveTo>
                  <a:cubicBezTo>
                    <a:pt x="841" y="0"/>
                    <a:pt x="1" y="992"/>
                    <a:pt x="2222" y="1161"/>
                  </a:cubicBezTo>
                  <a:cubicBezTo>
                    <a:pt x="2794" y="1008"/>
                    <a:pt x="3952" y="212"/>
                    <a:pt x="2836" y="17"/>
                  </a:cubicBezTo>
                  <a:cubicBezTo>
                    <a:pt x="2709" y="6"/>
                    <a:pt x="2585" y="0"/>
                    <a:pt x="24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3" name="Google Shape;2503;p40"/>
            <p:cNvSpPr/>
            <p:nvPr/>
          </p:nvSpPr>
          <p:spPr>
            <a:xfrm>
              <a:off x="1820806" y="3824930"/>
              <a:ext cx="255506" cy="81569"/>
            </a:xfrm>
            <a:custGeom>
              <a:avLst/>
              <a:gdLst/>
              <a:ahLst/>
              <a:cxnLst/>
              <a:rect l="l" t="t" r="r" b="b"/>
              <a:pathLst>
                <a:path w="3289" h="1050" extrusionOk="0">
                  <a:moveTo>
                    <a:pt x="2493" y="31"/>
                  </a:moveTo>
                  <a:cubicBezTo>
                    <a:pt x="2934" y="31"/>
                    <a:pt x="3255" y="179"/>
                    <a:pt x="3094" y="450"/>
                  </a:cubicBezTo>
                  <a:cubicBezTo>
                    <a:pt x="2807" y="820"/>
                    <a:pt x="2439" y="952"/>
                    <a:pt x="2109" y="952"/>
                  </a:cubicBezTo>
                  <a:cubicBezTo>
                    <a:pt x="1604" y="952"/>
                    <a:pt x="1187" y="645"/>
                    <a:pt x="1280" y="409"/>
                  </a:cubicBezTo>
                  <a:cubicBezTo>
                    <a:pt x="1604" y="151"/>
                    <a:pt x="2097" y="31"/>
                    <a:pt x="2493" y="31"/>
                  </a:cubicBezTo>
                  <a:close/>
                  <a:moveTo>
                    <a:pt x="2715" y="0"/>
                  </a:moveTo>
                  <a:cubicBezTo>
                    <a:pt x="1818" y="0"/>
                    <a:pt x="0" y="456"/>
                    <a:pt x="1950" y="1022"/>
                  </a:cubicBezTo>
                  <a:cubicBezTo>
                    <a:pt x="1950" y="1022"/>
                    <a:pt x="2033" y="1049"/>
                    <a:pt x="2168" y="1049"/>
                  </a:cubicBezTo>
                  <a:cubicBezTo>
                    <a:pt x="2411" y="1049"/>
                    <a:pt x="2820" y="963"/>
                    <a:pt x="3205" y="478"/>
                  </a:cubicBezTo>
                  <a:cubicBezTo>
                    <a:pt x="3289" y="367"/>
                    <a:pt x="3261" y="199"/>
                    <a:pt x="3149" y="116"/>
                  </a:cubicBezTo>
                  <a:cubicBezTo>
                    <a:pt x="3146" y="36"/>
                    <a:pt x="2967" y="0"/>
                    <a:pt x="27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4" name="Google Shape;2504;p40"/>
            <p:cNvSpPr/>
            <p:nvPr/>
          </p:nvSpPr>
          <p:spPr>
            <a:xfrm>
              <a:off x="1975478" y="4003995"/>
              <a:ext cx="158322" cy="421596"/>
            </a:xfrm>
            <a:custGeom>
              <a:avLst/>
              <a:gdLst/>
              <a:ahLst/>
              <a:cxnLst/>
              <a:rect l="l" t="t" r="r" b="b"/>
              <a:pathLst>
                <a:path w="2038" h="5427" extrusionOk="0">
                  <a:moveTo>
                    <a:pt x="1856" y="4785"/>
                  </a:moveTo>
                  <a:cubicBezTo>
                    <a:pt x="2037" y="5315"/>
                    <a:pt x="879" y="5427"/>
                    <a:pt x="796" y="4952"/>
                  </a:cubicBezTo>
                  <a:lnTo>
                    <a:pt x="1" y="280"/>
                  </a:lnTo>
                  <a:cubicBezTo>
                    <a:pt x="294" y="1"/>
                    <a:pt x="796" y="29"/>
                    <a:pt x="1061" y="98"/>
                  </a:cubicBezTo>
                  <a:close/>
                </a:path>
              </a:pathLst>
            </a:custGeom>
            <a:gradFill>
              <a:gsLst>
                <a:gs pos="0">
                  <a:srgbClr val="EB667A"/>
                </a:gs>
                <a:gs pos="100000">
                  <a:srgbClr val="B01F35"/>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5" name="Google Shape;2505;p40"/>
            <p:cNvSpPr/>
            <p:nvPr/>
          </p:nvSpPr>
          <p:spPr>
            <a:xfrm>
              <a:off x="1975478" y="4008734"/>
              <a:ext cx="82424" cy="21752"/>
            </a:xfrm>
            <a:custGeom>
              <a:avLst/>
              <a:gdLst/>
              <a:ahLst/>
              <a:cxnLst/>
              <a:rect l="l" t="t" r="r" b="b"/>
              <a:pathLst>
                <a:path w="1061" h="280" extrusionOk="0">
                  <a:moveTo>
                    <a:pt x="761" y="1"/>
                  </a:moveTo>
                  <a:cubicBezTo>
                    <a:pt x="493" y="1"/>
                    <a:pt x="126" y="54"/>
                    <a:pt x="1" y="233"/>
                  </a:cubicBezTo>
                  <a:cubicBezTo>
                    <a:pt x="96" y="264"/>
                    <a:pt x="212" y="279"/>
                    <a:pt x="333" y="279"/>
                  </a:cubicBezTo>
                  <a:cubicBezTo>
                    <a:pt x="634" y="279"/>
                    <a:pt x="961" y="187"/>
                    <a:pt x="1061" y="37"/>
                  </a:cubicBezTo>
                  <a:cubicBezTo>
                    <a:pt x="1031" y="17"/>
                    <a:pt x="911" y="1"/>
                    <a:pt x="761"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6" name="Google Shape;2506;p40"/>
            <p:cNvSpPr/>
            <p:nvPr/>
          </p:nvSpPr>
          <p:spPr>
            <a:xfrm>
              <a:off x="2011214" y="4008267"/>
              <a:ext cx="46689" cy="21829"/>
            </a:xfrm>
            <a:custGeom>
              <a:avLst/>
              <a:gdLst/>
              <a:ahLst/>
              <a:cxnLst/>
              <a:rect l="l" t="t" r="r" b="b"/>
              <a:pathLst>
                <a:path w="601" h="281" extrusionOk="0">
                  <a:moveTo>
                    <a:pt x="212" y="1"/>
                  </a:moveTo>
                  <a:cubicBezTo>
                    <a:pt x="141" y="1"/>
                    <a:pt x="70" y="5"/>
                    <a:pt x="1" y="15"/>
                  </a:cubicBezTo>
                  <a:cubicBezTo>
                    <a:pt x="1" y="15"/>
                    <a:pt x="154" y="155"/>
                    <a:pt x="29" y="280"/>
                  </a:cubicBezTo>
                  <a:cubicBezTo>
                    <a:pt x="238" y="280"/>
                    <a:pt x="447" y="197"/>
                    <a:pt x="601" y="43"/>
                  </a:cubicBezTo>
                  <a:cubicBezTo>
                    <a:pt x="475" y="16"/>
                    <a:pt x="343" y="1"/>
                    <a:pt x="212"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7" name="Google Shape;2507;p40"/>
            <p:cNvSpPr/>
            <p:nvPr/>
          </p:nvSpPr>
          <p:spPr>
            <a:xfrm>
              <a:off x="1975478" y="4007801"/>
              <a:ext cx="82424" cy="19033"/>
            </a:xfrm>
            <a:custGeom>
              <a:avLst/>
              <a:gdLst/>
              <a:ahLst/>
              <a:cxnLst/>
              <a:rect l="l" t="t" r="r" b="b"/>
              <a:pathLst>
                <a:path w="1061" h="245" extrusionOk="0">
                  <a:moveTo>
                    <a:pt x="693" y="0"/>
                  </a:moveTo>
                  <a:cubicBezTo>
                    <a:pt x="482" y="0"/>
                    <a:pt x="217" y="49"/>
                    <a:pt x="1" y="245"/>
                  </a:cubicBezTo>
                  <a:lnTo>
                    <a:pt x="15" y="245"/>
                  </a:lnTo>
                  <a:cubicBezTo>
                    <a:pt x="36" y="150"/>
                    <a:pt x="576" y="39"/>
                    <a:pt x="862" y="39"/>
                  </a:cubicBezTo>
                  <a:cubicBezTo>
                    <a:pt x="954" y="39"/>
                    <a:pt x="1019" y="50"/>
                    <a:pt x="1033" y="77"/>
                  </a:cubicBezTo>
                  <a:lnTo>
                    <a:pt x="1061" y="49"/>
                  </a:lnTo>
                  <a:cubicBezTo>
                    <a:pt x="1061" y="49"/>
                    <a:pt x="904" y="0"/>
                    <a:pt x="69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8" name="Google Shape;2508;p40"/>
            <p:cNvSpPr/>
            <p:nvPr/>
          </p:nvSpPr>
          <p:spPr>
            <a:xfrm>
              <a:off x="2082141" y="4245208"/>
              <a:ext cx="5050" cy="4661"/>
            </a:xfrm>
            <a:custGeom>
              <a:avLst/>
              <a:gdLst/>
              <a:ahLst/>
              <a:cxnLst/>
              <a:rect l="l" t="t" r="r" b="b"/>
              <a:pathLst>
                <a:path w="65" h="60" extrusionOk="0">
                  <a:moveTo>
                    <a:pt x="36" y="1"/>
                  </a:moveTo>
                  <a:cubicBezTo>
                    <a:pt x="19" y="1"/>
                    <a:pt x="1" y="11"/>
                    <a:pt x="9" y="34"/>
                  </a:cubicBezTo>
                  <a:cubicBezTo>
                    <a:pt x="9" y="52"/>
                    <a:pt x="18" y="59"/>
                    <a:pt x="30" y="59"/>
                  </a:cubicBezTo>
                  <a:cubicBezTo>
                    <a:pt x="45" y="59"/>
                    <a:pt x="64" y="44"/>
                    <a:pt x="64" y="20"/>
                  </a:cubicBezTo>
                  <a:cubicBezTo>
                    <a:pt x="64" y="8"/>
                    <a:pt x="50" y="1"/>
                    <a:pt x="36"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9" name="Google Shape;2509;p40"/>
            <p:cNvSpPr/>
            <p:nvPr/>
          </p:nvSpPr>
          <p:spPr>
            <a:xfrm>
              <a:off x="2093560" y="4365155"/>
              <a:ext cx="18567" cy="16236"/>
            </a:xfrm>
            <a:custGeom>
              <a:avLst/>
              <a:gdLst/>
              <a:ahLst/>
              <a:cxnLst/>
              <a:rect l="l" t="t" r="r" b="b"/>
              <a:pathLst>
                <a:path w="239" h="209" extrusionOk="0">
                  <a:moveTo>
                    <a:pt x="125" y="0"/>
                  </a:moveTo>
                  <a:cubicBezTo>
                    <a:pt x="63" y="0"/>
                    <a:pt x="1" y="43"/>
                    <a:pt x="1" y="122"/>
                  </a:cubicBezTo>
                  <a:cubicBezTo>
                    <a:pt x="19" y="182"/>
                    <a:pt x="65" y="208"/>
                    <a:pt x="111" y="208"/>
                  </a:cubicBezTo>
                  <a:cubicBezTo>
                    <a:pt x="174" y="208"/>
                    <a:pt x="238" y="160"/>
                    <a:pt x="238" y="80"/>
                  </a:cubicBezTo>
                  <a:cubicBezTo>
                    <a:pt x="220" y="26"/>
                    <a:pt x="173" y="0"/>
                    <a:pt x="125"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0" name="Google Shape;2510;p40"/>
            <p:cNvSpPr/>
            <p:nvPr/>
          </p:nvSpPr>
          <p:spPr>
            <a:xfrm>
              <a:off x="2046405" y="4297102"/>
              <a:ext cx="18644" cy="17401"/>
            </a:xfrm>
            <a:custGeom>
              <a:avLst/>
              <a:gdLst/>
              <a:ahLst/>
              <a:cxnLst/>
              <a:rect l="l" t="t" r="r" b="b"/>
              <a:pathLst>
                <a:path w="240" h="224" extrusionOk="0">
                  <a:moveTo>
                    <a:pt x="123" y="1"/>
                  </a:moveTo>
                  <a:cubicBezTo>
                    <a:pt x="62" y="1"/>
                    <a:pt x="0" y="47"/>
                    <a:pt x="8" y="133"/>
                  </a:cubicBezTo>
                  <a:cubicBezTo>
                    <a:pt x="21" y="195"/>
                    <a:pt x="68" y="224"/>
                    <a:pt x="116" y="224"/>
                  </a:cubicBezTo>
                  <a:cubicBezTo>
                    <a:pt x="177" y="224"/>
                    <a:pt x="239" y="177"/>
                    <a:pt x="231" y="91"/>
                  </a:cubicBezTo>
                  <a:cubicBezTo>
                    <a:pt x="219" y="30"/>
                    <a:pt x="172" y="1"/>
                    <a:pt x="123"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1" name="Google Shape;2511;p40"/>
            <p:cNvSpPr/>
            <p:nvPr/>
          </p:nvSpPr>
          <p:spPr>
            <a:xfrm>
              <a:off x="2064817" y="4198209"/>
              <a:ext cx="18644" cy="16625"/>
            </a:xfrm>
            <a:custGeom>
              <a:avLst/>
              <a:gdLst/>
              <a:ahLst/>
              <a:cxnLst/>
              <a:rect l="l" t="t" r="r" b="b"/>
              <a:pathLst>
                <a:path w="240" h="214" extrusionOk="0">
                  <a:moveTo>
                    <a:pt x="120" y="1"/>
                  </a:moveTo>
                  <a:cubicBezTo>
                    <a:pt x="59" y="1"/>
                    <a:pt x="0" y="44"/>
                    <a:pt x="8" y="123"/>
                  </a:cubicBezTo>
                  <a:cubicBezTo>
                    <a:pt x="27" y="184"/>
                    <a:pt x="75" y="213"/>
                    <a:pt x="122" y="213"/>
                  </a:cubicBezTo>
                  <a:cubicBezTo>
                    <a:pt x="182" y="213"/>
                    <a:pt x="239" y="167"/>
                    <a:pt x="232" y="81"/>
                  </a:cubicBezTo>
                  <a:cubicBezTo>
                    <a:pt x="213" y="27"/>
                    <a:pt x="166" y="1"/>
                    <a:pt x="120"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2" name="Google Shape;2512;p40"/>
            <p:cNvSpPr/>
            <p:nvPr/>
          </p:nvSpPr>
          <p:spPr>
            <a:xfrm>
              <a:off x="2008029" y="4113687"/>
              <a:ext cx="19111" cy="16236"/>
            </a:xfrm>
            <a:custGeom>
              <a:avLst/>
              <a:gdLst/>
              <a:ahLst/>
              <a:cxnLst/>
              <a:rect l="l" t="t" r="r" b="b"/>
              <a:pathLst>
                <a:path w="246" h="209" extrusionOk="0">
                  <a:moveTo>
                    <a:pt x="124" y="1"/>
                  </a:moveTo>
                  <a:cubicBezTo>
                    <a:pt x="62" y="1"/>
                    <a:pt x="0" y="44"/>
                    <a:pt x="0" y="123"/>
                  </a:cubicBezTo>
                  <a:cubicBezTo>
                    <a:pt x="18" y="182"/>
                    <a:pt x="66" y="209"/>
                    <a:pt x="115" y="209"/>
                  </a:cubicBezTo>
                  <a:cubicBezTo>
                    <a:pt x="180" y="209"/>
                    <a:pt x="245" y="161"/>
                    <a:pt x="237" y="81"/>
                  </a:cubicBezTo>
                  <a:cubicBezTo>
                    <a:pt x="219" y="27"/>
                    <a:pt x="172" y="1"/>
                    <a:pt x="124"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3" name="Google Shape;2513;p40"/>
            <p:cNvSpPr/>
            <p:nvPr/>
          </p:nvSpPr>
          <p:spPr>
            <a:xfrm>
              <a:off x="2035063" y="4080748"/>
              <a:ext cx="19111" cy="16236"/>
            </a:xfrm>
            <a:custGeom>
              <a:avLst/>
              <a:gdLst/>
              <a:ahLst/>
              <a:cxnLst/>
              <a:rect l="l" t="t" r="r" b="b"/>
              <a:pathLst>
                <a:path w="246" h="209" extrusionOk="0">
                  <a:moveTo>
                    <a:pt x="128" y="1"/>
                  </a:moveTo>
                  <a:cubicBezTo>
                    <a:pt x="65" y="1"/>
                    <a:pt x="1" y="49"/>
                    <a:pt x="1" y="129"/>
                  </a:cubicBezTo>
                  <a:cubicBezTo>
                    <a:pt x="19" y="183"/>
                    <a:pt x="69" y="209"/>
                    <a:pt x="118" y="209"/>
                  </a:cubicBezTo>
                  <a:cubicBezTo>
                    <a:pt x="182" y="209"/>
                    <a:pt x="246" y="165"/>
                    <a:pt x="238" y="87"/>
                  </a:cubicBezTo>
                  <a:cubicBezTo>
                    <a:pt x="220" y="27"/>
                    <a:pt x="174" y="1"/>
                    <a:pt x="128"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4" name="Google Shape;2514;p40"/>
            <p:cNvSpPr/>
            <p:nvPr/>
          </p:nvSpPr>
          <p:spPr>
            <a:xfrm>
              <a:off x="2033354" y="4043148"/>
              <a:ext cx="20353" cy="18644"/>
            </a:xfrm>
            <a:custGeom>
              <a:avLst/>
              <a:gdLst/>
              <a:ahLst/>
              <a:cxnLst/>
              <a:rect l="l" t="t" r="r" b="b"/>
              <a:pathLst>
                <a:path w="262" h="240" extrusionOk="0">
                  <a:moveTo>
                    <a:pt x="135" y="0"/>
                  </a:moveTo>
                  <a:cubicBezTo>
                    <a:pt x="69" y="0"/>
                    <a:pt x="1" y="51"/>
                    <a:pt x="9" y="138"/>
                  </a:cubicBezTo>
                  <a:cubicBezTo>
                    <a:pt x="21" y="207"/>
                    <a:pt x="75" y="239"/>
                    <a:pt x="129" y="239"/>
                  </a:cubicBezTo>
                  <a:cubicBezTo>
                    <a:pt x="196" y="239"/>
                    <a:pt x="261" y="189"/>
                    <a:pt x="246" y="96"/>
                  </a:cubicBezTo>
                  <a:cubicBezTo>
                    <a:pt x="234" y="30"/>
                    <a:pt x="185" y="0"/>
                    <a:pt x="135"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5" name="Google Shape;2515;p40"/>
            <p:cNvSpPr/>
            <p:nvPr/>
          </p:nvSpPr>
          <p:spPr>
            <a:xfrm>
              <a:off x="1988374" y="4032894"/>
              <a:ext cx="20897" cy="17790"/>
            </a:xfrm>
            <a:custGeom>
              <a:avLst/>
              <a:gdLst/>
              <a:ahLst/>
              <a:cxnLst/>
              <a:rect l="l" t="t" r="r" b="b"/>
              <a:pathLst>
                <a:path w="269" h="229" extrusionOk="0">
                  <a:moveTo>
                    <a:pt x="130" y="1"/>
                  </a:moveTo>
                  <a:cubicBezTo>
                    <a:pt x="64" y="1"/>
                    <a:pt x="1" y="47"/>
                    <a:pt x="16" y="131"/>
                  </a:cubicBezTo>
                  <a:cubicBezTo>
                    <a:pt x="28" y="199"/>
                    <a:pt x="81" y="228"/>
                    <a:pt x="134" y="228"/>
                  </a:cubicBezTo>
                  <a:cubicBezTo>
                    <a:pt x="202" y="228"/>
                    <a:pt x="269" y="181"/>
                    <a:pt x="253" y="103"/>
                  </a:cubicBezTo>
                  <a:cubicBezTo>
                    <a:pt x="240" y="33"/>
                    <a:pt x="184" y="1"/>
                    <a:pt x="130"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6" name="Google Shape;2516;p40"/>
            <p:cNvSpPr/>
            <p:nvPr/>
          </p:nvSpPr>
          <p:spPr>
            <a:xfrm>
              <a:off x="2068546" y="4348064"/>
              <a:ext cx="20975" cy="17868"/>
            </a:xfrm>
            <a:custGeom>
              <a:avLst/>
              <a:gdLst/>
              <a:ahLst/>
              <a:cxnLst/>
              <a:rect l="l" t="t" r="r" b="b"/>
              <a:pathLst>
                <a:path w="270" h="230" extrusionOk="0">
                  <a:moveTo>
                    <a:pt x="135" y="1"/>
                  </a:moveTo>
                  <a:cubicBezTo>
                    <a:pt x="68" y="1"/>
                    <a:pt x="1" y="47"/>
                    <a:pt x="16" y="133"/>
                  </a:cubicBezTo>
                  <a:cubicBezTo>
                    <a:pt x="28" y="199"/>
                    <a:pt x="80" y="229"/>
                    <a:pt x="132" y="229"/>
                  </a:cubicBezTo>
                  <a:cubicBezTo>
                    <a:pt x="200" y="229"/>
                    <a:pt x="269" y="178"/>
                    <a:pt x="253" y="91"/>
                  </a:cubicBezTo>
                  <a:cubicBezTo>
                    <a:pt x="241" y="29"/>
                    <a:pt x="188" y="1"/>
                    <a:pt x="135"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7" name="Google Shape;2517;p40"/>
            <p:cNvSpPr/>
            <p:nvPr/>
          </p:nvSpPr>
          <p:spPr>
            <a:xfrm>
              <a:off x="2055028" y="4375565"/>
              <a:ext cx="14372" cy="12507"/>
            </a:xfrm>
            <a:custGeom>
              <a:avLst/>
              <a:gdLst/>
              <a:ahLst/>
              <a:cxnLst/>
              <a:rect l="l" t="t" r="r" b="b"/>
              <a:pathLst>
                <a:path w="185" h="161" extrusionOk="0">
                  <a:moveTo>
                    <a:pt x="98" y="1"/>
                  </a:moveTo>
                  <a:cubicBezTo>
                    <a:pt x="50" y="1"/>
                    <a:pt x="1" y="37"/>
                    <a:pt x="9" y="100"/>
                  </a:cubicBezTo>
                  <a:cubicBezTo>
                    <a:pt x="21" y="142"/>
                    <a:pt x="56" y="160"/>
                    <a:pt x="91" y="160"/>
                  </a:cubicBezTo>
                  <a:cubicBezTo>
                    <a:pt x="138" y="160"/>
                    <a:pt x="184" y="127"/>
                    <a:pt x="176" y="72"/>
                  </a:cubicBezTo>
                  <a:cubicBezTo>
                    <a:pt x="170" y="23"/>
                    <a:pt x="134" y="1"/>
                    <a:pt x="98"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8" name="Google Shape;2518;p40"/>
            <p:cNvSpPr/>
            <p:nvPr/>
          </p:nvSpPr>
          <p:spPr>
            <a:xfrm>
              <a:off x="2053941" y="4331983"/>
              <a:ext cx="14372" cy="12430"/>
            </a:xfrm>
            <a:custGeom>
              <a:avLst/>
              <a:gdLst/>
              <a:ahLst/>
              <a:cxnLst/>
              <a:rect l="l" t="t" r="r" b="b"/>
              <a:pathLst>
                <a:path w="185" h="160" extrusionOk="0">
                  <a:moveTo>
                    <a:pt x="100" y="0"/>
                  </a:moveTo>
                  <a:cubicBezTo>
                    <a:pt x="52" y="0"/>
                    <a:pt x="1" y="33"/>
                    <a:pt x="9" y="89"/>
                  </a:cubicBezTo>
                  <a:cubicBezTo>
                    <a:pt x="21" y="138"/>
                    <a:pt x="57" y="160"/>
                    <a:pt x="93" y="160"/>
                  </a:cubicBezTo>
                  <a:cubicBezTo>
                    <a:pt x="139" y="160"/>
                    <a:pt x="184" y="124"/>
                    <a:pt x="176" y="61"/>
                  </a:cubicBezTo>
                  <a:cubicBezTo>
                    <a:pt x="170" y="19"/>
                    <a:pt x="136" y="0"/>
                    <a:pt x="100"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9" name="Google Shape;2519;p40"/>
            <p:cNvSpPr/>
            <p:nvPr/>
          </p:nvSpPr>
          <p:spPr>
            <a:xfrm>
              <a:off x="2082141" y="4303006"/>
              <a:ext cx="13828" cy="12430"/>
            </a:xfrm>
            <a:custGeom>
              <a:avLst/>
              <a:gdLst/>
              <a:ahLst/>
              <a:cxnLst/>
              <a:rect l="l" t="t" r="r" b="b"/>
              <a:pathLst>
                <a:path w="178" h="160" extrusionOk="0">
                  <a:moveTo>
                    <a:pt x="89" y="0"/>
                  </a:moveTo>
                  <a:cubicBezTo>
                    <a:pt x="46" y="0"/>
                    <a:pt x="1" y="36"/>
                    <a:pt x="9" y="99"/>
                  </a:cubicBezTo>
                  <a:cubicBezTo>
                    <a:pt x="15" y="141"/>
                    <a:pt x="49" y="160"/>
                    <a:pt x="84" y="160"/>
                  </a:cubicBezTo>
                  <a:cubicBezTo>
                    <a:pt x="130" y="160"/>
                    <a:pt x="178" y="127"/>
                    <a:pt x="162" y="71"/>
                  </a:cubicBezTo>
                  <a:cubicBezTo>
                    <a:pt x="156" y="22"/>
                    <a:pt x="123" y="0"/>
                    <a:pt x="89"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0" name="Google Shape;2520;p40"/>
            <p:cNvSpPr/>
            <p:nvPr/>
          </p:nvSpPr>
          <p:spPr>
            <a:xfrm>
              <a:off x="2053941" y="4232235"/>
              <a:ext cx="14372" cy="12507"/>
            </a:xfrm>
            <a:custGeom>
              <a:avLst/>
              <a:gdLst/>
              <a:ahLst/>
              <a:cxnLst/>
              <a:rect l="l" t="t" r="r" b="b"/>
              <a:pathLst>
                <a:path w="185" h="161" extrusionOk="0">
                  <a:moveTo>
                    <a:pt x="94" y="1"/>
                  </a:moveTo>
                  <a:cubicBezTo>
                    <a:pt x="47" y="1"/>
                    <a:pt x="1" y="34"/>
                    <a:pt x="9" y="89"/>
                  </a:cubicBezTo>
                  <a:cubicBezTo>
                    <a:pt x="15" y="138"/>
                    <a:pt x="51" y="161"/>
                    <a:pt x="87" y="161"/>
                  </a:cubicBezTo>
                  <a:cubicBezTo>
                    <a:pt x="135" y="161"/>
                    <a:pt x="184" y="124"/>
                    <a:pt x="176" y="62"/>
                  </a:cubicBezTo>
                  <a:cubicBezTo>
                    <a:pt x="164" y="20"/>
                    <a:pt x="129" y="1"/>
                    <a:pt x="94"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1" name="Google Shape;2521;p40"/>
            <p:cNvSpPr/>
            <p:nvPr/>
          </p:nvSpPr>
          <p:spPr>
            <a:xfrm>
              <a:off x="2046405" y="4187799"/>
              <a:ext cx="14294" cy="12507"/>
            </a:xfrm>
            <a:custGeom>
              <a:avLst/>
              <a:gdLst/>
              <a:ahLst/>
              <a:cxnLst/>
              <a:rect l="l" t="t" r="r" b="b"/>
              <a:pathLst>
                <a:path w="184" h="161" extrusionOk="0">
                  <a:moveTo>
                    <a:pt x="93" y="1"/>
                  </a:moveTo>
                  <a:cubicBezTo>
                    <a:pt x="47" y="1"/>
                    <a:pt x="0" y="34"/>
                    <a:pt x="8" y="90"/>
                  </a:cubicBezTo>
                  <a:cubicBezTo>
                    <a:pt x="14" y="139"/>
                    <a:pt x="50" y="161"/>
                    <a:pt x="87" y="161"/>
                  </a:cubicBezTo>
                  <a:cubicBezTo>
                    <a:pt x="134" y="161"/>
                    <a:pt x="183" y="124"/>
                    <a:pt x="176" y="62"/>
                  </a:cubicBezTo>
                  <a:cubicBezTo>
                    <a:pt x="164" y="20"/>
                    <a:pt x="128" y="1"/>
                    <a:pt x="93"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2" name="Google Shape;2522;p40"/>
            <p:cNvSpPr/>
            <p:nvPr/>
          </p:nvSpPr>
          <p:spPr>
            <a:xfrm>
              <a:off x="2029081" y="4200073"/>
              <a:ext cx="14294" cy="13206"/>
            </a:xfrm>
            <a:custGeom>
              <a:avLst/>
              <a:gdLst/>
              <a:ahLst/>
              <a:cxnLst/>
              <a:rect l="l" t="t" r="r" b="b"/>
              <a:pathLst>
                <a:path w="184" h="170" extrusionOk="0">
                  <a:moveTo>
                    <a:pt x="97" y="0"/>
                  </a:moveTo>
                  <a:cubicBezTo>
                    <a:pt x="50" y="0"/>
                    <a:pt x="0" y="36"/>
                    <a:pt x="8" y="99"/>
                  </a:cubicBezTo>
                  <a:cubicBezTo>
                    <a:pt x="20" y="148"/>
                    <a:pt x="57" y="170"/>
                    <a:pt x="92" y="170"/>
                  </a:cubicBezTo>
                  <a:cubicBezTo>
                    <a:pt x="138" y="170"/>
                    <a:pt x="183" y="134"/>
                    <a:pt x="175" y="71"/>
                  </a:cubicBezTo>
                  <a:cubicBezTo>
                    <a:pt x="169" y="22"/>
                    <a:pt x="134" y="0"/>
                    <a:pt x="97"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3" name="Google Shape;2523;p40"/>
            <p:cNvSpPr/>
            <p:nvPr/>
          </p:nvSpPr>
          <p:spPr>
            <a:xfrm>
              <a:off x="2011758" y="4200073"/>
              <a:ext cx="14216" cy="12818"/>
            </a:xfrm>
            <a:custGeom>
              <a:avLst/>
              <a:gdLst/>
              <a:ahLst/>
              <a:cxnLst/>
              <a:rect l="l" t="t" r="r" b="b"/>
              <a:pathLst>
                <a:path w="183" h="165" extrusionOk="0">
                  <a:moveTo>
                    <a:pt x="97" y="0"/>
                  </a:moveTo>
                  <a:cubicBezTo>
                    <a:pt x="49" y="0"/>
                    <a:pt x="0" y="36"/>
                    <a:pt x="8" y="99"/>
                  </a:cubicBezTo>
                  <a:cubicBezTo>
                    <a:pt x="20" y="143"/>
                    <a:pt x="58" y="164"/>
                    <a:pt x="95" y="164"/>
                  </a:cubicBezTo>
                  <a:cubicBezTo>
                    <a:pt x="140" y="164"/>
                    <a:pt x="183" y="132"/>
                    <a:pt x="175" y="71"/>
                  </a:cubicBezTo>
                  <a:cubicBezTo>
                    <a:pt x="169" y="22"/>
                    <a:pt x="134" y="0"/>
                    <a:pt x="97"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4" name="Google Shape;2524;p40"/>
            <p:cNvSpPr/>
            <p:nvPr/>
          </p:nvSpPr>
          <p:spPr>
            <a:xfrm>
              <a:off x="2012767" y="4166124"/>
              <a:ext cx="14372" cy="12507"/>
            </a:xfrm>
            <a:custGeom>
              <a:avLst/>
              <a:gdLst/>
              <a:ahLst/>
              <a:cxnLst/>
              <a:rect l="l" t="t" r="r" b="b"/>
              <a:pathLst>
                <a:path w="185" h="161" extrusionOk="0">
                  <a:moveTo>
                    <a:pt x="94" y="1"/>
                  </a:moveTo>
                  <a:cubicBezTo>
                    <a:pt x="47" y="1"/>
                    <a:pt x="1" y="34"/>
                    <a:pt x="9" y="90"/>
                  </a:cubicBezTo>
                  <a:cubicBezTo>
                    <a:pt x="15" y="139"/>
                    <a:pt x="51" y="161"/>
                    <a:pt x="87" y="161"/>
                  </a:cubicBezTo>
                  <a:cubicBezTo>
                    <a:pt x="135" y="161"/>
                    <a:pt x="184" y="124"/>
                    <a:pt x="176" y="62"/>
                  </a:cubicBezTo>
                  <a:cubicBezTo>
                    <a:pt x="164" y="20"/>
                    <a:pt x="129" y="1"/>
                    <a:pt x="94"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5" name="Google Shape;2525;p40"/>
            <p:cNvSpPr/>
            <p:nvPr/>
          </p:nvSpPr>
          <p:spPr>
            <a:xfrm>
              <a:off x="2040346" y="4154549"/>
              <a:ext cx="14449" cy="13284"/>
            </a:xfrm>
            <a:custGeom>
              <a:avLst/>
              <a:gdLst/>
              <a:ahLst/>
              <a:cxnLst/>
              <a:rect l="l" t="t" r="r" b="b"/>
              <a:pathLst>
                <a:path w="186" h="171" extrusionOk="0">
                  <a:moveTo>
                    <a:pt x="92" y="0"/>
                  </a:moveTo>
                  <a:cubicBezTo>
                    <a:pt x="47" y="0"/>
                    <a:pt x="1" y="36"/>
                    <a:pt x="16" y="99"/>
                  </a:cubicBezTo>
                  <a:cubicBezTo>
                    <a:pt x="23" y="148"/>
                    <a:pt x="58" y="170"/>
                    <a:pt x="94" y="170"/>
                  </a:cubicBezTo>
                  <a:cubicBezTo>
                    <a:pt x="140" y="170"/>
                    <a:pt x="186" y="134"/>
                    <a:pt x="170" y="71"/>
                  </a:cubicBezTo>
                  <a:cubicBezTo>
                    <a:pt x="164" y="22"/>
                    <a:pt x="128" y="0"/>
                    <a:pt x="92"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6" name="Google Shape;2526;p40"/>
            <p:cNvSpPr/>
            <p:nvPr/>
          </p:nvSpPr>
          <p:spPr>
            <a:xfrm>
              <a:off x="2006320" y="4066765"/>
              <a:ext cx="14294" cy="13284"/>
            </a:xfrm>
            <a:custGeom>
              <a:avLst/>
              <a:gdLst/>
              <a:ahLst/>
              <a:cxnLst/>
              <a:rect l="l" t="t" r="r" b="b"/>
              <a:pathLst>
                <a:path w="184" h="171" extrusionOk="0">
                  <a:moveTo>
                    <a:pt x="97" y="0"/>
                  </a:moveTo>
                  <a:cubicBezTo>
                    <a:pt x="50" y="0"/>
                    <a:pt x="0" y="37"/>
                    <a:pt x="8" y="99"/>
                  </a:cubicBezTo>
                  <a:cubicBezTo>
                    <a:pt x="20" y="148"/>
                    <a:pt x="57" y="170"/>
                    <a:pt x="93" y="170"/>
                  </a:cubicBezTo>
                  <a:cubicBezTo>
                    <a:pt x="138" y="170"/>
                    <a:pt x="183" y="134"/>
                    <a:pt x="175" y="71"/>
                  </a:cubicBezTo>
                  <a:cubicBezTo>
                    <a:pt x="169" y="22"/>
                    <a:pt x="134" y="0"/>
                    <a:pt x="97"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7" name="Google Shape;2527;p40"/>
            <p:cNvSpPr/>
            <p:nvPr/>
          </p:nvSpPr>
          <p:spPr>
            <a:xfrm>
              <a:off x="2044230" y="4122854"/>
              <a:ext cx="14294" cy="12430"/>
            </a:xfrm>
            <a:custGeom>
              <a:avLst/>
              <a:gdLst/>
              <a:ahLst/>
              <a:cxnLst/>
              <a:rect l="l" t="t" r="r" b="b"/>
              <a:pathLst>
                <a:path w="184" h="160" extrusionOk="0">
                  <a:moveTo>
                    <a:pt x="99" y="0"/>
                  </a:moveTo>
                  <a:cubicBezTo>
                    <a:pt x="51" y="0"/>
                    <a:pt x="0" y="33"/>
                    <a:pt x="8" y="89"/>
                  </a:cubicBezTo>
                  <a:cubicBezTo>
                    <a:pt x="21" y="138"/>
                    <a:pt x="57" y="160"/>
                    <a:pt x="93" y="160"/>
                  </a:cubicBezTo>
                  <a:cubicBezTo>
                    <a:pt x="139" y="160"/>
                    <a:pt x="184" y="123"/>
                    <a:pt x="176" y="61"/>
                  </a:cubicBezTo>
                  <a:cubicBezTo>
                    <a:pt x="170" y="19"/>
                    <a:pt x="135" y="0"/>
                    <a:pt x="99"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8" name="Google Shape;2528;p40"/>
            <p:cNvSpPr/>
            <p:nvPr/>
          </p:nvSpPr>
          <p:spPr>
            <a:xfrm>
              <a:off x="2074605" y="4390713"/>
              <a:ext cx="14294" cy="13284"/>
            </a:xfrm>
            <a:custGeom>
              <a:avLst/>
              <a:gdLst/>
              <a:ahLst/>
              <a:cxnLst/>
              <a:rect l="l" t="t" r="r" b="b"/>
              <a:pathLst>
                <a:path w="184" h="171" extrusionOk="0">
                  <a:moveTo>
                    <a:pt x="91" y="1"/>
                  </a:moveTo>
                  <a:cubicBezTo>
                    <a:pt x="45" y="1"/>
                    <a:pt x="0" y="37"/>
                    <a:pt x="8" y="100"/>
                  </a:cubicBezTo>
                  <a:cubicBezTo>
                    <a:pt x="14" y="149"/>
                    <a:pt x="50" y="171"/>
                    <a:pt x="86" y="171"/>
                  </a:cubicBezTo>
                  <a:cubicBezTo>
                    <a:pt x="134" y="171"/>
                    <a:pt x="183" y="135"/>
                    <a:pt x="175" y="72"/>
                  </a:cubicBezTo>
                  <a:cubicBezTo>
                    <a:pt x="163" y="23"/>
                    <a:pt x="127" y="1"/>
                    <a:pt x="91"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9" name="Google Shape;2529;p40"/>
            <p:cNvSpPr/>
            <p:nvPr/>
          </p:nvSpPr>
          <p:spPr>
            <a:xfrm>
              <a:off x="2043609" y="4346355"/>
              <a:ext cx="14449" cy="12430"/>
            </a:xfrm>
            <a:custGeom>
              <a:avLst/>
              <a:gdLst/>
              <a:ahLst/>
              <a:cxnLst/>
              <a:rect l="l" t="t" r="r" b="b"/>
              <a:pathLst>
                <a:path w="186" h="160" extrusionOk="0">
                  <a:moveTo>
                    <a:pt x="92" y="0"/>
                  </a:moveTo>
                  <a:cubicBezTo>
                    <a:pt x="47" y="0"/>
                    <a:pt x="1" y="36"/>
                    <a:pt x="16" y="99"/>
                  </a:cubicBezTo>
                  <a:cubicBezTo>
                    <a:pt x="22" y="141"/>
                    <a:pt x="57" y="160"/>
                    <a:pt x="92" y="160"/>
                  </a:cubicBezTo>
                  <a:cubicBezTo>
                    <a:pt x="138" y="160"/>
                    <a:pt x="186" y="127"/>
                    <a:pt x="170" y="71"/>
                  </a:cubicBezTo>
                  <a:cubicBezTo>
                    <a:pt x="164" y="22"/>
                    <a:pt x="128" y="0"/>
                    <a:pt x="92"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0" name="Google Shape;2530;p40"/>
            <p:cNvSpPr/>
            <p:nvPr/>
          </p:nvSpPr>
          <p:spPr>
            <a:xfrm>
              <a:off x="2025819" y="4258570"/>
              <a:ext cx="14294" cy="13284"/>
            </a:xfrm>
            <a:custGeom>
              <a:avLst/>
              <a:gdLst/>
              <a:ahLst/>
              <a:cxnLst/>
              <a:rect l="l" t="t" r="r" b="b"/>
              <a:pathLst>
                <a:path w="184" h="171" extrusionOk="0">
                  <a:moveTo>
                    <a:pt x="97" y="0"/>
                  </a:moveTo>
                  <a:cubicBezTo>
                    <a:pt x="50" y="0"/>
                    <a:pt x="0" y="37"/>
                    <a:pt x="8" y="99"/>
                  </a:cubicBezTo>
                  <a:cubicBezTo>
                    <a:pt x="20" y="148"/>
                    <a:pt x="57" y="170"/>
                    <a:pt x="93" y="170"/>
                  </a:cubicBezTo>
                  <a:cubicBezTo>
                    <a:pt x="138" y="170"/>
                    <a:pt x="183" y="134"/>
                    <a:pt x="176" y="71"/>
                  </a:cubicBezTo>
                  <a:cubicBezTo>
                    <a:pt x="169" y="22"/>
                    <a:pt x="134" y="0"/>
                    <a:pt x="97"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1" name="Google Shape;2531;p40"/>
            <p:cNvSpPr/>
            <p:nvPr/>
          </p:nvSpPr>
          <p:spPr>
            <a:xfrm>
              <a:off x="2059379" y="4263931"/>
              <a:ext cx="14294" cy="13284"/>
            </a:xfrm>
            <a:custGeom>
              <a:avLst/>
              <a:gdLst/>
              <a:ahLst/>
              <a:cxnLst/>
              <a:rect l="l" t="t" r="r" b="b"/>
              <a:pathLst>
                <a:path w="184" h="171" extrusionOk="0">
                  <a:moveTo>
                    <a:pt x="92" y="1"/>
                  </a:moveTo>
                  <a:cubicBezTo>
                    <a:pt x="46" y="1"/>
                    <a:pt x="1" y="37"/>
                    <a:pt x="9" y="100"/>
                  </a:cubicBezTo>
                  <a:cubicBezTo>
                    <a:pt x="15" y="149"/>
                    <a:pt x="50" y="171"/>
                    <a:pt x="87" y="171"/>
                  </a:cubicBezTo>
                  <a:cubicBezTo>
                    <a:pt x="134" y="171"/>
                    <a:pt x="184" y="135"/>
                    <a:pt x="176" y="72"/>
                  </a:cubicBezTo>
                  <a:cubicBezTo>
                    <a:pt x="164" y="23"/>
                    <a:pt x="127" y="1"/>
                    <a:pt x="92"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2" name="Google Shape;2532;p40"/>
            <p:cNvSpPr/>
            <p:nvPr/>
          </p:nvSpPr>
          <p:spPr>
            <a:xfrm>
              <a:off x="2081053" y="4266960"/>
              <a:ext cx="13828" cy="12430"/>
            </a:xfrm>
            <a:custGeom>
              <a:avLst/>
              <a:gdLst/>
              <a:ahLst/>
              <a:cxnLst/>
              <a:rect l="l" t="t" r="r" b="b"/>
              <a:pathLst>
                <a:path w="178" h="160" extrusionOk="0">
                  <a:moveTo>
                    <a:pt x="91" y="0"/>
                  </a:moveTo>
                  <a:cubicBezTo>
                    <a:pt x="47" y="0"/>
                    <a:pt x="1" y="33"/>
                    <a:pt x="9" y="89"/>
                  </a:cubicBezTo>
                  <a:cubicBezTo>
                    <a:pt x="15" y="138"/>
                    <a:pt x="50" y="160"/>
                    <a:pt x="86" y="160"/>
                  </a:cubicBezTo>
                  <a:cubicBezTo>
                    <a:pt x="132" y="160"/>
                    <a:pt x="178" y="124"/>
                    <a:pt x="162" y="61"/>
                  </a:cubicBezTo>
                  <a:cubicBezTo>
                    <a:pt x="156" y="19"/>
                    <a:pt x="124" y="0"/>
                    <a:pt x="91"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3" name="Google Shape;2533;p40"/>
            <p:cNvSpPr/>
            <p:nvPr/>
          </p:nvSpPr>
          <p:spPr>
            <a:xfrm>
              <a:off x="2083850" y="4331439"/>
              <a:ext cx="5516" cy="4661"/>
            </a:xfrm>
            <a:custGeom>
              <a:avLst/>
              <a:gdLst/>
              <a:ahLst/>
              <a:cxnLst/>
              <a:rect l="l" t="t" r="r" b="b"/>
              <a:pathLst>
                <a:path w="71" h="60" extrusionOk="0">
                  <a:moveTo>
                    <a:pt x="38" y="1"/>
                  </a:moveTo>
                  <a:cubicBezTo>
                    <a:pt x="19" y="1"/>
                    <a:pt x="0" y="16"/>
                    <a:pt x="0" y="40"/>
                  </a:cubicBezTo>
                  <a:cubicBezTo>
                    <a:pt x="7" y="52"/>
                    <a:pt x="21" y="59"/>
                    <a:pt x="36" y="59"/>
                  </a:cubicBezTo>
                  <a:cubicBezTo>
                    <a:pt x="53" y="59"/>
                    <a:pt x="70" y="49"/>
                    <a:pt x="70" y="26"/>
                  </a:cubicBezTo>
                  <a:cubicBezTo>
                    <a:pt x="64" y="8"/>
                    <a:pt x="51" y="1"/>
                    <a:pt x="38"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4" name="Google Shape;2534;p40"/>
            <p:cNvSpPr/>
            <p:nvPr/>
          </p:nvSpPr>
          <p:spPr>
            <a:xfrm>
              <a:off x="2066526" y="4160842"/>
              <a:ext cx="4972" cy="5360"/>
            </a:xfrm>
            <a:custGeom>
              <a:avLst/>
              <a:gdLst/>
              <a:ahLst/>
              <a:cxnLst/>
              <a:rect l="l" t="t" r="r" b="b"/>
              <a:pathLst>
                <a:path w="64" h="69" extrusionOk="0">
                  <a:moveTo>
                    <a:pt x="33" y="1"/>
                  </a:moveTo>
                  <a:cubicBezTo>
                    <a:pt x="18" y="1"/>
                    <a:pt x="0" y="11"/>
                    <a:pt x="0" y="32"/>
                  </a:cubicBezTo>
                  <a:cubicBezTo>
                    <a:pt x="7" y="58"/>
                    <a:pt x="22" y="69"/>
                    <a:pt x="36" y="69"/>
                  </a:cubicBezTo>
                  <a:cubicBezTo>
                    <a:pt x="51" y="69"/>
                    <a:pt x="64" y="54"/>
                    <a:pt x="56" y="32"/>
                  </a:cubicBezTo>
                  <a:cubicBezTo>
                    <a:pt x="63" y="11"/>
                    <a:pt x="49" y="1"/>
                    <a:pt x="33"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5" name="Google Shape;2535;p40"/>
            <p:cNvSpPr/>
            <p:nvPr/>
          </p:nvSpPr>
          <p:spPr>
            <a:xfrm>
              <a:off x="2068080" y="4130389"/>
              <a:ext cx="4972" cy="4117"/>
            </a:xfrm>
            <a:custGeom>
              <a:avLst/>
              <a:gdLst/>
              <a:ahLst/>
              <a:cxnLst/>
              <a:rect l="l" t="t" r="r" b="b"/>
              <a:pathLst>
                <a:path w="64" h="53" extrusionOk="0">
                  <a:moveTo>
                    <a:pt x="30" y="0"/>
                  </a:moveTo>
                  <a:cubicBezTo>
                    <a:pt x="14" y="0"/>
                    <a:pt x="0" y="10"/>
                    <a:pt x="8" y="34"/>
                  </a:cubicBezTo>
                  <a:cubicBezTo>
                    <a:pt x="8" y="46"/>
                    <a:pt x="19" y="53"/>
                    <a:pt x="32" y="53"/>
                  </a:cubicBezTo>
                  <a:cubicBezTo>
                    <a:pt x="47" y="53"/>
                    <a:pt x="64" y="43"/>
                    <a:pt x="64" y="20"/>
                  </a:cubicBezTo>
                  <a:cubicBezTo>
                    <a:pt x="58" y="7"/>
                    <a:pt x="43" y="0"/>
                    <a:pt x="30"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6" name="Google Shape;2536;p40"/>
            <p:cNvSpPr/>
            <p:nvPr/>
          </p:nvSpPr>
          <p:spPr>
            <a:xfrm>
              <a:off x="2058913" y="4102189"/>
              <a:ext cx="5050" cy="4661"/>
            </a:xfrm>
            <a:custGeom>
              <a:avLst/>
              <a:gdLst/>
              <a:ahLst/>
              <a:cxnLst/>
              <a:rect l="l" t="t" r="r" b="b"/>
              <a:pathLst>
                <a:path w="65" h="60" extrusionOk="0">
                  <a:moveTo>
                    <a:pt x="33" y="0"/>
                  </a:moveTo>
                  <a:cubicBezTo>
                    <a:pt x="18" y="0"/>
                    <a:pt x="1" y="11"/>
                    <a:pt x="1" y="34"/>
                  </a:cubicBezTo>
                  <a:cubicBezTo>
                    <a:pt x="6" y="51"/>
                    <a:pt x="20" y="59"/>
                    <a:pt x="32" y="59"/>
                  </a:cubicBezTo>
                  <a:cubicBezTo>
                    <a:pt x="49" y="59"/>
                    <a:pt x="65" y="44"/>
                    <a:pt x="56" y="20"/>
                  </a:cubicBezTo>
                  <a:cubicBezTo>
                    <a:pt x="56" y="7"/>
                    <a:pt x="45" y="0"/>
                    <a:pt x="33"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7" name="Google Shape;2537;p40"/>
            <p:cNvSpPr/>
            <p:nvPr/>
          </p:nvSpPr>
          <p:spPr>
            <a:xfrm>
              <a:off x="2035529" y="4103898"/>
              <a:ext cx="5050" cy="5127"/>
            </a:xfrm>
            <a:custGeom>
              <a:avLst/>
              <a:gdLst/>
              <a:ahLst/>
              <a:cxnLst/>
              <a:rect l="l" t="t" r="r" b="b"/>
              <a:pathLst>
                <a:path w="65" h="66" extrusionOk="0">
                  <a:moveTo>
                    <a:pt x="39" y="1"/>
                  </a:moveTo>
                  <a:cubicBezTo>
                    <a:pt x="21" y="1"/>
                    <a:pt x="1" y="15"/>
                    <a:pt x="9" y="40"/>
                  </a:cubicBezTo>
                  <a:cubicBezTo>
                    <a:pt x="9" y="57"/>
                    <a:pt x="19" y="65"/>
                    <a:pt x="30" y="65"/>
                  </a:cubicBezTo>
                  <a:cubicBezTo>
                    <a:pt x="46" y="65"/>
                    <a:pt x="65" y="50"/>
                    <a:pt x="65" y="26"/>
                  </a:cubicBezTo>
                  <a:cubicBezTo>
                    <a:pt x="65" y="8"/>
                    <a:pt x="52" y="1"/>
                    <a:pt x="39"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8" name="Google Shape;2538;p40"/>
            <p:cNvSpPr/>
            <p:nvPr/>
          </p:nvSpPr>
          <p:spPr>
            <a:xfrm>
              <a:off x="2011214" y="4094576"/>
              <a:ext cx="4428" cy="4195"/>
            </a:xfrm>
            <a:custGeom>
              <a:avLst/>
              <a:gdLst/>
              <a:ahLst/>
              <a:cxnLst/>
              <a:rect l="l" t="t" r="r" b="b"/>
              <a:pathLst>
                <a:path w="57" h="54" extrusionOk="0">
                  <a:moveTo>
                    <a:pt x="27" y="1"/>
                  </a:moveTo>
                  <a:cubicBezTo>
                    <a:pt x="14" y="1"/>
                    <a:pt x="1" y="11"/>
                    <a:pt x="1" y="34"/>
                  </a:cubicBezTo>
                  <a:cubicBezTo>
                    <a:pt x="7" y="47"/>
                    <a:pt x="19" y="54"/>
                    <a:pt x="30" y="54"/>
                  </a:cubicBezTo>
                  <a:cubicBezTo>
                    <a:pt x="44" y="54"/>
                    <a:pt x="57" y="43"/>
                    <a:pt x="57" y="20"/>
                  </a:cubicBezTo>
                  <a:cubicBezTo>
                    <a:pt x="50" y="8"/>
                    <a:pt x="39" y="1"/>
                    <a:pt x="27"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9" name="Google Shape;2539;p40"/>
            <p:cNvSpPr/>
            <p:nvPr/>
          </p:nvSpPr>
          <p:spPr>
            <a:xfrm>
              <a:off x="2031800" y="4233944"/>
              <a:ext cx="5516" cy="5050"/>
            </a:xfrm>
            <a:custGeom>
              <a:avLst/>
              <a:gdLst/>
              <a:ahLst/>
              <a:cxnLst/>
              <a:rect l="l" t="t" r="r" b="b"/>
              <a:pathLst>
                <a:path w="71" h="65" extrusionOk="0">
                  <a:moveTo>
                    <a:pt x="38" y="0"/>
                  </a:moveTo>
                  <a:cubicBezTo>
                    <a:pt x="20" y="0"/>
                    <a:pt x="1" y="15"/>
                    <a:pt x="1" y="40"/>
                  </a:cubicBezTo>
                  <a:cubicBezTo>
                    <a:pt x="7" y="57"/>
                    <a:pt x="20" y="65"/>
                    <a:pt x="33" y="65"/>
                  </a:cubicBezTo>
                  <a:cubicBezTo>
                    <a:pt x="52" y="65"/>
                    <a:pt x="71" y="50"/>
                    <a:pt x="71" y="26"/>
                  </a:cubicBezTo>
                  <a:cubicBezTo>
                    <a:pt x="65" y="8"/>
                    <a:pt x="52" y="0"/>
                    <a:pt x="38"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0" name="Google Shape;2540;p40"/>
            <p:cNvSpPr/>
            <p:nvPr/>
          </p:nvSpPr>
          <p:spPr>
            <a:xfrm>
              <a:off x="2048114" y="4272942"/>
              <a:ext cx="5050" cy="5050"/>
            </a:xfrm>
            <a:custGeom>
              <a:avLst/>
              <a:gdLst/>
              <a:ahLst/>
              <a:cxnLst/>
              <a:rect l="l" t="t" r="r" b="b"/>
              <a:pathLst>
                <a:path w="65" h="65" extrusionOk="0">
                  <a:moveTo>
                    <a:pt x="35" y="1"/>
                  </a:moveTo>
                  <a:cubicBezTo>
                    <a:pt x="19" y="1"/>
                    <a:pt x="0" y="15"/>
                    <a:pt x="0" y="40"/>
                  </a:cubicBezTo>
                  <a:cubicBezTo>
                    <a:pt x="6" y="57"/>
                    <a:pt x="19" y="65"/>
                    <a:pt x="32" y="65"/>
                  </a:cubicBezTo>
                  <a:cubicBezTo>
                    <a:pt x="49" y="65"/>
                    <a:pt x="64" y="50"/>
                    <a:pt x="56" y="26"/>
                  </a:cubicBezTo>
                  <a:cubicBezTo>
                    <a:pt x="56" y="8"/>
                    <a:pt x="46" y="1"/>
                    <a:pt x="35"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1" name="Google Shape;2541;p40"/>
            <p:cNvSpPr/>
            <p:nvPr/>
          </p:nvSpPr>
          <p:spPr>
            <a:xfrm>
              <a:off x="2031800" y="4307279"/>
              <a:ext cx="4428" cy="4350"/>
            </a:xfrm>
            <a:custGeom>
              <a:avLst/>
              <a:gdLst/>
              <a:ahLst/>
              <a:cxnLst/>
              <a:rect l="l" t="t" r="r" b="b"/>
              <a:pathLst>
                <a:path w="57" h="56" extrusionOk="0">
                  <a:moveTo>
                    <a:pt x="32" y="1"/>
                  </a:moveTo>
                  <a:cubicBezTo>
                    <a:pt x="17" y="1"/>
                    <a:pt x="1" y="13"/>
                    <a:pt x="1" y="30"/>
                  </a:cubicBezTo>
                  <a:cubicBezTo>
                    <a:pt x="7" y="48"/>
                    <a:pt x="18" y="55"/>
                    <a:pt x="28" y="55"/>
                  </a:cubicBezTo>
                  <a:cubicBezTo>
                    <a:pt x="43" y="55"/>
                    <a:pt x="57" y="41"/>
                    <a:pt x="57" y="16"/>
                  </a:cubicBezTo>
                  <a:cubicBezTo>
                    <a:pt x="51" y="6"/>
                    <a:pt x="42" y="1"/>
                    <a:pt x="32"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2" name="Google Shape;2542;p40"/>
            <p:cNvSpPr/>
            <p:nvPr/>
          </p:nvSpPr>
          <p:spPr>
            <a:xfrm>
              <a:off x="2098998" y="4344491"/>
              <a:ext cx="4428" cy="4273"/>
            </a:xfrm>
            <a:custGeom>
              <a:avLst/>
              <a:gdLst/>
              <a:ahLst/>
              <a:cxnLst/>
              <a:rect l="l" t="t" r="r" b="b"/>
              <a:pathLst>
                <a:path w="57" h="55" extrusionOk="0">
                  <a:moveTo>
                    <a:pt x="29" y="0"/>
                  </a:moveTo>
                  <a:cubicBezTo>
                    <a:pt x="15" y="0"/>
                    <a:pt x="1" y="15"/>
                    <a:pt x="1" y="39"/>
                  </a:cubicBezTo>
                  <a:cubicBezTo>
                    <a:pt x="6" y="50"/>
                    <a:pt x="15" y="55"/>
                    <a:pt x="25" y="55"/>
                  </a:cubicBezTo>
                  <a:cubicBezTo>
                    <a:pt x="41" y="55"/>
                    <a:pt x="57" y="43"/>
                    <a:pt x="57" y="25"/>
                  </a:cubicBezTo>
                  <a:cubicBezTo>
                    <a:pt x="51" y="8"/>
                    <a:pt x="40" y="0"/>
                    <a:pt x="29"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3" name="Google Shape;2543;p40"/>
            <p:cNvSpPr/>
            <p:nvPr/>
          </p:nvSpPr>
          <p:spPr>
            <a:xfrm>
              <a:off x="1980916" y="4012696"/>
              <a:ext cx="76986" cy="18023"/>
            </a:xfrm>
            <a:custGeom>
              <a:avLst/>
              <a:gdLst/>
              <a:ahLst/>
              <a:cxnLst/>
              <a:rect l="l" t="t" r="r" b="b"/>
              <a:pathLst>
                <a:path w="991" h="232" extrusionOk="0">
                  <a:moveTo>
                    <a:pt x="991" y="0"/>
                  </a:moveTo>
                  <a:cubicBezTo>
                    <a:pt x="785" y="180"/>
                    <a:pt x="521" y="223"/>
                    <a:pt x="310" y="223"/>
                  </a:cubicBezTo>
                  <a:cubicBezTo>
                    <a:pt x="177" y="223"/>
                    <a:pt x="65" y="206"/>
                    <a:pt x="0" y="195"/>
                  </a:cubicBezTo>
                  <a:lnTo>
                    <a:pt x="0" y="195"/>
                  </a:lnTo>
                  <a:cubicBezTo>
                    <a:pt x="123" y="221"/>
                    <a:pt x="234" y="232"/>
                    <a:pt x="332" y="232"/>
                  </a:cubicBezTo>
                  <a:cubicBezTo>
                    <a:pt x="769" y="232"/>
                    <a:pt x="968" y="23"/>
                    <a:pt x="99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4" name="Google Shape;2544;p40"/>
            <p:cNvSpPr/>
            <p:nvPr/>
          </p:nvSpPr>
          <p:spPr>
            <a:xfrm>
              <a:off x="1788023" y="3933922"/>
              <a:ext cx="110701" cy="561196"/>
            </a:xfrm>
            <a:custGeom>
              <a:avLst/>
              <a:gdLst/>
              <a:ahLst/>
              <a:cxnLst/>
              <a:rect l="l" t="t" r="r" b="b"/>
              <a:pathLst>
                <a:path w="1425" h="7224" extrusionOk="0">
                  <a:moveTo>
                    <a:pt x="146" y="1"/>
                  </a:moveTo>
                  <a:cubicBezTo>
                    <a:pt x="92" y="1"/>
                    <a:pt x="36" y="26"/>
                    <a:pt x="0" y="80"/>
                  </a:cubicBezTo>
                  <a:lnTo>
                    <a:pt x="1130" y="7096"/>
                  </a:lnTo>
                  <a:cubicBezTo>
                    <a:pt x="1143" y="7183"/>
                    <a:pt x="1205" y="7223"/>
                    <a:pt x="1268" y="7223"/>
                  </a:cubicBezTo>
                  <a:cubicBezTo>
                    <a:pt x="1346" y="7223"/>
                    <a:pt x="1425" y="7162"/>
                    <a:pt x="1409" y="7054"/>
                  </a:cubicBezTo>
                  <a:lnTo>
                    <a:pt x="307" y="135"/>
                  </a:lnTo>
                  <a:cubicBezTo>
                    <a:pt x="291" y="47"/>
                    <a:pt x="220"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5" name="Google Shape;2545;p40"/>
            <p:cNvSpPr/>
            <p:nvPr/>
          </p:nvSpPr>
          <p:spPr>
            <a:xfrm>
              <a:off x="2624541" y="3922036"/>
              <a:ext cx="110623" cy="560497"/>
            </a:xfrm>
            <a:custGeom>
              <a:avLst/>
              <a:gdLst/>
              <a:ahLst/>
              <a:cxnLst/>
              <a:rect l="l" t="t" r="r" b="b"/>
              <a:pathLst>
                <a:path w="1424" h="7215" extrusionOk="0">
                  <a:moveTo>
                    <a:pt x="1277" y="0"/>
                  </a:moveTo>
                  <a:cubicBezTo>
                    <a:pt x="1201" y="0"/>
                    <a:pt x="1127" y="47"/>
                    <a:pt x="1103" y="135"/>
                  </a:cubicBezTo>
                  <a:lnTo>
                    <a:pt x="1" y="7054"/>
                  </a:lnTo>
                  <a:cubicBezTo>
                    <a:pt x="1" y="7157"/>
                    <a:pt x="82" y="7215"/>
                    <a:pt x="160" y="7215"/>
                  </a:cubicBezTo>
                  <a:cubicBezTo>
                    <a:pt x="219" y="7215"/>
                    <a:pt x="276" y="7181"/>
                    <a:pt x="294" y="7109"/>
                  </a:cubicBezTo>
                  <a:lnTo>
                    <a:pt x="1424" y="79"/>
                  </a:lnTo>
                  <a:cubicBezTo>
                    <a:pt x="1388" y="26"/>
                    <a:pt x="1332" y="0"/>
                    <a:pt x="12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6" name="Google Shape;2546;p40"/>
            <p:cNvSpPr/>
            <p:nvPr/>
          </p:nvSpPr>
          <p:spPr>
            <a:xfrm>
              <a:off x="1935393" y="4494890"/>
              <a:ext cx="114974" cy="33638"/>
            </a:xfrm>
            <a:custGeom>
              <a:avLst/>
              <a:gdLst/>
              <a:ahLst/>
              <a:cxnLst/>
              <a:rect l="l" t="t" r="r" b="b"/>
              <a:pathLst>
                <a:path w="1480" h="433" extrusionOk="0">
                  <a:moveTo>
                    <a:pt x="1409" y="0"/>
                  </a:moveTo>
                  <a:lnTo>
                    <a:pt x="0" y="224"/>
                  </a:lnTo>
                  <a:lnTo>
                    <a:pt x="56" y="433"/>
                  </a:lnTo>
                  <a:lnTo>
                    <a:pt x="1479" y="321"/>
                  </a:lnTo>
                  <a:lnTo>
                    <a:pt x="1409" y="0"/>
                  </a:lnTo>
                  <a:close/>
                </a:path>
              </a:pathLst>
            </a:custGeom>
            <a:solidFill>
              <a:srgbClr val="4B4B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7" name="Google Shape;2547;p40"/>
            <p:cNvSpPr/>
            <p:nvPr/>
          </p:nvSpPr>
          <p:spPr>
            <a:xfrm>
              <a:off x="2512985" y="4494890"/>
              <a:ext cx="111633" cy="33638"/>
            </a:xfrm>
            <a:custGeom>
              <a:avLst/>
              <a:gdLst/>
              <a:ahLst/>
              <a:cxnLst/>
              <a:rect l="l" t="t" r="r" b="b"/>
              <a:pathLst>
                <a:path w="1437" h="433" extrusionOk="0">
                  <a:moveTo>
                    <a:pt x="98" y="0"/>
                  </a:moveTo>
                  <a:lnTo>
                    <a:pt x="0" y="307"/>
                  </a:lnTo>
                  <a:lnTo>
                    <a:pt x="1437" y="433"/>
                  </a:lnTo>
                  <a:lnTo>
                    <a:pt x="1437" y="0"/>
                  </a:lnTo>
                  <a:close/>
                </a:path>
              </a:pathLst>
            </a:custGeom>
            <a:solidFill>
              <a:srgbClr val="4B4B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8" name="Google Shape;2548;p40"/>
            <p:cNvSpPr/>
            <p:nvPr/>
          </p:nvSpPr>
          <p:spPr>
            <a:xfrm>
              <a:off x="1741800" y="3960879"/>
              <a:ext cx="1035619" cy="51894"/>
            </a:xfrm>
            <a:custGeom>
              <a:avLst/>
              <a:gdLst/>
              <a:ahLst/>
              <a:cxnLst/>
              <a:rect l="l" t="t" r="r" b="b"/>
              <a:pathLst>
                <a:path w="13331" h="668" extrusionOk="0">
                  <a:moveTo>
                    <a:pt x="7340" y="1"/>
                  </a:moveTo>
                  <a:cubicBezTo>
                    <a:pt x="4389" y="1"/>
                    <a:pt x="1678" y="297"/>
                    <a:pt x="177" y="388"/>
                  </a:cubicBezTo>
                  <a:cubicBezTo>
                    <a:pt x="0" y="402"/>
                    <a:pt x="49" y="668"/>
                    <a:pt x="194" y="668"/>
                  </a:cubicBezTo>
                  <a:cubicBezTo>
                    <a:pt x="198" y="668"/>
                    <a:pt x="201" y="668"/>
                    <a:pt x="205" y="667"/>
                  </a:cubicBezTo>
                  <a:cubicBezTo>
                    <a:pt x="2834" y="408"/>
                    <a:pt x="5031" y="325"/>
                    <a:pt x="6832" y="325"/>
                  </a:cubicBezTo>
                  <a:cubicBezTo>
                    <a:pt x="10039" y="325"/>
                    <a:pt x="11995" y="588"/>
                    <a:pt x="12916" y="588"/>
                  </a:cubicBezTo>
                  <a:cubicBezTo>
                    <a:pt x="13091" y="588"/>
                    <a:pt x="13229" y="578"/>
                    <a:pt x="13331" y="556"/>
                  </a:cubicBezTo>
                  <a:cubicBezTo>
                    <a:pt x="11422" y="135"/>
                    <a:pt x="9327" y="1"/>
                    <a:pt x="73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9" name="Google Shape;2549;p40"/>
            <p:cNvSpPr/>
            <p:nvPr/>
          </p:nvSpPr>
          <p:spPr>
            <a:xfrm>
              <a:off x="1822671" y="4448822"/>
              <a:ext cx="874578" cy="79705"/>
            </a:xfrm>
            <a:custGeom>
              <a:avLst/>
              <a:gdLst/>
              <a:ahLst/>
              <a:cxnLst/>
              <a:rect l="l" t="t" r="r" b="b"/>
              <a:pathLst>
                <a:path w="11258" h="1026" extrusionOk="0">
                  <a:moveTo>
                    <a:pt x="7238" y="1"/>
                  </a:moveTo>
                  <a:cubicBezTo>
                    <a:pt x="3670" y="1"/>
                    <a:pt x="1" y="440"/>
                    <a:pt x="1" y="440"/>
                  </a:cubicBezTo>
                  <a:lnTo>
                    <a:pt x="266" y="1026"/>
                  </a:lnTo>
                  <a:cubicBezTo>
                    <a:pt x="1878" y="660"/>
                    <a:pt x="3880" y="548"/>
                    <a:pt x="5719" y="548"/>
                  </a:cubicBezTo>
                  <a:cubicBezTo>
                    <a:pt x="8573" y="548"/>
                    <a:pt x="11034" y="817"/>
                    <a:pt x="11034" y="817"/>
                  </a:cubicBezTo>
                  <a:lnTo>
                    <a:pt x="11257" y="273"/>
                  </a:lnTo>
                  <a:cubicBezTo>
                    <a:pt x="10099" y="72"/>
                    <a:pt x="8677" y="1"/>
                    <a:pt x="72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0" name="Google Shape;2550;p40"/>
            <p:cNvSpPr/>
            <p:nvPr/>
          </p:nvSpPr>
          <p:spPr>
            <a:xfrm>
              <a:off x="1819408" y="3964297"/>
              <a:ext cx="861604" cy="20276"/>
            </a:xfrm>
            <a:custGeom>
              <a:avLst/>
              <a:gdLst/>
              <a:ahLst/>
              <a:cxnLst/>
              <a:rect l="l" t="t" r="r" b="b"/>
              <a:pathLst>
                <a:path w="11091" h="261" extrusionOk="0">
                  <a:moveTo>
                    <a:pt x="5717" y="1"/>
                  </a:moveTo>
                  <a:cubicBezTo>
                    <a:pt x="3808" y="1"/>
                    <a:pt x="1901" y="88"/>
                    <a:pt x="1" y="261"/>
                  </a:cubicBezTo>
                  <a:cubicBezTo>
                    <a:pt x="181" y="251"/>
                    <a:pt x="3511" y="94"/>
                    <a:pt x="6793" y="94"/>
                  </a:cubicBezTo>
                  <a:cubicBezTo>
                    <a:pt x="8350" y="94"/>
                    <a:pt x="9896" y="129"/>
                    <a:pt x="11090" y="233"/>
                  </a:cubicBezTo>
                  <a:cubicBezTo>
                    <a:pt x="9301" y="77"/>
                    <a:pt x="7508" y="1"/>
                    <a:pt x="5717"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1" name="Google Shape;2551;p40"/>
            <p:cNvSpPr/>
            <p:nvPr/>
          </p:nvSpPr>
          <p:spPr>
            <a:xfrm>
              <a:off x="1822671" y="4448822"/>
              <a:ext cx="874578" cy="46145"/>
            </a:xfrm>
            <a:custGeom>
              <a:avLst/>
              <a:gdLst/>
              <a:ahLst/>
              <a:cxnLst/>
              <a:rect l="l" t="t" r="r" b="b"/>
              <a:pathLst>
                <a:path w="11258" h="594" extrusionOk="0">
                  <a:moveTo>
                    <a:pt x="7238" y="1"/>
                  </a:moveTo>
                  <a:cubicBezTo>
                    <a:pt x="3670" y="1"/>
                    <a:pt x="1" y="440"/>
                    <a:pt x="1" y="440"/>
                  </a:cubicBezTo>
                  <a:lnTo>
                    <a:pt x="57" y="593"/>
                  </a:lnTo>
                  <a:cubicBezTo>
                    <a:pt x="57" y="593"/>
                    <a:pt x="3000" y="160"/>
                    <a:pt x="5482" y="160"/>
                  </a:cubicBezTo>
                  <a:cubicBezTo>
                    <a:pt x="5557" y="160"/>
                    <a:pt x="5632" y="160"/>
                    <a:pt x="5706" y="161"/>
                  </a:cubicBezTo>
                  <a:cubicBezTo>
                    <a:pt x="8231" y="189"/>
                    <a:pt x="11188" y="440"/>
                    <a:pt x="11188" y="440"/>
                  </a:cubicBezTo>
                  <a:lnTo>
                    <a:pt x="11257" y="273"/>
                  </a:lnTo>
                  <a:cubicBezTo>
                    <a:pt x="10099" y="72"/>
                    <a:pt x="8677" y="1"/>
                    <a:pt x="7238"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2" name="Google Shape;2552;p40"/>
            <p:cNvSpPr/>
            <p:nvPr/>
          </p:nvSpPr>
          <p:spPr>
            <a:xfrm>
              <a:off x="1798821" y="4007258"/>
              <a:ext cx="27190" cy="32550"/>
            </a:xfrm>
            <a:custGeom>
              <a:avLst/>
              <a:gdLst/>
              <a:ahLst/>
              <a:cxnLst/>
              <a:rect l="l" t="t" r="r" b="b"/>
              <a:pathLst>
                <a:path w="350" h="419" extrusionOk="0">
                  <a:moveTo>
                    <a:pt x="308" y="0"/>
                  </a:moveTo>
                  <a:lnTo>
                    <a:pt x="1" y="28"/>
                  </a:lnTo>
                  <a:lnTo>
                    <a:pt x="71" y="419"/>
                  </a:lnTo>
                  <a:lnTo>
                    <a:pt x="350" y="279"/>
                  </a:lnTo>
                  <a:lnTo>
                    <a:pt x="308"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3" name="Google Shape;2553;p40"/>
            <p:cNvSpPr/>
            <p:nvPr/>
          </p:nvSpPr>
          <p:spPr>
            <a:xfrm>
              <a:off x="2693914" y="4003995"/>
              <a:ext cx="29365" cy="42338"/>
            </a:xfrm>
            <a:custGeom>
              <a:avLst/>
              <a:gdLst/>
              <a:ahLst/>
              <a:cxnLst/>
              <a:rect l="l" t="t" r="r" b="b"/>
              <a:pathLst>
                <a:path w="378" h="545" extrusionOk="0">
                  <a:moveTo>
                    <a:pt x="70" y="1"/>
                  </a:moveTo>
                  <a:lnTo>
                    <a:pt x="1" y="405"/>
                  </a:lnTo>
                  <a:lnTo>
                    <a:pt x="293" y="545"/>
                  </a:lnTo>
                  <a:lnTo>
                    <a:pt x="377" y="29"/>
                  </a:lnTo>
                  <a:lnTo>
                    <a:pt x="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4" name="Google Shape;2554;p40"/>
            <p:cNvSpPr/>
            <p:nvPr/>
          </p:nvSpPr>
          <p:spPr>
            <a:xfrm>
              <a:off x="1936480" y="4499240"/>
              <a:ext cx="111711" cy="13051"/>
            </a:xfrm>
            <a:custGeom>
              <a:avLst/>
              <a:gdLst/>
              <a:ahLst/>
              <a:cxnLst/>
              <a:rect l="l" t="t" r="r" b="b"/>
              <a:pathLst>
                <a:path w="1438" h="168" extrusionOk="0">
                  <a:moveTo>
                    <a:pt x="1409" y="0"/>
                  </a:moveTo>
                  <a:lnTo>
                    <a:pt x="0" y="168"/>
                  </a:lnTo>
                  <a:lnTo>
                    <a:pt x="1437" y="168"/>
                  </a:lnTo>
                  <a:lnTo>
                    <a:pt x="140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5" name="Google Shape;2555;p40"/>
            <p:cNvSpPr/>
            <p:nvPr/>
          </p:nvSpPr>
          <p:spPr>
            <a:xfrm>
              <a:off x="2518345" y="4499240"/>
              <a:ext cx="106273" cy="21752"/>
            </a:xfrm>
            <a:custGeom>
              <a:avLst/>
              <a:gdLst/>
              <a:ahLst/>
              <a:cxnLst/>
              <a:rect l="l" t="t" r="r" b="b"/>
              <a:pathLst>
                <a:path w="1368" h="280" extrusionOk="0">
                  <a:moveTo>
                    <a:pt x="1" y="0"/>
                  </a:moveTo>
                  <a:lnTo>
                    <a:pt x="1368" y="279"/>
                  </a:lnTo>
                  <a:lnTo>
                    <a:pt x="1368" y="98"/>
                  </a:ln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6" name="Google Shape;2556;p40"/>
            <p:cNvSpPr/>
            <p:nvPr/>
          </p:nvSpPr>
          <p:spPr>
            <a:xfrm>
              <a:off x="1804259" y="4039730"/>
              <a:ext cx="75976" cy="436823"/>
            </a:xfrm>
            <a:custGeom>
              <a:avLst/>
              <a:gdLst/>
              <a:ahLst/>
              <a:cxnLst/>
              <a:rect l="l" t="t" r="r" b="b"/>
              <a:pathLst>
                <a:path w="978" h="5623" extrusionOk="0">
                  <a:moveTo>
                    <a:pt x="1" y="1"/>
                  </a:moveTo>
                  <a:lnTo>
                    <a:pt x="907" y="5622"/>
                  </a:lnTo>
                  <a:lnTo>
                    <a:pt x="977" y="5622"/>
                  </a:lnTo>
                  <a:lnTo>
                    <a:pt x="1" y="1"/>
                  </a:ln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7" name="Google Shape;2557;p40"/>
            <p:cNvSpPr/>
            <p:nvPr/>
          </p:nvSpPr>
          <p:spPr>
            <a:xfrm>
              <a:off x="2626716" y="4035457"/>
              <a:ext cx="67275" cy="425869"/>
            </a:xfrm>
            <a:custGeom>
              <a:avLst/>
              <a:gdLst/>
              <a:ahLst/>
              <a:cxnLst/>
              <a:rect l="l" t="t" r="r" b="b"/>
              <a:pathLst>
                <a:path w="866" h="5482" extrusionOk="0">
                  <a:moveTo>
                    <a:pt x="866" y="0"/>
                  </a:moveTo>
                  <a:lnTo>
                    <a:pt x="1" y="5468"/>
                  </a:lnTo>
                  <a:lnTo>
                    <a:pt x="84" y="5482"/>
                  </a:lnTo>
                  <a:lnTo>
                    <a:pt x="866" y="0"/>
                  </a:ln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8" name="Google Shape;2558;p40"/>
            <p:cNvSpPr/>
            <p:nvPr/>
          </p:nvSpPr>
          <p:spPr>
            <a:xfrm>
              <a:off x="2702615" y="3930349"/>
              <a:ext cx="8701" cy="54224"/>
            </a:xfrm>
            <a:custGeom>
              <a:avLst/>
              <a:gdLst/>
              <a:ahLst/>
              <a:cxnLst/>
              <a:rect l="l" t="t" r="r" b="b"/>
              <a:pathLst>
                <a:path w="112" h="698" extrusionOk="0">
                  <a:moveTo>
                    <a:pt x="112" y="0"/>
                  </a:moveTo>
                  <a:lnTo>
                    <a:pt x="0" y="684"/>
                  </a:lnTo>
                  <a:lnTo>
                    <a:pt x="42" y="698"/>
                  </a:lnTo>
                  <a:lnTo>
                    <a:pt x="11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9" name="Google Shape;2559;p40"/>
            <p:cNvSpPr/>
            <p:nvPr/>
          </p:nvSpPr>
          <p:spPr>
            <a:xfrm>
              <a:off x="1788023" y="3940060"/>
              <a:ext cx="9866" cy="46689"/>
            </a:xfrm>
            <a:custGeom>
              <a:avLst/>
              <a:gdLst/>
              <a:ahLst/>
              <a:cxnLst/>
              <a:rect l="l" t="t" r="r" b="b"/>
              <a:pathLst>
                <a:path w="127" h="601" extrusionOk="0">
                  <a:moveTo>
                    <a:pt x="0" y="1"/>
                  </a:moveTo>
                  <a:lnTo>
                    <a:pt x="98" y="600"/>
                  </a:lnTo>
                  <a:lnTo>
                    <a:pt x="126" y="600"/>
                  </a:lnTo>
                  <a:lnTo>
                    <a:pt x="0" y="1"/>
                  </a:lnTo>
                  <a:close/>
                </a:path>
              </a:pathLst>
            </a:custGeom>
            <a:solidFill>
              <a:srgbClr val="FCFC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0" name="Google Shape;2560;p40"/>
            <p:cNvSpPr/>
            <p:nvPr/>
          </p:nvSpPr>
          <p:spPr>
            <a:xfrm>
              <a:off x="787822" y="3366818"/>
              <a:ext cx="1184463" cy="1434764"/>
            </a:xfrm>
            <a:custGeom>
              <a:avLst/>
              <a:gdLst/>
              <a:ahLst/>
              <a:cxnLst/>
              <a:rect l="l" t="t" r="r" b="b"/>
              <a:pathLst>
                <a:path w="15247" h="18469" extrusionOk="0">
                  <a:moveTo>
                    <a:pt x="6543" y="1"/>
                  </a:moveTo>
                  <a:lnTo>
                    <a:pt x="2121" y="3335"/>
                  </a:lnTo>
                  <a:lnTo>
                    <a:pt x="2121" y="5915"/>
                  </a:lnTo>
                  <a:lnTo>
                    <a:pt x="1842" y="6278"/>
                  </a:lnTo>
                  <a:lnTo>
                    <a:pt x="1968" y="12164"/>
                  </a:lnTo>
                  <a:lnTo>
                    <a:pt x="1619" y="12276"/>
                  </a:lnTo>
                  <a:lnTo>
                    <a:pt x="1619" y="12527"/>
                  </a:lnTo>
                  <a:lnTo>
                    <a:pt x="1" y="13573"/>
                  </a:lnTo>
                  <a:lnTo>
                    <a:pt x="1" y="14675"/>
                  </a:lnTo>
                  <a:lnTo>
                    <a:pt x="8272" y="18469"/>
                  </a:lnTo>
                  <a:lnTo>
                    <a:pt x="10658" y="17869"/>
                  </a:lnTo>
                  <a:lnTo>
                    <a:pt x="10937" y="18009"/>
                  </a:lnTo>
                  <a:lnTo>
                    <a:pt x="14033" y="16851"/>
                  </a:lnTo>
                  <a:lnTo>
                    <a:pt x="14033" y="16614"/>
                  </a:lnTo>
                  <a:lnTo>
                    <a:pt x="15247" y="15888"/>
                  </a:lnTo>
                  <a:lnTo>
                    <a:pt x="15247" y="14717"/>
                  </a:lnTo>
                  <a:lnTo>
                    <a:pt x="7868" y="12206"/>
                  </a:lnTo>
                  <a:lnTo>
                    <a:pt x="7910" y="6292"/>
                  </a:lnTo>
                  <a:lnTo>
                    <a:pt x="6055" y="5762"/>
                  </a:lnTo>
                  <a:lnTo>
                    <a:pt x="5999" y="4171"/>
                  </a:lnTo>
                  <a:lnTo>
                    <a:pt x="7938" y="1521"/>
                  </a:lnTo>
                  <a:lnTo>
                    <a:pt x="8063" y="1382"/>
                  </a:lnTo>
                  <a:lnTo>
                    <a:pt x="654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1" name="Google Shape;2561;p40"/>
            <p:cNvSpPr/>
            <p:nvPr/>
          </p:nvSpPr>
          <p:spPr>
            <a:xfrm>
              <a:off x="1097787" y="3453515"/>
              <a:ext cx="316489" cy="966634"/>
            </a:xfrm>
            <a:custGeom>
              <a:avLst/>
              <a:gdLst/>
              <a:ahLst/>
              <a:cxnLst/>
              <a:rect l="l" t="t" r="r" b="b"/>
              <a:pathLst>
                <a:path w="4074" h="12443" extrusionOk="0">
                  <a:moveTo>
                    <a:pt x="2539" y="1"/>
                  </a:moveTo>
                  <a:lnTo>
                    <a:pt x="42" y="3293"/>
                  </a:lnTo>
                  <a:lnTo>
                    <a:pt x="0" y="5148"/>
                  </a:lnTo>
                  <a:lnTo>
                    <a:pt x="991" y="5720"/>
                  </a:lnTo>
                  <a:lnTo>
                    <a:pt x="991" y="12443"/>
                  </a:lnTo>
                  <a:lnTo>
                    <a:pt x="3878" y="11090"/>
                  </a:lnTo>
                  <a:lnTo>
                    <a:pt x="3934" y="5176"/>
                  </a:lnTo>
                  <a:lnTo>
                    <a:pt x="2079" y="4646"/>
                  </a:lnTo>
                  <a:lnTo>
                    <a:pt x="2009" y="3055"/>
                  </a:lnTo>
                  <a:lnTo>
                    <a:pt x="4073" y="266"/>
                  </a:lnTo>
                  <a:lnTo>
                    <a:pt x="253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2" name="Google Shape;2562;p40"/>
            <p:cNvSpPr/>
            <p:nvPr/>
          </p:nvSpPr>
          <p:spPr>
            <a:xfrm>
              <a:off x="917867" y="3611760"/>
              <a:ext cx="256904" cy="765042"/>
            </a:xfrm>
            <a:custGeom>
              <a:avLst/>
              <a:gdLst/>
              <a:ahLst/>
              <a:cxnLst/>
              <a:rect l="l" t="t" r="r" b="b"/>
              <a:pathLst>
                <a:path w="3307" h="9848" extrusionOk="0">
                  <a:moveTo>
                    <a:pt x="684" y="0"/>
                  </a:moveTo>
                  <a:lnTo>
                    <a:pt x="447" y="182"/>
                  </a:lnTo>
                  <a:cubicBezTo>
                    <a:pt x="1" y="447"/>
                    <a:pt x="3209" y="9374"/>
                    <a:pt x="3307" y="9848"/>
                  </a:cubicBezTo>
                  <a:lnTo>
                    <a:pt x="3307" y="7784"/>
                  </a:lnTo>
                  <a:lnTo>
                    <a:pt x="684" y="0"/>
                  </a:ln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3" name="Google Shape;2563;p40"/>
            <p:cNvSpPr/>
            <p:nvPr/>
          </p:nvSpPr>
          <p:spPr>
            <a:xfrm>
              <a:off x="1378387" y="3453981"/>
              <a:ext cx="373976" cy="118858"/>
            </a:xfrm>
            <a:custGeom>
              <a:avLst/>
              <a:gdLst/>
              <a:ahLst/>
              <a:cxnLst/>
              <a:rect l="l" t="t" r="r" b="b"/>
              <a:pathLst>
                <a:path w="4814" h="1530" extrusionOk="0">
                  <a:moveTo>
                    <a:pt x="3914" y="1"/>
                  </a:moveTo>
                  <a:cubicBezTo>
                    <a:pt x="2846" y="1"/>
                    <a:pt x="1157" y="205"/>
                    <a:pt x="228" y="205"/>
                  </a:cubicBezTo>
                  <a:cubicBezTo>
                    <a:pt x="183" y="205"/>
                    <a:pt x="140" y="205"/>
                    <a:pt x="99" y="204"/>
                  </a:cubicBezTo>
                  <a:cubicBezTo>
                    <a:pt x="1" y="497"/>
                    <a:pt x="57" y="1208"/>
                    <a:pt x="99" y="1529"/>
                  </a:cubicBezTo>
                  <a:lnTo>
                    <a:pt x="4813" y="985"/>
                  </a:lnTo>
                  <a:lnTo>
                    <a:pt x="4729" y="148"/>
                  </a:lnTo>
                  <a:cubicBezTo>
                    <a:pt x="4729" y="120"/>
                    <a:pt x="4674" y="92"/>
                    <a:pt x="4660" y="64"/>
                  </a:cubicBezTo>
                  <a:cubicBezTo>
                    <a:pt x="4489" y="19"/>
                    <a:pt x="4228" y="1"/>
                    <a:pt x="39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4" name="Google Shape;2564;p40"/>
            <p:cNvSpPr/>
            <p:nvPr/>
          </p:nvSpPr>
          <p:spPr>
            <a:xfrm>
              <a:off x="1656890" y="3444892"/>
              <a:ext cx="64012" cy="75898"/>
            </a:xfrm>
            <a:custGeom>
              <a:avLst/>
              <a:gdLst/>
              <a:ahLst/>
              <a:cxnLst/>
              <a:rect l="l" t="t" r="r" b="b"/>
              <a:pathLst>
                <a:path w="824" h="977" extrusionOk="0">
                  <a:moveTo>
                    <a:pt x="754" y="0"/>
                  </a:moveTo>
                  <a:lnTo>
                    <a:pt x="1" y="70"/>
                  </a:lnTo>
                  <a:lnTo>
                    <a:pt x="29" y="963"/>
                  </a:lnTo>
                  <a:lnTo>
                    <a:pt x="824" y="977"/>
                  </a:lnTo>
                  <a:lnTo>
                    <a:pt x="824" y="977"/>
                  </a:lnTo>
                  <a:lnTo>
                    <a:pt x="754" y="0"/>
                  </a:ln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5" name="Google Shape;2565;p40"/>
            <p:cNvSpPr/>
            <p:nvPr/>
          </p:nvSpPr>
          <p:spPr>
            <a:xfrm>
              <a:off x="1377067" y="3518460"/>
              <a:ext cx="383919" cy="65877"/>
            </a:xfrm>
            <a:custGeom>
              <a:avLst/>
              <a:gdLst/>
              <a:ahLst/>
              <a:cxnLst/>
              <a:rect l="l" t="t" r="r" b="b"/>
              <a:pathLst>
                <a:path w="4942" h="848" extrusionOk="0">
                  <a:moveTo>
                    <a:pt x="4070" y="1"/>
                  </a:moveTo>
                  <a:cubicBezTo>
                    <a:pt x="2716" y="1"/>
                    <a:pt x="1" y="397"/>
                    <a:pt x="116" y="699"/>
                  </a:cubicBezTo>
                  <a:cubicBezTo>
                    <a:pt x="102" y="804"/>
                    <a:pt x="400" y="848"/>
                    <a:pt x="853" y="848"/>
                  </a:cubicBezTo>
                  <a:cubicBezTo>
                    <a:pt x="2208" y="848"/>
                    <a:pt x="4942" y="458"/>
                    <a:pt x="4816" y="155"/>
                  </a:cubicBezTo>
                  <a:cubicBezTo>
                    <a:pt x="4830" y="46"/>
                    <a:pt x="4528" y="1"/>
                    <a:pt x="40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6" name="Google Shape;2566;p40"/>
            <p:cNvSpPr/>
            <p:nvPr/>
          </p:nvSpPr>
          <p:spPr>
            <a:xfrm>
              <a:off x="1492352" y="3528248"/>
              <a:ext cx="172228" cy="237405"/>
            </a:xfrm>
            <a:custGeom>
              <a:avLst/>
              <a:gdLst/>
              <a:ahLst/>
              <a:cxnLst/>
              <a:rect l="l" t="t" r="r" b="b"/>
              <a:pathLst>
                <a:path w="2217" h="3056" extrusionOk="0">
                  <a:moveTo>
                    <a:pt x="1469" y="1"/>
                  </a:moveTo>
                  <a:cubicBezTo>
                    <a:pt x="937" y="1"/>
                    <a:pt x="0" y="155"/>
                    <a:pt x="40" y="294"/>
                  </a:cubicBezTo>
                  <a:lnTo>
                    <a:pt x="515" y="3056"/>
                  </a:lnTo>
                  <a:lnTo>
                    <a:pt x="2216" y="2763"/>
                  </a:lnTo>
                  <a:lnTo>
                    <a:pt x="1826" y="85"/>
                  </a:lnTo>
                  <a:cubicBezTo>
                    <a:pt x="1830" y="25"/>
                    <a:pt x="1682" y="1"/>
                    <a:pt x="146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7" name="Google Shape;2567;p40"/>
            <p:cNvSpPr/>
            <p:nvPr/>
          </p:nvSpPr>
          <p:spPr>
            <a:xfrm>
              <a:off x="1528165" y="3737223"/>
              <a:ext cx="140454" cy="33482"/>
            </a:xfrm>
            <a:custGeom>
              <a:avLst/>
              <a:gdLst/>
              <a:ahLst/>
              <a:cxnLst/>
              <a:rect l="l" t="t" r="r" b="b"/>
              <a:pathLst>
                <a:path w="1808" h="431" extrusionOk="0">
                  <a:moveTo>
                    <a:pt x="1492" y="1"/>
                  </a:moveTo>
                  <a:cubicBezTo>
                    <a:pt x="1001" y="1"/>
                    <a:pt x="1" y="204"/>
                    <a:pt x="54" y="352"/>
                  </a:cubicBezTo>
                  <a:cubicBezTo>
                    <a:pt x="54" y="407"/>
                    <a:pt x="162" y="430"/>
                    <a:pt x="325" y="430"/>
                  </a:cubicBezTo>
                  <a:cubicBezTo>
                    <a:pt x="818" y="430"/>
                    <a:pt x="1808" y="220"/>
                    <a:pt x="1755" y="73"/>
                  </a:cubicBezTo>
                  <a:cubicBezTo>
                    <a:pt x="1755" y="22"/>
                    <a:pt x="1650" y="1"/>
                    <a:pt x="14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8" name="Google Shape;2568;p40"/>
            <p:cNvSpPr/>
            <p:nvPr/>
          </p:nvSpPr>
          <p:spPr>
            <a:xfrm>
              <a:off x="1630865" y="3531589"/>
              <a:ext cx="33715" cy="211381"/>
            </a:xfrm>
            <a:custGeom>
              <a:avLst/>
              <a:gdLst/>
              <a:ahLst/>
              <a:cxnLst/>
              <a:rect l="l" t="t" r="r" b="b"/>
              <a:pathLst>
                <a:path w="434" h="2721" extrusionOk="0">
                  <a:moveTo>
                    <a:pt x="1" y="0"/>
                  </a:moveTo>
                  <a:lnTo>
                    <a:pt x="392" y="2678"/>
                  </a:lnTo>
                  <a:lnTo>
                    <a:pt x="433" y="2720"/>
                  </a:lnTo>
                  <a:lnTo>
                    <a:pt x="43" y="42"/>
                  </a:ln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9" name="Google Shape;2569;p40"/>
            <p:cNvSpPr/>
            <p:nvPr/>
          </p:nvSpPr>
          <p:spPr>
            <a:xfrm>
              <a:off x="1739237" y="3458953"/>
              <a:ext cx="12041" cy="72713"/>
            </a:xfrm>
            <a:custGeom>
              <a:avLst/>
              <a:gdLst/>
              <a:ahLst/>
              <a:cxnLst/>
              <a:rect l="l" t="t" r="r" b="b"/>
              <a:pathLst>
                <a:path w="155" h="936" extrusionOk="0">
                  <a:moveTo>
                    <a:pt x="3" y="0"/>
                  </a:moveTo>
                  <a:cubicBezTo>
                    <a:pt x="3" y="0"/>
                    <a:pt x="2" y="0"/>
                    <a:pt x="1" y="0"/>
                  </a:cubicBezTo>
                  <a:cubicBezTo>
                    <a:pt x="1" y="0"/>
                    <a:pt x="37" y="60"/>
                    <a:pt x="53" y="69"/>
                  </a:cubicBezTo>
                  <a:lnTo>
                    <a:pt x="53" y="69"/>
                  </a:lnTo>
                  <a:cubicBezTo>
                    <a:pt x="39" y="26"/>
                    <a:pt x="22" y="0"/>
                    <a:pt x="3" y="0"/>
                  </a:cubicBezTo>
                  <a:close/>
                  <a:moveTo>
                    <a:pt x="53" y="69"/>
                  </a:moveTo>
                  <a:cubicBezTo>
                    <a:pt x="55" y="74"/>
                    <a:pt x="56" y="80"/>
                    <a:pt x="58" y="85"/>
                  </a:cubicBezTo>
                  <a:lnTo>
                    <a:pt x="58" y="85"/>
                  </a:lnTo>
                  <a:lnTo>
                    <a:pt x="57" y="70"/>
                  </a:lnTo>
                  <a:cubicBezTo>
                    <a:pt x="56" y="70"/>
                    <a:pt x="54" y="70"/>
                    <a:pt x="53" y="69"/>
                  </a:cubicBezTo>
                  <a:close/>
                  <a:moveTo>
                    <a:pt x="58" y="85"/>
                  </a:moveTo>
                  <a:lnTo>
                    <a:pt x="140" y="893"/>
                  </a:lnTo>
                  <a:lnTo>
                    <a:pt x="154" y="935"/>
                  </a:lnTo>
                  <a:cubicBezTo>
                    <a:pt x="143" y="879"/>
                    <a:pt x="123" y="305"/>
                    <a:pt x="58" y="8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0" name="Google Shape;2570;p40"/>
            <p:cNvSpPr/>
            <p:nvPr/>
          </p:nvSpPr>
          <p:spPr>
            <a:xfrm>
              <a:off x="1097787" y="3818637"/>
              <a:ext cx="305613" cy="79239"/>
            </a:xfrm>
            <a:custGeom>
              <a:avLst/>
              <a:gdLst/>
              <a:ahLst/>
              <a:cxnLst/>
              <a:rect l="l" t="t" r="r" b="b"/>
              <a:pathLst>
                <a:path w="3934" h="1020" extrusionOk="0">
                  <a:moveTo>
                    <a:pt x="2020" y="0"/>
                  </a:moveTo>
                  <a:cubicBezTo>
                    <a:pt x="1572" y="0"/>
                    <a:pt x="1159" y="171"/>
                    <a:pt x="0" y="448"/>
                  </a:cubicBezTo>
                  <a:lnTo>
                    <a:pt x="991" y="1020"/>
                  </a:lnTo>
                  <a:lnTo>
                    <a:pt x="3934" y="476"/>
                  </a:lnTo>
                  <a:cubicBezTo>
                    <a:pt x="2868" y="143"/>
                    <a:pt x="2429" y="0"/>
                    <a:pt x="2020" y="0"/>
                  </a:cubicBezTo>
                  <a:close/>
                </a:path>
              </a:pathLst>
            </a:custGeom>
            <a:solidFill>
              <a:srgbClr val="000000">
                <a:alpha val="446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1" name="Google Shape;2571;p40"/>
            <p:cNvSpPr/>
            <p:nvPr/>
          </p:nvSpPr>
          <p:spPr>
            <a:xfrm>
              <a:off x="787822" y="4421166"/>
              <a:ext cx="1184463" cy="379336"/>
            </a:xfrm>
            <a:custGeom>
              <a:avLst/>
              <a:gdLst/>
              <a:ahLst/>
              <a:cxnLst/>
              <a:rect l="l" t="t" r="r" b="b"/>
              <a:pathLst>
                <a:path w="15247" h="4883" extrusionOk="0">
                  <a:moveTo>
                    <a:pt x="1" y="1"/>
                  </a:moveTo>
                  <a:lnTo>
                    <a:pt x="1" y="1103"/>
                  </a:lnTo>
                  <a:lnTo>
                    <a:pt x="8272" y="4883"/>
                  </a:lnTo>
                  <a:lnTo>
                    <a:pt x="10672" y="4283"/>
                  </a:lnTo>
                  <a:lnTo>
                    <a:pt x="10951" y="4423"/>
                  </a:lnTo>
                  <a:lnTo>
                    <a:pt x="14033" y="3265"/>
                  </a:lnTo>
                  <a:lnTo>
                    <a:pt x="14033" y="3042"/>
                  </a:lnTo>
                  <a:lnTo>
                    <a:pt x="15247" y="2316"/>
                  </a:lnTo>
                  <a:lnTo>
                    <a:pt x="15247" y="1145"/>
                  </a:ln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2" name="Google Shape;2572;p40"/>
            <p:cNvSpPr/>
            <p:nvPr/>
          </p:nvSpPr>
          <p:spPr>
            <a:xfrm>
              <a:off x="1066324" y="3967172"/>
              <a:ext cx="943873" cy="164071"/>
            </a:xfrm>
            <a:custGeom>
              <a:avLst/>
              <a:gdLst/>
              <a:ahLst/>
              <a:cxnLst/>
              <a:rect l="l" t="t" r="r" b="b"/>
              <a:pathLst>
                <a:path w="12150" h="2112" extrusionOk="0">
                  <a:moveTo>
                    <a:pt x="12150" y="0"/>
                  </a:moveTo>
                  <a:lnTo>
                    <a:pt x="1" y="28"/>
                  </a:lnTo>
                  <a:lnTo>
                    <a:pt x="405" y="837"/>
                  </a:lnTo>
                  <a:cubicBezTo>
                    <a:pt x="3448" y="1735"/>
                    <a:pt x="4738" y="2112"/>
                    <a:pt x="5833" y="2112"/>
                  </a:cubicBezTo>
                  <a:cubicBezTo>
                    <a:pt x="7187" y="2112"/>
                    <a:pt x="8244" y="1535"/>
                    <a:pt x="11955" y="656"/>
                  </a:cubicBezTo>
                  <a:lnTo>
                    <a:pt x="1215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3" name="Google Shape;2573;p40"/>
            <p:cNvSpPr/>
            <p:nvPr/>
          </p:nvSpPr>
          <p:spPr>
            <a:xfrm>
              <a:off x="1066324" y="3868822"/>
              <a:ext cx="943873" cy="215421"/>
            </a:xfrm>
            <a:custGeom>
              <a:avLst/>
              <a:gdLst/>
              <a:ahLst/>
              <a:cxnLst/>
              <a:rect l="l" t="t" r="r" b="b"/>
              <a:pathLst>
                <a:path w="12150" h="2773" extrusionOk="0">
                  <a:moveTo>
                    <a:pt x="6236" y="1"/>
                  </a:moveTo>
                  <a:cubicBezTo>
                    <a:pt x="4858" y="1"/>
                    <a:pt x="3607" y="475"/>
                    <a:pt x="1" y="1294"/>
                  </a:cubicBezTo>
                  <a:lnTo>
                    <a:pt x="5706" y="2773"/>
                  </a:lnTo>
                  <a:lnTo>
                    <a:pt x="12150" y="1266"/>
                  </a:lnTo>
                  <a:cubicBezTo>
                    <a:pt x="8840" y="391"/>
                    <a:pt x="7486" y="1"/>
                    <a:pt x="62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4" name="Google Shape;2574;p40"/>
            <p:cNvSpPr/>
            <p:nvPr/>
          </p:nvSpPr>
          <p:spPr>
            <a:xfrm>
              <a:off x="1043562" y="2616220"/>
              <a:ext cx="466032" cy="571917"/>
            </a:xfrm>
            <a:custGeom>
              <a:avLst/>
              <a:gdLst/>
              <a:ahLst/>
              <a:cxnLst/>
              <a:rect l="l" t="t" r="r" b="b"/>
              <a:pathLst>
                <a:path w="5999" h="7362" extrusionOk="0">
                  <a:moveTo>
                    <a:pt x="1786" y="0"/>
                  </a:moveTo>
                  <a:cubicBezTo>
                    <a:pt x="1306" y="0"/>
                    <a:pt x="52" y="897"/>
                    <a:pt x="1" y="1280"/>
                  </a:cubicBezTo>
                  <a:cubicBezTo>
                    <a:pt x="15" y="1308"/>
                    <a:pt x="3781" y="7319"/>
                    <a:pt x="3795" y="7361"/>
                  </a:cubicBezTo>
                  <a:lnTo>
                    <a:pt x="5999" y="6176"/>
                  </a:lnTo>
                  <a:lnTo>
                    <a:pt x="1898" y="24"/>
                  </a:lnTo>
                  <a:cubicBezTo>
                    <a:pt x="1868" y="8"/>
                    <a:pt x="1830" y="0"/>
                    <a:pt x="17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5" name="Google Shape;2575;p40"/>
            <p:cNvSpPr/>
            <p:nvPr/>
          </p:nvSpPr>
          <p:spPr>
            <a:xfrm>
              <a:off x="929831" y="3826328"/>
              <a:ext cx="22839" cy="485531"/>
            </a:xfrm>
            <a:custGeom>
              <a:avLst/>
              <a:gdLst/>
              <a:ahLst/>
              <a:cxnLst/>
              <a:rect l="l" t="t" r="r" b="b"/>
              <a:pathLst>
                <a:path w="294" h="6250" extrusionOk="0">
                  <a:moveTo>
                    <a:pt x="293" y="0"/>
                  </a:moveTo>
                  <a:lnTo>
                    <a:pt x="0" y="363"/>
                  </a:lnTo>
                  <a:lnTo>
                    <a:pt x="126" y="6249"/>
                  </a:lnTo>
                  <a:lnTo>
                    <a:pt x="70" y="363"/>
                  </a:lnTo>
                  <a:lnTo>
                    <a:pt x="29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6" name="Google Shape;2576;p40"/>
            <p:cNvSpPr/>
            <p:nvPr/>
          </p:nvSpPr>
          <p:spPr>
            <a:xfrm>
              <a:off x="1126997" y="2614899"/>
              <a:ext cx="382599" cy="508215"/>
            </a:xfrm>
            <a:custGeom>
              <a:avLst/>
              <a:gdLst/>
              <a:ahLst/>
              <a:cxnLst/>
              <a:rect l="l" t="t" r="r" b="b"/>
              <a:pathLst>
                <a:path w="4925" h="6542" extrusionOk="0">
                  <a:moveTo>
                    <a:pt x="723" y="0"/>
                  </a:moveTo>
                  <a:cubicBezTo>
                    <a:pt x="580" y="0"/>
                    <a:pt x="314" y="115"/>
                    <a:pt x="1" y="292"/>
                  </a:cubicBezTo>
                  <a:lnTo>
                    <a:pt x="4297" y="6541"/>
                  </a:lnTo>
                  <a:lnTo>
                    <a:pt x="4925" y="6193"/>
                  </a:lnTo>
                  <a:lnTo>
                    <a:pt x="824" y="41"/>
                  </a:lnTo>
                  <a:cubicBezTo>
                    <a:pt x="806" y="13"/>
                    <a:pt x="772" y="0"/>
                    <a:pt x="723"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7" name="Google Shape;2577;p40"/>
            <p:cNvSpPr/>
            <p:nvPr/>
          </p:nvSpPr>
          <p:spPr>
            <a:xfrm>
              <a:off x="1289593" y="3091578"/>
              <a:ext cx="481181" cy="402098"/>
            </a:xfrm>
            <a:custGeom>
              <a:avLst/>
              <a:gdLst/>
              <a:ahLst/>
              <a:cxnLst/>
              <a:rect l="l" t="t" r="r" b="b"/>
              <a:pathLst>
                <a:path w="6194" h="5176" extrusionOk="0">
                  <a:moveTo>
                    <a:pt x="3766" y="1"/>
                  </a:moveTo>
                  <a:lnTo>
                    <a:pt x="1465" y="154"/>
                  </a:lnTo>
                  <a:lnTo>
                    <a:pt x="335" y="1661"/>
                  </a:lnTo>
                  <a:lnTo>
                    <a:pt x="335" y="1912"/>
                  </a:lnTo>
                  <a:lnTo>
                    <a:pt x="14" y="2163"/>
                  </a:lnTo>
                  <a:cubicBezTo>
                    <a:pt x="0" y="2275"/>
                    <a:pt x="84" y="4478"/>
                    <a:pt x="84" y="4660"/>
                  </a:cubicBezTo>
                  <a:lnTo>
                    <a:pt x="2999" y="5176"/>
                  </a:lnTo>
                  <a:lnTo>
                    <a:pt x="6193" y="4660"/>
                  </a:lnTo>
                  <a:lnTo>
                    <a:pt x="6193" y="2247"/>
                  </a:lnTo>
                  <a:lnTo>
                    <a:pt x="5928" y="2079"/>
                  </a:lnTo>
                  <a:lnTo>
                    <a:pt x="5859" y="1731"/>
                  </a:lnTo>
                  <a:lnTo>
                    <a:pt x="376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8" name="Google Shape;2578;p40"/>
            <p:cNvSpPr/>
            <p:nvPr/>
          </p:nvSpPr>
          <p:spPr>
            <a:xfrm>
              <a:off x="1290680" y="3235762"/>
              <a:ext cx="240590" cy="257914"/>
            </a:xfrm>
            <a:custGeom>
              <a:avLst/>
              <a:gdLst/>
              <a:ahLst/>
              <a:cxnLst/>
              <a:rect l="l" t="t" r="r" b="b"/>
              <a:pathLst>
                <a:path w="3097" h="3320" extrusionOk="0">
                  <a:moveTo>
                    <a:pt x="1786" y="0"/>
                  </a:moveTo>
                  <a:lnTo>
                    <a:pt x="0" y="307"/>
                  </a:lnTo>
                  <a:lnTo>
                    <a:pt x="56" y="2804"/>
                  </a:lnTo>
                  <a:lnTo>
                    <a:pt x="2999" y="3320"/>
                  </a:lnTo>
                  <a:lnTo>
                    <a:pt x="3097" y="544"/>
                  </a:lnTo>
                  <a:lnTo>
                    <a:pt x="1786" y="0"/>
                  </a:lnTo>
                  <a:close/>
                </a:path>
              </a:pathLst>
            </a:custGeom>
            <a:solidFill>
              <a:srgbClr val="000000">
                <a:alpha val="446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9" name="Google Shape;2579;p40"/>
            <p:cNvSpPr/>
            <p:nvPr/>
          </p:nvSpPr>
          <p:spPr>
            <a:xfrm>
              <a:off x="1315540" y="3102454"/>
              <a:ext cx="237405" cy="137658"/>
            </a:xfrm>
            <a:custGeom>
              <a:avLst/>
              <a:gdLst/>
              <a:ahLst/>
              <a:cxnLst/>
              <a:rect l="l" t="t" r="r" b="b"/>
              <a:pathLst>
                <a:path w="3056" h="1772" extrusionOk="0">
                  <a:moveTo>
                    <a:pt x="1131" y="0"/>
                  </a:moveTo>
                  <a:lnTo>
                    <a:pt x="1" y="1507"/>
                  </a:lnTo>
                  <a:lnTo>
                    <a:pt x="3056" y="1772"/>
                  </a:lnTo>
                  <a:lnTo>
                    <a:pt x="3056" y="1772"/>
                  </a:lnTo>
                  <a:lnTo>
                    <a:pt x="1131" y="0"/>
                  </a:lnTo>
                  <a:close/>
                </a:path>
              </a:pathLst>
            </a:custGeom>
            <a:solidFill>
              <a:srgbClr val="000000">
                <a:alpha val="446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0" name="Google Shape;2580;p40"/>
            <p:cNvSpPr/>
            <p:nvPr/>
          </p:nvSpPr>
          <p:spPr>
            <a:xfrm>
              <a:off x="1290680" y="3219138"/>
              <a:ext cx="262265" cy="58963"/>
            </a:xfrm>
            <a:custGeom>
              <a:avLst/>
              <a:gdLst/>
              <a:ahLst/>
              <a:cxnLst/>
              <a:rect l="l" t="t" r="r" b="b"/>
              <a:pathLst>
                <a:path w="3376" h="759" extrusionOk="0">
                  <a:moveTo>
                    <a:pt x="766" y="1"/>
                  </a:moveTo>
                  <a:cubicBezTo>
                    <a:pt x="625" y="1"/>
                    <a:pt x="477" y="2"/>
                    <a:pt x="321" y="5"/>
                  </a:cubicBezTo>
                  <a:lnTo>
                    <a:pt x="321" y="270"/>
                  </a:lnTo>
                  <a:lnTo>
                    <a:pt x="0" y="521"/>
                  </a:lnTo>
                  <a:lnTo>
                    <a:pt x="0" y="521"/>
                  </a:lnTo>
                  <a:cubicBezTo>
                    <a:pt x="275" y="499"/>
                    <a:pt x="551" y="487"/>
                    <a:pt x="827" y="487"/>
                  </a:cubicBezTo>
                  <a:cubicBezTo>
                    <a:pt x="1586" y="487"/>
                    <a:pt x="2346" y="574"/>
                    <a:pt x="3083" y="758"/>
                  </a:cubicBezTo>
                  <a:lnTo>
                    <a:pt x="3306" y="577"/>
                  </a:lnTo>
                  <a:lnTo>
                    <a:pt x="3376" y="270"/>
                  </a:lnTo>
                  <a:cubicBezTo>
                    <a:pt x="3376" y="270"/>
                    <a:pt x="2838" y="1"/>
                    <a:pt x="766" y="1"/>
                  </a:cubicBezTo>
                  <a:close/>
                </a:path>
              </a:pathLst>
            </a:custGeom>
            <a:solidFill>
              <a:srgbClr val="000000">
                <a:alpha val="446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1" name="Google Shape;2581;p40"/>
            <p:cNvSpPr/>
            <p:nvPr/>
          </p:nvSpPr>
          <p:spPr>
            <a:xfrm>
              <a:off x="1531195" y="3225974"/>
              <a:ext cx="239581" cy="52127"/>
            </a:xfrm>
            <a:custGeom>
              <a:avLst/>
              <a:gdLst/>
              <a:ahLst/>
              <a:cxnLst/>
              <a:rect l="l" t="t" r="r" b="b"/>
              <a:pathLst>
                <a:path w="3084" h="671" extrusionOk="0">
                  <a:moveTo>
                    <a:pt x="2749" y="1"/>
                  </a:moveTo>
                  <a:lnTo>
                    <a:pt x="280" y="182"/>
                  </a:lnTo>
                  <a:lnTo>
                    <a:pt x="210" y="489"/>
                  </a:lnTo>
                  <a:lnTo>
                    <a:pt x="1" y="670"/>
                  </a:lnTo>
                  <a:lnTo>
                    <a:pt x="3083" y="517"/>
                  </a:lnTo>
                  <a:lnTo>
                    <a:pt x="2818" y="349"/>
                  </a:lnTo>
                  <a:lnTo>
                    <a:pt x="2749" y="1"/>
                  </a:lnTo>
                  <a:close/>
                </a:path>
              </a:pathLst>
            </a:custGeom>
            <a:solidFill>
              <a:srgbClr val="000000">
                <a:alpha val="446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2" name="Google Shape;2582;p40"/>
            <p:cNvSpPr/>
            <p:nvPr/>
          </p:nvSpPr>
          <p:spPr>
            <a:xfrm>
              <a:off x="1290680" y="3897799"/>
              <a:ext cx="497417" cy="138823"/>
            </a:xfrm>
            <a:custGeom>
              <a:avLst/>
              <a:gdLst/>
              <a:ahLst/>
              <a:cxnLst/>
              <a:rect l="l" t="t" r="r" b="b"/>
              <a:pathLst>
                <a:path w="6403" h="1787" extrusionOk="0">
                  <a:moveTo>
                    <a:pt x="3362" y="1"/>
                  </a:moveTo>
                  <a:lnTo>
                    <a:pt x="0" y="1019"/>
                  </a:lnTo>
                  <a:lnTo>
                    <a:pt x="3180" y="1786"/>
                  </a:lnTo>
                  <a:lnTo>
                    <a:pt x="6402" y="796"/>
                  </a:lnTo>
                  <a:lnTo>
                    <a:pt x="3362" y="1"/>
                  </a:lnTo>
                  <a:close/>
                </a:path>
              </a:pathLst>
            </a:custGeom>
            <a:gradFill>
              <a:gsLst>
                <a:gs pos="0">
                  <a:srgbClr val="11E7FF"/>
                </a:gs>
                <a:gs pos="100000">
                  <a:srgbClr val="067B88"/>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3" name="Google Shape;2583;p40"/>
            <p:cNvSpPr/>
            <p:nvPr/>
          </p:nvSpPr>
          <p:spPr>
            <a:xfrm>
              <a:off x="1052263" y="3496863"/>
              <a:ext cx="119246" cy="212468"/>
            </a:xfrm>
            <a:custGeom>
              <a:avLst/>
              <a:gdLst/>
              <a:ahLst/>
              <a:cxnLst/>
              <a:rect l="l" t="t" r="r" b="b"/>
              <a:pathLst>
                <a:path w="1535" h="2735" extrusionOk="0">
                  <a:moveTo>
                    <a:pt x="935" y="1"/>
                  </a:moveTo>
                  <a:lnTo>
                    <a:pt x="0" y="698"/>
                  </a:lnTo>
                  <a:lnTo>
                    <a:pt x="628" y="2735"/>
                  </a:lnTo>
                  <a:lnTo>
                    <a:pt x="1535" y="1549"/>
                  </a:lnTo>
                  <a:lnTo>
                    <a:pt x="935" y="1"/>
                  </a:ln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4" name="Google Shape;2584;p40"/>
            <p:cNvSpPr/>
            <p:nvPr/>
          </p:nvSpPr>
          <p:spPr>
            <a:xfrm>
              <a:off x="1145408" y="3991021"/>
              <a:ext cx="57565" cy="69373"/>
            </a:xfrm>
            <a:custGeom>
              <a:avLst/>
              <a:gdLst/>
              <a:ahLst/>
              <a:cxnLst/>
              <a:rect l="l" t="t" r="r" b="b"/>
              <a:pathLst>
                <a:path w="741" h="893" extrusionOk="0">
                  <a:moveTo>
                    <a:pt x="1" y="0"/>
                  </a:moveTo>
                  <a:lnTo>
                    <a:pt x="280" y="767"/>
                  </a:lnTo>
                  <a:lnTo>
                    <a:pt x="740" y="893"/>
                  </a:lnTo>
                  <a:lnTo>
                    <a:pt x="489" y="126"/>
                  </a:lnTo>
                  <a:lnTo>
                    <a:pt x="1" y="0"/>
                  </a:ln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5" name="Google Shape;2585;p40"/>
            <p:cNvSpPr/>
            <p:nvPr/>
          </p:nvSpPr>
          <p:spPr>
            <a:xfrm>
              <a:off x="1202896" y="4005082"/>
              <a:ext cx="34725" cy="65100"/>
            </a:xfrm>
            <a:custGeom>
              <a:avLst/>
              <a:gdLst/>
              <a:ahLst/>
              <a:cxnLst/>
              <a:rect l="l" t="t" r="r" b="b"/>
              <a:pathLst>
                <a:path w="447" h="838" extrusionOk="0">
                  <a:moveTo>
                    <a:pt x="0" y="1"/>
                  </a:moveTo>
                  <a:lnTo>
                    <a:pt x="196" y="768"/>
                  </a:lnTo>
                  <a:lnTo>
                    <a:pt x="447" y="837"/>
                  </a:lnTo>
                  <a:lnTo>
                    <a:pt x="447" y="837"/>
                  </a:lnTo>
                  <a:lnTo>
                    <a:pt x="223" y="56"/>
                  </a:lnTo>
                  <a:lnTo>
                    <a:pt x="0" y="1"/>
                  </a:ln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6" name="Google Shape;2586;p40"/>
            <p:cNvSpPr/>
            <p:nvPr/>
          </p:nvSpPr>
          <p:spPr>
            <a:xfrm>
              <a:off x="952593" y="3370081"/>
              <a:ext cx="340260" cy="456322"/>
            </a:xfrm>
            <a:custGeom>
              <a:avLst/>
              <a:gdLst/>
              <a:ahLst/>
              <a:cxnLst/>
              <a:rect l="l" t="t" r="r" b="b"/>
              <a:pathLst>
                <a:path w="4380" h="5874" extrusionOk="0">
                  <a:moveTo>
                    <a:pt x="4380" y="1"/>
                  </a:moveTo>
                  <a:lnTo>
                    <a:pt x="0" y="3293"/>
                  </a:lnTo>
                  <a:lnTo>
                    <a:pt x="0" y="5873"/>
                  </a:lnTo>
                  <a:lnTo>
                    <a:pt x="56" y="3334"/>
                  </a:lnTo>
                  <a:lnTo>
                    <a:pt x="438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7" name="Google Shape;2587;p40"/>
            <p:cNvSpPr/>
            <p:nvPr/>
          </p:nvSpPr>
          <p:spPr>
            <a:xfrm>
              <a:off x="1146496" y="2614666"/>
              <a:ext cx="363100" cy="481336"/>
            </a:xfrm>
            <a:custGeom>
              <a:avLst/>
              <a:gdLst/>
              <a:ahLst/>
              <a:cxnLst/>
              <a:rect l="l" t="t" r="r" b="b"/>
              <a:pathLst>
                <a:path w="4674" h="6196" extrusionOk="0">
                  <a:moveTo>
                    <a:pt x="473" y="0"/>
                  </a:moveTo>
                  <a:cubicBezTo>
                    <a:pt x="394" y="0"/>
                    <a:pt x="253" y="33"/>
                    <a:pt x="1" y="156"/>
                  </a:cubicBezTo>
                  <a:cubicBezTo>
                    <a:pt x="1" y="156"/>
                    <a:pt x="272" y="59"/>
                    <a:pt x="435" y="59"/>
                  </a:cubicBezTo>
                  <a:cubicBezTo>
                    <a:pt x="468" y="59"/>
                    <a:pt x="496" y="63"/>
                    <a:pt x="517" y="72"/>
                  </a:cubicBezTo>
                  <a:lnTo>
                    <a:pt x="4660" y="6196"/>
                  </a:lnTo>
                  <a:lnTo>
                    <a:pt x="4674" y="6196"/>
                  </a:lnTo>
                  <a:lnTo>
                    <a:pt x="573" y="44"/>
                  </a:lnTo>
                  <a:cubicBezTo>
                    <a:pt x="573" y="44"/>
                    <a:pt x="565" y="0"/>
                    <a:pt x="4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8" name="Google Shape;2588;p40"/>
            <p:cNvSpPr/>
            <p:nvPr/>
          </p:nvSpPr>
          <p:spPr>
            <a:xfrm>
              <a:off x="1315540" y="3090490"/>
              <a:ext cx="455234" cy="175646"/>
            </a:xfrm>
            <a:custGeom>
              <a:avLst/>
              <a:gdLst/>
              <a:ahLst/>
              <a:cxnLst/>
              <a:rect l="l" t="t" r="r" b="b"/>
              <a:pathLst>
                <a:path w="5860" h="2261" extrusionOk="0">
                  <a:moveTo>
                    <a:pt x="3432" y="1"/>
                  </a:moveTo>
                  <a:lnTo>
                    <a:pt x="1131" y="154"/>
                  </a:lnTo>
                  <a:lnTo>
                    <a:pt x="1" y="1661"/>
                  </a:lnTo>
                  <a:lnTo>
                    <a:pt x="1159" y="182"/>
                  </a:lnTo>
                  <a:lnTo>
                    <a:pt x="3418" y="71"/>
                  </a:lnTo>
                  <a:lnTo>
                    <a:pt x="5455" y="1745"/>
                  </a:lnTo>
                  <a:lnTo>
                    <a:pt x="5538" y="2107"/>
                  </a:lnTo>
                  <a:lnTo>
                    <a:pt x="5859" y="2261"/>
                  </a:lnTo>
                  <a:lnTo>
                    <a:pt x="5594" y="2093"/>
                  </a:lnTo>
                  <a:lnTo>
                    <a:pt x="5525" y="1745"/>
                  </a:lnTo>
                  <a:lnTo>
                    <a:pt x="343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9" name="Google Shape;2589;p40"/>
            <p:cNvSpPr/>
            <p:nvPr/>
          </p:nvSpPr>
          <p:spPr>
            <a:xfrm>
              <a:off x="1765261" y="3266060"/>
              <a:ext cx="5516" cy="188619"/>
            </a:xfrm>
            <a:custGeom>
              <a:avLst/>
              <a:gdLst/>
              <a:ahLst/>
              <a:cxnLst/>
              <a:rect l="l" t="t" r="r" b="b"/>
              <a:pathLst>
                <a:path w="71" h="2428" extrusionOk="0">
                  <a:moveTo>
                    <a:pt x="70" y="1"/>
                  </a:moveTo>
                  <a:lnTo>
                    <a:pt x="1" y="2428"/>
                  </a:lnTo>
                  <a:lnTo>
                    <a:pt x="70" y="2414"/>
                  </a:lnTo>
                  <a:lnTo>
                    <a:pt x="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0" name="Google Shape;2590;p40"/>
            <p:cNvSpPr/>
            <p:nvPr/>
          </p:nvSpPr>
          <p:spPr>
            <a:xfrm>
              <a:off x="1403324" y="3855538"/>
              <a:ext cx="606875" cy="163682"/>
            </a:xfrm>
            <a:custGeom>
              <a:avLst/>
              <a:gdLst/>
              <a:ahLst/>
              <a:cxnLst/>
              <a:rect l="l" t="t" r="r" b="b"/>
              <a:pathLst>
                <a:path w="7812" h="2107" extrusionOk="0">
                  <a:moveTo>
                    <a:pt x="2009" y="1"/>
                  </a:moveTo>
                  <a:lnTo>
                    <a:pt x="1" y="475"/>
                  </a:lnTo>
                  <a:lnTo>
                    <a:pt x="2009" y="43"/>
                  </a:lnTo>
                  <a:lnTo>
                    <a:pt x="7756" y="1451"/>
                  </a:lnTo>
                  <a:lnTo>
                    <a:pt x="7617" y="2107"/>
                  </a:lnTo>
                  <a:lnTo>
                    <a:pt x="7812" y="1437"/>
                  </a:lnTo>
                  <a:lnTo>
                    <a:pt x="2009" y="1"/>
                  </a:ln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1" name="Google Shape;2591;p40"/>
            <p:cNvSpPr/>
            <p:nvPr/>
          </p:nvSpPr>
          <p:spPr>
            <a:xfrm>
              <a:off x="1174696" y="4314970"/>
              <a:ext cx="797592" cy="286192"/>
            </a:xfrm>
            <a:custGeom>
              <a:avLst/>
              <a:gdLst/>
              <a:ahLst/>
              <a:cxnLst/>
              <a:rect l="l" t="t" r="r" b="b"/>
              <a:pathLst>
                <a:path w="10267" h="3684" extrusionOk="0">
                  <a:moveTo>
                    <a:pt x="2888" y="1"/>
                  </a:moveTo>
                  <a:lnTo>
                    <a:pt x="1" y="1354"/>
                  </a:lnTo>
                  <a:lnTo>
                    <a:pt x="1" y="1354"/>
                  </a:lnTo>
                  <a:lnTo>
                    <a:pt x="2902" y="57"/>
                  </a:lnTo>
                  <a:lnTo>
                    <a:pt x="10169" y="2540"/>
                  </a:lnTo>
                  <a:lnTo>
                    <a:pt x="10267" y="3683"/>
                  </a:lnTo>
                  <a:lnTo>
                    <a:pt x="10267" y="2512"/>
                  </a:lnTo>
                  <a:lnTo>
                    <a:pt x="288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2" name="Google Shape;2592;p40"/>
            <p:cNvSpPr/>
            <p:nvPr/>
          </p:nvSpPr>
          <p:spPr>
            <a:xfrm>
              <a:off x="1066324" y="3967172"/>
              <a:ext cx="943873" cy="108837"/>
            </a:xfrm>
            <a:custGeom>
              <a:avLst/>
              <a:gdLst/>
              <a:ahLst/>
              <a:cxnLst/>
              <a:rect l="l" t="t" r="r" b="b"/>
              <a:pathLst>
                <a:path w="12150" h="1401" extrusionOk="0">
                  <a:moveTo>
                    <a:pt x="12150" y="0"/>
                  </a:moveTo>
                  <a:lnTo>
                    <a:pt x="12150" y="0"/>
                  </a:lnTo>
                  <a:cubicBezTo>
                    <a:pt x="8464" y="829"/>
                    <a:pt x="7241" y="1332"/>
                    <a:pt x="5858" y="1332"/>
                  </a:cubicBezTo>
                  <a:cubicBezTo>
                    <a:pt x="4635" y="1332"/>
                    <a:pt x="3288" y="938"/>
                    <a:pt x="1" y="28"/>
                  </a:cubicBezTo>
                  <a:lnTo>
                    <a:pt x="1" y="28"/>
                  </a:lnTo>
                  <a:cubicBezTo>
                    <a:pt x="3305" y="988"/>
                    <a:pt x="4647" y="1401"/>
                    <a:pt x="5856" y="1401"/>
                  </a:cubicBezTo>
                  <a:cubicBezTo>
                    <a:pt x="7230" y="1401"/>
                    <a:pt x="8433" y="868"/>
                    <a:pt x="12150"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3" name="Google Shape;2593;p40"/>
            <p:cNvSpPr/>
            <p:nvPr/>
          </p:nvSpPr>
          <p:spPr>
            <a:xfrm>
              <a:off x="1495459" y="3902149"/>
              <a:ext cx="88949" cy="131210"/>
            </a:xfrm>
            <a:custGeom>
              <a:avLst/>
              <a:gdLst/>
              <a:ahLst/>
              <a:cxnLst/>
              <a:rect l="l" t="t" r="r" b="b"/>
              <a:pathLst>
                <a:path w="1145" h="1689" extrusionOk="0">
                  <a:moveTo>
                    <a:pt x="907" y="0"/>
                  </a:moveTo>
                  <a:lnTo>
                    <a:pt x="0" y="1591"/>
                  </a:lnTo>
                  <a:lnTo>
                    <a:pt x="363" y="1688"/>
                  </a:lnTo>
                  <a:lnTo>
                    <a:pt x="1144" y="56"/>
                  </a:lnTo>
                  <a:lnTo>
                    <a:pt x="907" y="0"/>
                  </a:ln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4" name="Google Shape;2594;p40"/>
            <p:cNvSpPr/>
            <p:nvPr/>
          </p:nvSpPr>
          <p:spPr>
            <a:xfrm>
              <a:off x="1537720" y="3908675"/>
              <a:ext cx="74811" cy="127947"/>
            </a:xfrm>
            <a:custGeom>
              <a:avLst/>
              <a:gdLst/>
              <a:ahLst/>
              <a:cxnLst/>
              <a:rect l="l" t="t" r="r" b="b"/>
              <a:pathLst>
                <a:path w="963" h="1647" extrusionOk="0">
                  <a:moveTo>
                    <a:pt x="726" y="0"/>
                  </a:moveTo>
                  <a:lnTo>
                    <a:pt x="0" y="1646"/>
                  </a:lnTo>
                  <a:lnTo>
                    <a:pt x="0" y="1646"/>
                  </a:lnTo>
                  <a:lnTo>
                    <a:pt x="405" y="1534"/>
                  </a:lnTo>
                  <a:lnTo>
                    <a:pt x="963" y="70"/>
                  </a:lnTo>
                  <a:lnTo>
                    <a:pt x="726" y="0"/>
                  </a:ln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5" name="Google Shape;2595;p40"/>
            <p:cNvSpPr/>
            <p:nvPr/>
          </p:nvSpPr>
          <p:spPr>
            <a:xfrm>
              <a:off x="952593" y="3990944"/>
              <a:ext cx="146902" cy="237483"/>
            </a:xfrm>
            <a:custGeom>
              <a:avLst/>
              <a:gdLst/>
              <a:ahLst/>
              <a:cxnLst/>
              <a:rect l="l" t="t" r="r" b="b"/>
              <a:pathLst>
                <a:path w="1891" h="3057" extrusionOk="0">
                  <a:moveTo>
                    <a:pt x="1204" y="1"/>
                  </a:moveTo>
                  <a:cubicBezTo>
                    <a:pt x="1198" y="1"/>
                    <a:pt x="1192" y="1"/>
                    <a:pt x="1186" y="1"/>
                  </a:cubicBezTo>
                  <a:lnTo>
                    <a:pt x="0" y="1"/>
                  </a:lnTo>
                  <a:lnTo>
                    <a:pt x="0" y="3056"/>
                  </a:lnTo>
                  <a:lnTo>
                    <a:pt x="1186" y="3056"/>
                  </a:lnTo>
                  <a:cubicBezTo>
                    <a:pt x="1192" y="3056"/>
                    <a:pt x="1198" y="3057"/>
                    <a:pt x="1204" y="3057"/>
                  </a:cubicBezTo>
                  <a:cubicBezTo>
                    <a:pt x="1891" y="3057"/>
                    <a:pt x="1891" y="1"/>
                    <a:pt x="12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6" name="Google Shape;2596;p40"/>
            <p:cNvSpPr/>
            <p:nvPr/>
          </p:nvSpPr>
          <p:spPr>
            <a:xfrm>
              <a:off x="1174696" y="4053869"/>
              <a:ext cx="3340" cy="366285"/>
            </a:xfrm>
            <a:custGeom>
              <a:avLst/>
              <a:gdLst/>
              <a:ahLst/>
              <a:cxnLst/>
              <a:rect l="l" t="t" r="r" b="b"/>
              <a:pathLst>
                <a:path w="43" h="4715" extrusionOk="0">
                  <a:moveTo>
                    <a:pt x="1" y="0"/>
                  </a:moveTo>
                  <a:lnTo>
                    <a:pt x="1" y="4715"/>
                  </a:lnTo>
                  <a:lnTo>
                    <a:pt x="42" y="4701"/>
                  </a:lnTo>
                  <a:lnTo>
                    <a:pt x="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7" name="Google Shape;2597;p40"/>
            <p:cNvSpPr/>
            <p:nvPr/>
          </p:nvSpPr>
          <p:spPr>
            <a:xfrm>
              <a:off x="1097787" y="3453515"/>
              <a:ext cx="197242" cy="492057"/>
            </a:xfrm>
            <a:custGeom>
              <a:avLst/>
              <a:gdLst/>
              <a:ahLst/>
              <a:cxnLst/>
              <a:rect l="l" t="t" r="r" b="b"/>
              <a:pathLst>
                <a:path w="2539" h="6334" extrusionOk="0">
                  <a:moveTo>
                    <a:pt x="2539" y="1"/>
                  </a:moveTo>
                  <a:lnTo>
                    <a:pt x="42" y="3293"/>
                  </a:lnTo>
                  <a:lnTo>
                    <a:pt x="0" y="5148"/>
                  </a:lnTo>
                  <a:lnTo>
                    <a:pt x="991" y="5720"/>
                  </a:lnTo>
                  <a:lnTo>
                    <a:pt x="991" y="6333"/>
                  </a:lnTo>
                  <a:lnTo>
                    <a:pt x="1005" y="6319"/>
                  </a:lnTo>
                  <a:lnTo>
                    <a:pt x="1046" y="5706"/>
                  </a:lnTo>
                  <a:lnTo>
                    <a:pt x="56" y="5120"/>
                  </a:lnTo>
                  <a:lnTo>
                    <a:pt x="98" y="3293"/>
                  </a:lnTo>
                  <a:lnTo>
                    <a:pt x="253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8" name="Google Shape;2598;p40"/>
            <p:cNvSpPr/>
            <p:nvPr/>
          </p:nvSpPr>
          <p:spPr>
            <a:xfrm>
              <a:off x="913517" y="4319320"/>
              <a:ext cx="1051233" cy="347951"/>
            </a:xfrm>
            <a:custGeom>
              <a:avLst/>
              <a:gdLst/>
              <a:ahLst/>
              <a:cxnLst/>
              <a:rect l="l" t="t" r="r" b="b"/>
              <a:pathLst>
                <a:path w="13532" h="4479" extrusionOk="0">
                  <a:moveTo>
                    <a:pt x="6264" y="1"/>
                  </a:moveTo>
                  <a:lnTo>
                    <a:pt x="3363" y="1298"/>
                  </a:lnTo>
                  <a:lnTo>
                    <a:pt x="1" y="266"/>
                  </a:lnTo>
                  <a:lnTo>
                    <a:pt x="2986" y="2484"/>
                  </a:lnTo>
                  <a:lnTo>
                    <a:pt x="8105" y="4478"/>
                  </a:lnTo>
                  <a:lnTo>
                    <a:pt x="13531" y="2484"/>
                  </a:lnTo>
                  <a:lnTo>
                    <a:pt x="6264" y="1"/>
                  </a:ln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9" name="Google Shape;2599;p40"/>
            <p:cNvSpPr/>
            <p:nvPr/>
          </p:nvSpPr>
          <p:spPr>
            <a:xfrm>
              <a:off x="1635216" y="3585736"/>
              <a:ext cx="346864" cy="257992"/>
            </a:xfrm>
            <a:custGeom>
              <a:avLst/>
              <a:gdLst/>
              <a:ahLst/>
              <a:cxnLst/>
              <a:rect l="l" t="t" r="r" b="b"/>
              <a:pathLst>
                <a:path w="4465" h="3321" extrusionOk="0">
                  <a:moveTo>
                    <a:pt x="4130" y="0"/>
                  </a:moveTo>
                  <a:cubicBezTo>
                    <a:pt x="3418" y="572"/>
                    <a:pt x="336" y="2428"/>
                    <a:pt x="1" y="3320"/>
                  </a:cubicBezTo>
                  <a:cubicBezTo>
                    <a:pt x="391" y="3223"/>
                    <a:pt x="768" y="3097"/>
                    <a:pt x="1117" y="2902"/>
                  </a:cubicBezTo>
                  <a:cubicBezTo>
                    <a:pt x="1912" y="2316"/>
                    <a:pt x="3641" y="1033"/>
                    <a:pt x="4464" y="433"/>
                  </a:cubicBezTo>
                  <a:lnTo>
                    <a:pt x="413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0" name="Google Shape;2600;p40"/>
            <p:cNvSpPr/>
            <p:nvPr/>
          </p:nvSpPr>
          <p:spPr>
            <a:xfrm>
              <a:off x="1633040" y="3581385"/>
              <a:ext cx="352301" cy="264517"/>
            </a:xfrm>
            <a:custGeom>
              <a:avLst/>
              <a:gdLst/>
              <a:ahLst/>
              <a:cxnLst/>
              <a:rect l="l" t="t" r="r" b="b"/>
              <a:pathLst>
                <a:path w="4535" h="3405" extrusionOk="0">
                  <a:moveTo>
                    <a:pt x="4171" y="84"/>
                  </a:moveTo>
                  <a:lnTo>
                    <a:pt x="4464" y="489"/>
                  </a:lnTo>
                  <a:lnTo>
                    <a:pt x="1117" y="2958"/>
                  </a:lnTo>
                  <a:cubicBezTo>
                    <a:pt x="810" y="3125"/>
                    <a:pt x="475" y="3251"/>
                    <a:pt x="126" y="3334"/>
                  </a:cubicBezTo>
                  <a:lnTo>
                    <a:pt x="112" y="3306"/>
                  </a:lnTo>
                  <a:cubicBezTo>
                    <a:pt x="545" y="2372"/>
                    <a:pt x="3446" y="698"/>
                    <a:pt x="4171" y="84"/>
                  </a:cubicBezTo>
                  <a:close/>
                  <a:moveTo>
                    <a:pt x="4171" y="1"/>
                  </a:moveTo>
                  <a:cubicBezTo>
                    <a:pt x="3362" y="684"/>
                    <a:pt x="475" y="2302"/>
                    <a:pt x="1" y="3376"/>
                  </a:cubicBezTo>
                  <a:lnTo>
                    <a:pt x="15" y="3404"/>
                  </a:lnTo>
                  <a:cubicBezTo>
                    <a:pt x="1173" y="3306"/>
                    <a:pt x="3641" y="1047"/>
                    <a:pt x="4534" y="503"/>
                  </a:cubicBezTo>
                  <a:lnTo>
                    <a:pt x="417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1" name="Google Shape;2601;p40"/>
            <p:cNvSpPr/>
            <p:nvPr/>
          </p:nvSpPr>
          <p:spPr>
            <a:xfrm>
              <a:off x="1645004" y="3646408"/>
              <a:ext cx="292639" cy="189707"/>
            </a:xfrm>
            <a:custGeom>
              <a:avLst/>
              <a:gdLst/>
              <a:ahLst/>
              <a:cxnLst/>
              <a:rect l="l" t="t" r="r" b="b"/>
              <a:pathLst>
                <a:path w="3767" h="2442" extrusionOk="0">
                  <a:moveTo>
                    <a:pt x="0" y="2442"/>
                  </a:moveTo>
                  <a:cubicBezTo>
                    <a:pt x="168" y="1842"/>
                    <a:pt x="2469" y="377"/>
                    <a:pt x="2985" y="1"/>
                  </a:cubicBezTo>
                  <a:lnTo>
                    <a:pt x="3766" y="1"/>
                  </a:lnTo>
                  <a:cubicBezTo>
                    <a:pt x="3027" y="475"/>
                    <a:pt x="949" y="2344"/>
                    <a:pt x="0" y="2442"/>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2" name="Google Shape;2602;p40"/>
            <p:cNvSpPr/>
            <p:nvPr/>
          </p:nvSpPr>
          <p:spPr>
            <a:xfrm>
              <a:off x="1671417" y="3809470"/>
              <a:ext cx="4661" cy="3962"/>
            </a:xfrm>
            <a:custGeom>
              <a:avLst/>
              <a:gdLst/>
              <a:ahLst/>
              <a:cxnLst/>
              <a:rect l="l" t="t" r="r" b="b"/>
              <a:pathLst>
                <a:path w="60" h="51" extrusionOk="0">
                  <a:moveTo>
                    <a:pt x="32" y="0"/>
                  </a:moveTo>
                  <a:cubicBezTo>
                    <a:pt x="23" y="0"/>
                    <a:pt x="14" y="6"/>
                    <a:pt x="9" y="22"/>
                  </a:cubicBezTo>
                  <a:cubicBezTo>
                    <a:pt x="0" y="39"/>
                    <a:pt x="13" y="51"/>
                    <a:pt x="27" y="51"/>
                  </a:cubicBezTo>
                  <a:cubicBezTo>
                    <a:pt x="36" y="51"/>
                    <a:pt x="46" y="46"/>
                    <a:pt x="51" y="36"/>
                  </a:cubicBezTo>
                  <a:cubicBezTo>
                    <a:pt x="60" y="18"/>
                    <a:pt x="46" y="0"/>
                    <a:pt x="32"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3" name="Google Shape;2603;p40"/>
            <p:cNvSpPr/>
            <p:nvPr/>
          </p:nvSpPr>
          <p:spPr>
            <a:xfrm>
              <a:off x="1741023" y="3762936"/>
              <a:ext cx="13828" cy="10643"/>
            </a:xfrm>
            <a:custGeom>
              <a:avLst/>
              <a:gdLst/>
              <a:ahLst/>
              <a:cxnLst/>
              <a:rect l="l" t="t" r="r" b="b"/>
              <a:pathLst>
                <a:path w="178" h="137" extrusionOk="0">
                  <a:moveTo>
                    <a:pt x="89" y="0"/>
                  </a:moveTo>
                  <a:cubicBezTo>
                    <a:pt x="64" y="0"/>
                    <a:pt x="39" y="11"/>
                    <a:pt x="20" y="35"/>
                  </a:cubicBezTo>
                  <a:cubicBezTo>
                    <a:pt x="1" y="92"/>
                    <a:pt x="53" y="136"/>
                    <a:pt x="102" y="136"/>
                  </a:cubicBezTo>
                  <a:cubicBezTo>
                    <a:pt x="124" y="136"/>
                    <a:pt x="146" y="127"/>
                    <a:pt x="159" y="105"/>
                  </a:cubicBezTo>
                  <a:cubicBezTo>
                    <a:pt x="177" y="40"/>
                    <a:pt x="135" y="0"/>
                    <a:pt x="89"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4" name="Google Shape;2604;p40"/>
            <p:cNvSpPr/>
            <p:nvPr/>
          </p:nvSpPr>
          <p:spPr>
            <a:xfrm>
              <a:off x="1708628" y="3770006"/>
              <a:ext cx="13673" cy="10332"/>
            </a:xfrm>
            <a:custGeom>
              <a:avLst/>
              <a:gdLst/>
              <a:ahLst/>
              <a:cxnLst/>
              <a:rect l="l" t="t" r="r" b="b"/>
              <a:pathLst>
                <a:path w="176" h="133" extrusionOk="0">
                  <a:moveTo>
                    <a:pt x="89" y="0"/>
                  </a:moveTo>
                  <a:cubicBezTo>
                    <a:pt x="64" y="0"/>
                    <a:pt x="38" y="12"/>
                    <a:pt x="18" y="42"/>
                  </a:cubicBezTo>
                  <a:cubicBezTo>
                    <a:pt x="0" y="96"/>
                    <a:pt x="47" y="133"/>
                    <a:pt x="93" y="133"/>
                  </a:cubicBezTo>
                  <a:cubicBezTo>
                    <a:pt x="118" y="133"/>
                    <a:pt x="143" y="122"/>
                    <a:pt x="158" y="97"/>
                  </a:cubicBezTo>
                  <a:cubicBezTo>
                    <a:pt x="176" y="43"/>
                    <a:pt x="135" y="0"/>
                    <a:pt x="89"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5" name="Google Shape;2605;p40"/>
            <p:cNvSpPr/>
            <p:nvPr/>
          </p:nvSpPr>
          <p:spPr>
            <a:xfrm>
              <a:off x="1726652" y="3778629"/>
              <a:ext cx="13051" cy="10876"/>
            </a:xfrm>
            <a:custGeom>
              <a:avLst/>
              <a:gdLst/>
              <a:ahLst/>
              <a:cxnLst/>
              <a:rect l="l" t="t" r="r" b="b"/>
              <a:pathLst>
                <a:path w="168" h="140" extrusionOk="0">
                  <a:moveTo>
                    <a:pt x="80" y="1"/>
                  </a:moveTo>
                  <a:cubicBezTo>
                    <a:pt x="55" y="1"/>
                    <a:pt x="29" y="13"/>
                    <a:pt x="9" y="42"/>
                  </a:cubicBezTo>
                  <a:cubicBezTo>
                    <a:pt x="0" y="97"/>
                    <a:pt x="44" y="139"/>
                    <a:pt x="88" y="139"/>
                  </a:cubicBezTo>
                  <a:cubicBezTo>
                    <a:pt x="111" y="139"/>
                    <a:pt x="134" y="127"/>
                    <a:pt x="149" y="98"/>
                  </a:cubicBezTo>
                  <a:cubicBezTo>
                    <a:pt x="167" y="43"/>
                    <a:pt x="126" y="1"/>
                    <a:pt x="80"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6" name="Google Shape;2606;p40"/>
            <p:cNvSpPr/>
            <p:nvPr/>
          </p:nvSpPr>
          <p:spPr>
            <a:xfrm>
              <a:off x="1703190" y="3789505"/>
              <a:ext cx="13750" cy="10798"/>
            </a:xfrm>
            <a:custGeom>
              <a:avLst/>
              <a:gdLst/>
              <a:ahLst/>
              <a:cxnLst/>
              <a:rect l="l" t="t" r="r" b="b"/>
              <a:pathLst>
                <a:path w="177" h="139" extrusionOk="0">
                  <a:moveTo>
                    <a:pt x="89" y="0"/>
                  </a:moveTo>
                  <a:cubicBezTo>
                    <a:pt x="64" y="0"/>
                    <a:pt x="38" y="12"/>
                    <a:pt x="18" y="42"/>
                  </a:cubicBezTo>
                  <a:cubicBezTo>
                    <a:pt x="0" y="96"/>
                    <a:pt x="47" y="139"/>
                    <a:pt x="94" y="139"/>
                  </a:cubicBezTo>
                  <a:cubicBezTo>
                    <a:pt x="119" y="139"/>
                    <a:pt x="143" y="127"/>
                    <a:pt x="158" y="97"/>
                  </a:cubicBezTo>
                  <a:cubicBezTo>
                    <a:pt x="176" y="43"/>
                    <a:pt x="135" y="0"/>
                    <a:pt x="89"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7" name="Google Shape;2607;p40"/>
            <p:cNvSpPr/>
            <p:nvPr/>
          </p:nvSpPr>
          <p:spPr>
            <a:xfrm>
              <a:off x="1749802" y="3740718"/>
              <a:ext cx="13673" cy="10876"/>
            </a:xfrm>
            <a:custGeom>
              <a:avLst/>
              <a:gdLst/>
              <a:ahLst/>
              <a:cxnLst/>
              <a:rect l="l" t="t" r="r" b="b"/>
              <a:pathLst>
                <a:path w="176" h="140" extrusionOk="0">
                  <a:moveTo>
                    <a:pt x="82" y="1"/>
                  </a:moveTo>
                  <a:cubicBezTo>
                    <a:pt x="58" y="1"/>
                    <a:pt x="33" y="13"/>
                    <a:pt x="18" y="42"/>
                  </a:cubicBezTo>
                  <a:cubicBezTo>
                    <a:pt x="0" y="96"/>
                    <a:pt x="47" y="139"/>
                    <a:pt x="93" y="139"/>
                  </a:cubicBezTo>
                  <a:cubicBezTo>
                    <a:pt x="118" y="139"/>
                    <a:pt x="143" y="127"/>
                    <a:pt x="158" y="98"/>
                  </a:cubicBezTo>
                  <a:cubicBezTo>
                    <a:pt x="176" y="43"/>
                    <a:pt x="129" y="1"/>
                    <a:pt x="82"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8" name="Google Shape;2608;p40"/>
            <p:cNvSpPr/>
            <p:nvPr/>
          </p:nvSpPr>
          <p:spPr>
            <a:xfrm>
              <a:off x="1779400" y="3738621"/>
              <a:ext cx="15149" cy="11808"/>
            </a:xfrm>
            <a:custGeom>
              <a:avLst/>
              <a:gdLst/>
              <a:ahLst/>
              <a:cxnLst/>
              <a:rect l="l" t="t" r="r" b="b"/>
              <a:pathLst>
                <a:path w="195" h="152" extrusionOk="0">
                  <a:moveTo>
                    <a:pt x="94" y="0"/>
                  </a:moveTo>
                  <a:cubicBezTo>
                    <a:pt x="68" y="0"/>
                    <a:pt x="42" y="13"/>
                    <a:pt x="28" y="41"/>
                  </a:cubicBezTo>
                  <a:cubicBezTo>
                    <a:pt x="0" y="105"/>
                    <a:pt x="51" y="152"/>
                    <a:pt x="102" y="152"/>
                  </a:cubicBezTo>
                  <a:cubicBezTo>
                    <a:pt x="127" y="152"/>
                    <a:pt x="153" y="139"/>
                    <a:pt x="167" y="111"/>
                  </a:cubicBezTo>
                  <a:cubicBezTo>
                    <a:pt x="195" y="46"/>
                    <a:pt x="144" y="0"/>
                    <a:pt x="94"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9" name="Google Shape;2609;p40"/>
            <p:cNvSpPr/>
            <p:nvPr/>
          </p:nvSpPr>
          <p:spPr>
            <a:xfrm>
              <a:off x="1778934" y="3721763"/>
              <a:ext cx="13129" cy="10643"/>
            </a:xfrm>
            <a:custGeom>
              <a:avLst/>
              <a:gdLst/>
              <a:ahLst/>
              <a:cxnLst/>
              <a:rect l="l" t="t" r="r" b="b"/>
              <a:pathLst>
                <a:path w="169" h="137" extrusionOk="0">
                  <a:moveTo>
                    <a:pt x="79" y="0"/>
                  </a:moveTo>
                  <a:cubicBezTo>
                    <a:pt x="57" y="0"/>
                    <a:pt x="34" y="11"/>
                    <a:pt x="20" y="35"/>
                  </a:cubicBezTo>
                  <a:cubicBezTo>
                    <a:pt x="1" y="92"/>
                    <a:pt x="47" y="136"/>
                    <a:pt x="96" y="136"/>
                  </a:cubicBezTo>
                  <a:cubicBezTo>
                    <a:pt x="118" y="136"/>
                    <a:pt x="142" y="127"/>
                    <a:pt x="159" y="105"/>
                  </a:cubicBezTo>
                  <a:cubicBezTo>
                    <a:pt x="169" y="40"/>
                    <a:pt x="123" y="0"/>
                    <a:pt x="79"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0" name="Google Shape;2610;p40"/>
            <p:cNvSpPr/>
            <p:nvPr/>
          </p:nvSpPr>
          <p:spPr>
            <a:xfrm>
              <a:off x="1805036" y="3699545"/>
              <a:ext cx="13750" cy="10876"/>
            </a:xfrm>
            <a:custGeom>
              <a:avLst/>
              <a:gdLst/>
              <a:ahLst/>
              <a:cxnLst/>
              <a:rect l="l" t="t" r="r" b="b"/>
              <a:pathLst>
                <a:path w="177" h="140" extrusionOk="0">
                  <a:moveTo>
                    <a:pt x="89" y="1"/>
                  </a:moveTo>
                  <a:cubicBezTo>
                    <a:pt x="64" y="1"/>
                    <a:pt x="38" y="13"/>
                    <a:pt x="19" y="42"/>
                  </a:cubicBezTo>
                  <a:cubicBezTo>
                    <a:pt x="0" y="96"/>
                    <a:pt x="47" y="139"/>
                    <a:pt x="94" y="139"/>
                  </a:cubicBezTo>
                  <a:cubicBezTo>
                    <a:pt x="119" y="139"/>
                    <a:pt x="144" y="127"/>
                    <a:pt x="158" y="98"/>
                  </a:cubicBezTo>
                  <a:cubicBezTo>
                    <a:pt x="176" y="43"/>
                    <a:pt x="135" y="1"/>
                    <a:pt x="89"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1" name="Google Shape;2611;p40"/>
            <p:cNvSpPr/>
            <p:nvPr/>
          </p:nvSpPr>
          <p:spPr>
            <a:xfrm>
              <a:off x="1819486" y="3710965"/>
              <a:ext cx="15149" cy="11808"/>
            </a:xfrm>
            <a:custGeom>
              <a:avLst/>
              <a:gdLst/>
              <a:ahLst/>
              <a:cxnLst/>
              <a:rect l="l" t="t" r="r" b="b"/>
              <a:pathLst>
                <a:path w="195" h="152" extrusionOk="0">
                  <a:moveTo>
                    <a:pt x="95" y="1"/>
                  </a:moveTo>
                  <a:cubicBezTo>
                    <a:pt x="69" y="1"/>
                    <a:pt x="42" y="14"/>
                    <a:pt x="28" y="48"/>
                  </a:cubicBezTo>
                  <a:cubicBezTo>
                    <a:pt x="1" y="103"/>
                    <a:pt x="51" y="152"/>
                    <a:pt x="100" y="152"/>
                  </a:cubicBezTo>
                  <a:cubicBezTo>
                    <a:pt x="127" y="152"/>
                    <a:pt x="153" y="138"/>
                    <a:pt x="167" y="104"/>
                  </a:cubicBezTo>
                  <a:cubicBezTo>
                    <a:pt x="195" y="49"/>
                    <a:pt x="145" y="1"/>
                    <a:pt x="95"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2" name="Google Shape;2612;p40"/>
            <p:cNvSpPr/>
            <p:nvPr/>
          </p:nvSpPr>
          <p:spPr>
            <a:xfrm>
              <a:off x="1842947" y="3688747"/>
              <a:ext cx="13750" cy="10798"/>
            </a:xfrm>
            <a:custGeom>
              <a:avLst/>
              <a:gdLst/>
              <a:ahLst/>
              <a:cxnLst/>
              <a:rect l="l" t="t" r="r" b="b"/>
              <a:pathLst>
                <a:path w="177" h="139" extrusionOk="0">
                  <a:moveTo>
                    <a:pt x="83" y="0"/>
                  </a:moveTo>
                  <a:cubicBezTo>
                    <a:pt x="58" y="0"/>
                    <a:pt x="33" y="12"/>
                    <a:pt x="19" y="41"/>
                  </a:cubicBezTo>
                  <a:cubicBezTo>
                    <a:pt x="1" y="96"/>
                    <a:pt x="48" y="139"/>
                    <a:pt x="94" y="139"/>
                  </a:cubicBezTo>
                  <a:cubicBezTo>
                    <a:pt x="119" y="139"/>
                    <a:pt x="144" y="126"/>
                    <a:pt x="158" y="97"/>
                  </a:cubicBezTo>
                  <a:cubicBezTo>
                    <a:pt x="176" y="43"/>
                    <a:pt x="130" y="0"/>
                    <a:pt x="83" y="0"/>
                  </a:cubicBezTo>
                  <a:close/>
                </a:path>
              </a:pathLst>
            </a:custGeom>
            <a:solidFill>
              <a:srgbClr val="EEE3FF">
                <a:alpha val="81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3" name="Google Shape;2613;p40"/>
            <p:cNvSpPr/>
            <p:nvPr/>
          </p:nvSpPr>
          <p:spPr>
            <a:xfrm>
              <a:off x="1864621" y="3678958"/>
              <a:ext cx="13750" cy="10876"/>
            </a:xfrm>
            <a:custGeom>
              <a:avLst/>
              <a:gdLst/>
              <a:ahLst/>
              <a:cxnLst/>
              <a:rect l="l" t="t" r="r" b="b"/>
              <a:pathLst>
                <a:path w="177" h="140" extrusionOk="0">
                  <a:moveTo>
                    <a:pt x="83" y="0"/>
                  </a:moveTo>
                  <a:cubicBezTo>
                    <a:pt x="58" y="0"/>
                    <a:pt x="33" y="13"/>
                    <a:pt x="19" y="42"/>
                  </a:cubicBezTo>
                  <a:cubicBezTo>
                    <a:pt x="1" y="96"/>
                    <a:pt x="48" y="139"/>
                    <a:pt x="94" y="139"/>
                  </a:cubicBezTo>
                  <a:cubicBezTo>
                    <a:pt x="119" y="139"/>
                    <a:pt x="144" y="127"/>
                    <a:pt x="158" y="98"/>
                  </a:cubicBezTo>
                  <a:cubicBezTo>
                    <a:pt x="176" y="43"/>
                    <a:pt x="130" y="0"/>
                    <a:pt x="83" y="0"/>
                  </a:cubicBezTo>
                  <a:close/>
                </a:path>
              </a:pathLst>
            </a:custGeom>
            <a:solidFill>
              <a:srgbClr val="EEE3FF">
                <a:alpha val="81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4" name="Google Shape;2614;p40"/>
            <p:cNvSpPr/>
            <p:nvPr/>
          </p:nvSpPr>
          <p:spPr>
            <a:xfrm>
              <a:off x="1802473" y="3721297"/>
              <a:ext cx="8002" cy="6370"/>
            </a:xfrm>
            <a:custGeom>
              <a:avLst/>
              <a:gdLst/>
              <a:ahLst/>
              <a:cxnLst/>
              <a:rect l="l" t="t" r="r" b="b"/>
              <a:pathLst>
                <a:path w="103" h="82" extrusionOk="0">
                  <a:moveTo>
                    <a:pt x="48" y="0"/>
                  </a:moveTo>
                  <a:cubicBezTo>
                    <a:pt x="34" y="0"/>
                    <a:pt x="19" y="8"/>
                    <a:pt x="10" y="27"/>
                  </a:cubicBezTo>
                  <a:cubicBezTo>
                    <a:pt x="1" y="54"/>
                    <a:pt x="27" y="82"/>
                    <a:pt x="55" y="82"/>
                  </a:cubicBezTo>
                  <a:cubicBezTo>
                    <a:pt x="69" y="82"/>
                    <a:pt x="84" y="74"/>
                    <a:pt x="93" y="55"/>
                  </a:cubicBezTo>
                  <a:cubicBezTo>
                    <a:pt x="103" y="27"/>
                    <a:pt x="76" y="0"/>
                    <a:pt x="48" y="0"/>
                  </a:cubicBezTo>
                  <a:close/>
                </a:path>
              </a:pathLst>
            </a:custGeom>
            <a:solidFill>
              <a:srgbClr val="EEE3FF">
                <a:alpha val="81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5" name="Google Shape;2615;p40"/>
            <p:cNvSpPr/>
            <p:nvPr/>
          </p:nvSpPr>
          <p:spPr>
            <a:xfrm>
              <a:off x="1829896" y="3700477"/>
              <a:ext cx="9400" cy="7691"/>
            </a:xfrm>
            <a:custGeom>
              <a:avLst/>
              <a:gdLst/>
              <a:ahLst/>
              <a:cxnLst/>
              <a:rect l="l" t="t" r="r" b="b"/>
              <a:pathLst>
                <a:path w="121" h="99" extrusionOk="0">
                  <a:moveTo>
                    <a:pt x="64" y="0"/>
                  </a:moveTo>
                  <a:cubicBezTo>
                    <a:pt x="47" y="0"/>
                    <a:pt x="30" y="9"/>
                    <a:pt x="19" y="30"/>
                  </a:cubicBezTo>
                  <a:cubicBezTo>
                    <a:pt x="1" y="67"/>
                    <a:pt x="32" y="98"/>
                    <a:pt x="63" y="98"/>
                  </a:cubicBezTo>
                  <a:cubicBezTo>
                    <a:pt x="78" y="98"/>
                    <a:pt x="94" y="90"/>
                    <a:pt x="103" y="72"/>
                  </a:cubicBezTo>
                  <a:cubicBezTo>
                    <a:pt x="121" y="28"/>
                    <a:pt x="94" y="0"/>
                    <a:pt x="64"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6" name="Google Shape;2616;p40"/>
            <p:cNvSpPr/>
            <p:nvPr/>
          </p:nvSpPr>
          <p:spPr>
            <a:xfrm>
              <a:off x="1846909" y="3672511"/>
              <a:ext cx="8701" cy="6448"/>
            </a:xfrm>
            <a:custGeom>
              <a:avLst/>
              <a:gdLst/>
              <a:ahLst/>
              <a:cxnLst/>
              <a:rect l="l" t="t" r="r" b="b"/>
              <a:pathLst>
                <a:path w="112" h="83" extrusionOk="0">
                  <a:moveTo>
                    <a:pt x="52" y="0"/>
                  </a:moveTo>
                  <a:cubicBezTo>
                    <a:pt x="36" y="0"/>
                    <a:pt x="19" y="8"/>
                    <a:pt x="10" y="27"/>
                  </a:cubicBezTo>
                  <a:cubicBezTo>
                    <a:pt x="1" y="55"/>
                    <a:pt x="27" y="82"/>
                    <a:pt x="55" y="82"/>
                  </a:cubicBezTo>
                  <a:cubicBezTo>
                    <a:pt x="69" y="82"/>
                    <a:pt x="84" y="74"/>
                    <a:pt x="93" y="55"/>
                  </a:cubicBezTo>
                  <a:cubicBezTo>
                    <a:pt x="112" y="28"/>
                    <a:pt x="82" y="0"/>
                    <a:pt x="52" y="0"/>
                  </a:cubicBezTo>
                  <a:close/>
                </a:path>
              </a:pathLst>
            </a:custGeom>
            <a:solidFill>
              <a:srgbClr val="EEE3FF">
                <a:alpha val="81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7" name="Google Shape;2617;p40"/>
            <p:cNvSpPr/>
            <p:nvPr/>
          </p:nvSpPr>
          <p:spPr>
            <a:xfrm>
              <a:off x="1868894" y="3660625"/>
              <a:ext cx="9478" cy="7458"/>
            </a:xfrm>
            <a:custGeom>
              <a:avLst/>
              <a:gdLst/>
              <a:ahLst/>
              <a:cxnLst/>
              <a:rect l="l" t="t" r="r" b="b"/>
              <a:pathLst>
                <a:path w="122" h="96" extrusionOk="0">
                  <a:moveTo>
                    <a:pt x="60" y="0"/>
                  </a:moveTo>
                  <a:cubicBezTo>
                    <a:pt x="44" y="0"/>
                    <a:pt x="29" y="8"/>
                    <a:pt x="20" y="27"/>
                  </a:cubicBezTo>
                  <a:cubicBezTo>
                    <a:pt x="1" y="64"/>
                    <a:pt x="32" y="95"/>
                    <a:pt x="63" y="95"/>
                  </a:cubicBezTo>
                  <a:cubicBezTo>
                    <a:pt x="78" y="95"/>
                    <a:pt x="94" y="87"/>
                    <a:pt x="103" y="69"/>
                  </a:cubicBezTo>
                  <a:cubicBezTo>
                    <a:pt x="122" y="31"/>
                    <a:pt x="91" y="0"/>
                    <a:pt x="60" y="0"/>
                  </a:cubicBezTo>
                  <a:close/>
                </a:path>
              </a:pathLst>
            </a:custGeom>
            <a:solidFill>
              <a:srgbClr val="EEE3FF">
                <a:alpha val="81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8" name="Google Shape;2618;p40"/>
            <p:cNvSpPr/>
            <p:nvPr/>
          </p:nvSpPr>
          <p:spPr>
            <a:xfrm>
              <a:off x="1891733" y="3663887"/>
              <a:ext cx="9400" cy="7691"/>
            </a:xfrm>
            <a:custGeom>
              <a:avLst/>
              <a:gdLst/>
              <a:ahLst/>
              <a:cxnLst/>
              <a:rect l="l" t="t" r="r" b="b"/>
              <a:pathLst>
                <a:path w="121" h="99" extrusionOk="0">
                  <a:moveTo>
                    <a:pt x="53" y="0"/>
                  </a:moveTo>
                  <a:cubicBezTo>
                    <a:pt x="37" y="0"/>
                    <a:pt x="23" y="8"/>
                    <a:pt x="19" y="27"/>
                  </a:cubicBezTo>
                  <a:cubicBezTo>
                    <a:pt x="1" y="71"/>
                    <a:pt x="28" y="98"/>
                    <a:pt x="57" y="98"/>
                  </a:cubicBezTo>
                  <a:cubicBezTo>
                    <a:pt x="74" y="98"/>
                    <a:pt x="92" y="89"/>
                    <a:pt x="102" y="69"/>
                  </a:cubicBezTo>
                  <a:cubicBezTo>
                    <a:pt x="121" y="31"/>
                    <a:pt x="84" y="0"/>
                    <a:pt x="53"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9" name="Google Shape;2619;p40"/>
            <p:cNvSpPr/>
            <p:nvPr/>
          </p:nvSpPr>
          <p:spPr>
            <a:xfrm>
              <a:off x="1877672" y="3676084"/>
              <a:ext cx="9322" cy="7458"/>
            </a:xfrm>
            <a:custGeom>
              <a:avLst/>
              <a:gdLst/>
              <a:ahLst/>
              <a:cxnLst/>
              <a:rect l="l" t="t" r="r" b="b"/>
              <a:pathLst>
                <a:path w="120" h="96" extrusionOk="0">
                  <a:moveTo>
                    <a:pt x="64" y="1"/>
                  </a:moveTo>
                  <a:cubicBezTo>
                    <a:pt x="47" y="1"/>
                    <a:pt x="29" y="11"/>
                    <a:pt x="18" y="37"/>
                  </a:cubicBezTo>
                  <a:cubicBezTo>
                    <a:pt x="1" y="72"/>
                    <a:pt x="26" y="95"/>
                    <a:pt x="55" y="95"/>
                  </a:cubicBezTo>
                  <a:cubicBezTo>
                    <a:pt x="72" y="95"/>
                    <a:pt x="91" y="86"/>
                    <a:pt x="102" y="65"/>
                  </a:cubicBezTo>
                  <a:cubicBezTo>
                    <a:pt x="119" y="30"/>
                    <a:pt x="93" y="1"/>
                    <a:pt x="64"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0" name="Google Shape;2620;p40"/>
            <p:cNvSpPr/>
            <p:nvPr/>
          </p:nvSpPr>
          <p:spPr>
            <a:xfrm>
              <a:off x="1878682" y="3663577"/>
              <a:ext cx="9400" cy="7691"/>
            </a:xfrm>
            <a:custGeom>
              <a:avLst/>
              <a:gdLst/>
              <a:ahLst/>
              <a:cxnLst/>
              <a:rect l="l" t="t" r="r" b="b"/>
              <a:pathLst>
                <a:path w="121" h="99" extrusionOk="0">
                  <a:moveTo>
                    <a:pt x="64" y="1"/>
                  </a:moveTo>
                  <a:cubicBezTo>
                    <a:pt x="47" y="1"/>
                    <a:pt x="29" y="10"/>
                    <a:pt x="19" y="31"/>
                  </a:cubicBezTo>
                  <a:cubicBezTo>
                    <a:pt x="1" y="68"/>
                    <a:pt x="32" y="99"/>
                    <a:pt x="63" y="99"/>
                  </a:cubicBezTo>
                  <a:cubicBezTo>
                    <a:pt x="78" y="99"/>
                    <a:pt x="94" y="91"/>
                    <a:pt x="103" y="73"/>
                  </a:cubicBezTo>
                  <a:cubicBezTo>
                    <a:pt x="120" y="28"/>
                    <a:pt x="93" y="1"/>
                    <a:pt x="64"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1" name="Google Shape;2621;p40"/>
            <p:cNvSpPr/>
            <p:nvPr/>
          </p:nvSpPr>
          <p:spPr>
            <a:xfrm>
              <a:off x="1855920" y="3674686"/>
              <a:ext cx="9478" cy="7458"/>
            </a:xfrm>
            <a:custGeom>
              <a:avLst/>
              <a:gdLst/>
              <a:ahLst/>
              <a:cxnLst/>
              <a:rect l="l" t="t" r="r" b="b"/>
              <a:pathLst>
                <a:path w="122" h="96" extrusionOk="0">
                  <a:moveTo>
                    <a:pt x="59" y="1"/>
                  </a:moveTo>
                  <a:cubicBezTo>
                    <a:pt x="44" y="1"/>
                    <a:pt x="28" y="9"/>
                    <a:pt x="19" y="27"/>
                  </a:cubicBezTo>
                  <a:cubicBezTo>
                    <a:pt x="1" y="64"/>
                    <a:pt x="32" y="95"/>
                    <a:pt x="63" y="95"/>
                  </a:cubicBezTo>
                  <a:cubicBezTo>
                    <a:pt x="78" y="95"/>
                    <a:pt x="94" y="88"/>
                    <a:pt x="103" y="69"/>
                  </a:cubicBezTo>
                  <a:cubicBezTo>
                    <a:pt x="121" y="32"/>
                    <a:pt x="90" y="1"/>
                    <a:pt x="59" y="1"/>
                  </a:cubicBezTo>
                  <a:close/>
                </a:path>
              </a:pathLst>
            </a:custGeom>
            <a:solidFill>
              <a:srgbClr val="EEE3FF">
                <a:alpha val="81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2" name="Google Shape;2622;p40"/>
            <p:cNvSpPr/>
            <p:nvPr/>
          </p:nvSpPr>
          <p:spPr>
            <a:xfrm>
              <a:off x="1898259" y="3655187"/>
              <a:ext cx="9400" cy="7147"/>
            </a:xfrm>
            <a:custGeom>
              <a:avLst/>
              <a:gdLst/>
              <a:ahLst/>
              <a:cxnLst/>
              <a:rect l="l" t="t" r="r" b="b"/>
              <a:pathLst>
                <a:path w="121" h="92" extrusionOk="0">
                  <a:moveTo>
                    <a:pt x="60" y="0"/>
                  </a:moveTo>
                  <a:cubicBezTo>
                    <a:pt x="44" y="0"/>
                    <a:pt x="28" y="8"/>
                    <a:pt x="18" y="27"/>
                  </a:cubicBezTo>
                  <a:cubicBezTo>
                    <a:pt x="1" y="62"/>
                    <a:pt x="33" y="92"/>
                    <a:pt x="62" y="92"/>
                  </a:cubicBezTo>
                  <a:cubicBezTo>
                    <a:pt x="80" y="92"/>
                    <a:pt x="97" y="81"/>
                    <a:pt x="102" y="55"/>
                  </a:cubicBezTo>
                  <a:cubicBezTo>
                    <a:pt x="120" y="28"/>
                    <a:pt x="91" y="0"/>
                    <a:pt x="60"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3" name="Google Shape;2623;p40"/>
            <p:cNvSpPr/>
            <p:nvPr/>
          </p:nvSpPr>
          <p:spPr>
            <a:xfrm>
              <a:off x="1913408" y="3650836"/>
              <a:ext cx="9400" cy="7691"/>
            </a:xfrm>
            <a:custGeom>
              <a:avLst/>
              <a:gdLst/>
              <a:ahLst/>
              <a:cxnLst/>
              <a:rect l="l" t="t" r="r" b="b"/>
              <a:pathLst>
                <a:path w="121" h="99" extrusionOk="0">
                  <a:moveTo>
                    <a:pt x="53" y="1"/>
                  </a:moveTo>
                  <a:cubicBezTo>
                    <a:pt x="37" y="1"/>
                    <a:pt x="23" y="9"/>
                    <a:pt x="18" y="27"/>
                  </a:cubicBezTo>
                  <a:cubicBezTo>
                    <a:pt x="1" y="71"/>
                    <a:pt x="28" y="99"/>
                    <a:pt x="57" y="99"/>
                  </a:cubicBezTo>
                  <a:cubicBezTo>
                    <a:pt x="74" y="99"/>
                    <a:pt x="92" y="90"/>
                    <a:pt x="102" y="69"/>
                  </a:cubicBezTo>
                  <a:cubicBezTo>
                    <a:pt x="121" y="32"/>
                    <a:pt x="84" y="1"/>
                    <a:pt x="53" y="1"/>
                  </a:cubicBezTo>
                  <a:close/>
                </a:path>
              </a:pathLst>
            </a:custGeom>
            <a:solidFill>
              <a:srgbClr val="EEE3FF">
                <a:alpha val="81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4" name="Google Shape;2624;p40"/>
            <p:cNvSpPr/>
            <p:nvPr/>
          </p:nvSpPr>
          <p:spPr>
            <a:xfrm>
              <a:off x="1796413" y="3732406"/>
              <a:ext cx="9322" cy="7924"/>
            </a:xfrm>
            <a:custGeom>
              <a:avLst/>
              <a:gdLst/>
              <a:ahLst/>
              <a:cxnLst/>
              <a:rect l="l" t="t" r="r" b="b"/>
              <a:pathLst>
                <a:path w="120" h="102" extrusionOk="0">
                  <a:moveTo>
                    <a:pt x="64" y="1"/>
                  </a:moveTo>
                  <a:cubicBezTo>
                    <a:pt x="47" y="1"/>
                    <a:pt x="28" y="11"/>
                    <a:pt x="18" y="37"/>
                  </a:cubicBezTo>
                  <a:cubicBezTo>
                    <a:pt x="1" y="72"/>
                    <a:pt x="27" y="102"/>
                    <a:pt x="56" y="102"/>
                  </a:cubicBezTo>
                  <a:cubicBezTo>
                    <a:pt x="73" y="102"/>
                    <a:pt x="91" y="91"/>
                    <a:pt x="102" y="65"/>
                  </a:cubicBezTo>
                  <a:cubicBezTo>
                    <a:pt x="119" y="30"/>
                    <a:pt x="93" y="1"/>
                    <a:pt x="64"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5" name="Google Shape;2625;p40"/>
            <p:cNvSpPr/>
            <p:nvPr/>
          </p:nvSpPr>
          <p:spPr>
            <a:xfrm>
              <a:off x="1824613" y="3693408"/>
              <a:ext cx="9245" cy="7924"/>
            </a:xfrm>
            <a:custGeom>
              <a:avLst/>
              <a:gdLst/>
              <a:ahLst/>
              <a:cxnLst/>
              <a:rect l="l" t="t" r="r" b="b"/>
              <a:pathLst>
                <a:path w="119" h="102" extrusionOk="0">
                  <a:moveTo>
                    <a:pt x="64" y="1"/>
                  </a:moveTo>
                  <a:cubicBezTo>
                    <a:pt x="46" y="1"/>
                    <a:pt x="28" y="11"/>
                    <a:pt x="18" y="37"/>
                  </a:cubicBezTo>
                  <a:cubicBezTo>
                    <a:pt x="0" y="72"/>
                    <a:pt x="27" y="102"/>
                    <a:pt x="55" y="102"/>
                  </a:cubicBezTo>
                  <a:cubicBezTo>
                    <a:pt x="73" y="102"/>
                    <a:pt x="91" y="91"/>
                    <a:pt x="101" y="65"/>
                  </a:cubicBezTo>
                  <a:cubicBezTo>
                    <a:pt x="119" y="30"/>
                    <a:pt x="93" y="1"/>
                    <a:pt x="64"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6" name="Google Shape;2626;p40"/>
            <p:cNvSpPr/>
            <p:nvPr/>
          </p:nvSpPr>
          <p:spPr>
            <a:xfrm>
              <a:off x="1766737" y="3742350"/>
              <a:ext cx="8002" cy="6992"/>
            </a:xfrm>
            <a:custGeom>
              <a:avLst/>
              <a:gdLst/>
              <a:ahLst/>
              <a:cxnLst/>
              <a:rect l="l" t="t" r="r" b="b"/>
              <a:pathLst>
                <a:path w="103" h="90" extrusionOk="0">
                  <a:moveTo>
                    <a:pt x="47" y="1"/>
                  </a:moveTo>
                  <a:cubicBezTo>
                    <a:pt x="33" y="1"/>
                    <a:pt x="19" y="7"/>
                    <a:pt x="9" y="21"/>
                  </a:cubicBezTo>
                  <a:cubicBezTo>
                    <a:pt x="0" y="58"/>
                    <a:pt x="28" y="89"/>
                    <a:pt x="56" y="89"/>
                  </a:cubicBezTo>
                  <a:cubicBezTo>
                    <a:pt x="70" y="89"/>
                    <a:pt x="84" y="81"/>
                    <a:pt x="93" y="63"/>
                  </a:cubicBezTo>
                  <a:cubicBezTo>
                    <a:pt x="102" y="26"/>
                    <a:pt x="75" y="1"/>
                    <a:pt x="47"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7" name="Google Shape;2627;p40"/>
            <p:cNvSpPr/>
            <p:nvPr/>
          </p:nvSpPr>
          <p:spPr>
            <a:xfrm>
              <a:off x="1876352" y="3642757"/>
              <a:ext cx="63003" cy="6992"/>
            </a:xfrm>
            <a:custGeom>
              <a:avLst/>
              <a:gdLst/>
              <a:ahLst/>
              <a:cxnLst/>
              <a:rect l="l" t="t" r="r" b="b"/>
              <a:pathLst>
                <a:path w="811" h="90" extrusionOk="0">
                  <a:moveTo>
                    <a:pt x="375" y="0"/>
                  </a:moveTo>
                  <a:cubicBezTo>
                    <a:pt x="184" y="0"/>
                    <a:pt x="1" y="15"/>
                    <a:pt x="7" y="48"/>
                  </a:cubicBezTo>
                  <a:cubicBezTo>
                    <a:pt x="0" y="75"/>
                    <a:pt x="196" y="89"/>
                    <a:pt x="393" y="89"/>
                  </a:cubicBezTo>
                  <a:cubicBezTo>
                    <a:pt x="590" y="89"/>
                    <a:pt x="788" y="75"/>
                    <a:pt x="788" y="48"/>
                  </a:cubicBezTo>
                  <a:cubicBezTo>
                    <a:pt x="810" y="18"/>
                    <a:pt x="588" y="0"/>
                    <a:pt x="375"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8" name="Google Shape;2628;p40"/>
            <p:cNvSpPr/>
            <p:nvPr/>
          </p:nvSpPr>
          <p:spPr>
            <a:xfrm>
              <a:off x="1556132" y="3851187"/>
              <a:ext cx="120334" cy="140998"/>
            </a:xfrm>
            <a:custGeom>
              <a:avLst/>
              <a:gdLst/>
              <a:ahLst/>
              <a:cxnLst/>
              <a:rect l="l" t="t" r="r" b="b"/>
              <a:pathLst>
                <a:path w="1549" h="1815" extrusionOk="0">
                  <a:moveTo>
                    <a:pt x="1033" y="1"/>
                  </a:moveTo>
                  <a:cubicBezTo>
                    <a:pt x="1033" y="1"/>
                    <a:pt x="977" y="126"/>
                    <a:pt x="1256" y="880"/>
                  </a:cubicBezTo>
                  <a:cubicBezTo>
                    <a:pt x="1549" y="1563"/>
                    <a:pt x="796" y="1814"/>
                    <a:pt x="447" y="1424"/>
                  </a:cubicBezTo>
                  <a:cubicBezTo>
                    <a:pt x="0" y="1047"/>
                    <a:pt x="1172" y="57"/>
                    <a:pt x="1033" y="1"/>
                  </a:cubicBezTo>
                  <a:close/>
                </a:path>
              </a:pathLst>
            </a:custGeom>
            <a:gradFill>
              <a:gsLst>
                <a:gs pos="0">
                  <a:srgbClr val="EB667A"/>
                </a:gs>
                <a:gs pos="100000">
                  <a:srgbClr val="B01F3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29" name="Google Shape;2629;p40"/>
            <p:cNvGrpSpPr/>
            <p:nvPr/>
          </p:nvGrpSpPr>
          <p:grpSpPr>
            <a:xfrm>
              <a:off x="1800064" y="3660314"/>
              <a:ext cx="85454" cy="67586"/>
              <a:chOff x="1800064" y="3660314"/>
              <a:chExt cx="85454" cy="67586"/>
            </a:xfrm>
          </p:grpSpPr>
          <p:sp>
            <p:nvSpPr>
              <p:cNvPr id="2630" name="Google Shape;2630;p40"/>
              <p:cNvSpPr/>
              <p:nvPr/>
            </p:nvSpPr>
            <p:spPr>
              <a:xfrm>
                <a:off x="1866175" y="3660314"/>
                <a:ext cx="19344" cy="19887"/>
              </a:xfrm>
              <a:custGeom>
                <a:avLst/>
                <a:gdLst/>
                <a:ahLst/>
                <a:cxnLst/>
                <a:rect l="l" t="t" r="r" b="b"/>
                <a:pathLst>
                  <a:path w="249" h="256" extrusionOk="0">
                    <a:moveTo>
                      <a:pt x="32" y="1"/>
                    </a:moveTo>
                    <a:cubicBezTo>
                      <a:pt x="30" y="1"/>
                      <a:pt x="28" y="2"/>
                      <a:pt x="27" y="3"/>
                    </a:cubicBezTo>
                    <a:cubicBezTo>
                      <a:pt x="0" y="3"/>
                      <a:pt x="189" y="256"/>
                      <a:pt x="219" y="256"/>
                    </a:cubicBezTo>
                    <a:cubicBezTo>
                      <a:pt x="220" y="256"/>
                      <a:pt x="221" y="255"/>
                      <a:pt x="222" y="254"/>
                    </a:cubicBezTo>
                    <a:cubicBezTo>
                      <a:pt x="249" y="254"/>
                      <a:pt x="73" y="1"/>
                      <a:pt x="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1" name="Google Shape;2631;p40"/>
              <p:cNvSpPr/>
              <p:nvPr/>
            </p:nvSpPr>
            <p:spPr>
              <a:xfrm>
                <a:off x="1855299" y="3667927"/>
                <a:ext cx="19421" cy="20975"/>
              </a:xfrm>
              <a:custGeom>
                <a:avLst/>
                <a:gdLst/>
                <a:ahLst/>
                <a:cxnLst/>
                <a:rect l="l" t="t" r="r" b="b"/>
                <a:pathLst>
                  <a:path w="250" h="270" extrusionOk="0">
                    <a:moveTo>
                      <a:pt x="32" y="1"/>
                    </a:moveTo>
                    <a:cubicBezTo>
                      <a:pt x="30" y="1"/>
                      <a:pt x="29" y="1"/>
                      <a:pt x="27" y="3"/>
                    </a:cubicBezTo>
                    <a:cubicBezTo>
                      <a:pt x="1" y="16"/>
                      <a:pt x="177" y="270"/>
                      <a:pt x="217" y="270"/>
                    </a:cubicBezTo>
                    <a:cubicBezTo>
                      <a:pt x="219" y="270"/>
                      <a:pt x="221" y="269"/>
                      <a:pt x="222" y="268"/>
                    </a:cubicBezTo>
                    <a:cubicBezTo>
                      <a:pt x="249" y="254"/>
                      <a:pt x="73" y="1"/>
                      <a:pt x="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2" name="Google Shape;2632;p40"/>
              <p:cNvSpPr/>
              <p:nvPr/>
            </p:nvSpPr>
            <p:spPr>
              <a:xfrm>
                <a:off x="1844501" y="3675540"/>
                <a:ext cx="19344" cy="20975"/>
              </a:xfrm>
              <a:custGeom>
                <a:avLst/>
                <a:gdLst/>
                <a:ahLst/>
                <a:cxnLst/>
                <a:rect l="l" t="t" r="r" b="b"/>
                <a:pathLst>
                  <a:path w="249" h="270" extrusionOk="0">
                    <a:moveTo>
                      <a:pt x="32" y="0"/>
                    </a:moveTo>
                    <a:cubicBezTo>
                      <a:pt x="30" y="0"/>
                      <a:pt x="28" y="1"/>
                      <a:pt x="27" y="2"/>
                    </a:cubicBezTo>
                    <a:cubicBezTo>
                      <a:pt x="0" y="15"/>
                      <a:pt x="176" y="269"/>
                      <a:pt x="217" y="269"/>
                    </a:cubicBezTo>
                    <a:cubicBezTo>
                      <a:pt x="219" y="269"/>
                      <a:pt x="221" y="269"/>
                      <a:pt x="222" y="267"/>
                    </a:cubicBezTo>
                    <a:cubicBezTo>
                      <a:pt x="249" y="254"/>
                      <a:pt x="73" y="0"/>
                      <a:pt x="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3" name="Google Shape;2633;p40"/>
              <p:cNvSpPr/>
              <p:nvPr/>
            </p:nvSpPr>
            <p:spPr>
              <a:xfrm>
                <a:off x="1833625" y="3684163"/>
                <a:ext cx="19421" cy="19887"/>
              </a:xfrm>
              <a:custGeom>
                <a:avLst/>
                <a:gdLst/>
                <a:ahLst/>
                <a:cxnLst/>
                <a:rect l="l" t="t" r="r" b="b"/>
                <a:pathLst>
                  <a:path w="250" h="256" extrusionOk="0">
                    <a:moveTo>
                      <a:pt x="31" y="1"/>
                    </a:moveTo>
                    <a:cubicBezTo>
                      <a:pt x="29" y="1"/>
                      <a:pt x="28" y="1"/>
                      <a:pt x="27" y="3"/>
                    </a:cubicBezTo>
                    <a:cubicBezTo>
                      <a:pt x="1" y="3"/>
                      <a:pt x="177" y="256"/>
                      <a:pt x="217" y="256"/>
                    </a:cubicBezTo>
                    <a:cubicBezTo>
                      <a:pt x="219" y="256"/>
                      <a:pt x="221" y="255"/>
                      <a:pt x="223" y="254"/>
                    </a:cubicBezTo>
                    <a:cubicBezTo>
                      <a:pt x="249" y="254"/>
                      <a:pt x="61" y="1"/>
                      <a:pt x="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4" name="Google Shape;2634;p40"/>
              <p:cNvSpPr/>
              <p:nvPr/>
            </p:nvSpPr>
            <p:spPr>
              <a:xfrm>
                <a:off x="1822826" y="3691777"/>
                <a:ext cx="19266" cy="20975"/>
              </a:xfrm>
              <a:custGeom>
                <a:avLst/>
                <a:gdLst/>
                <a:ahLst/>
                <a:cxnLst/>
                <a:rect l="l" t="t" r="r" b="b"/>
                <a:pathLst>
                  <a:path w="248" h="270" extrusionOk="0">
                    <a:moveTo>
                      <a:pt x="30" y="0"/>
                    </a:moveTo>
                    <a:cubicBezTo>
                      <a:pt x="29" y="0"/>
                      <a:pt x="27" y="1"/>
                      <a:pt x="27" y="2"/>
                    </a:cubicBezTo>
                    <a:cubicBezTo>
                      <a:pt x="0" y="16"/>
                      <a:pt x="176" y="269"/>
                      <a:pt x="205" y="269"/>
                    </a:cubicBezTo>
                    <a:cubicBezTo>
                      <a:pt x="206" y="269"/>
                      <a:pt x="207" y="269"/>
                      <a:pt x="208" y="267"/>
                    </a:cubicBezTo>
                    <a:cubicBezTo>
                      <a:pt x="248" y="254"/>
                      <a:pt x="60" y="0"/>
                      <a:pt x="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5" name="Google Shape;2635;p40"/>
              <p:cNvSpPr/>
              <p:nvPr/>
            </p:nvSpPr>
            <p:spPr>
              <a:xfrm>
                <a:off x="1810940" y="3699390"/>
                <a:ext cx="20353" cy="20975"/>
              </a:xfrm>
              <a:custGeom>
                <a:avLst/>
                <a:gdLst/>
                <a:ahLst/>
                <a:cxnLst/>
                <a:rect l="l" t="t" r="r" b="b"/>
                <a:pathLst>
                  <a:path w="262" h="270" extrusionOk="0">
                    <a:moveTo>
                      <a:pt x="44" y="0"/>
                    </a:moveTo>
                    <a:cubicBezTo>
                      <a:pt x="42" y="0"/>
                      <a:pt x="41" y="1"/>
                      <a:pt x="40" y="2"/>
                    </a:cubicBezTo>
                    <a:cubicBezTo>
                      <a:pt x="0" y="15"/>
                      <a:pt x="188" y="269"/>
                      <a:pt x="218" y="269"/>
                    </a:cubicBezTo>
                    <a:cubicBezTo>
                      <a:pt x="220" y="269"/>
                      <a:pt x="221" y="268"/>
                      <a:pt x="222" y="267"/>
                    </a:cubicBezTo>
                    <a:cubicBezTo>
                      <a:pt x="261" y="254"/>
                      <a:pt x="74" y="0"/>
                      <a:pt x="4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6" name="Google Shape;2636;p40"/>
              <p:cNvSpPr/>
              <p:nvPr/>
            </p:nvSpPr>
            <p:spPr>
              <a:xfrm>
                <a:off x="1800064" y="3706925"/>
                <a:ext cx="19344" cy="20975"/>
              </a:xfrm>
              <a:custGeom>
                <a:avLst/>
                <a:gdLst/>
                <a:ahLst/>
                <a:cxnLst/>
                <a:rect l="l" t="t" r="r" b="b"/>
                <a:pathLst>
                  <a:path w="249" h="270" extrusionOk="0">
                    <a:moveTo>
                      <a:pt x="44" y="1"/>
                    </a:moveTo>
                    <a:cubicBezTo>
                      <a:pt x="43" y="1"/>
                      <a:pt x="41" y="1"/>
                      <a:pt x="41" y="3"/>
                    </a:cubicBezTo>
                    <a:cubicBezTo>
                      <a:pt x="1" y="16"/>
                      <a:pt x="189" y="270"/>
                      <a:pt x="219" y="270"/>
                    </a:cubicBezTo>
                    <a:cubicBezTo>
                      <a:pt x="220" y="270"/>
                      <a:pt x="221" y="269"/>
                      <a:pt x="222" y="268"/>
                    </a:cubicBezTo>
                    <a:cubicBezTo>
                      <a:pt x="249" y="254"/>
                      <a:pt x="73" y="1"/>
                      <a:pt x="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37" name="Google Shape;2637;p40"/>
            <p:cNvSpPr/>
            <p:nvPr/>
          </p:nvSpPr>
          <p:spPr>
            <a:xfrm>
              <a:off x="1940831" y="3495854"/>
              <a:ext cx="187532" cy="143018"/>
            </a:xfrm>
            <a:custGeom>
              <a:avLst/>
              <a:gdLst/>
              <a:ahLst/>
              <a:cxnLst/>
              <a:rect l="l" t="t" r="r" b="b"/>
              <a:pathLst>
                <a:path w="2414" h="1841" extrusionOk="0">
                  <a:moveTo>
                    <a:pt x="1480" y="1"/>
                  </a:moveTo>
                  <a:cubicBezTo>
                    <a:pt x="997" y="1"/>
                    <a:pt x="582" y="826"/>
                    <a:pt x="115" y="826"/>
                  </a:cubicBezTo>
                  <a:cubicBezTo>
                    <a:pt x="77" y="826"/>
                    <a:pt x="39" y="821"/>
                    <a:pt x="0" y="809"/>
                  </a:cubicBezTo>
                  <a:lnTo>
                    <a:pt x="0" y="809"/>
                  </a:lnTo>
                  <a:cubicBezTo>
                    <a:pt x="168" y="1367"/>
                    <a:pt x="154" y="1450"/>
                    <a:pt x="767" y="1841"/>
                  </a:cubicBezTo>
                  <a:cubicBezTo>
                    <a:pt x="753" y="1185"/>
                    <a:pt x="2413" y="1102"/>
                    <a:pt x="1883" y="209"/>
                  </a:cubicBezTo>
                  <a:cubicBezTo>
                    <a:pt x="1742" y="60"/>
                    <a:pt x="1609" y="1"/>
                    <a:pt x="14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8" name="Google Shape;2638;p40"/>
            <p:cNvSpPr/>
            <p:nvPr/>
          </p:nvSpPr>
          <p:spPr>
            <a:xfrm>
              <a:off x="1984179" y="3512012"/>
              <a:ext cx="144183" cy="126860"/>
            </a:xfrm>
            <a:custGeom>
              <a:avLst/>
              <a:gdLst/>
              <a:ahLst/>
              <a:cxnLst/>
              <a:rect l="l" t="t" r="r" b="b"/>
              <a:pathLst>
                <a:path w="1856" h="1633" extrusionOk="0">
                  <a:moveTo>
                    <a:pt x="1325" y="1"/>
                  </a:moveTo>
                  <a:lnTo>
                    <a:pt x="1325" y="1"/>
                  </a:lnTo>
                  <a:cubicBezTo>
                    <a:pt x="1646" y="824"/>
                    <a:pt x="0" y="963"/>
                    <a:pt x="209" y="1633"/>
                  </a:cubicBezTo>
                  <a:cubicBezTo>
                    <a:pt x="209" y="977"/>
                    <a:pt x="1855" y="908"/>
                    <a:pt x="1325"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9" name="Google Shape;2639;p40"/>
            <p:cNvSpPr/>
            <p:nvPr/>
          </p:nvSpPr>
          <p:spPr>
            <a:xfrm>
              <a:off x="2010204" y="3537493"/>
              <a:ext cx="60672" cy="41328"/>
            </a:xfrm>
            <a:custGeom>
              <a:avLst/>
              <a:gdLst/>
              <a:ahLst/>
              <a:cxnLst/>
              <a:rect l="l" t="t" r="r" b="b"/>
              <a:pathLst>
                <a:path w="781" h="532" extrusionOk="0">
                  <a:moveTo>
                    <a:pt x="564" y="0"/>
                  </a:moveTo>
                  <a:cubicBezTo>
                    <a:pt x="490" y="0"/>
                    <a:pt x="391" y="35"/>
                    <a:pt x="279" y="119"/>
                  </a:cubicBezTo>
                  <a:cubicBezTo>
                    <a:pt x="1" y="318"/>
                    <a:pt x="41" y="531"/>
                    <a:pt x="224" y="531"/>
                  </a:cubicBezTo>
                  <a:cubicBezTo>
                    <a:pt x="297" y="531"/>
                    <a:pt x="394" y="496"/>
                    <a:pt x="502" y="412"/>
                  </a:cubicBezTo>
                  <a:cubicBezTo>
                    <a:pt x="780" y="213"/>
                    <a:pt x="747" y="0"/>
                    <a:pt x="564"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0" name="Google Shape;2640;p40"/>
            <p:cNvSpPr/>
            <p:nvPr/>
          </p:nvSpPr>
          <p:spPr>
            <a:xfrm>
              <a:off x="952593" y="3990944"/>
              <a:ext cx="146902" cy="237483"/>
            </a:xfrm>
            <a:custGeom>
              <a:avLst/>
              <a:gdLst/>
              <a:ahLst/>
              <a:cxnLst/>
              <a:rect l="l" t="t" r="r" b="b"/>
              <a:pathLst>
                <a:path w="1891" h="3057" extrusionOk="0">
                  <a:moveTo>
                    <a:pt x="1204" y="1"/>
                  </a:moveTo>
                  <a:cubicBezTo>
                    <a:pt x="1198" y="1"/>
                    <a:pt x="1192" y="1"/>
                    <a:pt x="1186" y="1"/>
                  </a:cubicBezTo>
                  <a:lnTo>
                    <a:pt x="0" y="1"/>
                  </a:lnTo>
                  <a:lnTo>
                    <a:pt x="0" y="3056"/>
                  </a:lnTo>
                  <a:lnTo>
                    <a:pt x="1186" y="3056"/>
                  </a:lnTo>
                  <a:cubicBezTo>
                    <a:pt x="1192" y="3056"/>
                    <a:pt x="1198" y="3057"/>
                    <a:pt x="1204" y="3057"/>
                  </a:cubicBezTo>
                  <a:cubicBezTo>
                    <a:pt x="1891" y="3057"/>
                    <a:pt x="1891" y="1"/>
                    <a:pt x="1204" y="1"/>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1" name="Google Shape;2641;p40"/>
            <p:cNvSpPr/>
            <p:nvPr/>
          </p:nvSpPr>
          <p:spPr>
            <a:xfrm>
              <a:off x="908700" y="3993740"/>
              <a:ext cx="87862" cy="231657"/>
            </a:xfrm>
            <a:custGeom>
              <a:avLst/>
              <a:gdLst/>
              <a:ahLst/>
              <a:cxnLst/>
              <a:rect l="l" t="t" r="r" b="b"/>
              <a:pathLst>
                <a:path w="1131" h="2982" extrusionOk="0">
                  <a:moveTo>
                    <a:pt x="565" y="0"/>
                  </a:moveTo>
                  <a:cubicBezTo>
                    <a:pt x="283" y="0"/>
                    <a:pt x="0" y="495"/>
                    <a:pt x="7" y="1486"/>
                  </a:cubicBezTo>
                  <a:cubicBezTo>
                    <a:pt x="0" y="2483"/>
                    <a:pt x="283" y="2982"/>
                    <a:pt x="565" y="2982"/>
                  </a:cubicBezTo>
                  <a:cubicBezTo>
                    <a:pt x="848" y="2982"/>
                    <a:pt x="1130" y="2483"/>
                    <a:pt x="1123" y="1486"/>
                  </a:cubicBezTo>
                  <a:cubicBezTo>
                    <a:pt x="1130" y="495"/>
                    <a:pt x="848" y="0"/>
                    <a:pt x="5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2" name="Google Shape;2642;p40"/>
            <p:cNvSpPr/>
            <p:nvPr/>
          </p:nvSpPr>
          <p:spPr>
            <a:xfrm>
              <a:off x="1528165" y="3737223"/>
              <a:ext cx="140454" cy="33482"/>
            </a:xfrm>
            <a:custGeom>
              <a:avLst/>
              <a:gdLst/>
              <a:ahLst/>
              <a:cxnLst/>
              <a:rect l="l" t="t" r="r" b="b"/>
              <a:pathLst>
                <a:path w="1808" h="431" extrusionOk="0">
                  <a:moveTo>
                    <a:pt x="1492" y="1"/>
                  </a:moveTo>
                  <a:cubicBezTo>
                    <a:pt x="1001" y="1"/>
                    <a:pt x="1" y="204"/>
                    <a:pt x="54" y="352"/>
                  </a:cubicBezTo>
                  <a:cubicBezTo>
                    <a:pt x="54" y="407"/>
                    <a:pt x="162" y="430"/>
                    <a:pt x="325" y="430"/>
                  </a:cubicBezTo>
                  <a:cubicBezTo>
                    <a:pt x="818" y="430"/>
                    <a:pt x="1808" y="220"/>
                    <a:pt x="1755" y="73"/>
                  </a:cubicBezTo>
                  <a:cubicBezTo>
                    <a:pt x="1755" y="22"/>
                    <a:pt x="1650" y="1"/>
                    <a:pt x="1492" y="1"/>
                  </a:cubicBezTo>
                  <a:close/>
                </a:path>
              </a:pathLst>
            </a:custGeom>
            <a:solidFill>
              <a:srgbClr val="000000">
                <a:alpha val="446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3" name="Google Shape;2643;p40"/>
            <p:cNvSpPr/>
            <p:nvPr/>
          </p:nvSpPr>
          <p:spPr>
            <a:xfrm>
              <a:off x="1377067" y="3518460"/>
              <a:ext cx="383919" cy="65877"/>
            </a:xfrm>
            <a:custGeom>
              <a:avLst/>
              <a:gdLst/>
              <a:ahLst/>
              <a:cxnLst/>
              <a:rect l="l" t="t" r="r" b="b"/>
              <a:pathLst>
                <a:path w="4942" h="848" extrusionOk="0">
                  <a:moveTo>
                    <a:pt x="4070" y="1"/>
                  </a:moveTo>
                  <a:cubicBezTo>
                    <a:pt x="2716" y="1"/>
                    <a:pt x="1" y="397"/>
                    <a:pt x="116" y="699"/>
                  </a:cubicBezTo>
                  <a:cubicBezTo>
                    <a:pt x="102" y="804"/>
                    <a:pt x="400" y="848"/>
                    <a:pt x="853" y="848"/>
                  </a:cubicBezTo>
                  <a:cubicBezTo>
                    <a:pt x="2208" y="848"/>
                    <a:pt x="4942" y="458"/>
                    <a:pt x="4816" y="155"/>
                  </a:cubicBezTo>
                  <a:cubicBezTo>
                    <a:pt x="4830" y="46"/>
                    <a:pt x="4528" y="1"/>
                    <a:pt x="4070" y="1"/>
                  </a:cubicBezTo>
                  <a:close/>
                </a:path>
              </a:pathLst>
            </a:custGeom>
            <a:solidFill>
              <a:srgbClr val="000000">
                <a:alpha val="446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44" name="Google Shape;2644;p40"/>
          <p:cNvSpPr txBox="1">
            <a:spLocks noGrp="1"/>
          </p:cNvSpPr>
          <p:nvPr>
            <p:ph type="ctrTitle"/>
          </p:nvPr>
        </p:nvSpPr>
        <p:spPr>
          <a:xfrm>
            <a:off x="402648" y="1317173"/>
            <a:ext cx="5554800" cy="2107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IGUALACION DE  ECUACIONES </a:t>
            </a:r>
            <a:endParaRPr dirty="0"/>
          </a:p>
        </p:txBody>
      </p:sp>
      <p:grpSp>
        <p:nvGrpSpPr>
          <p:cNvPr id="2647" name="Google Shape;2647;p40"/>
          <p:cNvGrpSpPr/>
          <p:nvPr/>
        </p:nvGrpSpPr>
        <p:grpSpPr>
          <a:xfrm>
            <a:off x="4155022" y="960616"/>
            <a:ext cx="5433967" cy="4738349"/>
            <a:chOff x="2440400" y="323925"/>
            <a:chExt cx="1247725" cy="1088000"/>
          </a:xfrm>
        </p:grpSpPr>
        <p:sp>
          <p:nvSpPr>
            <p:cNvPr id="2648" name="Google Shape;2648;p40"/>
            <p:cNvSpPr/>
            <p:nvPr/>
          </p:nvSpPr>
          <p:spPr>
            <a:xfrm>
              <a:off x="2951625" y="1357500"/>
              <a:ext cx="66275" cy="42550"/>
            </a:xfrm>
            <a:custGeom>
              <a:avLst/>
              <a:gdLst/>
              <a:ahLst/>
              <a:cxnLst/>
              <a:rect l="l" t="t" r="r" b="b"/>
              <a:pathLst>
                <a:path w="2651" h="1702" extrusionOk="0">
                  <a:moveTo>
                    <a:pt x="1" y="0"/>
                  </a:moveTo>
                  <a:lnTo>
                    <a:pt x="98" y="98"/>
                  </a:lnTo>
                  <a:cubicBezTo>
                    <a:pt x="168" y="153"/>
                    <a:pt x="266" y="237"/>
                    <a:pt x="391" y="321"/>
                  </a:cubicBezTo>
                  <a:cubicBezTo>
                    <a:pt x="628" y="502"/>
                    <a:pt x="949" y="725"/>
                    <a:pt x="1284" y="935"/>
                  </a:cubicBezTo>
                  <a:cubicBezTo>
                    <a:pt x="1605" y="1144"/>
                    <a:pt x="1953" y="1339"/>
                    <a:pt x="2218" y="1479"/>
                  </a:cubicBezTo>
                  <a:cubicBezTo>
                    <a:pt x="2344" y="1562"/>
                    <a:pt x="2455" y="1604"/>
                    <a:pt x="2525" y="1646"/>
                  </a:cubicBezTo>
                  <a:cubicBezTo>
                    <a:pt x="2609" y="1688"/>
                    <a:pt x="2651" y="1702"/>
                    <a:pt x="2651" y="1702"/>
                  </a:cubicBezTo>
                  <a:cubicBezTo>
                    <a:pt x="2651" y="1702"/>
                    <a:pt x="2623" y="1674"/>
                    <a:pt x="2553" y="1618"/>
                  </a:cubicBezTo>
                  <a:cubicBezTo>
                    <a:pt x="2483" y="1562"/>
                    <a:pt x="2386" y="1493"/>
                    <a:pt x="2260" y="1395"/>
                  </a:cubicBezTo>
                  <a:cubicBezTo>
                    <a:pt x="2023" y="1228"/>
                    <a:pt x="1702" y="990"/>
                    <a:pt x="1367" y="781"/>
                  </a:cubicBezTo>
                  <a:cubicBezTo>
                    <a:pt x="1047" y="558"/>
                    <a:pt x="698" y="363"/>
                    <a:pt x="447" y="223"/>
                  </a:cubicBezTo>
                  <a:cubicBezTo>
                    <a:pt x="307" y="153"/>
                    <a:pt x="196" y="98"/>
                    <a:pt x="126" y="56"/>
                  </a:cubicBezTo>
                  <a:cubicBezTo>
                    <a:pt x="42" y="28"/>
                    <a:pt x="1" y="0"/>
                    <a:pt x="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9" name="Google Shape;2649;p40"/>
            <p:cNvSpPr/>
            <p:nvPr/>
          </p:nvSpPr>
          <p:spPr>
            <a:xfrm>
              <a:off x="2497250" y="536275"/>
              <a:ext cx="50925" cy="45700"/>
            </a:xfrm>
            <a:custGeom>
              <a:avLst/>
              <a:gdLst/>
              <a:ahLst/>
              <a:cxnLst/>
              <a:rect l="l" t="t" r="r" b="b"/>
              <a:pathLst>
                <a:path w="2037" h="1828" extrusionOk="0">
                  <a:moveTo>
                    <a:pt x="2037" y="0"/>
                  </a:moveTo>
                  <a:lnTo>
                    <a:pt x="1939" y="70"/>
                  </a:lnTo>
                  <a:cubicBezTo>
                    <a:pt x="1884" y="112"/>
                    <a:pt x="1786" y="181"/>
                    <a:pt x="1688" y="251"/>
                  </a:cubicBezTo>
                  <a:cubicBezTo>
                    <a:pt x="1493" y="419"/>
                    <a:pt x="1228" y="628"/>
                    <a:pt x="963" y="851"/>
                  </a:cubicBezTo>
                  <a:cubicBezTo>
                    <a:pt x="712" y="1088"/>
                    <a:pt x="461" y="1325"/>
                    <a:pt x="293" y="1507"/>
                  </a:cubicBezTo>
                  <a:cubicBezTo>
                    <a:pt x="196" y="1604"/>
                    <a:pt x="126" y="1674"/>
                    <a:pt x="84" y="1730"/>
                  </a:cubicBezTo>
                  <a:lnTo>
                    <a:pt x="0" y="1827"/>
                  </a:lnTo>
                  <a:cubicBezTo>
                    <a:pt x="0" y="1827"/>
                    <a:pt x="42" y="1799"/>
                    <a:pt x="98" y="1758"/>
                  </a:cubicBezTo>
                  <a:cubicBezTo>
                    <a:pt x="154" y="1716"/>
                    <a:pt x="252" y="1646"/>
                    <a:pt x="349" y="1576"/>
                  </a:cubicBezTo>
                  <a:cubicBezTo>
                    <a:pt x="544" y="1423"/>
                    <a:pt x="810" y="1200"/>
                    <a:pt x="1075" y="976"/>
                  </a:cubicBezTo>
                  <a:cubicBezTo>
                    <a:pt x="1326" y="739"/>
                    <a:pt x="1577" y="502"/>
                    <a:pt x="1744" y="321"/>
                  </a:cubicBezTo>
                  <a:cubicBezTo>
                    <a:pt x="1842" y="237"/>
                    <a:pt x="1911" y="153"/>
                    <a:pt x="1967" y="98"/>
                  </a:cubicBezTo>
                  <a:cubicBezTo>
                    <a:pt x="2009" y="42"/>
                    <a:pt x="2037" y="0"/>
                    <a:pt x="203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0" name="Google Shape;2650;p40"/>
            <p:cNvSpPr/>
            <p:nvPr/>
          </p:nvSpPr>
          <p:spPr>
            <a:xfrm>
              <a:off x="2494100" y="581950"/>
              <a:ext cx="4225" cy="44300"/>
            </a:xfrm>
            <a:custGeom>
              <a:avLst/>
              <a:gdLst/>
              <a:ahLst/>
              <a:cxnLst/>
              <a:rect l="l" t="t" r="r" b="b"/>
              <a:pathLst>
                <a:path w="169" h="1772" extrusionOk="0">
                  <a:moveTo>
                    <a:pt x="71" y="0"/>
                  </a:moveTo>
                  <a:cubicBezTo>
                    <a:pt x="43" y="84"/>
                    <a:pt x="29" y="182"/>
                    <a:pt x="29" y="279"/>
                  </a:cubicBezTo>
                  <a:cubicBezTo>
                    <a:pt x="15" y="475"/>
                    <a:pt x="1" y="684"/>
                    <a:pt x="1" y="893"/>
                  </a:cubicBezTo>
                  <a:cubicBezTo>
                    <a:pt x="15" y="1088"/>
                    <a:pt x="29" y="1298"/>
                    <a:pt x="57" y="1507"/>
                  </a:cubicBezTo>
                  <a:cubicBezTo>
                    <a:pt x="57" y="1590"/>
                    <a:pt x="85" y="1688"/>
                    <a:pt x="99" y="1772"/>
                  </a:cubicBezTo>
                  <a:cubicBezTo>
                    <a:pt x="113" y="1688"/>
                    <a:pt x="126" y="1590"/>
                    <a:pt x="140" y="1493"/>
                  </a:cubicBezTo>
                  <a:cubicBezTo>
                    <a:pt x="154" y="1298"/>
                    <a:pt x="168" y="1088"/>
                    <a:pt x="154" y="893"/>
                  </a:cubicBezTo>
                  <a:cubicBezTo>
                    <a:pt x="154" y="684"/>
                    <a:pt x="140" y="475"/>
                    <a:pt x="113" y="279"/>
                  </a:cubicBezTo>
                  <a:cubicBezTo>
                    <a:pt x="99" y="112"/>
                    <a:pt x="71" y="0"/>
                    <a:pt x="7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1" name="Google Shape;2651;p40"/>
            <p:cNvSpPr/>
            <p:nvPr/>
          </p:nvSpPr>
          <p:spPr>
            <a:xfrm>
              <a:off x="2548850" y="535925"/>
              <a:ext cx="32125" cy="31050"/>
            </a:xfrm>
            <a:custGeom>
              <a:avLst/>
              <a:gdLst/>
              <a:ahLst/>
              <a:cxnLst/>
              <a:rect l="l" t="t" r="r" b="b"/>
              <a:pathLst>
                <a:path w="1285" h="1242" extrusionOk="0">
                  <a:moveTo>
                    <a:pt x="1" y="0"/>
                  </a:moveTo>
                  <a:cubicBezTo>
                    <a:pt x="1" y="0"/>
                    <a:pt x="57" y="98"/>
                    <a:pt x="182" y="223"/>
                  </a:cubicBezTo>
                  <a:cubicBezTo>
                    <a:pt x="308" y="377"/>
                    <a:pt x="447" y="530"/>
                    <a:pt x="601" y="670"/>
                  </a:cubicBezTo>
                  <a:cubicBezTo>
                    <a:pt x="740" y="823"/>
                    <a:pt x="894" y="949"/>
                    <a:pt x="1061" y="1074"/>
                  </a:cubicBezTo>
                  <a:cubicBezTo>
                    <a:pt x="1131" y="1130"/>
                    <a:pt x="1214" y="1186"/>
                    <a:pt x="1284" y="1242"/>
                  </a:cubicBezTo>
                  <a:cubicBezTo>
                    <a:pt x="1228" y="1158"/>
                    <a:pt x="1173" y="1088"/>
                    <a:pt x="1117" y="1018"/>
                  </a:cubicBezTo>
                  <a:cubicBezTo>
                    <a:pt x="977" y="851"/>
                    <a:pt x="838" y="711"/>
                    <a:pt x="698" y="572"/>
                  </a:cubicBezTo>
                  <a:cubicBezTo>
                    <a:pt x="545" y="419"/>
                    <a:pt x="391" y="293"/>
                    <a:pt x="238" y="167"/>
                  </a:cubicBezTo>
                  <a:cubicBezTo>
                    <a:pt x="99" y="70"/>
                    <a:pt x="1" y="0"/>
                    <a:pt x="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2" name="Google Shape;2652;p40"/>
            <p:cNvSpPr/>
            <p:nvPr/>
          </p:nvSpPr>
          <p:spPr>
            <a:xfrm>
              <a:off x="2589650" y="538650"/>
              <a:ext cx="28625" cy="45150"/>
            </a:xfrm>
            <a:custGeom>
              <a:avLst/>
              <a:gdLst/>
              <a:ahLst/>
              <a:cxnLst/>
              <a:rect l="l" t="t" r="r" b="b"/>
              <a:pathLst>
                <a:path w="1145" h="1806" extrusionOk="0">
                  <a:moveTo>
                    <a:pt x="945" y="1"/>
                  </a:moveTo>
                  <a:cubicBezTo>
                    <a:pt x="721" y="1"/>
                    <a:pt x="510" y="58"/>
                    <a:pt x="322" y="184"/>
                  </a:cubicBezTo>
                  <a:cubicBezTo>
                    <a:pt x="210" y="282"/>
                    <a:pt x="126" y="351"/>
                    <a:pt x="126" y="407"/>
                  </a:cubicBezTo>
                  <a:cubicBezTo>
                    <a:pt x="99" y="477"/>
                    <a:pt x="71" y="547"/>
                    <a:pt x="43" y="616"/>
                  </a:cubicBezTo>
                  <a:cubicBezTo>
                    <a:pt x="15" y="728"/>
                    <a:pt x="1" y="854"/>
                    <a:pt x="15" y="979"/>
                  </a:cubicBezTo>
                  <a:cubicBezTo>
                    <a:pt x="29" y="1021"/>
                    <a:pt x="57" y="1063"/>
                    <a:pt x="85" y="1105"/>
                  </a:cubicBezTo>
                  <a:cubicBezTo>
                    <a:pt x="112" y="1146"/>
                    <a:pt x="154" y="1174"/>
                    <a:pt x="196" y="1188"/>
                  </a:cubicBezTo>
                  <a:cubicBezTo>
                    <a:pt x="252" y="1202"/>
                    <a:pt x="308" y="1202"/>
                    <a:pt x="364" y="1202"/>
                  </a:cubicBezTo>
                  <a:cubicBezTo>
                    <a:pt x="391" y="1202"/>
                    <a:pt x="419" y="1202"/>
                    <a:pt x="461" y="1188"/>
                  </a:cubicBezTo>
                  <a:cubicBezTo>
                    <a:pt x="517" y="1174"/>
                    <a:pt x="559" y="1160"/>
                    <a:pt x="615" y="1133"/>
                  </a:cubicBezTo>
                  <a:cubicBezTo>
                    <a:pt x="656" y="1105"/>
                    <a:pt x="712" y="1091"/>
                    <a:pt x="768" y="1077"/>
                  </a:cubicBezTo>
                  <a:cubicBezTo>
                    <a:pt x="776" y="1073"/>
                    <a:pt x="782" y="1071"/>
                    <a:pt x="787" y="1071"/>
                  </a:cubicBezTo>
                  <a:cubicBezTo>
                    <a:pt x="802" y="1071"/>
                    <a:pt x="810" y="1084"/>
                    <a:pt x="810" y="1105"/>
                  </a:cubicBezTo>
                  <a:cubicBezTo>
                    <a:pt x="810" y="1133"/>
                    <a:pt x="810" y="1146"/>
                    <a:pt x="796" y="1174"/>
                  </a:cubicBezTo>
                  <a:cubicBezTo>
                    <a:pt x="768" y="1230"/>
                    <a:pt x="726" y="1272"/>
                    <a:pt x="684" y="1314"/>
                  </a:cubicBezTo>
                  <a:cubicBezTo>
                    <a:pt x="601" y="1370"/>
                    <a:pt x="503" y="1412"/>
                    <a:pt x="405" y="1412"/>
                  </a:cubicBezTo>
                  <a:cubicBezTo>
                    <a:pt x="364" y="1418"/>
                    <a:pt x="322" y="1422"/>
                    <a:pt x="282" y="1422"/>
                  </a:cubicBezTo>
                  <a:cubicBezTo>
                    <a:pt x="241" y="1422"/>
                    <a:pt x="203" y="1418"/>
                    <a:pt x="168" y="1412"/>
                  </a:cubicBezTo>
                  <a:cubicBezTo>
                    <a:pt x="140" y="1537"/>
                    <a:pt x="112" y="1663"/>
                    <a:pt x="71" y="1774"/>
                  </a:cubicBezTo>
                  <a:cubicBezTo>
                    <a:pt x="112" y="1802"/>
                    <a:pt x="168" y="1802"/>
                    <a:pt x="224" y="1802"/>
                  </a:cubicBezTo>
                  <a:cubicBezTo>
                    <a:pt x="256" y="1804"/>
                    <a:pt x="287" y="1806"/>
                    <a:pt x="318" y="1806"/>
                  </a:cubicBezTo>
                  <a:cubicBezTo>
                    <a:pt x="478" y="1806"/>
                    <a:pt x="630" y="1775"/>
                    <a:pt x="782" y="1704"/>
                  </a:cubicBezTo>
                  <a:cubicBezTo>
                    <a:pt x="880" y="1649"/>
                    <a:pt x="949" y="1579"/>
                    <a:pt x="1005" y="1481"/>
                  </a:cubicBezTo>
                  <a:cubicBezTo>
                    <a:pt x="1047" y="1425"/>
                    <a:pt x="1075" y="1370"/>
                    <a:pt x="1103" y="1314"/>
                  </a:cubicBezTo>
                  <a:cubicBezTo>
                    <a:pt x="1145" y="1202"/>
                    <a:pt x="1145" y="1091"/>
                    <a:pt x="1131" y="979"/>
                  </a:cubicBezTo>
                  <a:cubicBezTo>
                    <a:pt x="1117" y="937"/>
                    <a:pt x="1103" y="895"/>
                    <a:pt x="1075" y="854"/>
                  </a:cubicBezTo>
                  <a:cubicBezTo>
                    <a:pt x="1061" y="840"/>
                    <a:pt x="1047" y="826"/>
                    <a:pt x="1019" y="812"/>
                  </a:cubicBezTo>
                  <a:cubicBezTo>
                    <a:pt x="991" y="784"/>
                    <a:pt x="935" y="756"/>
                    <a:pt x="894" y="742"/>
                  </a:cubicBezTo>
                  <a:cubicBezTo>
                    <a:pt x="866" y="735"/>
                    <a:pt x="841" y="732"/>
                    <a:pt x="817" y="732"/>
                  </a:cubicBezTo>
                  <a:cubicBezTo>
                    <a:pt x="792" y="732"/>
                    <a:pt x="768" y="735"/>
                    <a:pt x="740" y="742"/>
                  </a:cubicBezTo>
                  <a:cubicBezTo>
                    <a:pt x="684" y="770"/>
                    <a:pt x="615" y="784"/>
                    <a:pt x="559" y="826"/>
                  </a:cubicBezTo>
                  <a:cubicBezTo>
                    <a:pt x="533" y="839"/>
                    <a:pt x="510" y="845"/>
                    <a:pt x="490" y="845"/>
                  </a:cubicBezTo>
                  <a:cubicBezTo>
                    <a:pt x="445" y="845"/>
                    <a:pt x="415" y="814"/>
                    <a:pt x="405" y="756"/>
                  </a:cubicBezTo>
                  <a:cubicBezTo>
                    <a:pt x="391" y="644"/>
                    <a:pt x="475" y="533"/>
                    <a:pt x="587" y="505"/>
                  </a:cubicBezTo>
                  <a:cubicBezTo>
                    <a:pt x="649" y="484"/>
                    <a:pt x="716" y="473"/>
                    <a:pt x="784" y="473"/>
                  </a:cubicBezTo>
                  <a:cubicBezTo>
                    <a:pt x="852" y="473"/>
                    <a:pt x="921" y="484"/>
                    <a:pt x="991" y="505"/>
                  </a:cubicBezTo>
                  <a:lnTo>
                    <a:pt x="1019" y="3"/>
                  </a:lnTo>
                  <a:cubicBezTo>
                    <a:pt x="994" y="1"/>
                    <a:pt x="970" y="1"/>
                    <a:pt x="94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3" name="Google Shape;2653;p40"/>
            <p:cNvSpPr/>
            <p:nvPr/>
          </p:nvSpPr>
          <p:spPr>
            <a:xfrm>
              <a:off x="3099825" y="633200"/>
              <a:ext cx="56875" cy="105700"/>
            </a:xfrm>
            <a:custGeom>
              <a:avLst/>
              <a:gdLst/>
              <a:ahLst/>
              <a:cxnLst/>
              <a:rect l="l" t="t" r="r" b="b"/>
              <a:pathLst>
                <a:path w="2275" h="4228" extrusionOk="0">
                  <a:moveTo>
                    <a:pt x="1158" y="1"/>
                  </a:moveTo>
                  <a:lnTo>
                    <a:pt x="1158" y="1"/>
                  </a:lnTo>
                  <a:cubicBezTo>
                    <a:pt x="879" y="98"/>
                    <a:pt x="600" y="182"/>
                    <a:pt x="308" y="238"/>
                  </a:cubicBezTo>
                  <a:cubicBezTo>
                    <a:pt x="252" y="1424"/>
                    <a:pt x="154" y="2693"/>
                    <a:pt x="1" y="4004"/>
                  </a:cubicBezTo>
                  <a:lnTo>
                    <a:pt x="363" y="3878"/>
                  </a:lnTo>
                  <a:cubicBezTo>
                    <a:pt x="489" y="3823"/>
                    <a:pt x="614" y="3767"/>
                    <a:pt x="768" y="3697"/>
                  </a:cubicBezTo>
                  <a:cubicBezTo>
                    <a:pt x="810" y="3209"/>
                    <a:pt x="838" y="2916"/>
                    <a:pt x="838" y="2832"/>
                  </a:cubicBezTo>
                  <a:lnTo>
                    <a:pt x="1256" y="2679"/>
                  </a:lnTo>
                  <a:lnTo>
                    <a:pt x="1256" y="2679"/>
                  </a:lnTo>
                  <a:cubicBezTo>
                    <a:pt x="1172" y="3404"/>
                    <a:pt x="1144" y="3920"/>
                    <a:pt x="1144" y="4227"/>
                  </a:cubicBezTo>
                  <a:cubicBezTo>
                    <a:pt x="1242" y="4157"/>
                    <a:pt x="1340" y="4088"/>
                    <a:pt x="1465" y="4032"/>
                  </a:cubicBezTo>
                  <a:cubicBezTo>
                    <a:pt x="1563" y="3962"/>
                    <a:pt x="1675" y="3906"/>
                    <a:pt x="1786" y="3851"/>
                  </a:cubicBezTo>
                  <a:lnTo>
                    <a:pt x="1842" y="3823"/>
                  </a:lnTo>
                  <a:cubicBezTo>
                    <a:pt x="1884" y="3097"/>
                    <a:pt x="2023" y="1870"/>
                    <a:pt x="2274" y="154"/>
                  </a:cubicBezTo>
                  <a:lnTo>
                    <a:pt x="2274" y="154"/>
                  </a:lnTo>
                  <a:cubicBezTo>
                    <a:pt x="2009" y="280"/>
                    <a:pt x="1744" y="377"/>
                    <a:pt x="1451" y="447"/>
                  </a:cubicBezTo>
                  <a:cubicBezTo>
                    <a:pt x="1423" y="1033"/>
                    <a:pt x="1382" y="1493"/>
                    <a:pt x="1354" y="1814"/>
                  </a:cubicBezTo>
                  <a:cubicBezTo>
                    <a:pt x="1270" y="1856"/>
                    <a:pt x="1200" y="1884"/>
                    <a:pt x="1144" y="1912"/>
                  </a:cubicBezTo>
                  <a:cubicBezTo>
                    <a:pt x="1131" y="1912"/>
                    <a:pt x="1075" y="1940"/>
                    <a:pt x="949" y="1995"/>
                  </a:cubicBezTo>
                  <a:cubicBezTo>
                    <a:pt x="991" y="1326"/>
                    <a:pt x="1061" y="656"/>
                    <a:pt x="115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4" name="Google Shape;2654;p40"/>
            <p:cNvSpPr/>
            <p:nvPr/>
          </p:nvSpPr>
          <p:spPr>
            <a:xfrm>
              <a:off x="3155625" y="693400"/>
              <a:ext cx="30350" cy="36775"/>
            </a:xfrm>
            <a:custGeom>
              <a:avLst/>
              <a:gdLst/>
              <a:ahLst/>
              <a:cxnLst/>
              <a:rect l="l" t="t" r="r" b="b"/>
              <a:pathLst>
                <a:path w="1214" h="1471" extrusionOk="0">
                  <a:moveTo>
                    <a:pt x="657" y="1"/>
                  </a:moveTo>
                  <a:cubicBezTo>
                    <a:pt x="634" y="1"/>
                    <a:pt x="611" y="2"/>
                    <a:pt x="586" y="6"/>
                  </a:cubicBezTo>
                  <a:cubicBezTo>
                    <a:pt x="349" y="6"/>
                    <a:pt x="140" y="145"/>
                    <a:pt x="42" y="369"/>
                  </a:cubicBezTo>
                  <a:cubicBezTo>
                    <a:pt x="0" y="480"/>
                    <a:pt x="14" y="620"/>
                    <a:pt x="70" y="731"/>
                  </a:cubicBezTo>
                  <a:cubicBezTo>
                    <a:pt x="196" y="689"/>
                    <a:pt x="335" y="661"/>
                    <a:pt x="475" y="661"/>
                  </a:cubicBezTo>
                  <a:cubicBezTo>
                    <a:pt x="475" y="620"/>
                    <a:pt x="461" y="592"/>
                    <a:pt x="447" y="564"/>
                  </a:cubicBezTo>
                  <a:cubicBezTo>
                    <a:pt x="433" y="494"/>
                    <a:pt x="461" y="452"/>
                    <a:pt x="517" y="410"/>
                  </a:cubicBezTo>
                  <a:cubicBezTo>
                    <a:pt x="586" y="424"/>
                    <a:pt x="628" y="452"/>
                    <a:pt x="628" y="508"/>
                  </a:cubicBezTo>
                  <a:cubicBezTo>
                    <a:pt x="628" y="536"/>
                    <a:pt x="614" y="564"/>
                    <a:pt x="600" y="592"/>
                  </a:cubicBezTo>
                  <a:cubicBezTo>
                    <a:pt x="517" y="759"/>
                    <a:pt x="405" y="926"/>
                    <a:pt x="252" y="1052"/>
                  </a:cubicBezTo>
                  <a:cubicBezTo>
                    <a:pt x="140" y="1150"/>
                    <a:pt x="98" y="1317"/>
                    <a:pt x="154" y="1470"/>
                  </a:cubicBezTo>
                  <a:cubicBezTo>
                    <a:pt x="227" y="1414"/>
                    <a:pt x="357" y="1385"/>
                    <a:pt x="547" y="1385"/>
                  </a:cubicBezTo>
                  <a:cubicBezTo>
                    <a:pt x="683" y="1385"/>
                    <a:pt x="849" y="1400"/>
                    <a:pt x="1047" y="1429"/>
                  </a:cubicBezTo>
                  <a:cubicBezTo>
                    <a:pt x="1061" y="1289"/>
                    <a:pt x="1116" y="1150"/>
                    <a:pt x="1214" y="1052"/>
                  </a:cubicBezTo>
                  <a:cubicBezTo>
                    <a:pt x="1099" y="1021"/>
                    <a:pt x="984" y="1005"/>
                    <a:pt x="869" y="1005"/>
                  </a:cubicBezTo>
                  <a:cubicBezTo>
                    <a:pt x="830" y="1005"/>
                    <a:pt x="792" y="1007"/>
                    <a:pt x="754" y="1010"/>
                  </a:cubicBezTo>
                  <a:cubicBezTo>
                    <a:pt x="991" y="787"/>
                    <a:pt x="1102" y="592"/>
                    <a:pt x="1102" y="410"/>
                  </a:cubicBezTo>
                  <a:cubicBezTo>
                    <a:pt x="1088" y="257"/>
                    <a:pt x="1005" y="117"/>
                    <a:pt x="865" y="48"/>
                  </a:cubicBezTo>
                  <a:cubicBezTo>
                    <a:pt x="792" y="16"/>
                    <a:pt x="727" y="1"/>
                    <a:pt x="65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5" name="Google Shape;2655;p40"/>
            <p:cNvSpPr/>
            <p:nvPr/>
          </p:nvSpPr>
          <p:spPr>
            <a:xfrm>
              <a:off x="3189100" y="658675"/>
              <a:ext cx="65575" cy="72475"/>
            </a:xfrm>
            <a:custGeom>
              <a:avLst/>
              <a:gdLst/>
              <a:ahLst/>
              <a:cxnLst/>
              <a:rect l="l" t="t" r="r" b="b"/>
              <a:pathLst>
                <a:path w="2623" h="2899" extrusionOk="0">
                  <a:moveTo>
                    <a:pt x="1535" y="1144"/>
                  </a:moveTo>
                  <a:cubicBezTo>
                    <a:pt x="1758" y="1144"/>
                    <a:pt x="1856" y="1241"/>
                    <a:pt x="1842" y="1437"/>
                  </a:cubicBezTo>
                  <a:cubicBezTo>
                    <a:pt x="1814" y="1576"/>
                    <a:pt x="1758" y="1716"/>
                    <a:pt x="1688" y="1827"/>
                  </a:cubicBezTo>
                  <a:cubicBezTo>
                    <a:pt x="1521" y="2078"/>
                    <a:pt x="1256" y="2260"/>
                    <a:pt x="963" y="2302"/>
                  </a:cubicBezTo>
                  <a:cubicBezTo>
                    <a:pt x="851" y="2288"/>
                    <a:pt x="782" y="2190"/>
                    <a:pt x="754" y="2023"/>
                  </a:cubicBezTo>
                  <a:cubicBezTo>
                    <a:pt x="782" y="1590"/>
                    <a:pt x="1102" y="1228"/>
                    <a:pt x="1535" y="1144"/>
                  </a:cubicBezTo>
                  <a:close/>
                  <a:moveTo>
                    <a:pt x="1884" y="0"/>
                  </a:moveTo>
                  <a:cubicBezTo>
                    <a:pt x="1702" y="14"/>
                    <a:pt x="1535" y="42"/>
                    <a:pt x="1367" y="112"/>
                  </a:cubicBezTo>
                  <a:cubicBezTo>
                    <a:pt x="1144" y="195"/>
                    <a:pt x="921" y="321"/>
                    <a:pt x="726" y="460"/>
                  </a:cubicBezTo>
                  <a:cubicBezTo>
                    <a:pt x="517" y="670"/>
                    <a:pt x="349" y="907"/>
                    <a:pt x="210" y="1172"/>
                  </a:cubicBezTo>
                  <a:cubicBezTo>
                    <a:pt x="70" y="1451"/>
                    <a:pt x="1" y="1772"/>
                    <a:pt x="28" y="2092"/>
                  </a:cubicBezTo>
                  <a:cubicBezTo>
                    <a:pt x="70" y="2302"/>
                    <a:pt x="168" y="2511"/>
                    <a:pt x="321" y="2678"/>
                  </a:cubicBezTo>
                  <a:cubicBezTo>
                    <a:pt x="447" y="2790"/>
                    <a:pt x="600" y="2859"/>
                    <a:pt x="768" y="2887"/>
                  </a:cubicBezTo>
                  <a:cubicBezTo>
                    <a:pt x="824" y="2895"/>
                    <a:pt x="880" y="2898"/>
                    <a:pt x="936" y="2898"/>
                  </a:cubicBezTo>
                  <a:cubicBezTo>
                    <a:pt x="1088" y="2898"/>
                    <a:pt x="1238" y="2872"/>
                    <a:pt x="1381" y="2832"/>
                  </a:cubicBezTo>
                  <a:cubicBezTo>
                    <a:pt x="1605" y="2720"/>
                    <a:pt x="1814" y="2581"/>
                    <a:pt x="1995" y="2399"/>
                  </a:cubicBezTo>
                  <a:cubicBezTo>
                    <a:pt x="2065" y="2329"/>
                    <a:pt x="2149" y="2246"/>
                    <a:pt x="2204" y="2148"/>
                  </a:cubicBezTo>
                  <a:cubicBezTo>
                    <a:pt x="2302" y="2009"/>
                    <a:pt x="2400" y="1841"/>
                    <a:pt x="2469" y="1688"/>
                  </a:cubicBezTo>
                  <a:cubicBezTo>
                    <a:pt x="2567" y="1451"/>
                    <a:pt x="2609" y="1214"/>
                    <a:pt x="2623" y="962"/>
                  </a:cubicBezTo>
                  <a:cubicBezTo>
                    <a:pt x="2623" y="753"/>
                    <a:pt x="2567" y="558"/>
                    <a:pt x="2469" y="377"/>
                  </a:cubicBezTo>
                  <a:cubicBezTo>
                    <a:pt x="2358" y="167"/>
                    <a:pt x="2135" y="28"/>
                    <a:pt x="188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6" name="Google Shape;2656;p40"/>
            <p:cNvSpPr/>
            <p:nvPr/>
          </p:nvSpPr>
          <p:spPr>
            <a:xfrm>
              <a:off x="3035325" y="433050"/>
              <a:ext cx="3850" cy="38375"/>
            </a:xfrm>
            <a:custGeom>
              <a:avLst/>
              <a:gdLst/>
              <a:ahLst/>
              <a:cxnLst/>
              <a:rect l="l" t="t" r="r" b="b"/>
              <a:pathLst>
                <a:path w="154" h="1535" extrusionOk="0">
                  <a:moveTo>
                    <a:pt x="70" y="0"/>
                  </a:moveTo>
                  <a:cubicBezTo>
                    <a:pt x="56" y="84"/>
                    <a:pt x="42" y="168"/>
                    <a:pt x="42" y="237"/>
                  </a:cubicBezTo>
                  <a:cubicBezTo>
                    <a:pt x="0" y="600"/>
                    <a:pt x="14" y="949"/>
                    <a:pt x="56" y="1297"/>
                  </a:cubicBezTo>
                  <a:cubicBezTo>
                    <a:pt x="70" y="1381"/>
                    <a:pt x="84" y="1465"/>
                    <a:pt x="98" y="1535"/>
                  </a:cubicBezTo>
                  <a:cubicBezTo>
                    <a:pt x="112" y="1451"/>
                    <a:pt x="126" y="1367"/>
                    <a:pt x="140" y="1284"/>
                  </a:cubicBezTo>
                  <a:cubicBezTo>
                    <a:pt x="154" y="1116"/>
                    <a:pt x="154" y="935"/>
                    <a:pt x="154" y="767"/>
                  </a:cubicBezTo>
                  <a:cubicBezTo>
                    <a:pt x="154" y="572"/>
                    <a:pt x="140" y="391"/>
                    <a:pt x="112" y="237"/>
                  </a:cubicBezTo>
                  <a:cubicBezTo>
                    <a:pt x="98" y="98"/>
                    <a:pt x="70" y="0"/>
                    <a:pt x="7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7" name="Google Shape;2657;p40"/>
            <p:cNvSpPr/>
            <p:nvPr/>
          </p:nvSpPr>
          <p:spPr>
            <a:xfrm>
              <a:off x="3047875" y="433050"/>
              <a:ext cx="3850" cy="38375"/>
            </a:xfrm>
            <a:custGeom>
              <a:avLst/>
              <a:gdLst/>
              <a:ahLst/>
              <a:cxnLst/>
              <a:rect l="l" t="t" r="r" b="b"/>
              <a:pathLst>
                <a:path w="154" h="1535" extrusionOk="0">
                  <a:moveTo>
                    <a:pt x="56" y="0"/>
                  </a:moveTo>
                  <a:cubicBezTo>
                    <a:pt x="56" y="0"/>
                    <a:pt x="42" y="98"/>
                    <a:pt x="28" y="237"/>
                  </a:cubicBezTo>
                  <a:cubicBezTo>
                    <a:pt x="0" y="600"/>
                    <a:pt x="0" y="949"/>
                    <a:pt x="56" y="1297"/>
                  </a:cubicBezTo>
                  <a:cubicBezTo>
                    <a:pt x="56" y="1381"/>
                    <a:pt x="70" y="1465"/>
                    <a:pt x="98" y="1535"/>
                  </a:cubicBezTo>
                  <a:cubicBezTo>
                    <a:pt x="112" y="1451"/>
                    <a:pt x="112" y="1367"/>
                    <a:pt x="126" y="1284"/>
                  </a:cubicBezTo>
                  <a:cubicBezTo>
                    <a:pt x="140" y="1144"/>
                    <a:pt x="154" y="949"/>
                    <a:pt x="140" y="767"/>
                  </a:cubicBezTo>
                  <a:cubicBezTo>
                    <a:pt x="140" y="572"/>
                    <a:pt x="126" y="391"/>
                    <a:pt x="112" y="237"/>
                  </a:cubicBezTo>
                  <a:cubicBezTo>
                    <a:pt x="98" y="168"/>
                    <a:pt x="84" y="84"/>
                    <a:pt x="5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8" name="Google Shape;2658;p40"/>
            <p:cNvSpPr/>
            <p:nvPr/>
          </p:nvSpPr>
          <p:spPr>
            <a:xfrm>
              <a:off x="3161200" y="515700"/>
              <a:ext cx="34550" cy="27900"/>
            </a:xfrm>
            <a:custGeom>
              <a:avLst/>
              <a:gdLst/>
              <a:ahLst/>
              <a:cxnLst/>
              <a:rect l="l" t="t" r="r" b="b"/>
              <a:pathLst>
                <a:path w="1382" h="1116" extrusionOk="0">
                  <a:moveTo>
                    <a:pt x="1" y="0"/>
                  </a:moveTo>
                  <a:cubicBezTo>
                    <a:pt x="1" y="0"/>
                    <a:pt x="70" y="84"/>
                    <a:pt x="182" y="209"/>
                  </a:cubicBezTo>
                  <a:cubicBezTo>
                    <a:pt x="307" y="321"/>
                    <a:pt x="475" y="474"/>
                    <a:pt x="642" y="614"/>
                  </a:cubicBezTo>
                  <a:cubicBezTo>
                    <a:pt x="824" y="753"/>
                    <a:pt x="1005" y="879"/>
                    <a:pt x="1144" y="976"/>
                  </a:cubicBezTo>
                  <a:cubicBezTo>
                    <a:pt x="1284" y="1060"/>
                    <a:pt x="1382" y="1116"/>
                    <a:pt x="1382" y="1116"/>
                  </a:cubicBezTo>
                  <a:cubicBezTo>
                    <a:pt x="1382" y="1116"/>
                    <a:pt x="1298" y="1032"/>
                    <a:pt x="1186" y="907"/>
                  </a:cubicBezTo>
                  <a:cubicBezTo>
                    <a:pt x="1061" y="795"/>
                    <a:pt x="893" y="642"/>
                    <a:pt x="726" y="502"/>
                  </a:cubicBezTo>
                  <a:cubicBezTo>
                    <a:pt x="559" y="363"/>
                    <a:pt x="377" y="237"/>
                    <a:pt x="238" y="140"/>
                  </a:cubicBezTo>
                  <a:cubicBezTo>
                    <a:pt x="98" y="56"/>
                    <a:pt x="1" y="0"/>
                    <a:pt x="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9" name="Google Shape;2659;p40"/>
            <p:cNvSpPr/>
            <p:nvPr/>
          </p:nvSpPr>
          <p:spPr>
            <a:xfrm>
              <a:off x="3155625" y="525450"/>
              <a:ext cx="34550" cy="28275"/>
            </a:xfrm>
            <a:custGeom>
              <a:avLst/>
              <a:gdLst/>
              <a:ahLst/>
              <a:cxnLst/>
              <a:rect l="l" t="t" r="r" b="b"/>
              <a:pathLst>
                <a:path w="1382" h="1131" extrusionOk="0">
                  <a:moveTo>
                    <a:pt x="0" y="1"/>
                  </a:moveTo>
                  <a:cubicBezTo>
                    <a:pt x="0" y="1"/>
                    <a:pt x="56" y="84"/>
                    <a:pt x="196" y="210"/>
                  </a:cubicBezTo>
                  <a:cubicBezTo>
                    <a:pt x="321" y="335"/>
                    <a:pt x="475" y="475"/>
                    <a:pt x="642" y="614"/>
                  </a:cubicBezTo>
                  <a:cubicBezTo>
                    <a:pt x="823" y="754"/>
                    <a:pt x="1005" y="893"/>
                    <a:pt x="1144" y="977"/>
                  </a:cubicBezTo>
                  <a:cubicBezTo>
                    <a:pt x="1284" y="1075"/>
                    <a:pt x="1381" y="1130"/>
                    <a:pt x="1381" y="1130"/>
                  </a:cubicBezTo>
                  <a:cubicBezTo>
                    <a:pt x="1381" y="1130"/>
                    <a:pt x="1312" y="1033"/>
                    <a:pt x="1186" y="921"/>
                  </a:cubicBezTo>
                  <a:cubicBezTo>
                    <a:pt x="1074" y="810"/>
                    <a:pt x="907" y="656"/>
                    <a:pt x="726" y="517"/>
                  </a:cubicBezTo>
                  <a:cubicBezTo>
                    <a:pt x="558" y="377"/>
                    <a:pt x="377" y="238"/>
                    <a:pt x="238" y="154"/>
                  </a:cubicBezTo>
                  <a:cubicBezTo>
                    <a:pt x="98" y="56"/>
                    <a:pt x="1" y="1"/>
                    <a:pt x="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0" name="Google Shape;2660;p40"/>
            <p:cNvSpPr/>
            <p:nvPr/>
          </p:nvSpPr>
          <p:spPr>
            <a:xfrm>
              <a:off x="3110300" y="513250"/>
              <a:ext cx="43950" cy="39425"/>
            </a:xfrm>
            <a:custGeom>
              <a:avLst/>
              <a:gdLst/>
              <a:ahLst/>
              <a:cxnLst/>
              <a:rect l="l" t="t" r="r" b="b"/>
              <a:pathLst>
                <a:path w="1758" h="1577" extrusionOk="0">
                  <a:moveTo>
                    <a:pt x="1758" y="0"/>
                  </a:moveTo>
                  <a:lnTo>
                    <a:pt x="1674" y="56"/>
                  </a:lnTo>
                  <a:cubicBezTo>
                    <a:pt x="1632" y="98"/>
                    <a:pt x="1548" y="140"/>
                    <a:pt x="1465" y="210"/>
                  </a:cubicBezTo>
                  <a:cubicBezTo>
                    <a:pt x="1283" y="349"/>
                    <a:pt x="1060" y="544"/>
                    <a:pt x="837" y="740"/>
                  </a:cubicBezTo>
                  <a:cubicBezTo>
                    <a:pt x="614" y="935"/>
                    <a:pt x="405" y="1144"/>
                    <a:pt x="251" y="1298"/>
                  </a:cubicBezTo>
                  <a:cubicBezTo>
                    <a:pt x="168" y="1381"/>
                    <a:pt x="112" y="1451"/>
                    <a:pt x="70" y="1493"/>
                  </a:cubicBezTo>
                  <a:cubicBezTo>
                    <a:pt x="28" y="1549"/>
                    <a:pt x="0" y="1577"/>
                    <a:pt x="0" y="1577"/>
                  </a:cubicBezTo>
                  <a:lnTo>
                    <a:pt x="84" y="1507"/>
                  </a:lnTo>
                  <a:cubicBezTo>
                    <a:pt x="140" y="1479"/>
                    <a:pt x="209" y="1423"/>
                    <a:pt x="307" y="1353"/>
                  </a:cubicBezTo>
                  <a:cubicBezTo>
                    <a:pt x="474" y="1214"/>
                    <a:pt x="698" y="1033"/>
                    <a:pt x="921" y="837"/>
                  </a:cubicBezTo>
                  <a:cubicBezTo>
                    <a:pt x="1144" y="628"/>
                    <a:pt x="1353" y="433"/>
                    <a:pt x="1507" y="265"/>
                  </a:cubicBezTo>
                  <a:cubicBezTo>
                    <a:pt x="1590" y="196"/>
                    <a:pt x="1660" y="126"/>
                    <a:pt x="1702" y="70"/>
                  </a:cubicBezTo>
                  <a:cubicBezTo>
                    <a:pt x="1744" y="28"/>
                    <a:pt x="1758" y="0"/>
                    <a:pt x="175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1" name="Google Shape;2661;p40"/>
            <p:cNvSpPr/>
            <p:nvPr/>
          </p:nvSpPr>
          <p:spPr>
            <a:xfrm>
              <a:off x="3066350" y="513250"/>
              <a:ext cx="43625" cy="39425"/>
            </a:xfrm>
            <a:custGeom>
              <a:avLst/>
              <a:gdLst/>
              <a:ahLst/>
              <a:cxnLst/>
              <a:rect l="l" t="t" r="r" b="b"/>
              <a:pathLst>
                <a:path w="1745" h="1577" extrusionOk="0">
                  <a:moveTo>
                    <a:pt x="1" y="0"/>
                  </a:moveTo>
                  <a:cubicBezTo>
                    <a:pt x="1" y="0"/>
                    <a:pt x="15" y="28"/>
                    <a:pt x="56" y="84"/>
                  </a:cubicBezTo>
                  <a:cubicBezTo>
                    <a:pt x="112" y="126"/>
                    <a:pt x="168" y="196"/>
                    <a:pt x="252" y="279"/>
                  </a:cubicBezTo>
                  <a:cubicBezTo>
                    <a:pt x="405" y="433"/>
                    <a:pt x="614" y="642"/>
                    <a:pt x="838" y="837"/>
                  </a:cubicBezTo>
                  <a:cubicBezTo>
                    <a:pt x="1047" y="1033"/>
                    <a:pt x="1284" y="1228"/>
                    <a:pt x="1451" y="1367"/>
                  </a:cubicBezTo>
                  <a:cubicBezTo>
                    <a:pt x="1549" y="1423"/>
                    <a:pt x="1619" y="1479"/>
                    <a:pt x="1674" y="1521"/>
                  </a:cubicBezTo>
                  <a:lnTo>
                    <a:pt x="1744" y="1577"/>
                  </a:lnTo>
                  <a:lnTo>
                    <a:pt x="1688" y="1493"/>
                  </a:lnTo>
                  <a:cubicBezTo>
                    <a:pt x="1647" y="1451"/>
                    <a:pt x="1591" y="1381"/>
                    <a:pt x="1507" y="1298"/>
                  </a:cubicBezTo>
                  <a:cubicBezTo>
                    <a:pt x="1354" y="1144"/>
                    <a:pt x="1144" y="935"/>
                    <a:pt x="921" y="740"/>
                  </a:cubicBezTo>
                  <a:cubicBezTo>
                    <a:pt x="698" y="544"/>
                    <a:pt x="475" y="349"/>
                    <a:pt x="294" y="210"/>
                  </a:cubicBezTo>
                  <a:cubicBezTo>
                    <a:pt x="210" y="140"/>
                    <a:pt x="126" y="98"/>
                    <a:pt x="84" y="56"/>
                  </a:cubicBez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2" name="Google Shape;2662;p40"/>
            <p:cNvSpPr/>
            <p:nvPr/>
          </p:nvSpPr>
          <p:spPr>
            <a:xfrm>
              <a:off x="3062875" y="412825"/>
              <a:ext cx="43950" cy="39425"/>
            </a:xfrm>
            <a:custGeom>
              <a:avLst/>
              <a:gdLst/>
              <a:ahLst/>
              <a:cxnLst/>
              <a:rect l="l" t="t" r="r" b="b"/>
              <a:pathLst>
                <a:path w="1758" h="1577" extrusionOk="0">
                  <a:moveTo>
                    <a:pt x="1758" y="0"/>
                  </a:moveTo>
                  <a:cubicBezTo>
                    <a:pt x="1758" y="0"/>
                    <a:pt x="1716" y="28"/>
                    <a:pt x="1674" y="56"/>
                  </a:cubicBezTo>
                  <a:cubicBezTo>
                    <a:pt x="1618" y="98"/>
                    <a:pt x="1534" y="154"/>
                    <a:pt x="1451" y="223"/>
                  </a:cubicBezTo>
                  <a:cubicBezTo>
                    <a:pt x="1283" y="363"/>
                    <a:pt x="1046" y="544"/>
                    <a:pt x="823" y="740"/>
                  </a:cubicBezTo>
                  <a:cubicBezTo>
                    <a:pt x="614" y="949"/>
                    <a:pt x="391" y="1144"/>
                    <a:pt x="237" y="1311"/>
                  </a:cubicBezTo>
                  <a:cubicBezTo>
                    <a:pt x="168" y="1381"/>
                    <a:pt x="112" y="1451"/>
                    <a:pt x="70" y="1507"/>
                  </a:cubicBezTo>
                  <a:lnTo>
                    <a:pt x="0" y="1576"/>
                  </a:lnTo>
                  <a:cubicBezTo>
                    <a:pt x="0" y="1576"/>
                    <a:pt x="28" y="1563"/>
                    <a:pt x="70" y="1521"/>
                  </a:cubicBezTo>
                  <a:cubicBezTo>
                    <a:pt x="126" y="1479"/>
                    <a:pt x="209" y="1437"/>
                    <a:pt x="293" y="1367"/>
                  </a:cubicBezTo>
                  <a:cubicBezTo>
                    <a:pt x="474" y="1228"/>
                    <a:pt x="698" y="1032"/>
                    <a:pt x="921" y="837"/>
                  </a:cubicBezTo>
                  <a:cubicBezTo>
                    <a:pt x="1130" y="642"/>
                    <a:pt x="1353" y="433"/>
                    <a:pt x="1507" y="279"/>
                  </a:cubicBezTo>
                  <a:cubicBezTo>
                    <a:pt x="1576" y="196"/>
                    <a:pt x="1646" y="126"/>
                    <a:pt x="1688" y="84"/>
                  </a:cubicBezTo>
                  <a:lnTo>
                    <a:pt x="175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3" name="Google Shape;2663;p40"/>
            <p:cNvSpPr/>
            <p:nvPr/>
          </p:nvSpPr>
          <p:spPr>
            <a:xfrm>
              <a:off x="3109250" y="412825"/>
              <a:ext cx="43950" cy="39425"/>
            </a:xfrm>
            <a:custGeom>
              <a:avLst/>
              <a:gdLst/>
              <a:ahLst/>
              <a:cxnLst/>
              <a:rect l="l" t="t" r="r" b="b"/>
              <a:pathLst>
                <a:path w="1758" h="1577" extrusionOk="0">
                  <a:moveTo>
                    <a:pt x="0" y="0"/>
                  </a:moveTo>
                  <a:lnTo>
                    <a:pt x="56" y="84"/>
                  </a:lnTo>
                  <a:cubicBezTo>
                    <a:pt x="112" y="126"/>
                    <a:pt x="168" y="196"/>
                    <a:pt x="251" y="279"/>
                  </a:cubicBezTo>
                  <a:cubicBezTo>
                    <a:pt x="405" y="433"/>
                    <a:pt x="614" y="642"/>
                    <a:pt x="837" y="837"/>
                  </a:cubicBezTo>
                  <a:cubicBezTo>
                    <a:pt x="1060" y="1046"/>
                    <a:pt x="1284" y="1228"/>
                    <a:pt x="1465" y="1367"/>
                  </a:cubicBezTo>
                  <a:cubicBezTo>
                    <a:pt x="1549" y="1437"/>
                    <a:pt x="1618" y="1479"/>
                    <a:pt x="1674" y="1521"/>
                  </a:cubicBezTo>
                  <a:cubicBezTo>
                    <a:pt x="1730" y="1563"/>
                    <a:pt x="1758" y="1576"/>
                    <a:pt x="1758" y="1576"/>
                  </a:cubicBezTo>
                  <a:lnTo>
                    <a:pt x="1688" y="1507"/>
                  </a:lnTo>
                  <a:cubicBezTo>
                    <a:pt x="1646" y="1451"/>
                    <a:pt x="1590" y="1381"/>
                    <a:pt x="1507" y="1311"/>
                  </a:cubicBezTo>
                  <a:cubicBezTo>
                    <a:pt x="1353" y="1144"/>
                    <a:pt x="1144" y="949"/>
                    <a:pt x="921" y="740"/>
                  </a:cubicBezTo>
                  <a:cubicBezTo>
                    <a:pt x="698" y="544"/>
                    <a:pt x="475" y="363"/>
                    <a:pt x="293" y="223"/>
                  </a:cubicBezTo>
                  <a:cubicBezTo>
                    <a:pt x="210" y="154"/>
                    <a:pt x="126" y="98"/>
                    <a:pt x="84" y="56"/>
                  </a:cubicBezTo>
                  <a:cubicBezTo>
                    <a:pt x="28" y="28"/>
                    <a:pt x="0" y="0"/>
                    <a:pt x="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4" name="Google Shape;2664;p40"/>
            <p:cNvSpPr/>
            <p:nvPr/>
          </p:nvSpPr>
          <p:spPr>
            <a:xfrm>
              <a:off x="3152125" y="453975"/>
              <a:ext cx="3525" cy="59300"/>
            </a:xfrm>
            <a:custGeom>
              <a:avLst/>
              <a:gdLst/>
              <a:ahLst/>
              <a:cxnLst/>
              <a:rect l="l" t="t" r="r" b="b"/>
              <a:pathLst>
                <a:path w="141" h="2372" extrusionOk="0">
                  <a:moveTo>
                    <a:pt x="43" y="0"/>
                  </a:moveTo>
                  <a:cubicBezTo>
                    <a:pt x="43" y="0"/>
                    <a:pt x="43" y="42"/>
                    <a:pt x="29" y="112"/>
                  </a:cubicBezTo>
                  <a:cubicBezTo>
                    <a:pt x="29" y="168"/>
                    <a:pt x="15" y="265"/>
                    <a:pt x="15" y="377"/>
                  </a:cubicBezTo>
                  <a:cubicBezTo>
                    <a:pt x="1" y="600"/>
                    <a:pt x="1" y="907"/>
                    <a:pt x="1" y="1186"/>
                  </a:cubicBezTo>
                  <a:cubicBezTo>
                    <a:pt x="15" y="1479"/>
                    <a:pt x="29" y="1786"/>
                    <a:pt x="43" y="2009"/>
                  </a:cubicBezTo>
                  <a:cubicBezTo>
                    <a:pt x="57" y="2106"/>
                    <a:pt x="57" y="2204"/>
                    <a:pt x="71" y="2274"/>
                  </a:cubicBezTo>
                  <a:cubicBezTo>
                    <a:pt x="85" y="2330"/>
                    <a:pt x="85" y="2371"/>
                    <a:pt x="85" y="2371"/>
                  </a:cubicBezTo>
                  <a:cubicBezTo>
                    <a:pt x="85" y="2371"/>
                    <a:pt x="99" y="2330"/>
                    <a:pt x="99" y="2274"/>
                  </a:cubicBezTo>
                  <a:cubicBezTo>
                    <a:pt x="113" y="2204"/>
                    <a:pt x="127" y="2106"/>
                    <a:pt x="127" y="1995"/>
                  </a:cubicBezTo>
                  <a:cubicBezTo>
                    <a:pt x="127" y="1772"/>
                    <a:pt x="140" y="1479"/>
                    <a:pt x="127" y="1186"/>
                  </a:cubicBezTo>
                  <a:cubicBezTo>
                    <a:pt x="127" y="893"/>
                    <a:pt x="113" y="600"/>
                    <a:pt x="85" y="377"/>
                  </a:cubicBezTo>
                  <a:cubicBezTo>
                    <a:pt x="85" y="265"/>
                    <a:pt x="71" y="168"/>
                    <a:pt x="57" y="112"/>
                  </a:cubicBezTo>
                  <a:cubicBezTo>
                    <a:pt x="43" y="42"/>
                    <a:pt x="43" y="0"/>
                    <a:pt x="4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5" name="Google Shape;2665;p40"/>
            <p:cNvSpPr/>
            <p:nvPr/>
          </p:nvSpPr>
          <p:spPr>
            <a:xfrm>
              <a:off x="3061125" y="450825"/>
              <a:ext cx="3500" cy="59300"/>
            </a:xfrm>
            <a:custGeom>
              <a:avLst/>
              <a:gdLst/>
              <a:ahLst/>
              <a:cxnLst/>
              <a:rect l="l" t="t" r="r" b="b"/>
              <a:pathLst>
                <a:path w="140" h="2372" extrusionOk="0">
                  <a:moveTo>
                    <a:pt x="42" y="1"/>
                  </a:moveTo>
                  <a:cubicBezTo>
                    <a:pt x="42" y="1"/>
                    <a:pt x="42" y="43"/>
                    <a:pt x="42" y="112"/>
                  </a:cubicBezTo>
                  <a:cubicBezTo>
                    <a:pt x="28" y="168"/>
                    <a:pt x="14" y="266"/>
                    <a:pt x="14" y="377"/>
                  </a:cubicBezTo>
                  <a:cubicBezTo>
                    <a:pt x="0" y="600"/>
                    <a:pt x="0" y="907"/>
                    <a:pt x="0" y="1186"/>
                  </a:cubicBezTo>
                  <a:cubicBezTo>
                    <a:pt x="14" y="1479"/>
                    <a:pt x="28" y="1786"/>
                    <a:pt x="42" y="1995"/>
                  </a:cubicBezTo>
                  <a:cubicBezTo>
                    <a:pt x="56" y="2107"/>
                    <a:pt x="56" y="2205"/>
                    <a:pt x="84" y="2274"/>
                  </a:cubicBezTo>
                  <a:cubicBezTo>
                    <a:pt x="98" y="2330"/>
                    <a:pt x="98" y="2372"/>
                    <a:pt x="98" y="2372"/>
                  </a:cubicBezTo>
                  <a:cubicBezTo>
                    <a:pt x="98" y="2372"/>
                    <a:pt x="98" y="2330"/>
                    <a:pt x="98" y="2274"/>
                  </a:cubicBezTo>
                  <a:cubicBezTo>
                    <a:pt x="112" y="2205"/>
                    <a:pt x="126" y="2107"/>
                    <a:pt x="126" y="1995"/>
                  </a:cubicBezTo>
                  <a:cubicBezTo>
                    <a:pt x="140" y="1772"/>
                    <a:pt x="140" y="1479"/>
                    <a:pt x="140" y="1186"/>
                  </a:cubicBezTo>
                  <a:cubicBezTo>
                    <a:pt x="126" y="893"/>
                    <a:pt x="112" y="600"/>
                    <a:pt x="84" y="377"/>
                  </a:cubicBezTo>
                  <a:cubicBezTo>
                    <a:pt x="84" y="266"/>
                    <a:pt x="56" y="168"/>
                    <a:pt x="56" y="112"/>
                  </a:cubicBezTo>
                  <a:lnTo>
                    <a:pt x="4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6" name="Google Shape;2666;p40"/>
            <p:cNvSpPr/>
            <p:nvPr/>
          </p:nvSpPr>
          <p:spPr>
            <a:xfrm>
              <a:off x="3075425" y="448725"/>
              <a:ext cx="70800" cy="66650"/>
            </a:xfrm>
            <a:custGeom>
              <a:avLst/>
              <a:gdLst/>
              <a:ahLst/>
              <a:cxnLst/>
              <a:rect l="l" t="t" r="r" b="b"/>
              <a:pathLst>
                <a:path w="2832" h="2666" extrusionOk="0">
                  <a:moveTo>
                    <a:pt x="1311" y="1"/>
                  </a:moveTo>
                  <a:cubicBezTo>
                    <a:pt x="1186" y="1"/>
                    <a:pt x="1046" y="29"/>
                    <a:pt x="921" y="57"/>
                  </a:cubicBezTo>
                  <a:cubicBezTo>
                    <a:pt x="795" y="99"/>
                    <a:pt x="684" y="168"/>
                    <a:pt x="572" y="238"/>
                  </a:cubicBezTo>
                  <a:cubicBezTo>
                    <a:pt x="461" y="308"/>
                    <a:pt x="377" y="392"/>
                    <a:pt x="293" y="503"/>
                  </a:cubicBezTo>
                  <a:cubicBezTo>
                    <a:pt x="209" y="601"/>
                    <a:pt x="140" y="698"/>
                    <a:pt x="98" y="824"/>
                  </a:cubicBezTo>
                  <a:cubicBezTo>
                    <a:pt x="56" y="936"/>
                    <a:pt x="14" y="1047"/>
                    <a:pt x="0" y="1173"/>
                  </a:cubicBezTo>
                  <a:cubicBezTo>
                    <a:pt x="0" y="1228"/>
                    <a:pt x="0" y="1284"/>
                    <a:pt x="0" y="1340"/>
                  </a:cubicBezTo>
                  <a:cubicBezTo>
                    <a:pt x="0" y="1410"/>
                    <a:pt x="14" y="1466"/>
                    <a:pt x="14" y="1521"/>
                  </a:cubicBezTo>
                  <a:cubicBezTo>
                    <a:pt x="56" y="1898"/>
                    <a:pt x="279" y="2233"/>
                    <a:pt x="614" y="2442"/>
                  </a:cubicBezTo>
                  <a:cubicBezTo>
                    <a:pt x="461" y="2344"/>
                    <a:pt x="349" y="2219"/>
                    <a:pt x="251" y="2079"/>
                  </a:cubicBezTo>
                  <a:cubicBezTo>
                    <a:pt x="140" y="1912"/>
                    <a:pt x="84" y="1717"/>
                    <a:pt x="56" y="1507"/>
                  </a:cubicBezTo>
                  <a:lnTo>
                    <a:pt x="56" y="1354"/>
                  </a:lnTo>
                  <a:cubicBezTo>
                    <a:pt x="56" y="1298"/>
                    <a:pt x="70" y="1242"/>
                    <a:pt x="84" y="1173"/>
                  </a:cubicBezTo>
                  <a:cubicBezTo>
                    <a:pt x="98" y="1061"/>
                    <a:pt x="126" y="963"/>
                    <a:pt x="182" y="852"/>
                  </a:cubicBezTo>
                  <a:cubicBezTo>
                    <a:pt x="279" y="643"/>
                    <a:pt x="433" y="461"/>
                    <a:pt x="628" y="336"/>
                  </a:cubicBezTo>
                  <a:cubicBezTo>
                    <a:pt x="740" y="266"/>
                    <a:pt x="837" y="224"/>
                    <a:pt x="963" y="182"/>
                  </a:cubicBezTo>
                  <a:cubicBezTo>
                    <a:pt x="1074" y="154"/>
                    <a:pt x="1186" y="140"/>
                    <a:pt x="1311" y="140"/>
                  </a:cubicBezTo>
                  <a:cubicBezTo>
                    <a:pt x="1549" y="140"/>
                    <a:pt x="1786" y="210"/>
                    <a:pt x="1995" y="336"/>
                  </a:cubicBezTo>
                  <a:cubicBezTo>
                    <a:pt x="2385" y="587"/>
                    <a:pt x="2595" y="1033"/>
                    <a:pt x="2553" y="1507"/>
                  </a:cubicBezTo>
                  <a:cubicBezTo>
                    <a:pt x="2539" y="1703"/>
                    <a:pt x="2469" y="1898"/>
                    <a:pt x="2372" y="2065"/>
                  </a:cubicBezTo>
                  <a:cubicBezTo>
                    <a:pt x="2274" y="2205"/>
                    <a:pt x="2162" y="2330"/>
                    <a:pt x="2023" y="2428"/>
                  </a:cubicBezTo>
                  <a:cubicBezTo>
                    <a:pt x="2678" y="2010"/>
                    <a:pt x="2832" y="1103"/>
                    <a:pt x="2344" y="489"/>
                  </a:cubicBezTo>
                  <a:cubicBezTo>
                    <a:pt x="2176" y="294"/>
                    <a:pt x="1953" y="140"/>
                    <a:pt x="1702" y="57"/>
                  </a:cubicBezTo>
                  <a:cubicBezTo>
                    <a:pt x="1576" y="29"/>
                    <a:pt x="1451" y="1"/>
                    <a:pt x="1311" y="1"/>
                  </a:cubicBezTo>
                  <a:close/>
                  <a:moveTo>
                    <a:pt x="2020" y="2430"/>
                  </a:moveTo>
                  <a:lnTo>
                    <a:pt x="2020" y="2430"/>
                  </a:lnTo>
                  <a:cubicBezTo>
                    <a:pt x="1909" y="2513"/>
                    <a:pt x="1785" y="2568"/>
                    <a:pt x="1660" y="2595"/>
                  </a:cubicBezTo>
                  <a:cubicBezTo>
                    <a:pt x="1604" y="2609"/>
                    <a:pt x="1563" y="2623"/>
                    <a:pt x="1507" y="2623"/>
                  </a:cubicBezTo>
                  <a:cubicBezTo>
                    <a:pt x="1479" y="2637"/>
                    <a:pt x="1437" y="2637"/>
                    <a:pt x="1395" y="2637"/>
                  </a:cubicBezTo>
                  <a:lnTo>
                    <a:pt x="1311" y="2651"/>
                  </a:lnTo>
                  <a:lnTo>
                    <a:pt x="1409" y="2651"/>
                  </a:lnTo>
                  <a:cubicBezTo>
                    <a:pt x="1437" y="2651"/>
                    <a:pt x="1479" y="2637"/>
                    <a:pt x="1521" y="2637"/>
                  </a:cubicBezTo>
                  <a:cubicBezTo>
                    <a:pt x="1563" y="2623"/>
                    <a:pt x="1604" y="2623"/>
                    <a:pt x="1660" y="2609"/>
                  </a:cubicBezTo>
                  <a:cubicBezTo>
                    <a:pt x="1785" y="2568"/>
                    <a:pt x="1909" y="2513"/>
                    <a:pt x="2020" y="2430"/>
                  </a:cubicBezTo>
                  <a:close/>
                  <a:moveTo>
                    <a:pt x="614" y="2442"/>
                  </a:moveTo>
                  <a:lnTo>
                    <a:pt x="614" y="2442"/>
                  </a:lnTo>
                  <a:cubicBezTo>
                    <a:pt x="712" y="2526"/>
                    <a:pt x="837" y="2581"/>
                    <a:pt x="963" y="2609"/>
                  </a:cubicBezTo>
                  <a:cubicBezTo>
                    <a:pt x="1019" y="2637"/>
                    <a:pt x="1060" y="2637"/>
                    <a:pt x="1116" y="2651"/>
                  </a:cubicBezTo>
                  <a:cubicBezTo>
                    <a:pt x="1144" y="2651"/>
                    <a:pt x="1186" y="2665"/>
                    <a:pt x="1214" y="2665"/>
                  </a:cubicBezTo>
                  <a:lnTo>
                    <a:pt x="1311" y="2651"/>
                  </a:lnTo>
                  <a:lnTo>
                    <a:pt x="1228" y="2651"/>
                  </a:lnTo>
                  <a:cubicBezTo>
                    <a:pt x="1186" y="2651"/>
                    <a:pt x="1158" y="2651"/>
                    <a:pt x="1116" y="2637"/>
                  </a:cubicBezTo>
                  <a:cubicBezTo>
                    <a:pt x="1060" y="2637"/>
                    <a:pt x="1019" y="2623"/>
                    <a:pt x="977" y="2609"/>
                  </a:cubicBezTo>
                  <a:cubicBezTo>
                    <a:pt x="837" y="2568"/>
                    <a:pt x="726" y="2526"/>
                    <a:pt x="614" y="2442"/>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7" name="Google Shape;2667;p40"/>
            <p:cNvSpPr/>
            <p:nvPr/>
          </p:nvSpPr>
          <p:spPr>
            <a:xfrm>
              <a:off x="3192250" y="545325"/>
              <a:ext cx="23725" cy="23250"/>
            </a:xfrm>
            <a:custGeom>
              <a:avLst/>
              <a:gdLst/>
              <a:ahLst/>
              <a:cxnLst/>
              <a:rect l="l" t="t" r="r" b="b"/>
              <a:pathLst>
                <a:path w="949" h="930" extrusionOk="0">
                  <a:moveTo>
                    <a:pt x="711" y="70"/>
                  </a:moveTo>
                  <a:lnTo>
                    <a:pt x="711" y="70"/>
                  </a:lnTo>
                  <a:cubicBezTo>
                    <a:pt x="732" y="81"/>
                    <a:pt x="745" y="91"/>
                    <a:pt x="762" y="102"/>
                  </a:cubicBezTo>
                  <a:lnTo>
                    <a:pt x="762" y="102"/>
                  </a:lnTo>
                  <a:cubicBezTo>
                    <a:pt x="748" y="89"/>
                    <a:pt x="730" y="80"/>
                    <a:pt x="711" y="70"/>
                  </a:cubicBezTo>
                  <a:close/>
                  <a:moveTo>
                    <a:pt x="762" y="102"/>
                  </a:moveTo>
                  <a:cubicBezTo>
                    <a:pt x="770" y="109"/>
                    <a:pt x="776" y="117"/>
                    <a:pt x="781" y="126"/>
                  </a:cubicBezTo>
                  <a:lnTo>
                    <a:pt x="809" y="140"/>
                  </a:lnTo>
                  <a:lnTo>
                    <a:pt x="781" y="112"/>
                  </a:lnTo>
                  <a:cubicBezTo>
                    <a:pt x="774" y="109"/>
                    <a:pt x="768" y="105"/>
                    <a:pt x="762" y="102"/>
                  </a:cubicBezTo>
                  <a:close/>
                  <a:moveTo>
                    <a:pt x="405" y="1"/>
                  </a:moveTo>
                  <a:cubicBezTo>
                    <a:pt x="251" y="29"/>
                    <a:pt x="112" y="126"/>
                    <a:pt x="56" y="266"/>
                  </a:cubicBezTo>
                  <a:cubicBezTo>
                    <a:pt x="14" y="349"/>
                    <a:pt x="0" y="447"/>
                    <a:pt x="14" y="545"/>
                  </a:cubicBezTo>
                  <a:cubicBezTo>
                    <a:pt x="28" y="587"/>
                    <a:pt x="42" y="642"/>
                    <a:pt x="56" y="684"/>
                  </a:cubicBezTo>
                  <a:cubicBezTo>
                    <a:pt x="84" y="726"/>
                    <a:pt x="112" y="754"/>
                    <a:pt x="140" y="796"/>
                  </a:cubicBezTo>
                  <a:cubicBezTo>
                    <a:pt x="209" y="866"/>
                    <a:pt x="307" y="907"/>
                    <a:pt x="405" y="921"/>
                  </a:cubicBezTo>
                  <a:cubicBezTo>
                    <a:pt x="431" y="927"/>
                    <a:pt x="458" y="930"/>
                    <a:pt x="485" y="930"/>
                  </a:cubicBezTo>
                  <a:cubicBezTo>
                    <a:pt x="587" y="930"/>
                    <a:pt x="693" y="890"/>
                    <a:pt x="781" y="824"/>
                  </a:cubicBezTo>
                  <a:lnTo>
                    <a:pt x="823" y="782"/>
                  </a:lnTo>
                  <a:cubicBezTo>
                    <a:pt x="837" y="754"/>
                    <a:pt x="851" y="740"/>
                    <a:pt x="865" y="726"/>
                  </a:cubicBezTo>
                  <a:cubicBezTo>
                    <a:pt x="907" y="670"/>
                    <a:pt x="935" y="601"/>
                    <a:pt x="935" y="531"/>
                  </a:cubicBezTo>
                  <a:cubicBezTo>
                    <a:pt x="935" y="489"/>
                    <a:pt x="949" y="461"/>
                    <a:pt x="935" y="433"/>
                  </a:cubicBezTo>
                  <a:cubicBezTo>
                    <a:pt x="935" y="405"/>
                    <a:pt x="921" y="377"/>
                    <a:pt x="921" y="349"/>
                  </a:cubicBezTo>
                  <a:lnTo>
                    <a:pt x="907" y="280"/>
                  </a:lnTo>
                  <a:cubicBezTo>
                    <a:pt x="893" y="266"/>
                    <a:pt x="879" y="252"/>
                    <a:pt x="879" y="224"/>
                  </a:cubicBezTo>
                  <a:cubicBezTo>
                    <a:pt x="865" y="196"/>
                    <a:pt x="837" y="182"/>
                    <a:pt x="823" y="154"/>
                  </a:cubicBezTo>
                  <a:lnTo>
                    <a:pt x="809" y="140"/>
                  </a:lnTo>
                  <a:lnTo>
                    <a:pt x="823" y="168"/>
                  </a:lnTo>
                  <a:cubicBezTo>
                    <a:pt x="851" y="182"/>
                    <a:pt x="865" y="210"/>
                    <a:pt x="879" y="238"/>
                  </a:cubicBezTo>
                  <a:cubicBezTo>
                    <a:pt x="879" y="252"/>
                    <a:pt x="893" y="266"/>
                    <a:pt x="907" y="294"/>
                  </a:cubicBezTo>
                  <a:lnTo>
                    <a:pt x="921" y="363"/>
                  </a:lnTo>
                  <a:cubicBezTo>
                    <a:pt x="921" y="377"/>
                    <a:pt x="921" y="405"/>
                    <a:pt x="921" y="433"/>
                  </a:cubicBezTo>
                  <a:cubicBezTo>
                    <a:pt x="921" y="461"/>
                    <a:pt x="907" y="489"/>
                    <a:pt x="907" y="531"/>
                  </a:cubicBezTo>
                  <a:cubicBezTo>
                    <a:pt x="893" y="587"/>
                    <a:pt x="851" y="656"/>
                    <a:pt x="809" y="698"/>
                  </a:cubicBezTo>
                  <a:cubicBezTo>
                    <a:pt x="795" y="712"/>
                    <a:pt x="781" y="740"/>
                    <a:pt x="781" y="740"/>
                  </a:cubicBezTo>
                  <a:lnTo>
                    <a:pt x="725" y="768"/>
                  </a:lnTo>
                  <a:cubicBezTo>
                    <a:pt x="697" y="782"/>
                    <a:pt x="670" y="796"/>
                    <a:pt x="642" y="810"/>
                  </a:cubicBezTo>
                  <a:cubicBezTo>
                    <a:pt x="600" y="817"/>
                    <a:pt x="561" y="820"/>
                    <a:pt x="525" y="820"/>
                  </a:cubicBezTo>
                  <a:cubicBezTo>
                    <a:pt x="488" y="820"/>
                    <a:pt x="453" y="817"/>
                    <a:pt x="419" y="810"/>
                  </a:cubicBezTo>
                  <a:cubicBezTo>
                    <a:pt x="349" y="796"/>
                    <a:pt x="293" y="754"/>
                    <a:pt x="237" y="712"/>
                  </a:cubicBezTo>
                  <a:cubicBezTo>
                    <a:pt x="209" y="684"/>
                    <a:pt x="181" y="642"/>
                    <a:pt x="167" y="614"/>
                  </a:cubicBezTo>
                  <a:cubicBezTo>
                    <a:pt x="153" y="587"/>
                    <a:pt x="140" y="559"/>
                    <a:pt x="126" y="517"/>
                  </a:cubicBezTo>
                  <a:cubicBezTo>
                    <a:pt x="112" y="447"/>
                    <a:pt x="112" y="377"/>
                    <a:pt x="126" y="308"/>
                  </a:cubicBezTo>
                  <a:cubicBezTo>
                    <a:pt x="153" y="238"/>
                    <a:pt x="195" y="182"/>
                    <a:pt x="237" y="126"/>
                  </a:cubicBezTo>
                  <a:cubicBezTo>
                    <a:pt x="293" y="84"/>
                    <a:pt x="349" y="57"/>
                    <a:pt x="419" y="29"/>
                  </a:cubicBezTo>
                  <a:cubicBezTo>
                    <a:pt x="446" y="29"/>
                    <a:pt x="474" y="29"/>
                    <a:pt x="502" y="15"/>
                  </a:cubicBezTo>
                  <a:lnTo>
                    <a:pt x="586" y="15"/>
                  </a:lnTo>
                  <a:lnTo>
                    <a:pt x="50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8" name="Google Shape;2668;p40"/>
            <p:cNvSpPr/>
            <p:nvPr/>
          </p:nvSpPr>
          <p:spPr>
            <a:xfrm>
              <a:off x="2984400" y="448725"/>
              <a:ext cx="47100" cy="69775"/>
            </a:xfrm>
            <a:custGeom>
              <a:avLst/>
              <a:gdLst/>
              <a:ahLst/>
              <a:cxnLst/>
              <a:rect l="l" t="t" r="r" b="b"/>
              <a:pathLst>
                <a:path w="1884" h="2791" extrusionOk="0">
                  <a:moveTo>
                    <a:pt x="1884" y="1"/>
                  </a:moveTo>
                  <a:lnTo>
                    <a:pt x="1884" y="1"/>
                  </a:lnTo>
                  <a:cubicBezTo>
                    <a:pt x="1730" y="15"/>
                    <a:pt x="1591" y="15"/>
                    <a:pt x="1437" y="29"/>
                  </a:cubicBezTo>
                  <a:cubicBezTo>
                    <a:pt x="1284" y="29"/>
                    <a:pt x="1131" y="29"/>
                    <a:pt x="991" y="43"/>
                  </a:cubicBezTo>
                  <a:lnTo>
                    <a:pt x="84" y="99"/>
                  </a:lnTo>
                  <a:lnTo>
                    <a:pt x="1" y="99"/>
                  </a:lnTo>
                  <a:lnTo>
                    <a:pt x="1" y="182"/>
                  </a:lnTo>
                  <a:cubicBezTo>
                    <a:pt x="29" y="1019"/>
                    <a:pt x="70" y="1870"/>
                    <a:pt x="126" y="2707"/>
                  </a:cubicBezTo>
                  <a:lnTo>
                    <a:pt x="126" y="2791"/>
                  </a:lnTo>
                  <a:lnTo>
                    <a:pt x="196" y="2791"/>
                  </a:lnTo>
                  <a:lnTo>
                    <a:pt x="1047" y="2749"/>
                  </a:lnTo>
                  <a:cubicBezTo>
                    <a:pt x="1186" y="2749"/>
                    <a:pt x="1326" y="2735"/>
                    <a:pt x="1465" y="2721"/>
                  </a:cubicBezTo>
                  <a:cubicBezTo>
                    <a:pt x="1605" y="2707"/>
                    <a:pt x="1744" y="2707"/>
                    <a:pt x="1884" y="2693"/>
                  </a:cubicBezTo>
                  <a:cubicBezTo>
                    <a:pt x="1744" y="2679"/>
                    <a:pt x="1605" y="2665"/>
                    <a:pt x="1465" y="2665"/>
                  </a:cubicBezTo>
                  <a:cubicBezTo>
                    <a:pt x="1326" y="2665"/>
                    <a:pt x="1186" y="2651"/>
                    <a:pt x="1033" y="2651"/>
                  </a:cubicBezTo>
                  <a:lnTo>
                    <a:pt x="277" y="2639"/>
                  </a:lnTo>
                  <a:lnTo>
                    <a:pt x="277" y="2639"/>
                  </a:lnTo>
                  <a:cubicBezTo>
                    <a:pt x="250" y="1848"/>
                    <a:pt x="211" y="1046"/>
                    <a:pt x="159" y="256"/>
                  </a:cubicBezTo>
                  <a:lnTo>
                    <a:pt x="159" y="256"/>
                  </a:lnTo>
                  <a:lnTo>
                    <a:pt x="991" y="140"/>
                  </a:lnTo>
                  <a:cubicBezTo>
                    <a:pt x="1131" y="127"/>
                    <a:pt x="1284" y="99"/>
                    <a:pt x="1437" y="71"/>
                  </a:cubicBezTo>
                  <a:cubicBezTo>
                    <a:pt x="1591" y="57"/>
                    <a:pt x="1730" y="29"/>
                    <a:pt x="188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9" name="Google Shape;2669;p40"/>
            <p:cNvSpPr/>
            <p:nvPr/>
          </p:nvSpPr>
          <p:spPr>
            <a:xfrm>
              <a:off x="2948475" y="1170725"/>
              <a:ext cx="135000" cy="241200"/>
            </a:xfrm>
            <a:custGeom>
              <a:avLst/>
              <a:gdLst/>
              <a:ahLst/>
              <a:cxnLst/>
              <a:rect l="l" t="t" r="r" b="b"/>
              <a:pathLst>
                <a:path w="5400" h="9648" extrusionOk="0">
                  <a:moveTo>
                    <a:pt x="1610" y="0"/>
                  </a:moveTo>
                  <a:cubicBezTo>
                    <a:pt x="1469" y="0"/>
                    <a:pt x="1332" y="25"/>
                    <a:pt x="1201" y="78"/>
                  </a:cubicBezTo>
                  <a:cubicBezTo>
                    <a:pt x="1117" y="106"/>
                    <a:pt x="1033" y="162"/>
                    <a:pt x="963" y="218"/>
                  </a:cubicBezTo>
                  <a:cubicBezTo>
                    <a:pt x="657" y="441"/>
                    <a:pt x="461" y="887"/>
                    <a:pt x="308" y="1487"/>
                  </a:cubicBezTo>
                  <a:cubicBezTo>
                    <a:pt x="57" y="2561"/>
                    <a:pt x="1" y="4109"/>
                    <a:pt x="29" y="5588"/>
                  </a:cubicBezTo>
                  <a:cubicBezTo>
                    <a:pt x="43" y="6327"/>
                    <a:pt x="85" y="7053"/>
                    <a:pt x="127" y="7694"/>
                  </a:cubicBezTo>
                  <a:cubicBezTo>
                    <a:pt x="140" y="7876"/>
                    <a:pt x="154" y="8057"/>
                    <a:pt x="168" y="8224"/>
                  </a:cubicBezTo>
                  <a:cubicBezTo>
                    <a:pt x="168" y="8280"/>
                    <a:pt x="168" y="8322"/>
                    <a:pt x="168" y="8364"/>
                  </a:cubicBezTo>
                  <a:lnTo>
                    <a:pt x="196" y="8629"/>
                  </a:lnTo>
                  <a:cubicBezTo>
                    <a:pt x="210" y="8824"/>
                    <a:pt x="224" y="9005"/>
                    <a:pt x="238" y="9173"/>
                  </a:cubicBezTo>
                  <a:cubicBezTo>
                    <a:pt x="1340" y="9410"/>
                    <a:pt x="2442" y="9577"/>
                    <a:pt x="3558" y="9647"/>
                  </a:cubicBezTo>
                  <a:cubicBezTo>
                    <a:pt x="3642" y="7611"/>
                    <a:pt x="4841" y="4667"/>
                    <a:pt x="5274" y="3705"/>
                  </a:cubicBezTo>
                  <a:lnTo>
                    <a:pt x="5371" y="3454"/>
                  </a:lnTo>
                  <a:cubicBezTo>
                    <a:pt x="5385" y="3426"/>
                    <a:pt x="5399" y="3412"/>
                    <a:pt x="5399" y="3398"/>
                  </a:cubicBezTo>
                  <a:lnTo>
                    <a:pt x="5399" y="3384"/>
                  </a:lnTo>
                  <a:cubicBezTo>
                    <a:pt x="5385" y="3370"/>
                    <a:pt x="5218" y="3105"/>
                    <a:pt x="4953" y="2729"/>
                  </a:cubicBezTo>
                  <a:cubicBezTo>
                    <a:pt x="4230" y="1743"/>
                    <a:pt x="2793" y="0"/>
                    <a:pt x="161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0" name="Google Shape;2670;p40"/>
            <p:cNvSpPr/>
            <p:nvPr/>
          </p:nvSpPr>
          <p:spPr>
            <a:xfrm>
              <a:off x="3128075" y="1170375"/>
              <a:ext cx="137075" cy="232475"/>
            </a:xfrm>
            <a:custGeom>
              <a:avLst/>
              <a:gdLst/>
              <a:ahLst/>
              <a:cxnLst/>
              <a:rect l="l" t="t" r="r" b="b"/>
              <a:pathLst>
                <a:path w="5483" h="9299" extrusionOk="0">
                  <a:moveTo>
                    <a:pt x="3822" y="0"/>
                  </a:moveTo>
                  <a:cubicBezTo>
                    <a:pt x="3623" y="0"/>
                    <a:pt x="3428" y="42"/>
                    <a:pt x="3251" y="120"/>
                  </a:cubicBezTo>
                  <a:cubicBezTo>
                    <a:pt x="2176" y="539"/>
                    <a:pt x="1033" y="1920"/>
                    <a:pt x="433" y="2729"/>
                  </a:cubicBezTo>
                  <a:cubicBezTo>
                    <a:pt x="168" y="3091"/>
                    <a:pt x="1" y="3328"/>
                    <a:pt x="1" y="3328"/>
                  </a:cubicBezTo>
                  <a:lnTo>
                    <a:pt x="140" y="3649"/>
                  </a:lnTo>
                  <a:cubicBezTo>
                    <a:pt x="545" y="4570"/>
                    <a:pt x="1660" y="7290"/>
                    <a:pt x="1870" y="9298"/>
                  </a:cubicBezTo>
                  <a:cubicBezTo>
                    <a:pt x="2707" y="9131"/>
                    <a:pt x="3543" y="8922"/>
                    <a:pt x="4366" y="8643"/>
                  </a:cubicBezTo>
                  <a:cubicBezTo>
                    <a:pt x="4659" y="8559"/>
                    <a:pt x="4952" y="8448"/>
                    <a:pt x="5245" y="8350"/>
                  </a:cubicBezTo>
                  <a:lnTo>
                    <a:pt x="5273" y="8350"/>
                  </a:lnTo>
                  <a:lnTo>
                    <a:pt x="5273" y="8461"/>
                  </a:lnTo>
                  <a:cubicBezTo>
                    <a:pt x="5287" y="8420"/>
                    <a:pt x="5287" y="8378"/>
                    <a:pt x="5287" y="8350"/>
                  </a:cubicBezTo>
                  <a:lnTo>
                    <a:pt x="5287" y="8336"/>
                  </a:lnTo>
                  <a:cubicBezTo>
                    <a:pt x="5301" y="8280"/>
                    <a:pt x="5301" y="8238"/>
                    <a:pt x="5301" y="8182"/>
                  </a:cubicBezTo>
                  <a:cubicBezTo>
                    <a:pt x="5329" y="7750"/>
                    <a:pt x="5357" y="7276"/>
                    <a:pt x="5385" y="6760"/>
                  </a:cubicBezTo>
                  <a:lnTo>
                    <a:pt x="5385" y="6746"/>
                  </a:lnTo>
                  <a:cubicBezTo>
                    <a:pt x="5482" y="4626"/>
                    <a:pt x="5468" y="2045"/>
                    <a:pt x="4910" y="804"/>
                  </a:cubicBezTo>
                  <a:cubicBezTo>
                    <a:pt x="4827" y="580"/>
                    <a:pt x="4673" y="371"/>
                    <a:pt x="4492" y="218"/>
                  </a:cubicBezTo>
                  <a:cubicBezTo>
                    <a:pt x="4339" y="106"/>
                    <a:pt x="4171" y="36"/>
                    <a:pt x="3976" y="9"/>
                  </a:cubicBezTo>
                  <a:cubicBezTo>
                    <a:pt x="3925" y="3"/>
                    <a:pt x="3873" y="0"/>
                    <a:pt x="38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1" name="Google Shape;2671;p40"/>
            <p:cNvSpPr/>
            <p:nvPr/>
          </p:nvSpPr>
          <p:spPr>
            <a:xfrm>
              <a:off x="2916750" y="1121400"/>
              <a:ext cx="359200" cy="134300"/>
            </a:xfrm>
            <a:custGeom>
              <a:avLst/>
              <a:gdLst/>
              <a:ahLst/>
              <a:cxnLst/>
              <a:rect l="l" t="t" r="r" b="b"/>
              <a:pathLst>
                <a:path w="14368" h="5372" extrusionOk="0">
                  <a:moveTo>
                    <a:pt x="1" y="1"/>
                  </a:moveTo>
                  <a:cubicBezTo>
                    <a:pt x="84" y="1298"/>
                    <a:pt x="642" y="2539"/>
                    <a:pt x="1577" y="3446"/>
                  </a:cubicBezTo>
                  <a:cubicBezTo>
                    <a:pt x="1786" y="3669"/>
                    <a:pt x="2023" y="3851"/>
                    <a:pt x="2274" y="4032"/>
                  </a:cubicBezTo>
                  <a:cubicBezTo>
                    <a:pt x="3251" y="4715"/>
                    <a:pt x="4659" y="5259"/>
                    <a:pt x="6668" y="5357"/>
                  </a:cubicBezTo>
                  <a:cubicBezTo>
                    <a:pt x="6835" y="5371"/>
                    <a:pt x="7003" y="5371"/>
                    <a:pt x="7184" y="5371"/>
                  </a:cubicBezTo>
                  <a:cubicBezTo>
                    <a:pt x="7631" y="5371"/>
                    <a:pt x="8063" y="5343"/>
                    <a:pt x="8454" y="5301"/>
                  </a:cubicBezTo>
                  <a:cubicBezTo>
                    <a:pt x="11104" y="4994"/>
                    <a:pt x="12568" y="3892"/>
                    <a:pt x="13363" y="2777"/>
                  </a:cubicBezTo>
                  <a:cubicBezTo>
                    <a:pt x="13866" y="2065"/>
                    <a:pt x="14200" y="1256"/>
                    <a:pt x="14326" y="405"/>
                  </a:cubicBezTo>
                  <a:cubicBezTo>
                    <a:pt x="14340" y="280"/>
                    <a:pt x="14354" y="140"/>
                    <a:pt x="1436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2" name="Google Shape;2672;p40"/>
            <p:cNvSpPr/>
            <p:nvPr/>
          </p:nvSpPr>
          <p:spPr>
            <a:xfrm>
              <a:off x="2953375" y="1113400"/>
              <a:ext cx="322575" cy="273500"/>
            </a:xfrm>
            <a:custGeom>
              <a:avLst/>
              <a:gdLst/>
              <a:ahLst/>
              <a:cxnLst/>
              <a:rect l="l" t="t" r="r" b="b"/>
              <a:pathLst>
                <a:path w="12903" h="10940" extrusionOk="0">
                  <a:moveTo>
                    <a:pt x="0" y="0"/>
                  </a:moveTo>
                  <a:lnTo>
                    <a:pt x="14" y="321"/>
                  </a:lnTo>
                  <a:lnTo>
                    <a:pt x="42" y="418"/>
                  </a:lnTo>
                  <a:lnTo>
                    <a:pt x="126" y="795"/>
                  </a:lnTo>
                  <a:cubicBezTo>
                    <a:pt x="126" y="795"/>
                    <a:pt x="475" y="879"/>
                    <a:pt x="1032" y="1004"/>
                  </a:cubicBezTo>
                  <a:cubicBezTo>
                    <a:pt x="2569" y="1348"/>
                    <a:pt x="5769" y="1998"/>
                    <a:pt x="8223" y="1998"/>
                  </a:cubicBezTo>
                  <a:cubicBezTo>
                    <a:pt x="8954" y="1998"/>
                    <a:pt x="9620" y="1940"/>
                    <a:pt x="10155" y="1799"/>
                  </a:cubicBezTo>
                  <a:cubicBezTo>
                    <a:pt x="10155" y="1799"/>
                    <a:pt x="10197" y="2064"/>
                    <a:pt x="10239" y="2413"/>
                  </a:cubicBezTo>
                  <a:cubicBezTo>
                    <a:pt x="10308" y="3138"/>
                    <a:pt x="10336" y="4310"/>
                    <a:pt x="9708" y="4561"/>
                  </a:cubicBezTo>
                  <a:cubicBezTo>
                    <a:pt x="8969" y="4798"/>
                    <a:pt x="8202" y="4938"/>
                    <a:pt x="7421" y="5022"/>
                  </a:cubicBezTo>
                  <a:cubicBezTo>
                    <a:pt x="6975" y="5063"/>
                    <a:pt x="6528" y="5084"/>
                    <a:pt x="6082" y="5084"/>
                  </a:cubicBezTo>
                  <a:cubicBezTo>
                    <a:pt x="5635" y="5084"/>
                    <a:pt x="5189" y="5063"/>
                    <a:pt x="4743" y="5022"/>
                  </a:cubicBezTo>
                  <a:cubicBezTo>
                    <a:pt x="3836" y="4924"/>
                    <a:pt x="2929" y="4715"/>
                    <a:pt x="2079" y="4408"/>
                  </a:cubicBezTo>
                  <a:lnTo>
                    <a:pt x="2079" y="4408"/>
                  </a:lnTo>
                  <a:cubicBezTo>
                    <a:pt x="3181" y="5273"/>
                    <a:pt x="4631" y="5593"/>
                    <a:pt x="5078" y="5663"/>
                  </a:cubicBezTo>
                  <a:cubicBezTo>
                    <a:pt x="5119" y="5677"/>
                    <a:pt x="5161" y="5677"/>
                    <a:pt x="5203" y="5691"/>
                  </a:cubicBezTo>
                  <a:lnTo>
                    <a:pt x="5203" y="5677"/>
                  </a:lnTo>
                  <a:cubicBezTo>
                    <a:pt x="5370" y="5677"/>
                    <a:pt x="5538" y="5691"/>
                    <a:pt x="5719" y="5691"/>
                  </a:cubicBezTo>
                  <a:cubicBezTo>
                    <a:pt x="6166" y="5691"/>
                    <a:pt x="6598" y="5663"/>
                    <a:pt x="6989" y="5607"/>
                  </a:cubicBezTo>
                  <a:cubicBezTo>
                    <a:pt x="6989" y="5607"/>
                    <a:pt x="7565" y="5839"/>
                    <a:pt x="8786" y="5839"/>
                  </a:cubicBezTo>
                  <a:cubicBezTo>
                    <a:pt x="9286" y="5839"/>
                    <a:pt x="9894" y="5800"/>
                    <a:pt x="10615" y="5691"/>
                  </a:cubicBezTo>
                  <a:lnTo>
                    <a:pt x="10615" y="5691"/>
                  </a:lnTo>
                  <a:cubicBezTo>
                    <a:pt x="10615" y="5691"/>
                    <a:pt x="10657" y="9890"/>
                    <a:pt x="10336" y="10880"/>
                  </a:cubicBezTo>
                  <a:cubicBezTo>
                    <a:pt x="10612" y="10914"/>
                    <a:pt x="10897" y="10939"/>
                    <a:pt x="11183" y="10939"/>
                  </a:cubicBezTo>
                  <a:cubicBezTo>
                    <a:pt x="11245" y="10939"/>
                    <a:pt x="11307" y="10938"/>
                    <a:pt x="11368" y="10936"/>
                  </a:cubicBezTo>
                  <a:cubicBezTo>
                    <a:pt x="11661" y="10838"/>
                    <a:pt x="11940" y="10740"/>
                    <a:pt x="12233" y="10629"/>
                  </a:cubicBezTo>
                  <a:lnTo>
                    <a:pt x="12275" y="10629"/>
                  </a:lnTo>
                  <a:lnTo>
                    <a:pt x="12275" y="10615"/>
                  </a:lnTo>
                  <a:lnTo>
                    <a:pt x="12275" y="10461"/>
                  </a:lnTo>
                  <a:lnTo>
                    <a:pt x="12373" y="9039"/>
                  </a:lnTo>
                  <a:lnTo>
                    <a:pt x="12373" y="9025"/>
                  </a:lnTo>
                  <a:lnTo>
                    <a:pt x="12903" y="893"/>
                  </a:lnTo>
                  <a:lnTo>
                    <a:pt x="12847" y="739"/>
                  </a:lnTo>
                  <a:lnTo>
                    <a:pt x="12763" y="349"/>
                  </a:lnTo>
                  <a:lnTo>
                    <a:pt x="12763" y="321"/>
                  </a:lnTo>
                  <a:lnTo>
                    <a:pt x="12735" y="167"/>
                  </a:lnTo>
                  <a:lnTo>
                    <a:pt x="10936" y="153"/>
                  </a:lnTo>
                  <a:lnTo>
                    <a:pt x="1060" y="14"/>
                  </a:lnTo>
                  <a:lnTo>
                    <a:pt x="0" y="0"/>
                  </a:lnTo>
                  <a:close/>
                </a:path>
              </a:pathLst>
            </a:custGeom>
            <a:solidFill>
              <a:srgbClr val="000000">
                <a:alpha val="446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3" name="Google Shape;2673;p40"/>
            <p:cNvSpPr/>
            <p:nvPr/>
          </p:nvSpPr>
          <p:spPr>
            <a:xfrm>
              <a:off x="2949175" y="1211375"/>
              <a:ext cx="45725" cy="178625"/>
            </a:xfrm>
            <a:custGeom>
              <a:avLst/>
              <a:gdLst/>
              <a:ahLst/>
              <a:cxnLst/>
              <a:rect l="l" t="t" r="r" b="b"/>
              <a:pathLst>
                <a:path w="1829" h="7145" extrusionOk="0">
                  <a:moveTo>
                    <a:pt x="1089" y="1"/>
                  </a:moveTo>
                  <a:lnTo>
                    <a:pt x="977" y="433"/>
                  </a:lnTo>
                  <a:lnTo>
                    <a:pt x="1" y="3962"/>
                  </a:lnTo>
                  <a:cubicBezTo>
                    <a:pt x="15" y="4701"/>
                    <a:pt x="57" y="5427"/>
                    <a:pt x="99" y="6068"/>
                  </a:cubicBezTo>
                  <a:lnTo>
                    <a:pt x="461" y="6654"/>
                  </a:lnTo>
                  <a:lnTo>
                    <a:pt x="140" y="6738"/>
                  </a:lnTo>
                  <a:lnTo>
                    <a:pt x="168" y="7003"/>
                  </a:lnTo>
                  <a:cubicBezTo>
                    <a:pt x="168" y="7003"/>
                    <a:pt x="914" y="7144"/>
                    <a:pt x="1428" y="7144"/>
                  </a:cubicBezTo>
                  <a:cubicBezTo>
                    <a:pt x="1599" y="7144"/>
                    <a:pt x="1744" y="7128"/>
                    <a:pt x="1828" y="7086"/>
                  </a:cubicBezTo>
                  <a:cubicBezTo>
                    <a:pt x="1814" y="7086"/>
                    <a:pt x="1340" y="1521"/>
                    <a:pt x="1605" y="1242"/>
                  </a:cubicBezTo>
                  <a:cubicBezTo>
                    <a:pt x="1605" y="1228"/>
                    <a:pt x="1619" y="1228"/>
                    <a:pt x="1633" y="1214"/>
                  </a:cubicBezTo>
                  <a:cubicBezTo>
                    <a:pt x="1549" y="949"/>
                    <a:pt x="1465" y="698"/>
                    <a:pt x="1410" y="419"/>
                  </a:cubicBezTo>
                  <a:cubicBezTo>
                    <a:pt x="1382" y="307"/>
                    <a:pt x="1354" y="210"/>
                    <a:pt x="1326" y="112"/>
                  </a:cubicBezTo>
                  <a:lnTo>
                    <a:pt x="1089" y="1"/>
                  </a:lnTo>
                  <a:close/>
                </a:path>
              </a:pathLst>
            </a:custGeom>
            <a:solidFill>
              <a:srgbClr val="3423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4" name="Google Shape;2674;p40"/>
            <p:cNvSpPr/>
            <p:nvPr/>
          </p:nvSpPr>
          <p:spPr>
            <a:xfrm>
              <a:off x="2931050" y="612625"/>
              <a:ext cx="368275" cy="529375"/>
            </a:xfrm>
            <a:custGeom>
              <a:avLst/>
              <a:gdLst/>
              <a:ahLst/>
              <a:cxnLst/>
              <a:rect l="l" t="t" r="r" b="b"/>
              <a:pathLst>
                <a:path w="14731" h="21175" extrusionOk="0">
                  <a:moveTo>
                    <a:pt x="4143" y="1"/>
                  </a:moveTo>
                  <a:lnTo>
                    <a:pt x="1" y="20129"/>
                  </a:lnTo>
                  <a:cubicBezTo>
                    <a:pt x="461" y="20310"/>
                    <a:pt x="949" y="20463"/>
                    <a:pt x="1437" y="20575"/>
                  </a:cubicBezTo>
                  <a:cubicBezTo>
                    <a:pt x="2344" y="20798"/>
                    <a:pt x="3278" y="20966"/>
                    <a:pt x="4227" y="21049"/>
                  </a:cubicBezTo>
                  <a:cubicBezTo>
                    <a:pt x="5078" y="21133"/>
                    <a:pt x="5932" y="21175"/>
                    <a:pt x="6787" y="21175"/>
                  </a:cubicBezTo>
                  <a:cubicBezTo>
                    <a:pt x="7641" y="21175"/>
                    <a:pt x="8495" y="21133"/>
                    <a:pt x="9346" y="21049"/>
                  </a:cubicBezTo>
                  <a:cubicBezTo>
                    <a:pt x="10671" y="20924"/>
                    <a:pt x="11982" y="20728"/>
                    <a:pt x="13294" y="20449"/>
                  </a:cubicBezTo>
                  <a:cubicBezTo>
                    <a:pt x="13754" y="20352"/>
                    <a:pt x="14228" y="20240"/>
                    <a:pt x="14730" y="20129"/>
                  </a:cubicBezTo>
                  <a:lnTo>
                    <a:pt x="9193" y="461"/>
                  </a:lnTo>
                  <a:lnTo>
                    <a:pt x="4143" y="1"/>
                  </a:lnTo>
                  <a:close/>
                </a:path>
              </a:pathLst>
            </a:custGeom>
            <a:gradFill>
              <a:gsLst>
                <a:gs pos="0">
                  <a:schemeClr val="lt2"/>
                </a:gs>
                <a:gs pos="100000">
                  <a:schemeClr val="dk2"/>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5" name="Google Shape;2675;p40"/>
            <p:cNvSpPr/>
            <p:nvPr/>
          </p:nvSpPr>
          <p:spPr>
            <a:xfrm>
              <a:off x="2967675" y="1088275"/>
              <a:ext cx="299900" cy="15025"/>
            </a:xfrm>
            <a:custGeom>
              <a:avLst/>
              <a:gdLst/>
              <a:ahLst/>
              <a:cxnLst/>
              <a:rect l="l" t="t" r="r" b="b"/>
              <a:pathLst>
                <a:path w="11996" h="601" extrusionOk="0">
                  <a:moveTo>
                    <a:pt x="0" y="1"/>
                  </a:moveTo>
                  <a:lnTo>
                    <a:pt x="0" y="601"/>
                  </a:lnTo>
                  <a:lnTo>
                    <a:pt x="11996" y="601"/>
                  </a:lnTo>
                  <a:lnTo>
                    <a:pt x="1199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6" name="Google Shape;2676;p40"/>
            <p:cNvSpPr/>
            <p:nvPr/>
          </p:nvSpPr>
          <p:spPr>
            <a:xfrm>
              <a:off x="2966975" y="1123850"/>
              <a:ext cx="296425" cy="15025"/>
            </a:xfrm>
            <a:custGeom>
              <a:avLst/>
              <a:gdLst/>
              <a:ahLst/>
              <a:cxnLst/>
              <a:rect l="l" t="t" r="r" b="b"/>
              <a:pathLst>
                <a:path w="11857" h="601" extrusionOk="0">
                  <a:moveTo>
                    <a:pt x="0" y="0"/>
                  </a:moveTo>
                  <a:lnTo>
                    <a:pt x="0" y="126"/>
                  </a:lnTo>
                  <a:cubicBezTo>
                    <a:pt x="907" y="349"/>
                    <a:pt x="1841" y="517"/>
                    <a:pt x="2790" y="600"/>
                  </a:cubicBezTo>
                  <a:lnTo>
                    <a:pt x="7909" y="600"/>
                  </a:lnTo>
                  <a:cubicBezTo>
                    <a:pt x="9234" y="475"/>
                    <a:pt x="10545" y="279"/>
                    <a:pt x="118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7" name="Google Shape;2677;p40"/>
            <p:cNvSpPr/>
            <p:nvPr/>
          </p:nvSpPr>
          <p:spPr>
            <a:xfrm>
              <a:off x="2968375" y="1052700"/>
              <a:ext cx="299900" cy="15025"/>
            </a:xfrm>
            <a:custGeom>
              <a:avLst/>
              <a:gdLst/>
              <a:ahLst/>
              <a:cxnLst/>
              <a:rect l="l" t="t" r="r" b="b"/>
              <a:pathLst>
                <a:path w="11996" h="601" extrusionOk="0">
                  <a:moveTo>
                    <a:pt x="0" y="1"/>
                  </a:moveTo>
                  <a:lnTo>
                    <a:pt x="0" y="601"/>
                  </a:lnTo>
                  <a:lnTo>
                    <a:pt x="11996" y="601"/>
                  </a:lnTo>
                  <a:lnTo>
                    <a:pt x="1199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8" name="Google Shape;2678;p40"/>
            <p:cNvSpPr/>
            <p:nvPr/>
          </p:nvSpPr>
          <p:spPr>
            <a:xfrm>
              <a:off x="2964525" y="1017150"/>
              <a:ext cx="300275" cy="15000"/>
            </a:xfrm>
            <a:custGeom>
              <a:avLst/>
              <a:gdLst/>
              <a:ahLst/>
              <a:cxnLst/>
              <a:rect l="l" t="t" r="r" b="b"/>
              <a:pathLst>
                <a:path w="12011" h="600" extrusionOk="0">
                  <a:moveTo>
                    <a:pt x="1" y="0"/>
                  </a:moveTo>
                  <a:lnTo>
                    <a:pt x="1" y="600"/>
                  </a:lnTo>
                  <a:lnTo>
                    <a:pt x="12010" y="600"/>
                  </a:lnTo>
                  <a:lnTo>
                    <a:pt x="1201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9" name="Google Shape;2679;p40"/>
            <p:cNvSpPr/>
            <p:nvPr/>
          </p:nvSpPr>
          <p:spPr>
            <a:xfrm>
              <a:off x="2965575" y="981575"/>
              <a:ext cx="299925" cy="15025"/>
            </a:xfrm>
            <a:custGeom>
              <a:avLst/>
              <a:gdLst/>
              <a:ahLst/>
              <a:cxnLst/>
              <a:rect l="l" t="t" r="r" b="b"/>
              <a:pathLst>
                <a:path w="11997" h="601" extrusionOk="0">
                  <a:moveTo>
                    <a:pt x="0" y="0"/>
                  </a:moveTo>
                  <a:lnTo>
                    <a:pt x="0" y="600"/>
                  </a:lnTo>
                  <a:lnTo>
                    <a:pt x="11996" y="600"/>
                  </a:lnTo>
                  <a:lnTo>
                    <a:pt x="1199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0" name="Google Shape;2680;p40"/>
            <p:cNvSpPr/>
            <p:nvPr/>
          </p:nvSpPr>
          <p:spPr>
            <a:xfrm>
              <a:off x="2964875" y="946000"/>
              <a:ext cx="300275" cy="15025"/>
            </a:xfrm>
            <a:custGeom>
              <a:avLst/>
              <a:gdLst/>
              <a:ahLst/>
              <a:cxnLst/>
              <a:rect l="l" t="t" r="r" b="b"/>
              <a:pathLst>
                <a:path w="12011" h="601" extrusionOk="0">
                  <a:moveTo>
                    <a:pt x="1" y="1"/>
                  </a:moveTo>
                  <a:lnTo>
                    <a:pt x="1" y="600"/>
                  </a:lnTo>
                  <a:lnTo>
                    <a:pt x="12010" y="600"/>
                  </a:lnTo>
                  <a:lnTo>
                    <a:pt x="1201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1" name="Google Shape;2681;p40"/>
            <p:cNvSpPr/>
            <p:nvPr/>
          </p:nvSpPr>
          <p:spPr>
            <a:xfrm>
              <a:off x="2965575" y="910425"/>
              <a:ext cx="300275" cy="15025"/>
            </a:xfrm>
            <a:custGeom>
              <a:avLst/>
              <a:gdLst/>
              <a:ahLst/>
              <a:cxnLst/>
              <a:rect l="l" t="t" r="r" b="b"/>
              <a:pathLst>
                <a:path w="12011" h="601" extrusionOk="0">
                  <a:moveTo>
                    <a:pt x="0" y="1"/>
                  </a:moveTo>
                  <a:lnTo>
                    <a:pt x="0" y="601"/>
                  </a:lnTo>
                  <a:lnTo>
                    <a:pt x="12010" y="601"/>
                  </a:lnTo>
                  <a:lnTo>
                    <a:pt x="1201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2" name="Google Shape;2682;p40"/>
            <p:cNvSpPr/>
            <p:nvPr/>
          </p:nvSpPr>
          <p:spPr>
            <a:xfrm>
              <a:off x="2965225" y="874875"/>
              <a:ext cx="300275" cy="15000"/>
            </a:xfrm>
            <a:custGeom>
              <a:avLst/>
              <a:gdLst/>
              <a:ahLst/>
              <a:cxnLst/>
              <a:rect l="l" t="t" r="r" b="b"/>
              <a:pathLst>
                <a:path w="12011" h="600" extrusionOk="0">
                  <a:moveTo>
                    <a:pt x="1" y="0"/>
                  </a:moveTo>
                  <a:lnTo>
                    <a:pt x="1" y="600"/>
                  </a:lnTo>
                  <a:lnTo>
                    <a:pt x="12010" y="600"/>
                  </a:lnTo>
                  <a:lnTo>
                    <a:pt x="1201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3" name="Google Shape;2683;p40"/>
            <p:cNvSpPr/>
            <p:nvPr/>
          </p:nvSpPr>
          <p:spPr>
            <a:xfrm>
              <a:off x="2965925" y="839300"/>
              <a:ext cx="300275" cy="15025"/>
            </a:xfrm>
            <a:custGeom>
              <a:avLst/>
              <a:gdLst/>
              <a:ahLst/>
              <a:cxnLst/>
              <a:rect l="l" t="t" r="r" b="b"/>
              <a:pathLst>
                <a:path w="12011" h="601" extrusionOk="0">
                  <a:moveTo>
                    <a:pt x="0" y="0"/>
                  </a:moveTo>
                  <a:lnTo>
                    <a:pt x="0" y="600"/>
                  </a:lnTo>
                  <a:lnTo>
                    <a:pt x="12010" y="600"/>
                  </a:lnTo>
                  <a:lnTo>
                    <a:pt x="1201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4" name="Google Shape;2684;p40"/>
            <p:cNvSpPr/>
            <p:nvPr/>
          </p:nvSpPr>
          <p:spPr>
            <a:xfrm>
              <a:off x="2963825" y="803725"/>
              <a:ext cx="299925" cy="15025"/>
            </a:xfrm>
            <a:custGeom>
              <a:avLst/>
              <a:gdLst/>
              <a:ahLst/>
              <a:cxnLst/>
              <a:rect l="l" t="t" r="r" b="b"/>
              <a:pathLst>
                <a:path w="11997" h="601" extrusionOk="0">
                  <a:moveTo>
                    <a:pt x="1" y="1"/>
                  </a:moveTo>
                  <a:lnTo>
                    <a:pt x="1" y="600"/>
                  </a:lnTo>
                  <a:lnTo>
                    <a:pt x="11997" y="600"/>
                  </a:lnTo>
                  <a:lnTo>
                    <a:pt x="1199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5" name="Google Shape;2685;p40"/>
            <p:cNvSpPr/>
            <p:nvPr/>
          </p:nvSpPr>
          <p:spPr>
            <a:xfrm>
              <a:off x="2964525" y="768150"/>
              <a:ext cx="299925" cy="15025"/>
            </a:xfrm>
            <a:custGeom>
              <a:avLst/>
              <a:gdLst/>
              <a:ahLst/>
              <a:cxnLst/>
              <a:rect l="l" t="t" r="r" b="b"/>
              <a:pathLst>
                <a:path w="11997" h="601" extrusionOk="0">
                  <a:moveTo>
                    <a:pt x="1" y="1"/>
                  </a:moveTo>
                  <a:lnTo>
                    <a:pt x="1" y="601"/>
                  </a:lnTo>
                  <a:lnTo>
                    <a:pt x="11996" y="601"/>
                  </a:lnTo>
                  <a:lnTo>
                    <a:pt x="1199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6" name="Google Shape;2686;p40"/>
            <p:cNvSpPr/>
            <p:nvPr/>
          </p:nvSpPr>
          <p:spPr>
            <a:xfrm>
              <a:off x="2956850" y="732600"/>
              <a:ext cx="299925" cy="15000"/>
            </a:xfrm>
            <a:custGeom>
              <a:avLst/>
              <a:gdLst/>
              <a:ahLst/>
              <a:cxnLst/>
              <a:rect l="l" t="t" r="r" b="b"/>
              <a:pathLst>
                <a:path w="11997" h="600" extrusionOk="0">
                  <a:moveTo>
                    <a:pt x="1" y="0"/>
                  </a:moveTo>
                  <a:lnTo>
                    <a:pt x="1" y="600"/>
                  </a:lnTo>
                  <a:lnTo>
                    <a:pt x="11997" y="600"/>
                  </a:lnTo>
                  <a:lnTo>
                    <a:pt x="1199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7" name="Google Shape;2687;p40"/>
            <p:cNvSpPr/>
            <p:nvPr/>
          </p:nvSpPr>
          <p:spPr>
            <a:xfrm>
              <a:off x="2957550" y="697025"/>
              <a:ext cx="300275" cy="14675"/>
            </a:xfrm>
            <a:custGeom>
              <a:avLst/>
              <a:gdLst/>
              <a:ahLst/>
              <a:cxnLst/>
              <a:rect l="l" t="t" r="r" b="b"/>
              <a:pathLst>
                <a:path w="12011" h="587" extrusionOk="0">
                  <a:moveTo>
                    <a:pt x="1" y="0"/>
                  </a:moveTo>
                  <a:lnTo>
                    <a:pt x="1" y="586"/>
                  </a:lnTo>
                  <a:lnTo>
                    <a:pt x="12010" y="586"/>
                  </a:lnTo>
                  <a:lnTo>
                    <a:pt x="1201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8" name="Google Shape;2688;p40"/>
            <p:cNvSpPr/>
            <p:nvPr/>
          </p:nvSpPr>
          <p:spPr>
            <a:xfrm>
              <a:off x="3008475" y="649250"/>
              <a:ext cx="160775" cy="102550"/>
            </a:xfrm>
            <a:custGeom>
              <a:avLst/>
              <a:gdLst/>
              <a:ahLst/>
              <a:cxnLst/>
              <a:rect l="l" t="t" r="r" b="b"/>
              <a:pathLst>
                <a:path w="6431" h="4102" extrusionOk="0">
                  <a:moveTo>
                    <a:pt x="1716" y="0"/>
                  </a:moveTo>
                  <a:lnTo>
                    <a:pt x="0" y="1326"/>
                  </a:lnTo>
                  <a:lnTo>
                    <a:pt x="1716" y="1967"/>
                  </a:lnTo>
                  <a:lnTo>
                    <a:pt x="3292" y="3822"/>
                  </a:lnTo>
                  <a:lnTo>
                    <a:pt x="3822" y="4101"/>
                  </a:lnTo>
                  <a:lnTo>
                    <a:pt x="5621" y="2274"/>
                  </a:lnTo>
                  <a:lnTo>
                    <a:pt x="6193" y="1256"/>
                  </a:lnTo>
                  <a:lnTo>
                    <a:pt x="6430" y="279"/>
                  </a:lnTo>
                  <a:lnTo>
                    <a:pt x="171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9" name="Google Shape;2689;p40"/>
            <p:cNvSpPr/>
            <p:nvPr/>
          </p:nvSpPr>
          <p:spPr>
            <a:xfrm>
              <a:off x="2769950" y="603225"/>
              <a:ext cx="333050" cy="778700"/>
            </a:xfrm>
            <a:custGeom>
              <a:avLst/>
              <a:gdLst/>
              <a:ahLst/>
              <a:cxnLst/>
              <a:rect l="l" t="t" r="r" b="b"/>
              <a:pathLst>
                <a:path w="13322" h="31148" extrusionOk="0">
                  <a:moveTo>
                    <a:pt x="13321" y="0"/>
                  </a:moveTo>
                  <a:cubicBezTo>
                    <a:pt x="13321" y="0"/>
                    <a:pt x="4408" y="2665"/>
                    <a:pt x="2902" y="7407"/>
                  </a:cubicBezTo>
                  <a:cubicBezTo>
                    <a:pt x="2902" y="7407"/>
                    <a:pt x="0" y="12373"/>
                    <a:pt x="1367" y="28455"/>
                  </a:cubicBezTo>
                  <a:cubicBezTo>
                    <a:pt x="1367" y="28455"/>
                    <a:pt x="2525" y="30924"/>
                    <a:pt x="8565" y="31147"/>
                  </a:cubicBezTo>
                  <a:cubicBezTo>
                    <a:pt x="8565" y="31147"/>
                    <a:pt x="7240" y="14298"/>
                    <a:pt x="10894" y="4757"/>
                  </a:cubicBezTo>
                  <a:cubicBezTo>
                    <a:pt x="10894" y="4757"/>
                    <a:pt x="11703" y="1953"/>
                    <a:pt x="13321" y="0"/>
                  </a:cubicBezTo>
                  <a:close/>
                </a:path>
              </a:pathLst>
            </a:custGeom>
            <a:solidFill>
              <a:srgbClr val="FEF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0" name="Google Shape;2690;p40"/>
            <p:cNvSpPr/>
            <p:nvPr/>
          </p:nvSpPr>
          <p:spPr>
            <a:xfrm>
              <a:off x="3044725" y="686550"/>
              <a:ext cx="115800" cy="68025"/>
            </a:xfrm>
            <a:custGeom>
              <a:avLst/>
              <a:gdLst/>
              <a:ahLst/>
              <a:cxnLst/>
              <a:rect l="l" t="t" r="r" b="b"/>
              <a:pathLst>
                <a:path w="4632" h="2721" extrusionOk="0">
                  <a:moveTo>
                    <a:pt x="4632" y="1"/>
                  </a:moveTo>
                  <a:lnTo>
                    <a:pt x="4325" y="140"/>
                  </a:lnTo>
                  <a:cubicBezTo>
                    <a:pt x="4325" y="140"/>
                    <a:pt x="2930" y="2316"/>
                    <a:pt x="2219" y="2330"/>
                  </a:cubicBezTo>
                  <a:cubicBezTo>
                    <a:pt x="2216" y="2330"/>
                    <a:pt x="2214" y="2330"/>
                    <a:pt x="2212" y="2330"/>
                  </a:cubicBezTo>
                  <a:cubicBezTo>
                    <a:pt x="1486" y="2330"/>
                    <a:pt x="405" y="140"/>
                    <a:pt x="405" y="140"/>
                  </a:cubicBezTo>
                  <a:lnTo>
                    <a:pt x="1" y="126"/>
                  </a:lnTo>
                  <a:lnTo>
                    <a:pt x="210" y="643"/>
                  </a:lnTo>
                  <a:cubicBezTo>
                    <a:pt x="210" y="643"/>
                    <a:pt x="1200" y="2721"/>
                    <a:pt x="2219" y="2721"/>
                  </a:cubicBezTo>
                  <a:cubicBezTo>
                    <a:pt x="3223" y="2707"/>
                    <a:pt x="4464" y="503"/>
                    <a:pt x="4464" y="503"/>
                  </a:cubicBezTo>
                  <a:lnTo>
                    <a:pt x="463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1" name="Google Shape;2691;p40"/>
            <p:cNvSpPr/>
            <p:nvPr/>
          </p:nvSpPr>
          <p:spPr>
            <a:xfrm>
              <a:off x="3104375" y="603225"/>
              <a:ext cx="308625" cy="778350"/>
            </a:xfrm>
            <a:custGeom>
              <a:avLst/>
              <a:gdLst/>
              <a:ahLst/>
              <a:cxnLst/>
              <a:rect l="l" t="t" r="r" b="b"/>
              <a:pathLst>
                <a:path w="12345" h="31134" extrusionOk="0">
                  <a:moveTo>
                    <a:pt x="0" y="0"/>
                  </a:moveTo>
                  <a:lnTo>
                    <a:pt x="0" y="0"/>
                  </a:lnTo>
                  <a:cubicBezTo>
                    <a:pt x="181" y="209"/>
                    <a:pt x="349" y="433"/>
                    <a:pt x="516" y="670"/>
                  </a:cubicBezTo>
                  <a:cubicBezTo>
                    <a:pt x="642" y="865"/>
                    <a:pt x="767" y="1060"/>
                    <a:pt x="893" y="1256"/>
                  </a:cubicBezTo>
                  <a:cubicBezTo>
                    <a:pt x="976" y="1395"/>
                    <a:pt x="1060" y="1535"/>
                    <a:pt x="1144" y="1688"/>
                  </a:cubicBezTo>
                  <a:cubicBezTo>
                    <a:pt x="1200" y="1800"/>
                    <a:pt x="1255" y="1911"/>
                    <a:pt x="1325" y="2037"/>
                  </a:cubicBezTo>
                  <a:cubicBezTo>
                    <a:pt x="1395" y="2176"/>
                    <a:pt x="1465" y="2330"/>
                    <a:pt x="1534" y="2469"/>
                  </a:cubicBezTo>
                  <a:cubicBezTo>
                    <a:pt x="1660" y="2720"/>
                    <a:pt x="1771" y="2957"/>
                    <a:pt x="1855" y="3180"/>
                  </a:cubicBezTo>
                  <a:cubicBezTo>
                    <a:pt x="1897" y="3278"/>
                    <a:pt x="1939" y="3376"/>
                    <a:pt x="1981" y="3473"/>
                  </a:cubicBezTo>
                  <a:lnTo>
                    <a:pt x="2064" y="3697"/>
                  </a:lnTo>
                  <a:cubicBezTo>
                    <a:pt x="2078" y="3711"/>
                    <a:pt x="2078" y="3711"/>
                    <a:pt x="2092" y="3752"/>
                  </a:cubicBezTo>
                  <a:cubicBezTo>
                    <a:pt x="2106" y="3780"/>
                    <a:pt x="2106" y="3808"/>
                    <a:pt x="2120" y="3836"/>
                  </a:cubicBezTo>
                  <a:cubicBezTo>
                    <a:pt x="2190" y="4031"/>
                    <a:pt x="2260" y="4199"/>
                    <a:pt x="2302" y="4338"/>
                  </a:cubicBezTo>
                  <a:cubicBezTo>
                    <a:pt x="2399" y="4603"/>
                    <a:pt x="2441" y="4757"/>
                    <a:pt x="2441" y="4757"/>
                  </a:cubicBezTo>
                  <a:cubicBezTo>
                    <a:pt x="2497" y="4896"/>
                    <a:pt x="2539" y="5036"/>
                    <a:pt x="2594" y="5175"/>
                  </a:cubicBezTo>
                  <a:cubicBezTo>
                    <a:pt x="2664" y="5370"/>
                    <a:pt x="2734" y="5566"/>
                    <a:pt x="2804" y="5761"/>
                  </a:cubicBezTo>
                  <a:cubicBezTo>
                    <a:pt x="2873" y="6040"/>
                    <a:pt x="2971" y="6319"/>
                    <a:pt x="3055" y="6598"/>
                  </a:cubicBezTo>
                  <a:cubicBezTo>
                    <a:pt x="3111" y="6751"/>
                    <a:pt x="3152" y="6919"/>
                    <a:pt x="3194" y="7086"/>
                  </a:cubicBezTo>
                  <a:cubicBezTo>
                    <a:pt x="3208" y="7114"/>
                    <a:pt x="3208" y="7156"/>
                    <a:pt x="3222" y="7184"/>
                  </a:cubicBezTo>
                  <a:cubicBezTo>
                    <a:pt x="3292" y="7463"/>
                    <a:pt x="3376" y="7742"/>
                    <a:pt x="3431" y="8021"/>
                  </a:cubicBezTo>
                  <a:lnTo>
                    <a:pt x="3529" y="8411"/>
                  </a:lnTo>
                  <a:cubicBezTo>
                    <a:pt x="3543" y="8481"/>
                    <a:pt x="3557" y="8537"/>
                    <a:pt x="3571" y="8606"/>
                  </a:cubicBezTo>
                  <a:cubicBezTo>
                    <a:pt x="3641" y="8885"/>
                    <a:pt x="3696" y="9164"/>
                    <a:pt x="3752" y="9443"/>
                  </a:cubicBezTo>
                  <a:cubicBezTo>
                    <a:pt x="3766" y="9555"/>
                    <a:pt x="3794" y="9667"/>
                    <a:pt x="3822" y="9764"/>
                  </a:cubicBezTo>
                  <a:lnTo>
                    <a:pt x="3822" y="9792"/>
                  </a:lnTo>
                  <a:cubicBezTo>
                    <a:pt x="3822" y="9820"/>
                    <a:pt x="3836" y="9876"/>
                    <a:pt x="3850" y="9973"/>
                  </a:cubicBezTo>
                  <a:cubicBezTo>
                    <a:pt x="3864" y="9987"/>
                    <a:pt x="3864" y="10001"/>
                    <a:pt x="3864" y="10029"/>
                  </a:cubicBezTo>
                  <a:cubicBezTo>
                    <a:pt x="3906" y="10266"/>
                    <a:pt x="3947" y="10490"/>
                    <a:pt x="3989" y="10727"/>
                  </a:cubicBezTo>
                  <a:cubicBezTo>
                    <a:pt x="3989" y="10755"/>
                    <a:pt x="4003" y="10769"/>
                    <a:pt x="4003" y="10782"/>
                  </a:cubicBezTo>
                  <a:lnTo>
                    <a:pt x="4003" y="10824"/>
                  </a:lnTo>
                  <a:lnTo>
                    <a:pt x="4003" y="10866"/>
                  </a:lnTo>
                  <a:cubicBezTo>
                    <a:pt x="4017" y="10950"/>
                    <a:pt x="4031" y="11047"/>
                    <a:pt x="4045" y="11145"/>
                  </a:cubicBezTo>
                  <a:cubicBezTo>
                    <a:pt x="4073" y="11243"/>
                    <a:pt x="4087" y="11354"/>
                    <a:pt x="4101" y="11452"/>
                  </a:cubicBezTo>
                  <a:cubicBezTo>
                    <a:pt x="4143" y="11731"/>
                    <a:pt x="4185" y="12010"/>
                    <a:pt x="4226" y="12289"/>
                  </a:cubicBezTo>
                  <a:cubicBezTo>
                    <a:pt x="4254" y="12484"/>
                    <a:pt x="4282" y="12679"/>
                    <a:pt x="4310" y="12875"/>
                  </a:cubicBezTo>
                  <a:cubicBezTo>
                    <a:pt x="4352" y="13154"/>
                    <a:pt x="4380" y="13433"/>
                    <a:pt x="4422" y="13712"/>
                  </a:cubicBezTo>
                  <a:cubicBezTo>
                    <a:pt x="4436" y="13907"/>
                    <a:pt x="4464" y="14102"/>
                    <a:pt x="4491" y="14298"/>
                  </a:cubicBezTo>
                  <a:cubicBezTo>
                    <a:pt x="4519" y="14576"/>
                    <a:pt x="4547" y="14855"/>
                    <a:pt x="4575" y="15134"/>
                  </a:cubicBezTo>
                  <a:cubicBezTo>
                    <a:pt x="4589" y="15330"/>
                    <a:pt x="4617" y="15525"/>
                    <a:pt x="4631" y="15720"/>
                  </a:cubicBezTo>
                  <a:cubicBezTo>
                    <a:pt x="4631" y="15776"/>
                    <a:pt x="4645" y="15832"/>
                    <a:pt x="4645" y="15874"/>
                  </a:cubicBezTo>
                  <a:cubicBezTo>
                    <a:pt x="4659" y="16111"/>
                    <a:pt x="4687" y="16334"/>
                    <a:pt x="4701" y="16557"/>
                  </a:cubicBezTo>
                  <a:cubicBezTo>
                    <a:pt x="4715" y="16752"/>
                    <a:pt x="4729" y="16948"/>
                    <a:pt x="4743" y="17143"/>
                  </a:cubicBezTo>
                  <a:cubicBezTo>
                    <a:pt x="4756" y="17422"/>
                    <a:pt x="4770" y="17701"/>
                    <a:pt x="4798" y="17980"/>
                  </a:cubicBezTo>
                  <a:cubicBezTo>
                    <a:pt x="4812" y="18175"/>
                    <a:pt x="4812" y="18371"/>
                    <a:pt x="4826" y="18566"/>
                  </a:cubicBezTo>
                  <a:cubicBezTo>
                    <a:pt x="4840" y="18845"/>
                    <a:pt x="4854" y="19124"/>
                    <a:pt x="4868" y="19403"/>
                  </a:cubicBezTo>
                  <a:cubicBezTo>
                    <a:pt x="4882" y="19598"/>
                    <a:pt x="4882" y="19807"/>
                    <a:pt x="4896" y="20003"/>
                  </a:cubicBezTo>
                  <a:cubicBezTo>
                    <a:pt x="4896" y="20184"/>
                    <a:pt x="4910" y="20365"/>
                    <a:pt x="4910" y="20547"/>
                  </a:cubicBezTo>
                  <a:lnTo>
                    <a:pt x="4910" y="20714"/>
                  </a:lnTo>
                  <a:lnTo>
                    <a:pt x="4910" y="20825"/>
                  </a:lnTo>
                  <a:lnTo>
                    <a:pt x="4910" y="21104"/>
                  </a:lnTo>
                  <a:cubicBezTo>
                    <a:pt x="4924" y="21648"/>
                    <a:pt x="4938" y="22178"/>
                    <a:pt x="4952" y="22695"/>
                  </a:cubicBezTo>
                  <a:lnTo>
                    <a:pt x="4952" y="24480"/>
                  </a:lnTo>
                  <a:cubicBezTo>
                    <a:pt x="4924" y="28386"/>
                    <a:pt x="4715" y="31134"/>
                    <a:pt x="4715" y="31134"/>
                  </a:cubicBezTo>
                  <a:cubicBezTo>
                    <a:pt x="5245" y="31120"/>
                    <a:pt x="5733" y="31078"/>
                    <a:pt x="6193" y="31036"/>
                  </a:cubicBezTo>
                  <a:lnTo>
                    <a:pt x="6235" y="31036"/>
                  </a:lnTo>
                  <a:cubicBezTo>
                    <a:pt x="10950" y="30492"/>
                    <a:pt x="11912" y="28455"/>
                    <a:pt x="11912" y="28455"/>
                  </a:cubicBezTo>
                  <a:cubicBezTo>
                    <a:pt x="11940" y="28218"/>
                    <a:pt x="11954" y="27995"/>
                    <a:pt x="11968" y="27772"/>
                  </a:cubicBezTo>
                  <a:cubicBezTo>
                    <a:pt x="12247" y="24675"/>
                    <a:pt x="12345" y="21579"/>
                    <a:pt x="12289" y="18468"/>
                  </a:cubicBezTo>
                  <a:cubicBezTo>
                    <a:pt x="12289" y="18189"/>
                    <a:pt x="12275" y="17896"/>
                    <a:pt x="12261" y="17631"/>
                  </a:cubicBezTo>
                  <a:cubicBezTo>
                    <a:pt x="12261" y="17603"/>
                    <a:pt x="12261" y="17589"/>
                    <a:pt x="12261" y="17575"/>
                  </a:cubicBezTo>
                  <a:cubicBezTo>
                    <a:pt x="12205" y="16250"/>
                    <a:pt x="12107" y="15079"/>
                    <a:pt x="11996" y="14046"/>
                  </a:cubicBezTo>
                  <a:cubicBezTo>
                    <a:pt x="11466" y="9164"/>
                    <a:pt x="10420" y="7379"/>
                    <a:pt x="10420" y="7379"/>
                  </a:cubicBezTo>
                  <a:cubicBezTo>
                    <a:pt x="10238" y="6821"/>
                    <a:pt x="9959" y="6291"/>
                    <a:pt x="9611" y="5817"/>
                  </a:cubicBezTo>
                  <a:cubicBezTo>
                    <a:pt x="9318" y="5398"/>
                    <a:pt x="8969" y="5008"/>
                    <a:pt x="8606" y="4645"/>
                  </a:cubicBezTo>
                  <a:cubicBezTo>
                    <a:pt x="8551" y="4589"/>
                    <a:pt x="8495" y="4547"/>
                    <a:pt x="8439" y="4492"/>
                  </a:cubicBezTo>
                  <a:lnTo>
                    <a:pt x="8369" y="4422"/>
                  </a:lnTo>
                  <a:cubicBezTo>
                    <a:pt x="8285" y="4338"/>
                    <a:pt x="8174" y="4255"/>
                    <a:pt x="8090" y="4185"/>
                  </a:cubicBezTo>
                  <a:cubicBezTo>
                    <a:pt x="8020" y="4115"/>
                    <a:pt x="7951" y="4059"/>
                    <a:pt x="7853" y="3976"/>
                  </a:cubicBezTo>
                  <a:cubicBezTo>
                    <a:pt x="7755" y="3906"/>
                    <a:pt x="7672" y="3836"/>
                    <a:pt x="7588" y="3766"/>
                  </a:cubicBezTo>
                  <a:lnTo>
                    <a:pt x="7560" y="3738"/>
                  </a:lnTo>
                  <a:lnTo>
                    <a:pt x="7309" y="3557"/>
                  </a:lnTo>
                  <a:cubicBezTo>
                    <a:pt x="7225" y="3487"/>
                    <a:pt x="7128" y="3418"/>
                    <a:pt x="7030" y="3348"/>
                  </a:cubicBezTo>
                  <a:lnTo>
                    <a:pt x="6863" y="3236"/>
                  </a:lnTo>
                  <a:cubicBezTo>
                    <a:pt x="6486" y="2985"/>
                    <a:pt x="6109" y="2734"/>
                    <a:pt x="5719" y="2511"/>
                  </a:cubicBezTo>
                  <a:cubicBezTo>
                    <a:pt x="5621" y="2455"/>
                    <a:pt x="5538" y="2413"/>
                    <a:pt x="5412" y="2344"/>
                  </a:cubicBezTo>
                  <a:cubicBezTo>
                    <a:pt x="5273" y="2260"/>
                    <a:pt x="5147" y="2190"/>
                    <a:pt x="5008" y="2120"/>
                  </a:cubicBezTo>
                  <a:cubicBezTo>
                    <a:pt x="4729" y="1967"/>
                    <a:pt x="4478" y="1827"/>
                    <a:pt x="4212" y="1702"/>
                  </a:cubicBezTo>
                  <a:cubicBezTo>
                    <a:pt x="4199" y="1702"/>
                    <a:pt x="4199" y="1688"/>
                    <a:pt x="4185" y="1688"/>
                  </a:cubicBezTo>
                  <a:lnTo>
                    <a:pt x="4003" y="1604"/>
                  </a:lnTo>
                  <a:lnTo>
                    <a:pt x="3808" y="1507"/>
                  </a:lnTo>
                  <a:cubicBezTo>
                    <a:pt x="3278" y="1256"/>
                    <a:pt x="2762" y="1032"/>
                    <a:pt x="2302" y="837"/>
                  </a:cubicBezTo>
                  <a:lnTo>
                    <a:pt x="2288" y="837"/>
                  </a:lnTo>
                  <a:cubicBezTo>
                    <a:pt x="1660" y="586"/>
                    <a:pt x="1130" y="377"/>
                    <a:pt x="725" y="237"/>
                  </a:cubicBezTo>
                  <a:cubicBezTo>
                    <a:pt x="321" y="98"/>
                    <a:pt x="56" y="14"/>
                    <a:pt x="0" y="0"/>
                  </a:cubicBezTo>
                  <a:close/>
                </a:path>
              </a:pathLst>
            </a:custGeom>
            <a:solidFill>
              <a:srgbClr val="FEF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2" name="Google Shape;2692;p40"/>
            <p:cNvSpPr/>
            <p:nvPr/>
          </p:nvSpPr>
          <p:spPr>
            <a:xfrm>
              <a:off x="3192925" y="641225"/>
              <a:ext cx="150675" cy="232975"/>
            </a:xfrm>
            <a:custGeom>
              <a:avLst/>
              <a:gdLst/>
              <a:ahLst/>
              <a:cxnLst/>
              <a:rect l="l" t="t" r="r" b="b"/>
              <a:pathLst>
                <a:path w="6027" h="9319" extrusionOk="0">
                  <a:moveTo>
                    <a:pt x="252" y="1"/>
                  </a:moveTo>
                  <a:lnTo>
                    <a:pt x="294" y="1591"/>
                  </a:lnTo>
                  <a:lnTo>
                    <a:pt x="1" y="5482"/>
                  </a:lnTo>
                  <a:cubicBezTo>
                    <a:pt x="1" y="5482"/>
                    <a:pt x="210" y="7979"/>
                    <a:pt x="252" y="8258"/>
                  </a:cubicBezTo>
                  <a:cubicBezTo>
                    <a:pt x="252" y="8272"/>
                    <a:pt x="252" y="8272"/>
                    <a:pt x="252" y="8286"/>
                  </a:cubicBezTo>
                  <a:cubicBezTo>
                    <a:pt x="252" y="8300"/>
                    <a:pt x="266" y="8370"/>
                    <a:pt x="280" y="8453"/>
                  </a:cubicBezTo>
                  <a:cubicBezTo>
                    <a:pt x="336" y="8705"/>
                    <a:pt x="378" y="8956"/>
                    <a:pt x="419" y="9207"/>
                  </a:cubicBezTo>
                  <a:cubicBezTo>
                    <a:pt x="433" y="9235"/>
                    <a:pt x="433" y="9249"/>
                    <a:pt x="433" y="9276"/>
                  </a:cubicBezTo>
                  <a:lnTo>
                    <a:pt x="433" y="9318"/>
                  </a:lnTo>
                  <a:cubicBezTo>
                    <a:pt x="3251" y="6654"/>
                    <a:pt x="2833" y="2818"/>
                    <a:pt x="2833" y="2818"/>
                  </a:cubicBezTo>
                  <a:cubicBezTo>
                    <a:pt x="2952" y="2800"/>
                    <a:pt x="3070" y="2792"/>
                    <a:pt x="3186" y="2792"/>
                  </a:cubicBezTo>
                  <a:cubicBezTo>
                    <a:pt x="4678" y="2792"/>
                    <a:pt x="5910" y="4181"/>
                    <a:pt x="6027" y="4311"/>
                  </a:cubicBezTo>
                  <a:cubicBezTo>
                    <a:pt x="4702" y="2442"/>
                    <a:pt x="2302" y="991"/>
                    <a:pt x="252" y="1"/>
                  </a:cubicBez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3" name="Google Shape;2693;p40"/>
            <p:cNvSpPr/>
            <p:nvPr/>
          </p:nvSpPr>
          <p:spPr>
            <a:xfrm>
              <a:off x="3172350" y="647150"/>
              <a:ext cx="67350" cy="200900"/>
            </a:xfrm>
            <a:custGeom>
              <a:avLst/>
              <a:gdLst/>
              <a:ahLst/>
              <a:cxnLst/>
              <a:rect l="l" t="t" r="r" b="b"/>
              <a:pathLst>
                <a:path w="2694" h="8036" extrusionOk="0">
                  <a:moveTo>
                    <a:pt x="1410" y="1"/>
                  </a:moveTo>
                  <a:lnTo>
                    <a:pt x="1" y="349"/>
                  </a:lnTo>
                  <a:lnTo>
                    <a:pt x="1061" y="8035"/>
                  </a:lnTo>
                  <a:cubicBezTo>
                    <a:pt x="1061" y="8035"/>
                    <a:pt x="2316" y="5775"/>
                    <a:pt x="1996" y="3460"/>
                  </a:cubicBezTo>
                  <a:lnTo>
                    <a:pt x="1298" y="3042"/>
                  </a:lnTo>
                  <a:lnTo>
                    <a:pt x="2051" y="2916"/>
                  </a:lnTo>
                  <a:cubicBezTo>
                    <a:pt x="2051" y="2916"/>
                    <a:pt x="2693" y="1214"/>
                    <a:pt x="1410" y="1"/>
                  </a:cubicBezTo>
                  <a:close/>
                </a:path>
              </a:pathLst>
            </a:custGeom>
            <a:solidFill>
              <a:srgbClr val="FFF2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4" name="Google Shape;2694;p40"/>
            <p:cNvSpPr/>
            <p:nvPr/>
          </p:nvSpPr>
          <p:spPr>
            <a:xfrm>
              <a:off x="3131550" y="637525"/>
              <a:ext cx="103250" cy="210525"/>
            </a:xfrm>
            <a:custGeom>
              <a:avLst/>
              <a:gdLst/>
              <a:ahLst/>
              <a:cxnLst/>
              <a:rect l="l" t="t" r="r" b="b"/>
              <a:pathLst>
                <a:path w="4130" h="8421" extrusionOk="0">
                  <a:moveTo>
                    <a:pt x="1804" y="0"/>
                  </a:moveTo>
                  <a:cubicBezTo>
                    <a:pt x="1268" y="0"/>
                    <a:pt x="635" y="131"/>
                    <a:pt x="1" y="316"/>
                  </a:cubicBezTo>
                  <a:cubicBezTo>
                    <a:pt x="531" y="1292"/>
                    <a:pt x="977" y="2325"/>
                    <a:pt x="1298" y="3385"/>
                  </a:cubicBezTo>
                  <a:cubicBezTo>
                    <a:pt x="1591" y="4124"/>
                    <a:pt x="1842" y="4905"/>
                    <a:pt x="2065" y="5714"/>
                  </a:cubicBezTo>
                  <a:cubicBezTo>
                    <a:pt x="2303" y="6579"/>
                    <a:pt x="2512" y="7486"/>
                    <a:pt x="2693" y="8420"/>
                  </a:cubicBezTo>
                  <a:cubicBezTo>
                    <a:pt x="2693" y="8420"/>
                    <a:pt x="3907" y="5282"/>
                    <a:pt x="3502" y="3901"/>
                  </a:cubicBezTo>
                  <a:lnTo>
                    <a:pt x="2693" y="3385"/>
                  </a:lnTo>
                  <a:lnTo>
                    <a:pt x="3586" y="3217"/>
                  </a:lnTo>
                  <a:cubicBezTo>
                    <a:pt x="3586" y="3217"/>
                    <a:pt x="4130" y="1864"/>
                    <a:pt x="2986" y="428"/>
                  </a:cubicBezTo>
                  <a:cubicBezTo>
                    <a:pt x="2740" y="120"/>
                    <a:pt x="2317" y="0"/>
                    <a:pt x="1804" y="0"/>
                  </a:cubicBez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5" name="Google Shape;2695;p40"/>
            <p:cNvSpPr/>
            <p:nvPr/>
          </p:nvSpPr>
          <p:spPr>
            <a:xfrm>
              <a:off x="2865150" y="639125"/>
              <a:ext cx="151025" cy="232975"/>
            </a:xfrm>
            <a:custGeom>
              <a:avLst/>
              <a:gdLst/>
              <a:ahLst/>
              <a:cxnLst/>
              <a:rect l="l" t="t" r="r" b="b"/>
              <a:pathLst>
                <a:path w="6041" h="9319" extrusionOk="0">
                  <a:moveTo>
                    <a:pt x="5789" y="1"/>
                  </a:moveTo>
                  <a:lnTo>
                    <a:pt x="5789" y="1"/>
                  </a:lnTo>
                  <a:cubicBezTo>
                    <a:pt x="3725" y="991"/>
                    <a:pt x="1339" y="2442"/>
                    <a:pt x="0" y="4311"/>
                  </a:cubicBezTo>
                  <a:cubicBezTo>
                    <a:pt x="117" y="4182"/>
                    <a:pt x="1349" y="2792"/>
                    <a:pt x="2841" y="2792"/>
                  </a:cubicBezTo>
                  <a:cubicBezTo>
                    <a:pt x="2957" y="2792"/>
                    <a:pt x="3075" y="2800"/>
                    <a:pt x="3194" y="2819"/>
                  </a:cubicBezTo>
                  <a:cubicBezTo>
                    <a:pt x="3194" y="2819"/>
                    <a:pt x="2776" y="6654"/>
                    <a:pt x="5594" y="9319"/>
                  </a:cubicBezTo>
                  <a:lnTo>
                    <a:pt x="5608" y="9277"/>
                  </a:lnTo>
                  <a:lnTo>
                    <a:pt x="5622" y="9207"/>
                  </a:lnTo>
                  <a:cubicBezTo>
                    <a:pt x="5663" y="8956"/>
                    <a:pt x="5705" y="8705"/>
                    <a:pt x="5747" y="8454"/>
                  </a:cubicBezTo>
                  <a:cubicBezTo>
                    <a:pt x="5775" y="8370"/>
                    <a:pt x="5789" y="8300"/>
                    <a:pt x="5789" y="8286"/>
                  </a:cubicBezTo>
                  <a:cubicBezTo>
                    <a:pt x="5789" y="8272"/>
                    <a:pt x="5789" y="8272"/>
                    <a:pt x="5789" y="8258"/>
                  </a:cubicBezTo>
                  <a:cubicBezTo>
                    <a:pt x="5817" y="7980"/>
                    <a:pt x="6040" y="5483"/>
                    <a:pt x="6040" y="5483"/>
                  </a:cubicBezTo>
                  <a:lnTo>
                    <a:pt x="5747" y="1591"/>
                  </a:lnTo>
                  <a:lnTo>
                    <a:pt x="5789" y="1"/>
                  </a:ln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6" name="Google Shape;2696;p40"/>
            <p:cNvSpPr/>
            <p:nvPr/>
          </p:nvSpPr>
          <p:spPr>
            <a:xfrm>
              <a:off x="2965575" y="652725"/>
              <a:ext cx="67325" cy="201250"/>
            </a:xfrm>
            <a:custGeom>
              <a:avLst/>
              <a:gdLst/>
              <a:ahLst/>
              <a:cxnLst/>
              <a:rect l="l" t="t" r="r" b="b"/>
              <a:pathLst>
                <a:path w="2693" h="8050" extrusionOk="0">
                  <a:moveTo>
                    <a:pt x="1284" y="1"/>
                  </a:moveTo>
                  <a:cubicBezTo>
                    <a:pt x="0" y="1242"/>
                    <a:pt x="642" y="2930"/>
                    <a:pt x="642" y="2930"/>
                  </a:cubicBezTo>
                  <a:lnTo>
                    <a:pt x="1395" y="3042"/>
                  </a:lnTo>
                  <a:lnTo>
                    <a:pt x="698" y="3474"/>
                  </a:lnTo>
                  <a:cubicBezTo>
                    <a:pt x="377" y="5790"/>
                    <a:pt x="1632" y="8049"/>
                    <a:pt x="1632" y="8049"/>
                  </a:cubicBezTo>
                  <a:lnTo>
                    <a:pt x="2693" y="350"/>
                  </a:lnTo>
                  <a:lnTo>
                    <a:pt x="1284" y="1"/>
                  </a:lnTo>
                  <a:close/>
                </a:path>
              </a:pathLst>
            </a:custGeom>
            <a:solidFill>
              <a:srgbClr val="FFF2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7" name="Google Shape;2697;p40"/>
            <p:cNvSpPr/>
            <p:nvPr/>
          </p:nvSpPr>
          <p:spPr>
            <a:xfrm>
              <a:off x="2970100" y="643500"/>
              <a:ext cx="103600" cy="210475"/>
            </a:xfrm>
            <a:custGeom>
              <a:avLst/>
              <a:gdLst/>
              <a:ahLst/>
              <a:cxnLst/>
              <a:rect l="l" t="t" r="r" b="b"/>
              <a:pathLst>
                <a:path w="4144" h="8419" extrusionOk="0">
                  <a:moveTo>
                    <a:pt x="2352" y="0"/>
                  </a:moveTo>
                  <a:cubicBezTo>
                    <a:pt x="1833" y="0"/>
                    <a:pt x="1406" y="123"/>
                    <a:pt x="1159" y="440"/>
                  </a:cubicBezTo>
                  <a:cubicBezTo>
                    <a:pt x="1" y="1862"/>
                    <a:pt x="559" y="3215"/>
                    <a:pt x="559" y="3215"/>
                  </a:cubicBezTo>
                  <a:lnTo>
                    <a:pt x="1451" y="3383"/>
                  </a:lnTo>
                  <a:lnTo>
                    <a:pt x="642" y="3899"/>
                  </a:lnTo>
                  <a:cubicBezTo>
                    <a:pt x="238" y="5280"/>
                    <a:pt x="1451" y="8418"/>
                    <a:pt x="1451" y="8418"/>
                  </a:cubicBezTo>
                  <a:cubicBezTo>
                    <a:pt x="1633" y="7484"/>
                    <a:pt x="1842" y="6577"/>
                    <a:pt x="2079" y="5712"/>
                  </a:cubicBezTo>
                  <a:cubicBezTo>
                    <a:pt x="2302" y="4903"/>
                    <a:pt x="2553" y="4122"/>
                    <a:pt x="2846" y="3383"/>
                  </a:cubicBezTo>
                  <a:cubicBezTo>
                    <a:pt x="3167" y="2323"/>
                    <a:pt x="3600" y="1291"/>
                    <a:pt x="4144" y="314"/>
                  </a:cubicBezTo>
                  <a:cubicBezTo>
                    <a:pt x="3514" y="130"/>
                    <a:pt x="2885" y="0"/>
                    <a:pt x="2352" y="0"/>
                  </a:cubicBez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8" name="Google Shape;2698;p40"/>
            <p:cNvSpPr/>
            <p:nvPr/>
          </p:nvSpPr>
          <p:spPr>
            <a:xfrm>
              <a:off x="3222225" y="1065625"/>
              <a:ext cx="190075" cy="315950"/>
            </a:xfrm>
            <a:custGeom>
              <a:avLst/>
              <a:gdLst/>
              <a:ahLst/>
              <a:cxnLst/>
              <a:rect l="l" t="t" r="r" b="b"/>
              <a:pathLst>
                <a:path w="7603" h="12638" extrusionOk="0">
                  <a:moveTo>
                    <a:pt x="7533" y="0"/>
                  </a:moveTo>
                  <a:cubicBezTo>
                    <a:pt x="7519" y="153"/>
                    <a:pt x="7045" y="6905"/>
                    <a:pt x="6487" y="9401"/>
                  </a:cubicBezTo>
                  <a:cubicBezTo>
                    <a:pt x="6431" y="9625"/>
                    <a:pt x="6333" y="9848"/>
                    <a:pt x="6208" y="10043"/>
                  </a:cubicBezTo>
                  <a:cubicBezTo>
                    <a:pt x="5524" y="11075"/>
                    <a:pt x="3906" y="11745"/>
                    <a:pt x="2483" y="12135"/>
                  </a:cubicBezTo>
                  <a:cubicBezTo>
                    <a:pt x="2149" y="12219"/>
                    <a:pt x="1828" y="12303"/>
                    <a:pt x="1535" y="12372"/>
                  </a:cubicBezTo>
                  <a:cubicBezTo>
                    <a:pt x="642" y="12568"/>
                    <a:pt x="1" y="12638"/>
                    <a:pt x="1" y="12638"/>
                  </a:cubicBezTo>
                  <a:cubicBezTo>
                    <a:pt x="531" y="12624"/>
                    <a:pt x="1019" y="12582"/>
                    <a:pt x="1479" y="12540"/>
                  </a:cubicBezTo>
                  <a:lnTo>
                    <a:pt x="1521" y="12540"/>
                  </a:lnTo>
                  <a:cubicBezTo>
                    <a:pt x="6236" y="11996"/>
                    <a:pt x="7198" y="9959"/>
                    <a:pt x="7198" y="9959"/>
                  </a:cubicBezTo>
                  <a:cubicBezTo>
                    <a:pt x="7226" y="9722"/>
                    <a:pt x="7240" y="9499"/>
                    <a:pt x="7254" y="9276"/>
                  </a:cubicBezTo>
                  <a:cubicBezTo>
                    <a:pt x="7519" y="6193"/>
                    <a:pt x="7603" y="3097"/>
                    <a:pt x="7533" y="0"/>
                  </a:cubicBez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9" name="Google Shape;2699;p40"/>
            <p:cNvSpPr/>
            <p:nvPr/>
          </p:nvSpPr>
          <p:spPr>
            <a:xfrm>
              <a:off x="2793650" y="1065975"/>
              <a:ext cx="190425" cy="315950"/>
            </a:xfrm>
            <a:custGeom>
              <a:avLst/>
              <a:gdLst/>
              <a:ahLst/>
              <a:cxnLst/>
              <a:rect l="l" t="t" r="r" b="b"/>
              <a:pathLst>
                <a:path w="7617" h="12638" extrusionOk="0">
                  <a:moveTo>
                    <a:pt x="71" y="0"/>
                  </a:moveTo>
                  <a:lnTo>
                    <a:pt x="71" y="0"/>
                  </a:lnTo>
                  <a:cubicBezTo>
                    <a:pt x="1" y="3320"/>
                    <a:pt x="112" y="6640"/>
                    <a:pt x="419" y="9945"/>
                  </a:cubicBezTo>
                  <a:cubicBezTo>
                    <a:pt x="419" y="9945"/>
                    <a:pt x="1577" y="12414"/>
                    <a:pt x="7617" y="12637"/>
                  </a:cubicBezTo>
                  <a:cubicBezTo>
                    <a:pt x="7617" y="12637"/>
                    <a:pt x="1689" y="11912"/>
                    <a:pt x="1117" y="9387"/>
                  </a:cubicBezTo>
                  <a:cubicBezTo>
                    <a:pt x="559" y="6891"/>
                    <a:pt x="84" y="153"/>
                    <a:pt x="71" y="0"/>
                  </a:cubicBez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0" name="Google Shape;2700;p40"/>
            <p:cNvSpPr/>
            <p:nvPr/>
          </p:nvSpPr>
          <p:spPr>
            <a:xfrm>
              <a:off x="3372175" y="952275"/>
              <a:ext cx="140550" cy="101575"/>
            </a:xfrm>
            <a:custGeom>
              <a:avLst/>
              <a:gdLst/>
              <a:ahLst/>
              <a:cxnLst/>
              <a:rect l="l" t="t" r="r" b="b"/>
              <a:pathLst>
                <a:path w="5622" h="4063" extrusionOk="0">
                  <a:moveTo>
                    <a:pt x="977" y="1"/>
                  </a:moveTo>
                  <a:lnTo>
                    <a:pt x="907" y="196"/>
                  </a:lnTo>
                  <a:lnTo>
                    <a:pt x="1" y="2874"/>
                  </a:lnTo>
                  <a:cubicBezTo>
                    <a:pt x="433" y="3153"/>
                    <a:pt x="893" y="3390"/>
                    <a:pt x="1367" y="3586"/>
                  </a:cubicBezTo>
                  <a:lnTo>
                    <a:pt x="1507" y="3641"/>
                  </a:lnTo>
                  <a:cubicBezTo>
                    <a:pt x="2379" y="3972"/>
                    <a:pt x="3108" y="4062"/>
                    <a:pt x="3644" y="4062"/>
                  </a:cubicBezTo>
                  <a:cubicBezTo>
                    <a:pt x="4282" y="4062"/>
                    <a:pt x="4645" y="3934"/>
                    <a:pt x="4645" y="3934"/>
                  </a:cubicBezTo>
                  <a:cubicBezTo>
                    <a:pt x="4813" y="3753"/>
                    <a:pt x="4966" y="3558"/>
                    <a:pt x="5106" y="3362"/>
                  </a:cubicBezTo>
                  <a:cubicBezTo>
                    <a:pt x="5594" y="2581"/>
                    <a:pt x="5622" y="1591"/>
                    <a:pt x="5162" y="796"/>
                  </a:cubicBezTo>
                  <a:lnTo>
                    <a:pt x="5162" y="796"/>
                  </a:lnTo>
                  <a:cubicBezTo>
                    <a:pt x="4962" y="843"/>
                    <a:pt x="4741" y="863"/>
                    <a:pt x="4509" y="863"/>
                  </a:cubicBezTo>
                  <a:cubicBezTo>
                    <a:pt x="3641" y="863"/>
                    <a:pt x="2613" y="578"/>
                    <a:pt x="1898" y="336"/>
                  </a:cubicBezTo>
                  <a:cubicBezTo>
                    <a:pt x="1633" y="252"/>
                    <a:pt x="1409" y="168"/>
                    <a:pt x="1242" y="112"/>
                  </a:cubicBezTo>
                  <a:lnTo>
                    <a:pt x="977" y="1"/>
                  </a:lnTo>
                  <a:close/>
                </a:path>
              </a:pathLst>
            </a:custGeom>
            <a:solidFill>
              <a:srgbClr val="FEF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1" name="Google Shape;2701;p40"/>
            <p:cNvSpPr/>
            <p:nvPr/>
          </p:nvSpPr>
          <p:spPr>
            <a:xfrm>
              <a:off x="3302425" y="714450"/>
              <a:ext cx="197400" cy="339400"/>
            </a:xfrm>
            <a:custGeom>
              <a:avLst/>
              <a:gdLst/>
              <a:ahLst/>
              <a:cxnLst/>
              <a:rect l="l" t="t" r="r" b="b"/>
              <a:pathLst>
                <a:path w="7896" h="13576" extrusionOk="0">
                  <a:moveTo>
                    <a:pt x="391" y="1"/>
                  </a:moveTo>
                  <a:lnTo>
                    <a:pt x="1" y="140"/>
                  </a:lnTo>
                  <a:cubicBezTo>
                    <a:pt x="1982" y="1131"/>
                    <a:pt x="3125" y="6208"/>
                    <a:pt x="3697" y="9709"/>
                  </a:cubicBezTo>
                  <a:cubicBezTo>
                    <a:pt x="4018" y="11648"/>
                    <a:pt x="4157" y="13099"/>
                    <a:pt x="4157" y="13099"/>
                  </a:cubicBezTo>
                  <a:lnTo>
                    <a:pt x="4297" y="13210"/>
                  </a:lnTo>
                  <a:lnTo>
                    <a:pt x="4297" y="13154"/>
                  </a:lnTo>
                  <a:cubicBezTo>
                    <a:pt x="5169" y="13485"/>
                    <a:pt x="5898" y="13575"/>
                    <a:pt x="6434" y="13575"/>
                  </a:cubicBezTo>
                  <a:cubicBezTo>
                    <a:pt x="7072" y="13575"/>
                    <a:pt x="7435" y="13447"/>
                    <a:pt x="7435" y="13447"/>
                  </a:cubicBezTo>
                  <a:cubicBezTo>
                    <a:pt x="7603" y="13266"/>
                    <a:pt x="7756" y="13071"/>
                    <a:pt x="7896" y="12875"/>
                  </a:cubicBezTo>
                  <a:lnTo>
                    <a:pt x="7896" y="12875"/>
                  </a:lnTo>
                  <a:cubicBezTo>
                    <a:pt x="7568" y="12933"/>
                    <a:pt x="7272" y="12960"/>
                    <a:pt x="7006" y="12960"/>
                  </a:cubicBezTo>
                  <a:cubicBezTo>
                    <a:pt x="4126" y="12960"/>
                    <a:pt x="4686" y="9862"/>
                    <a:pt x="4674" y="9862"/>
                  </a:cubicBezTo>
                  <a:cubicBezTo>
                    <a:pt x="4409" y="9779"/>
                    <a:pt x="4185" y="9695"/>
                    <a:pt x="4018" y="9639"/>
                  </a:cubicBezTo>
                  <a:cubicBezTo>
                    <a:pt x="3488" y="4743"/>
                    <a:pt x="2442" y="2972"/>
                    <a:pt x="2442" y="2972"/>
                  </a:cubicBezTo>
                  <a:cubicBezTo>
                    <a:pt x="2247" y="2400"/>
                    <a:pt x="1982" y="1884"/>
                    <a:pt x="1633" y="1396"/>
                  </a:cubicBezTo>
                  <a:cubicBezTo>
                    <a:pt x="1270" y="880"/>
                    <a:pt x="852" y="419"/>
                    <a:pt x="391" y="1"/>
                  </a:cubicBez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2" name="Google Shape;2702;p40"/>
            <p:cNvSpPr/>
            <p:nvPr/>
          </p:nvSpPr>
          <p:spPr>
            <a:xfrm>
              <a:off x="3529100" y="986075"/>
              <a:ext cx="92050" cy="57100"/>
            </a:xfrm>
            <a:custGeom>
              <a:avLst/>
              <a:gdLst/>
              <a:ahLst/>
              <a:cxnLst/>
              <a:rect l="l" t="t" r="r" b="b"/>
              <a:pathLst>
                <a:path w="3682" h="2284" extrusionOk="0">
                  <a:moveTo>
                    <a:pt x="1093" y="1"/>
                  </a:moveTo>
                  <a:cubicBezTo>
                    <a:pt x="1086" y="1"/>
                    <a:pt x="1080" y="6"/>
                    <a:pt x="1074" y="16"/>
                  </a:cubicBezTo>
                  <a:cubicBezTo>
                    <a:pt x="893" y="309"/>
                    <a:pt x="628" y="783"/>
                    <a:pt x="670" y="950"/>
                  </a:cubicBezTo>
                  <a:lnTo>
                    <a:pt x="28" y="839"/>
                  </a:lnTo>
                  <a:lnTo>
                    <a:pt x="0" y="1857"/>
                  </a:lnTo>
                  <a:lnTo>
                    <a:pt x="698" y="1731"/>
                  </a:lnTo>
                  <a:cubicBezTo>
                    <a:pt x="698" y="1731"/>
                    <a:pt x="809" y="2010"/>
                    <a:pt x="1270" y="2066"/>
                  </a:cubicBezTo>
                  <a:cubicBezTo>
                    <a:pt x="1498" y="2093"/>
                    <a:pt x="1706" y="2113"/>
                    <a:pt x="1880" y="2113"/>
                  </a:cubicBezTo>
                  <a:cubicBezTo>
                    <a:pt x="2068" y="2113"/>
                    <a:pt x="2215" y="2090"/>
                    <a:pt x="2302" y="2024"/>
                  </a:cubicBezTo>
                  <a:lnTo>
                    <a:pt x="2302" y="2024"/>
                  </a:lnTo>
                  <a:cubicBezTo>
                    <a:pt x="2246" y="2080"/>
                    <a:pt x="2176" y="2192"/>
                    <a:pt x="2302" y="2234"/>
                  </a:cubicBezTo>
                  <a:cubicBezTo>
                    <a:pt x="2375" y="2254"/>
                    <a:pt x="2551" y="2283"/>
                    <a:pt x="2723" y="2283"/>
                  </a:cubicBezTo>
                  <a:cubicBezTo>
                    <a:pt x="3011" y="2283"/>
                    <a:pt x="3286" y="2203"/>
                    <a:pt x="3041" y="1871"/>
                  </a:cubicBezTo>
                  <a:cubicBezTo>
                    <a:pt x="3041" y="1871"/>
                    <a:pt x="3669" y="1550"/>
                    <a:pt x="2734" y="1327"/>
                  </a:cubicBezTo>
                  <a:lnTo>
                    <a:pt x="2734" y="1327"/>
                  </a:lnTo>
                  <a:cubicBezTo>
                    <a:pt x="2734" y="1327"/>
                    <a:pt x="2839" y="1340"/>
                    <a:pt x="2968" y="1340"/>
                  </a:cubicBezTo>
                  <a:cubicBezTo>
                    <a:pt x="3261" y="1340"/>
                    <a:pt x="3682" y="1273"/>
                    <a:pt x="3334" y="839"/>
                  </a:cubicBezTo>
                  <a:cubicBezTo>
                    <a:pt x="3376" y="839"/>
                    <a:pt x="3418" y="811"/>
                    <a:pt x="3418" y="769"/>
                  </a:cubicBezTo>
                  <a:cubicBezTo>
                    <a:pt x="3585" y="602"/>
                    <a:pt x="3502" y="337"/>
                    <a:pt x="3278" y="281"/>
                  </a:cubicBezTo>
                  <a:cubicBezTo>
                    <a:pt x="3019" y="133"/>
                    <a:pt x="2727" y="61"/>
                    <a:pt x="2436" y="61"/>
                  </a:cubicBezTo>
                  <a:cubicBezTo>
                    <a:pt x="2037" y="61"/>
                    <a:pt x="1640" y="196"/>
                    <a:pt x="1326" y="462"/>
                  </a:cubicBezTo>
                  <a:cubicBezTo>
                    <a:pt x="1326" y="462"/>
                    <a:pt x="1164" y="1"/>
                    <a:pt x="1093" y="1"/>
                  </a:cubicBezTo>
                  <a:close/>
                </a:path>
              </a:pathLst>
            </a:custGeom>
            <a:solidFill>
              <a:srgbClr val="FFB1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3" name="Google Shape;2703;p40"/>
            <p:cNvSpPr/>
            <p:nvPr/>
          </p:nvSpPr>
          <p:spPr>
            <a:xfrm>
              <a:off x="3493875" y="960125"/>
              <a:ext cx="153125" cy="181175"/>
            </a:xfrm>
            <a:custGeom>
              <a:avLst/>
              <a:gdLst/>
              <a:ahLst/>
              <a:cxnLst/>
              <a:rect l="l" t="t" r="r" b="b"/>
              <a:pathLst>
                <a:path w="6125" h="7247" extrusionOk="0">
                  <a:moveTo>
                    <a:pt x="3462" y="1"/>
                  </a:moveTo>
                  <a:cubicBezTo>
                    <a:pt x="3409" y="1"/>
                    <a:pt x="3357" y="3"/>
                    <a:pt x="3306" y="8"/>
                  </a:cubicBezTo>
                  <a:cubicBezTo>
                    <a:pt x="2693" y="49"/>
                    <a:pt x="3306" y="677"/>
                    <a:pt x="3306" y="677"/>
                  </a:cubicBezTo>
                  <a:lnTo>
                    <a:pt x="3181" y="831"/>
                  </a:lnTo>
                  <a:lnTo>
                    <a:pt x="2832" y="3062"/>
                  </a:lnTo>
                  <a:lnTo>
                    <a:pt x="2456" y="3258"/>
                  </a:lnTo>
                  <a:lnTo>
                    <a:pt x="1172" y="3941"/>
                  </a:lnTo>
                  <a:lnTo>
                    <a:pt x="377" y="4541"/>
                  </a:lnTo>
                  <a:lnTo>
                    <a:pt x="1" y="5252"/>
                  </a:lnTo>
                  <a:lnTo>
                    <a:pt x="168" y="5964"/>
                  </a:lnTo>
                  <a:lnTo>
                    <a:pt x="782" y="6536"/>
                  </a:lnTo>
                  <a:lnTo>
                    <a:pt x="2525" y="7066"/>
                  </a:lnTo>
                  <a:lnTo>
                    <a:pt x="4576" y="7247"/>
                  </a:lnTo>
                  <a:lnTo>
                    <a:pt x="5622" y="6996"/>
                  </a:lnTo>
                  <a:lnTo>
                    <a:pt x="6026" y="6480"/>
                  </a:lnTo>
                  <a:lnTo>
                    <a:pt x="6124" y="5936"/>
                  </a:lnTo>
                  <a:lnTo>
                    <a:pt x="5761" y="5113"/>
                  </a:lnTo>
                  <a:lnTo>
                    <a:pt x="5008" y="4220"/>
                  </a:lnTo>
                  <a:lnTo>
                    <a:pt x="4115" y="3272"/>
                  </a:lnTo>
                  <a:lnTo>
                    <a:pt x="4464" y="872"/>
                  </a:lnTo>
                  <a:cubicBezTo>
                    <a:pt x="4464" y="872"/>
                    <a:pt x="4855" y="579"/>
                    <a:pt x="4855" y="412"/>
                  </a:cubicBezTo>
                  <a:cubicBezTo>
                    <a:pt x="4842" y="271"/>
                    <a:pt x="4064" y="1"/>
                    <a:pt x="34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4" name="Google Shape;2704;p40"/>
            <p:cNvSpPr/>
            <p:nvPr/>
          </p:nvSpPr>
          <p:spPr>
            <a:xfrm>
              <a:off x="3529450" y="1060525"/>
              <a:ext cx="93475" cy="23250"/>
            </a:xfrm>
            <a:custGeom>
              <a:avLst/>
              <a:gdLst/>
              <a:ahLst/>
              <a:cxnLst/>
              <a:rect l="l" t="t" r="r" b="b"/>
              <a:pathLst>
                <a:path w="3739" h="930" extrusionOk="0">
                  <a:moveTo>
                    <a:pt x="604" y="0"/>
                  </a:moveTo>
                  <a:cubicBezTo>
                    <a:pt x="244" y="0"/>
                    <a:pt x="30" y="32"/>
                    <a:pt x="0" y="37"/>
                  </a:cubicBezTo>
                  <a:cubicBezTo>
                    <a:pt x="891" y="738"/>
                    <a:pt x="1742" y="930"/>
                    <a:pt x="2407" y="930"/>
                  </a:cubicBezTo>
                  <a:cubicBezTo>
                    <a:pt x="3209" y="930"/>
                    <a:pt x="3739" y="650"/>
                    <a:pt x="3739" y="650"/>
                  </a:cubicBezTo>
                  <a:cubicBezTo>
                    <a:pt x="2374" y="103"/>
                    <a:pt x="1253" y="0"/>
                    <a:pt x="604" y="0"/>
                  </a:cubicBezTo>
                  <a:close/>
                </a:path>
              </a:pathLst>
            </a:custGeom>
            <a:gradFill>
              <a:gsLst>
                <a:gs pos="0">
                  <a:srgbClr val="FFBA42"/>
                </a:gs>
                <a:gs pos="100000">
                  <a:srgbClr val="B87707"/>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5" name="Google Shape;2705;p40"/>
            <p:cNvSpPr/>
            <p:nvPr/>
          </p:nvSpPr>
          <p:spPr>
            <a:xfrm>
              <a:off x="3499800" y="1061425"/>
              <a:ext cx="143700" cy="76400"/>
            </a:xfrm>
            <a:custGeom>
              <a:avLst/>
              <a:gdLst/>
              <a:ahLst/>
              <a:cxnLst/>
              <a:rect l="l" t="t" r="r" b="b"/>
              <a:pathLst>
                <a:path w="5748" h="3056" extrusionOk="0">
                  <a:moveTo>
                    <a:pt x="5566" y="2219"/>
                  </a:moveTo>
                  <a:cubicBezTo>
                    <a:pt x="5510" y="2428"/>
                    <a:pt x="5357" y="2609"/>
                    <a:pt x="5176" y="2707"/>
                  </a:cubicBezTo>
                  <a:cubicBezTo>
                    <a:pt x="4590" y="3055"/>
                    <a:pt x="3516" y="2916"/>
                    <a:pt x="2693" y="2804"/>
                  </a:cubicBezTo>
                  <a:cubicBezTo>
                    <a:pt x="1954" y="2721"/>
                    <a:pt x="935" y="2372"/>
                    <a:pt x="391" y="1940"/>
                  </a:cubicBezTo>
                  <a:cubicBezTo>
                    <a:pt x="154" y="1744"/>
                    <a:pt x="1" y="1535"/>
                    <a:pt x="1" y="1326"/>
                  </a:cubicBezTo>
                  <a:cubicBezTo>
                    <a:pt x="29" y="628"/>
                    <a:pt x="1186" y="1"/>
                    <a:pt x="1186" y="1"/>
                  </a:cubicBezTo>
                  <a:lnTo>
                    <a:pt x="1200" y="15"/>
                  </a:lnTo>
                  <a:cubicBezTo>
                    <a:pt x="1270" y="70"/>
                    <a:pt x="1758" y="391"/>
                    <a:pt x="3055" y="642"/>
                  </a:cubicBezTo>
                  <a:cubicBezTo>
                    <a:pt x="4450" y="921"/>
                    <a:pt x="4911" y="628"/>
                    <a:pt x="4925" y="614"/>
                  </a:cubicBezTo>
                  <a:lnTo>
                    <a:pt x="4925" y="614"/>
                  </a:lnTo>
                  <a:cubicBezTo>
                    <a:pt x="4939" y="642"/>
                    <a:pt x="5748" y="1633"/>
                    <a:pt x="5566" y="2219"/>
                  </a:cubicBezTo>
                  <a:close/>
                </a:path>
              </a:pathLst>
            </a:custGeom>
            <a:gradFill>
              <a:gsLst>
                <a:gs pos="0">
                  <a:srgbClr val="FFBA42"/>
                </a:gs>
                <a:gs pos="100000">
                  <a:srgbClr val="B87707"/>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6" name="Google Shape;2706;p40"/>
            <p:cNvSpPr/>
            <p:nvPr/>
          </p:nvSpPr>
          <p:spPr>
            <a:xfrm>
              <a:off x="3535825" y="1100625"/>
              <a:ext cx="7500" cy="6225"/>
            </a:xfrm>
            <a:custGeom>
              <a:avLst/>
              <a:gdLst/>
              <a:ahLst/>
              <a:cxnLst/>
              <a:rect l="l" t="t" r="r" b="b"/>
              <a:pathLst>
                <a:path w="300" h="249" extrusionOk="0">
                  <a:moveTo>
                    <a:pt x="165" y="0"/>
                  </a:moveTo>
                  <a:cubicBezTo>
                    <a:pt x="136" y="0"/>
                    <a:pt x="105" y="12"/>
                    <a:pt x="80" y="37"/>
                  </a:cubicBezTo>
                  <a:cubicBezTo>
                    <a:pt x="0" y="104"/>
                    <a:pt x="48" y="247"/>
                    <a:pt x="162" y="247"/>
                  </a:cubicBezTo>
                  <a:cubicBezTo>
                    <a:pt x="167" y="247"/>
                    <a:pt x="172" y="247"/>
                    <a:pt x="178" y="246"/>
                  </a:cubicBezTo>
                  <a:cubicBezTo>
                    <a:pt x="183" y="248"/>
                    <a:pt x="189" y="249"/>
                    <a:pt x="195" y="249"/>
                  </a:cubicBezTo>
                  <a:cubicBezTo>
                    <a:pt x="233" y="249"/>
                    <a:pt x="277" y="209"/>
                    <a:pt x="289" y="148"/>
                  </a:cubicBezTo>
                  <a:cubicBezTo>
                    <a:pt x="299" y="61"/>
                    <a:pt x="234" y="0"/>
                    <a:pt x="165" y="0"/>
                  </a:cubicBez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7" name="Google Shape;2707;p40"/>
            <p:cNvSpPr/>
            <p:nvPr/>
          </p:nvSpPr>
          <p:spPr>
            <a:xfrm>
              <a:off x="3539900" y="1102225"/>
              <a:ext cx="1775" cy="2125"/>
            </a:xfrm>
            <a:custGeom>
              <a:avLst/>
              <a:gdLst/>
              <a:ahLst/>
              <a:cxnLst/>
              <a:rect l="l" t="t" r="r" b="b"/>
              <a:pathLst>
                <a:path w="71" h="85" extrusionOk="0">
                  <a:moveTo>
                    <a:pt x="43" y="1"/>
                  </a:moveTo>
                  <a:cubicBezTo>
                    <a:pt x="29" y="1"/>
                    <a:pt x="1" y="15"/>
                    <a:pt x="1" y="29"/>
                  </a:cubicBezTo>
                  <a:cubicBezTo>
                    <a:pt x="1" y="56"/>
                    <a:pt x="15" y="70"/>
                    <a:pt x="29" y="84"/>
                  </a:cubicBezTo>
                  <a:cubicBezTo>
                    <a:pt x="43" y="70"/>
                    <a:pt x="71" y="56"/>
                    <a:pt x="71" y="43"/>
                  </a:cubicBezTo>
                  <a:cubicBezTo>
                    <a:pt x="71" y="29"/>
                    <a:pt x="57" y="1"/>
                    <a:pt x="43" y="1"/>
                  </a:cubicBez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8" name="Google Shape;2708;p40"/>
            <p:cNvSpPr/>
            <p:nvPr/>
          </p:nvSpPr>
          <p:spPr>
            <a:xfrm>
              <a:off x="3545825" y="1099700"/>
              <a:ext cx="2825" cy="2550"/>
            </a:xfrm>
            <a:custGeom>
              <a:avLst/>
              <a:gdLst/>
              <a:ahLst/>
              <a:cxnLst/>
              <a:rect l="l" t="t" r="r" b="b"/>
              <a:pathLst>
                <a:path w="113" h="102" extrusionOk="0">
                  <a:moveTo>
                    <a:pt x="55" y="0"/>
                  </a:moveTo>
                  <a:cubicBezTo>
                    <a:pt x="33" y="0"/>
                    <a:pt x="15" y="23"/>
                    <a:pt x="15" y="46"/>
                  </a:cubicBezTo>
                  <a:cubicBezTo>
                    <a:pt x="1" y="60"/>
                    <a:pt x="29" y="88"/>
                    <a:pt x="57" y="102"/>
                  </a:cubicBezTo>
                  <a:cubicBezTo>
                    <a:pt x="85" y="102"/>
                    <a:pt x="99" y="88"/>
                    <a:pt x="113" y="60"/>
                  </a:cubicBezTo>
                  <a:cubicBezTo>
                    <a:pt x="113" y="32"/>
                    <a:pt x="99" y="4"/>
                    <a:pt x="71" y="4"/>
                  </a:cubicBezTo>
                  <a:cubicBezTo>
                    <a:pt x="66" y="1"/>
                    <a:pt x="60" y="0"/>
                    <a:pt x="55" y="0"/>
                  </a:cubicBez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9" name="Google Shape;2709;p40"/>
            <p:cNvSpPr/>
            <p:nvPr/>
          </p:nvSpPr>
          <p:spPr>
            <a:xfrm>
              <a:off x="3609650" y="1091225"/>
              <a:ext cx="6575" cy="5475"/>
            </a:xfrm>
            <a:custGeom>
              <a:avLst/>
              <a:gdLst/>
              <a:ahLst/>
              <a:cxnLst/>
              <a:rect l="l" t="t" r="r" b="b"/>
              <a:pathLst>
                <a:path w="263" h="219" extrusionOk="0">
                  <a:moveTo>
                    <a:pt x="119" y="1"/>
                  </a:moveTo>
                  <a:cubicBezTo>
                    <a:pt x="70" y="1"/>
                    <a:pt x="23" y="34"/>
                    <a:pt x="14" y="92"/>
                  </a:cubicBezTo>
                  <a:cubicBezTo>
                    <a:pt x="1" y="148"/>
                    <a:pt x="42" y="204"/>
                    <a:pt x="98" y="217"/>
                  </a:cubicBezTo>
                  <a:cubicBezTo>
                    <a:pt x="104" y="218"/>
                    <a:pt x="109" y="219"/>
                    <a:pt x="115" y="219"/>
                  </a:cubicBezTo>
                  <a:cubicBezTo>
                    <a:pt x="203" y="219"/>
                    <a:pt x="262" y="116"/>
                    <a:pt x="210" y="50"/>
                  </a:cubicBezTo>
                  <a:cubicBezTo>
                    <a:pt x="187" y="16"/>
                    <a:pt x="153" y="1"/>
                    <a:pt x="119" y="1"/>
                  </a:cubicBez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0" name="Google Shape;2710;p40"/>
            <p:cNvSpPr/>
            <p:nvPr/>
          </p:nvSpPr>
          <p:spPr>
            <a:xfrm>
              <a:off x="3612450" y="1093150"/>
              <a:ext cx="1750" cy="1775"/>
            </a:xfrm>
            <a:custGeom>
              <a:avLst/>
              <a:gdLst/>
              <a:ahLst/>
              <a:cxnLst/>
              <a:rect l="l" t="t" r="r" b="b"/>
              <a:pathLst>
                <a:path w="70" h="71" extrusionOk="0">
                  <a:moveTo>
                    <a:pt x="42" y="1"/>
                  </a:moveTo>
                  <a:cubicBezTo>
                    <a:pt x="14" y="1"/>
                    <a:pt x="0" y="15"/>
                    <a:pt x="0" y="29"/>
                  </a:cubicBezTo>
                  <a:cubicBezTo>
                    <a:pt x="0" y="57"/>
                    <a:pt x="14" y="71"/>
                    <a:pt x="28" y="71"/>
                  </a:cubicBezTo>
                  <a:cubicBezTo>
                    <a:pt x="42" y="71"/>
                    <a:pt x="70" y="57"/>
                    <a:pt x="70" y="43"/>
                  </a:cubicBezTo>
                  <a:cubicBezTo>
                    <a:pt x="70" y="29"/>
                    <a:pt x="56" y="1"/>
                    <a:pt x="42" y="1"/>
                  </a:cubicBez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1" name="Google Shape;2711;p40"/>
            <p:cNvSpPr/>
            <p:nvPr/>
          </p:nvSpPr>
          <p:spPr>
            <a:xfrm>
              <a:off x="3616625" y="1116100"/>
              <a:ext cx="6550" cy="5350"/>
            </a:xfrm>
            <a:custGeom>
              <a:avLst/>
              <a:gdLst/>
              <a:ahLst/>
              <a:cxnLst/>
              <a:rect l="l" t="t" r="r" b="b"/>
              <a:pathLst>
                <a:path w="262" h="214" extrusionOk="0">
                  <a:moveTo>
                    <a:pt x="104" y="1"/>
                  </a:moveTo>
                  <a:cubicBezTo>
                    <a:pt x="56" y="1"/>
                    <a:pt x="13" y="39"/>
                    <a:pt x="1" y="87"/>
                  </a:cubicBezTo>
                  <a:cubicBezTo>
                    <a:pt x="1" y="143"/>
                    <a:pt x="28" y="199"/>
                    <a:pt x="98" y="213"/>
                  </a:cubicBezTo>
                  <a:cubicBezTo>
                    <a:pt x="103" y="213"/>
                    <a:pt x="107" y="214"/>
                    <a:pt x="111" y="214"/>
                  </a:cubicBezTo>
                  <a:cubicBezTo>
                    <a:pt x="239" y="214"/>
                    <a:pt x="261" y="17"/>
                    <a:pt x="126" y="4"/>
                  </a:cubicBezTo>
                  <a:cubicBezTo>
                    <a:pt x="119" y="2"/>
                    <a:pt x="111" y="1"/>
                    <a:pt x="104" y="1"/>
                  </a:cubicBez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2" name="Google Shape;2712;p40"/>
            <p:cNvSpPr/>
            <p:nvPr/>
          </p:nvSpPr>
          <p:spPr>
            <a:xfrm>
              <a:off x="3542000" y="1085850"/>
              <a:ext cx="2825" cy="2550"/>
            </a:xfrm>
            <a:custGeom>
              <a:avLst/>
              <a:gdLst/>
              <a:ahLst/>
              <a:cxnLst/>
              <a:rect l="l" t="t" r="r" b="b"/>
              <a:pathLst>
                <a:path w="113" h="102" extrusionOk="0">
                  <a:moveTo>
                    <a:pt x="70" y="0"/>
                  </a:moveTo>
                  <a:cubicBezTo>
                    <a:pt x="42" y="0"/>
                    <a:pt x="14" y="14"/>
                    <a:pt x="14" y="42"/>
                  </a:cubicBezTo>
                  <a:cubicBezTo>
                    <a:pt x="1" y="70"/>
                    <a:pt x="28" y="98"/>
                    <a:pt x="56" y="98"/>
                  </a:cubicBezTo>
                  <a:cubicBezTo>
                    <a:pt x="59" y="100"/>
                    <a:pt x="62" y="101"/>
                    <a:pt x="65" y="101"/>
                  </a:cubicBezTo>
                  <a:cubicBezTo>
                    <a:pt x="80" y="101"/>
                    <a:pt x="101" y="79"/>
                    <a:pt x="112" y="56"/>
                  </a:cubicBezTo>
                  <a:cubicBezTo>
                    <a:pt x="112" y="28"/>
                    <a:pt x="98" y="14"/>
                    <a:pt x="70" y="0"/>
                  </a:cubicBez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3" name="Google Shape;2713;p40"/>
            <p:cNvSpPr/>
            <p:nvPr/>
          </p:nvSpPr>
          <p:spPr>
            <a:xfrm>
              <a:off x="3543050" y="1086200"/>
              <a:ext cx="1075" cy="1050"/>
            </a:xfrm>
            <a:custGeom>
              <a:avLst/>
              <a:gdLst/>
              <a:ahLst/>
              <a:cxnLst/>
              <a:rect l="l" t="t" r="r" b="b"/>
              <a:pathLst>
                <a:path w="43" h="42" extrusionOk="0">
                  <a:moveTo>
                    <a:pt x="14" y="0"/>
                  </a:moveTo>
                  <a:cubicBezTo>
                    <a:pt x="0" y="0"/>
                    <a:pt x="0" y="14"/>
                    <a:pt x="0" y="14"/>
                  </a:cubicBezTo>
                  <a:cubicBezTo>
                    <a:pt x="0" y="28"/>
                    <a:pt x="0" y="42"/>
                    <a:pt x="14" y="42"/>
                  </a:cubicBezTo>
                  <a:cubicBezTo>
                    <a:pt x="28" y="42"/>
                    <a:pt x="28" y="28"/>
                    <a:pt x="28" y="28"/>
                  </a:cubicBezTo>
                  <a:cubicBezTo>
                    <a:pt x="42" y="14"/>
                    <a:pt x="28" y="0"/>
                    <a:pt x="14" y="0"/>
                  </a:cubicBez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4" name="Google Shape;2714;p40"/>
            <p:cNvSpPr/>
            <p:nvPr/>
          </p:nvSpPr>
          <p:spPr>
            <a:xfrm>
              <a:off x="3530400" y="1084075"/>
              <a:ext cx="2550" cy="1925"/>
            </a:xfrm>
            <a:custGeom>
              <a:avLst/>
              <a:gdLst/>
              <a:ahLst/>
              <a:cxnLst/>
              <a:rect l="l" t="t" r="r" b="b"/>
              <a:pathLst>
                <a:path w="102" h="77" extrusionOk="0">
                  <a:moveTo>
                    <a:pt x="49" y="0"/>
                  </a:moveTo>
                  <a:cubicBezTo>
                    <a:pt x="0" y="0"/>
                    <a:pt x="53" y="77"/>
                    <a:pt x="84" y="77"/>
                  </a:cubicBezTo>
                  <a:cubicBezTo>
                    <a:pt x="92" y="77"/>
                    <a:pt x="99" y="71"/>
                    <a:pt x="102" y="57"/>
                  </a:cubicBezTo>
                  <a:cubicBezTo>
                    <a:pt x="102" y="29"/>
                    <a:pt x="88" y="1"/>
                    <a:pt x="60" y="1"/>
                  </a:cubicBezTo>
                  <a:cubicBezTo>
                    <a:pt x="56" y="1"/>
                    <a:pt x="52" y="0"/>
                    <a:pt x="49" y="0"/>
                  </a:cubicBez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5" name="Google Shape;2715;p40"/>
            <p:cNvSpPr/>
            <p:nvPr/>
          </p:nvSpPr>
          <p:spPr>
            <a:xfrm>
              <a:off x="3556075" y="1078475"/>
              <a:ext cx="3025" cy="2500"/>
            </a:xfrm>
            <a:custGeom>
              <a:avLst/>
              <a:gdLst/>
              <a:ahLst/>
              <a:cxnLst/>
              <a:rect l="l" t="t" r="r" b="b"/>
              <a:pathLst>
                <a:path w="121" h="100" extrusionOk="0">
                  <a:moveTo>
                    <a:pt x="66" y="1"/>
                  </a:moveTo>
                  <a:cubicBezTo>
                    <a:pt x="8" y="1"/>
                    <a:pt x="0" y="87"/>
                    <a:pt x="65" y="100"/>
                  </a:cubicBezTo>
                  <a:cubicBezTo>
                    <a:pt x="93" y="100"/>
                    <a:pt x="107" y="86"/>
                    <a:pt x="121" y="58"/>
                  </a:cubicBezTo>
                  <a:cubicBezTo>
                    <a:pt x="121" y="30"/>
                    <a:pt x="107" y="2"/>
                    <a:pt x="79" y="2"/>
                  </a:cubicBezTo>
                  <a:cubicBezTo>
                    <a:pt x="75" y="1"/>
                    <a:pt x="70" y="1"/>
                    <a:pt x="66" y="1"/>
                  </a:cubicBez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6" name="Google Shape;2716;p40"/>
            <p:cNvSpPr/>
            <p:nvPr/>
          </p:nvSpPr>
          <p:spPr>
            <a:xfrm>
              <a:off x="3580350" y="1100550"/>
              <a:ext cx="7625" cy="6300"/>
            </a:xfrm>
            <a:custGeom>
              <a:avLst/>
              <a:gdLst/>
              <a:ahLst/>
              <a:cxnLst/>
              <a:rect l="l" t="t" r="r" b="b"/>
              <a:pathLst>
                <a:path w="305" h="252" extrusionOk="0">
                  <a:moveTo>
                    <a:pt x="167" y="0"/>
                  </a:moveTo>
                  <a:cubicBezTo>
                    <a:pt x="144" y="0"/>
                    <a:pt x="120" y="8"/>
                    <a:pt x="98" y="26"/>
                  </a:cubicBezTo>
                  <a:cubicBezTo>
                    <a:pt x="1" y="96"/>
                    <a:pt x="43" y="235"/>
                    <a:pt x="154" y="249"/>
                  </a:cubicBezTo>
                  <a:cubicBezTo>
                    <a:pt x="163" y="251"/>
                    <a:pt x="172" y="252"/>
                    <a:pt x="181" y="252"/>
                  </a:cubicBezTo>
                  <a:cubicBezTo>
                    <a:pt x="238" y="252"/>
                    <a:pt x="282" y="212"/>
                    <a:pt x="294" y="151"/>
                  </a:cubicBezTo>
                  <a:cubicBezTo>
                    <a:pt x="304" y="68"/>
                    <a:pt x="237" y="0"/>
                    <a:pt x="167" y="0"/>
                  </a:cubicBez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7" name="Google Shape;2717;p40"/>
            <p:cNvSpPr/>
            <p:nvPr/>
          </p:nvSpPr>
          <p:spPr>
            <a:xfrm>
              <a:off x="3583500" y="1101875"/>
              <a:ext cx="2475" cy="2225"/>
            </a:xfrm>
            <a:custGeom>
              <a:avLst/>
              <a:gdLst/>
              <a:ahLst/>
              <a:cxnLst/>
              <a:rect l="l" t="t" r="r" b="b"/>
              <a:pathLst>
                <a:path w="99" h="89" extrusionOk="0">
                  <a:moveTo>
                    <a:pt x="56" y="1"/>
                  </a:moveTo>
                  <a:cubicBezTo>
                    <a:pt x="28" y="1"/>
                    <a:pt x="14" y="15"/>
                    <a:pt x="0" y="43"/>
                  </a:cubicBezTo>
                  <a:cubicBezTo>
                    <a:pt x="0" y="57"/>
                    <a:pt x="14" y="84"/>
                    <a:pt x="42" y="84"/>
                  </a:cubicBezTo>
                  <a:cubicBezTo>
                    <a:pt x="48" y="87"/>
                    <a:pt x="52" y="88"/>
                    <a:pt x="57" y="88"/>
                  </a:cubicBezTo>
                  <a:cubicBezTo>
                    <a:pt x="75" y="88"/>
                    <a:pt x="87" y="68"/>
                    <a:pt x="98" y="57"/>
                  </a:cubicBezTo>
                  <a:cubicBezTo>
                    <a:pt x="98" y="29"/>
                    <a:pt x="84" y="1"/>
                    <a:pt x="56" y="1"/>
                  </a:cubicBez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8" name="Google Shape;2718;p40"/>
            <p:cNvSpPr/>
            <p:nvPr/>
          </p:nvSpPr>
          <p:spPr>
            <a:xfrm>
              <a:off x="3595000" y="1096650"/>
              <a:ext cx="2825" cy="2550"/>
            </a:xfrm>
            <a:custGeom>
              <a:avLst/>
              <a:gdLst/>
              <a:ahLst/>
              <a:cxnLst/>
              <a:rect l="l" t="t" r="r" b="b"/>
              <a:pathLst>
                <a:path w="113" h="102" extrusionOk="0">
                  <a:moveTo>
                    <a:pt x="56" y="0"/>
                  </a:moveTo>
                  <a:cubicBezTo>
                    <a:pt x="29" y="0"/>
                    <a:pt x="1" y="14"/>
                    <a:pt x="1" y="42"/>
                  </a:cubicBezTo>
                  <a:cubicBezTo>
                    <a:pt x="1" y="70"/>
                    <a:pt x="15" y="98"/>
                    <a:pt x="43" y="98"/>
                  </a:cubicBezTo>
                  <a:cubicBezTo>
                    <a:pt x="48" y="101"/>
                    <a:pt x="53" y="102"/>
                    <a:pt x="58" y="102"/>
                  </a:cubicBezTo>
                  <a:cubicBezTo>
                    <a:pt x="80" y="102"/>
                    <a:pt x="98" y="79"/>
                    <a:pt x="98" y="56"/>
                  </a:cubicBezTo>
                  <a:cubicBezTo>
                    <a:pt x="112" y="28"/>
                    <a:pt x="84" y="0"/>
                    <a:pt x="56" y="0"/>
                  </a:cubicBez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9" name="Google Shape;2719;p40"/>
            <p:cNvSpPr/>
            <p:nvPr/>
          </p:nvSpPr>
          <p:spPr>
            <a:xfrm>
              <a:off x="3563625" y="1118625"/>
              <a:ext cx="2800" cy="2550"/>
            </a:xfrm>
            <a:custGeom>
              <a:avLst/>
              <a:gdLst/>
              <a:ahLst/>
              <a:cxnLst/>
              <a:rect l="l" t="t" r="r" b="b"/>
              <a:pathLst>
                <a:path w="112" h="102" extrusionOk="0">
                  <a:moveTo>
                    <a:pt x="56" y="0"/>
                  </a:moveTo>
                  <a:cubicBezTo>
                    <a:pt x="28" y="0"/>
                    <a:pt x="14" y="14"/>
                    <a:pt x="0" y="42"/>
                  </a:cubicBezTo>
                  <a:cubicBezTo>
                    <a:pt x="0" y="80"/>
                    <a:pt x="30" y="102"/>
                    <a:pt x="56" y="102"/>
                  </a:cubicBezTo>
                  <a:cubicBezTo>
                    <a:pt x="78" y="102"/>
                    <a:pt x="98" y="87"/>
                    <a:pt x="98" y="56"/>
                  </a:cubicBezTo>
                  <a:cubicBezTo>
                    <a:pt x="112" y="28"/>
                    <a:pt x="84" y="14"/>
                    <a:pt x="56" y="0"/>
                  </a:cubicBez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0" name="Google Shape;2720;p40"/>
            <p:cNvSpPr/>
            <p:nvPr/>
          </p:nvSpPr>
          <p:spPr>
            <a:xfrm>
              <a:off x="3593600" y="1114000"/>
              <a:ext cx="9350" cy="7775"/>
            </a:xfrm>
            <a:custGeom>
              <a:avLst/>
              <a:gdLst/>
              <a:ahLst/>
              <a:cxnLst/>
              <a:rect l="l" t="t" r="r" b="b"/>
              <a:pathLst>
                <a:path w="374" h="311" extrusionOk="0">
                  <a:moveTo>
                    <a:pt x="204" y="1"/>
                  </a:moveTo>
                  <a:cubicBezTo>
                    <a:pt x="173" y="1"/>
                    <a:pt x="141" y="10"/>
                    <a:pt x="112" y="32"/>
                  </a:cubicBezTo>
                  <a:cubicBezTo>
                    <a:pt x="1" y="116"/>
                    <a:pt x="43" y="283"/>
                    <a:pt x="182" y="311"/>
                  </a:cubicBezTo>
                  <a:cubicBezTo>
                    <a:pt x="266" y="311"/>
                    <a:pt x="350" y="255"/>
                    <a:pt x="364" y="171"/>
                  </a:cubicBezTo>
                  <a:cubicBezTo>
                    <a:pt x="374" y="78"/>
                    <a:pt x="292" y="1"/>
                    <a:pt x="204" y="1"/>
                  </a:cubicBez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1" name="Google Shape;2721;p40"/>
            <p:cNvSpPr/>
            <p:nvPr/>
          </p:nvSpPr>
          <p:spPr>
            <a:xfrm>
              <a:off x="3579050" y="1124400"/>
              <a:ext cx="6300" cy="3725"/>
            </a:xfrm>
            <a:custGeom>
              <a:avLst/>
              <a:gdLst/>
              <a:ahLst/>
              <a:cxnLst/>
              <a:rect l="l" t="t" r="r" b="b"/>
              <a:pathLst>
                <a:path w="252" h="149" extrusionOk="0">
                  <a:moveTo>
                    <a:pt x="205" y="0"/>
                  </a:moveTo>
                  <a:cubicBezTo>
                    <a:pt x="132" y="0"/>
                    <a:pt x="0" y="125"/>
                    <a:pt x="123" y="146"/>
                  </a:cubicBezTo>
                  <a:cubicBezTo>
                    <a:pt x="130" y="148"/>
                    <a:pt x="137" y="149"/>
                    <a:pt x="145" y="149"/>
                  </a:cubicBezTo>
                  <a:cubicBezTo>
                    <a:pt x="192" y="149"/>
                    <a:pt x="236" y="111"/>
                    <a:pt x="248" y="62"/>
                  </a:cubicBezTo>
                  <a:cubicBezTo>
                    <a:pt x="252" y="17"/>
                    <a:pt x="233" y="0"/>
                    <a:pt x="205" y="0"/>
                  </a:cubicBez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2" name="Google Shape;2722;p40"/>
            <p:cNvSpPr/>
            <p:nvPr/>
          </p:nvSpPr>
          <p:spPr>
            <a:xfrm>
              <a:off x="3582175" y="1124850"/>
              <a:ext cx="2050" cy="1825"/>
            </a:xfrm>
            <a:custGeom>
              <a:avLst/>
              <a:gdLst/>
              <a:ahLst/>
              <a:cxnLst/>
              <a:rect l="l" t="t" r="r" b="b"/>
              <a:pathLst>
                <a:path w="82" h="73" extrusionOk="0">
                  <a:moveTo>
                    <a:pt x="44" y="1"/>
                  </a:moveTo>
                  <a:cubicBezTo>
                    <a:pt x="10" y="1"/>
                    <a:pt x="1" y="72"/>
                    <a:pt x="39" y="72"/>
                  </a:cubicBezTo>
                  <a:cubicBezTo>
                    <a:pt x="53" y="72"/>
                    <a:pt x="81" y="58"/>
                    <a:pt x="81" y="44"/>
                  </a:cubicBezTo>
                  <a:cubicBezTo>
                    <a:pt x="81" y="16"/>
                    <a:pt x="67" y="2"/>
                    <a:pt x="53" y="2"/>
                  </a:cubicBezTo>
                  <a:cubicBezTo>
                    <a:pt x="50" y="1"/>
                    <a:pt x="47" y="1"/>
                    <a:pt x="44" y="1"/>
                  </a:cubicBez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3" name="Google Shape;2723;p40"/>
            <p:cNvSpPr/>
            <p:nvPr/>
          </p:nvSpPr>
          <p:spPr>
            <a:xfrm>
              <a:off x="3509300" y="1095100"/>
              <a:ext cx="6050" cy="3725"/>
            </a:xfrm>
            <a:custGeom>
              <a:avLst/>
              <a:gdLst/>
              <a:ahLst/>
              <a:cxnLst/>
              <a:rect l="l" t="t" r="r" b="b"/>
              <a:pathLst>
                <a:path w="242" h="149" extrusionOk="0">
                  <a:moveTo>
                    <a:pt x="200" y="1"/>
                  </a:moveTo>
                  <a:cubicBezTo>
                    <a:pt x="132" y="1"/>
                    <a:pt x="0" y="126"/>
                    <a:pt x="123" y="146"/>
                  </a:cubicBezTo>
                  <a:cubicBezTo>
                    <a:pt x="130" y="148"/>
                    <a:pt x="138" y="149"/>
                    <a:pt x="145" y="149"/>
                  </a:cubicBezTo>
                  <a:cubicBezTo>
                    <a:pt x="192" y="149"/>
                    <a:pt x="234" y="111"/>
                    <a:pt x="234" y="62"/>
                  </a:cubicBezTo>
                  <a:cubicBezTo>
                    <a:pt x="242" y="18"/>
                    <a:pt x="225" y="1"/>
                    <a:pt x="200" y="1"/>
                  </a:cubicBez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4" name="Google Shape;2724;p40"/>
            <p:cNvSpPr/>
            <p:nvPr/>
          </p:nvSpPr>
          <p:spPr>
            <a:xfrm>
              <a:off x="3512000" y="1095250"/>
              <a:ext cx="2125" cy="2125"/>
            </a:xfrm>
            <a:custGeom>
              <a:avLst/>
              <a:gdLst/>
              <a:ahLst/>
              <a:cxnLst/>
              <a:rect l="l" t="t" r="r" b="b"/>
              <a:pathLst>
                <a:path w="85" h="85" extrusionOk="0">
                  <a:moveTo>
                    <a:pt x="57" y="1"/>
                  </a:moveTo>
                  <a:cubicBezTo>
                    <a:pt x="29" y="1"/>
                    <a:pt x="15" y="15"/>
                    <a:pt x="15" y="29"/>
                  </a:cubicBezTo>
                  <a:cubicBezTo>
                    <a:pt x="1" y="56"/>
                    <a:pt x="15" y="84"/>
                    <a:pt x="43" y="84"/>
                  </a:cubicBezTo>
                  <a:cubicBezTo>
                    <a:pt x="71" y="84"/>
                    <a:pt x="85" y="70"/>
                    <a:pt x="85" y="43"/>
                  </a:cubicBezTo>
                  <a:cubicBezTo>
                    <a:pt x="85" y="29"/>
                    <a:pt x="71" y="1"/>
                    <a:pt x="57" y="1"/>
                  </a:cubicBez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5" name="Google Shape;2725;p40"/>
            <p:cNvSpPr/>
            <p:nvPr/>
          </p:nvSpPr>
          <p:spPr>
            <a:xfrm>
              <a:off x="3517250" y="1106475"/>
              <a:ext cx="6475" cy="3800"/>
            </a:xfrm>
            <a:custGeom>
              <a:avLst/>
              <a:gdLst/>
              <a:ahLst/>
              <a:cxnLst/>
              <a:rect l="l" t="t" r="r" b="b"/>
              <a:pathLst>
                <a:path w="259" h="152" extrusionOk="0">
                  <a:moveTo>
                    <a:pt x="219" y="0"/>
                  </a:moveTo>
                  <a:cubicBezTo>
                    <a:pt x="148" y="0"/>
                    <a:pt x="0" y="131"/>
                    <a:pt x="126" y="151"/>
                  </a:cubicBezTo>
                  <a:cubicBezTo>
                    <a:pt x="181" y="151"/>
                    <a:pt x="237" y="124"/>
                    <a:pt x="251" y="54"/>
                  </a:cubicBezTo>
                  <a:cubicBezTo>
                    <a:pt x="258" y="15"/>
                    <a:pt x="243" y="0"/>
                    <a:pt x="219" y="0"/>
                  </a:cubicBez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6" name="Google Shape;2726;p40"/>
            <p:cNvSpPr/>
            <p:nvPr/>
          </p:nvSpPr>
          <p:spPr>
            <a:xfrm>
              <a:off x="3520375" y="1106750"/>
              <a:ext cx="2125" cy="1775"/>
            </a:xfrm>
            <a:custGeom>
              <a:avLst/>
              <a:gdLst/>
              <a:ahLst/>
              <a:cxnLst/>
              <a:rect l="l" t="t" r="r" b="b"/>
              <a:pathLst>
                <a:path w="85" h="71" extrusionOk="0">
                  <a:moveTo>
                    <a:pt x="56" y="1"/>
                  </a:moveTo>
                  <a:cubicBezTo>
                    <a:pt x="29" y="1"/>
                    <a:pt x="15" y="15"/>
                    <a:pt x="15" y="29"/>
                  </a:cubicBezTo>
                  <a:cubicBezTo>
                    <a:pt x="1" y="43"/>
                    <a:pt x="15" y="71"/>
                    <a:pt x="43" y="71"/>
                  </a:cubicBezTo>
                  <a:cubicBezTo>
                    <a:pt x="56" y="71"/>
                    <a:pt x="70" y="57"/>
                    <a:pt x="84" y="43"/>
                  </a:cubicBezTo>
                  <a:cubicBezTo>
                    <a:pt x="84" y="15"/>
                    <a:pt x="70" y="1"/>
                    <a:pt x="56" y="1"/>
                  </a:cubicBez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7" name="Google Shape;2727;p40"/>
            <p:cNvSpPr/>
            <p:nvPr/>
          </p:nvSpPr>
          <p:spPr>
            <a:xfrm>
              <a:off x="3574375" y="1084350"/>
              <a:ext cx="6200" cy="3950"/>
            </a:xfrm>
            <a:custGeom>
              <a:avLst/>
              <a:gdLst/>
              <a:ahLst/>
              <a:cxnLst/>
              <a:rect l="l" t="t" r="r" b="b"/>
              <a:pathLst>
                <a:path w="248" h="158" extrusionOk="0">
                  <a:moveTo>
                    <a:pt x="209" y="1"/>
                  </a:moveTo>
                  <a:cubicBezTo>
                    <a:pt x="140" y="1"/>
                    <a:pt x="0" y="137"/>
                    <a:pt x="114" y="158"/>
                  </a:cubicBezTo>
                  <a:cubicBezTo>
                    <a:pt x="184" y="158"/>
                    <a:pt x="226" y="116"/>
                    <a:pt x="240" y="60"/>
                  </a:cubicBezTo>
                  <a:cubicBezTo>
                    <a:pt x="247" y="17"/>
                    <a:pt x="232" y="1"/>
                    <a:pt x="209" y="1"/>
                  </a:cubicBez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8" name="Google Shape;2728;p40"/>
            <p:cNvSpPr/>
            <p:nvPr/>
          </p:nvSpPr>
          <p:spPr>
            <a:xfrm>
              <a:off x="3577250" y="1085300"/>
              <a:ext cx="2075" cy="1250"/>
            </a:xfrm>
            <a:custGeom>
              <a:avLst/>
              <a:gdLst/>
              <a:ahLst/>
              <a:cxnLst/>
              <a:rect l="l" t="t" r="r" b="b"/>
              <a:pathLst>
                <a:path w="83" h="50" extrusionOk="0">
                  <a:moveTo>
                    <a:pt x="66" y="1"/>
                  </a:moveTo>
                  <a:cubicBezTo>
                    <a:pt x="41" y="1"/>
                    <a:pt x="1" y="40"/>
                    <a:pt x="41" y="50"/>
                  </a:cubicBezTo>
                  <a:cubicBezTo>
                    <a:pt x="55" y="50"/>
                    <a:pt x="83" y="36"/>
                    <a:pt x="83" y="22"/>
                  </a:cubicBezTo>
                  <a:cubicBezTo>
                    <a:pt x="83" y="7"/>
                    <a:pt x="75" y="1"/>
                    <a:pt x="66" y="1"/>
                  </a:cubicBez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9" name="Google Shape;2729;p40"/>
            <p:cNvSpPr/>
            <p:nvPr/>
          </p:nvSpPr>
          <p:spPr>
            <a:xfrm>
              <a:off x="3606800" y="1123750"/>
              <a:ext cx="6200" cy="3950"/>
            </a:xfrm>
            <a:custGeom>
              <a:avLst/>
              <a:gdLst/>
              <a:ahLst/>
              <a:cxnLst/>
              <a:rect l="l" t="t" r="r" b="b"/>
              <a:pathLst>
                <a:path w="248" h="158" extrusionOk="0">
                  <a:moveTo>
                    <a:pt x="209" y="1"/>
                  </a:moveTo>
                  <a:cubicBezTo>
                    <a:pt x="141" y="1"/>
                    <a:pt x="1" y="137"/>
                    <a:pt x="115" y="158"/>
                  </a:cubicBezTo>
                  <a:cubicBezTo>
                    <a:pt x="184" y="158"/>
                    <a:pt x="240" y="116"/>
                    <a:pt x="240" y="60"/>
                  </a:cubicBezTo>
                  <a:cubicBezTo>
                    <a:pt x="247" y="17"/>
                    <a:pt x="232" y="1"/>
                    <a:pt x="209" y="1"/>
                  </a:cubicBez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0" name="Google Shape;2730;p40"/>
            <p:cNvSpPr/>
            <p:nvPr/>
          </p:nvSpPr>
          <p:spPr>
            <a:xfrm>
              <a:off x="3559450" y="1097350"/>
              <a:ext cx="9075" cy="8275"/>
            </a:xfrm>
            <a:custGeom>
              <a:avLst/>
              <a:gdLst/>
              <a:ahLst/>
              <a:cxnLst/>
              <a:rect l="l" t="t" r="r" b="b"/>
              <a:pathLst>
                <a:path w="363" h="331" extrusionOk="0">
                  <a:moveTo>
                    <a:pt x="209" y="0"/>
                  </a:moveTo>
                  <a:cubicBezTo>
                    <a:pt x="139" y="0"/>
                    <a:pt x="56" y="70"/>
                    <a:pt x="42" y="168"/>
                  </a:cubicBezTo>
                  <a:cubicBezTo>
                    <a:pt x="1" y="266"/>
                    <a:pt x="114" y="331"/>
                    <a:pt x="211" y="331"/>
                  </a:cubicBezTo>
                  <a:cubicBezTo>
                    <a:pt x="280" y="331"/>
                    <a:pt x="340" y="299"/>
                    <a:pt x="335" y="224"/>
                  </a:cubicBezTo>
                  <a:cubicBezTo>
                    <a:pt x="363" y="126"/>
                    <a:pt x="307" y="28"/>
                    <a:pt x="209" y="0"/>
                  </a:cubicBez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1" name="Google Shape;2731;p40"/>
            <p:cNvSpPr/>
            <p:nvPr/>
          </p:nvSpPr>
          <p:spPr>
            <a:xfrm>
              <a:off x="3562925" y="1099450"/>
              <a:ext cx="2800" cy="3375"/>
            </a:xfrm>
            <a:custGeom>
              <a:avLst/>
              <a:gdLst/>
              <a:ahLst/>
              <a:cxnLst/>
              <a:rect l="l" t="t" r="r" b="b"/>
              <a:pathLst>
                <a:path w="112" h="135" extrusionOk="0">
                  <a:moveTo>
                    <a:pt x="70" y="0"/>
                  </a:moveTo>
                  <a:cubicBezTo>
                    <a:pt x="42" y="0"/>
                    <a:pt x="0" y="14"/>
                    <a:pt x="0" y="56"/>
                  </a:cubicBezTo>
                  <a:cubicBezTo>
                    <a:pt x="0" y="84"/>
                    <a:pt x="14" y="112"/>
                    <a:pt x="42" y="126"/>
                  </a:cubicBezTo>
                  <a:cubicBezTo>
                    <a:pt x="52" y="132"/>
                    <a:pt x="60" y="135"/>
                    <a:pt x="66" y="135"/>
                  </a:cubicBezTo>
                  <a:cubicBezTo>
                    <a:pt x="90" y="135"/>
                    <a:pt x="98" y="102"/>
                    <a:pt x="98" y="70"/>
                  </a:cubicBezTo>
                  <a:cubicBezTo>
                    <a:pt x="112" y="42"/>
                    <a:pt x="98" y="0"/>
                    <a:pt x="70" y="0"/>
                  </a:cubicBez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2" name="Google Shape;2732;p40"/>
            <p:cNvSpPr/>
            <p:nvPr/>
          </p:nvSpPr>
          <p:spPr>
            <a:xfrm>
              <a:off x="3548975" y="1111700"/>
              <a:ext cx="4900" cy="3925"/>
            </a:xfrm>
            <a:custGeom>
              <a:avLst/>
              <a:gdLst/>
              <a:ahLst/>
              <a:cxnLst/>
              <a:rect l="l" t="t" r="r" b="b"/>
              <a:pathLst>
                <a:path w="196" h="157" extrusionOk="0">
                  <a:moveTo>
                    <a:pt x="121" y="1"/>
                  </a:moveTo>
                  <a:cubicBezTo>
                    <a:pt x="109" y="1"/>
                    <a:pt x="96" y="4"/>
                    <a:pt x="84" y="12"/>
                  </a:cubicBezTo>
                  <a:cubicBezTo>
                    <a:pt x="28" y="12"/>
                    <a:pt x="0" y="54"/>
                    <a:pt x="14" y="110"/>
                  </a:cubicBezTo>
                  <a:cubicBezTo>
                    <a:pt x="25" y="141"/>
                    <a:pt x="51" y="157"/>
                    <a:pt x="87" y="157"/>
                  </a:cubicBezTo>
                  <a:cubicBezTo>
                    <a:pt x="99" y="157"/>
                    <a:pt x="112" y="155"/>
                    <a:pt x="126" y="152"/>
                  </a:cubicBezTo>
                  <a:cubicBezTo>
                    <a:pt x="168" y="138"/>
                    <a:pt x="196" y="96"/>
                    <a:pt x="196" y="54"/>
                  </a:cubicBezTo>
                  <a:cubicBezTo>
                    <a:pt x="186" y="24"/>
                    <a:pt x="154" y="1"/>
                    <a:pt x="121" y="1"/>
                  </a:cubicBez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3" name="Google Shape;2733;p40"/>
            <p:cNvSpPr/>
            <p:nvPr/>
          </p:nvSpPr>
          <p:spPr>
            <a:xfrm>
              <a:off x="3551425" y="1112900"/>
              <a:ext cx="1400" cy="1350"/>
            </a:xfrm>
            <a:custGeom>
              <a:avLst/>
              <a:gdLst/>
              <a:ahLst/>
              <a:cxnLst/>
              <a:rect l="l" t="t" r="r" b="b"/>
              <a:pathLst>
                <a:path w="56" h="54" extrusionOk="0">
                  <a:moveTo>
                    <a:pt x="29" y="0"/>
                  </a:moveTo>
                  <a:cubicBezTo>
                    <a:pt x="23" y="0"/>
                    <a:pt x="18" y="2"/>
                    <a:pt x="14" y="6"/>
                  </a:cubicBezTo>
                  <a:cubicBezTo>
                    <a:pt x="0" y="6"/>
                    <a:pt x="0" y="20"/>
                    <a:pt x="0" y="34"/>
                  </a:cubicBezTo>
                  <a:cubicBezTo>
                    <a:pt x="0" y="44"/>
                    <a:pt x="7" y="54"/>
                    <a:pt x="16" y="54"/>
                  </a:cubicBezTo>
                  <a:cubicBezTo>
                    <a:pt x="20" y="54"/>
                    <a:pt x="24" y="52"/>
                    <a:pt x="28" y="48"/>
                  </a:cubicBezTo>
                  <a:cubicBezTo>
                    <a:pt x="56" y="48"/>
                    <a:pt x="56" y="34"/>
                    <a:pt x="56" y="20"/>
                  </a:cubicBezTo>
                  <a:cubicBezTo>
                    <a:pt x="56" y="10"/>
                    <a:pt x="42" y="0"/>
                    <a:pt x="29" y="0"/>
                  </a:cubicBez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4" name="Google Shape;2734;p40"/>
            <p:cNvSpPr/>
            <p:nvPr/>
          </p:nvSpPr>
          <p:spPr>
            <a:xfrm>
              <a:off x="3595350" y="1085675"/>
              <a:ext cx="4550" cy="3800"/>
            </a:xfrm>
            <a:custGeom>
              <a:avLst/>
              <a:gdLst/>
              <a:ahLst/>
              <a:cxnLst/>
              <a:rect l="l" t="t" r="r" b="b"/>
              <a:pathLst>
                <a:path w="182" h="152" extrusionOk="0">
                  <a:moveTo>
                    <a:pt x="95" y="0"/>
                  </a:moveTo>
                  <a:cubicBezTo>
                    <a:pt x="47" y="0"/>
                    <a:pt x="1" y="37"/>
                    <a:pt x="1" y="105"/>
                  </a:cubicBezTo>
                  <a:cubicBezTo>
                    <a:pt x="11" y="136"/>
                    <a:pt x="45" y="152"/>
                    <a:pt x="79" y="152"/>
                  </a:cubicBezTo>
                  <a:cubicBezTo>
                    <a:pt x="90" y="152"/>
                    <a:pt x="102" y="150"/>
                    <a:pt x="112" y="147"/>
                  </a:cubicBezTo>
                  <a:cubicBezTo>
                    <a:pt x="154" y="133"/>
                    <a:pt x="182" y="91"/>
                    <a:pt x="182" y="49"/>
                  </a:cubicBezTo>
                  <a:cubicBezTo>
                    <a:pt x="160" y="16"/>
                    <a:pt x="127" y="0"/>
                    <a:pt x="95" y="0"/>
                  </a:cubicBez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5" name="Google Shape;2735;p40"/>
            <p:cNvSpPr/>
            <p:nvPr/>
          </p:nvSpPr>
          <p:spPr>
            <a:xfrm>
              <a:off x="3597450" y="1086750"/>
              <a:ext cx="1425" cy="1200"/>
            </a:xfrm>
            <a:custGeom>
              <a:avLst/>
              <a:gdLst/>
              <a:ahLst/>
              <a:cxnLst/>
              <a:rect l="l" t="t" r="r" b="b"/>
              <a:pathLst>
                <a:path w="57" h="48" extrusionOk="0">
                  <a:moveTo>
                    <a:pt x="35" y="0"/>
                  </a:moveTo>
                  <a:cubicBezTo>
                    <a:pt x="29" y="0"/>
                    <a:pt x="22" y="2"/>
                    <a:pt x="14" y="6"/>
                  </a:cubicBezTo>
                  <a:cubicBezTo>
                    <a:pt x="0" y="6"/>
                    <a:pt x="0" y="20"/>
                    <a:pt x="0" y="34"/>
                  </a:cubicBezTo>
                  <a:cubicBezTo>
                    <a:pt x="0" y="48"/>
                    <a:pt x="14" y="48"/>
                    <a:pt x="28" y="48"/>
                  </a:cubicBezTo>
                  <a:cubicBezTo>
                    <a:pt x="56" y="48"/>
                    <a:pt x="56" y="34"/>
                    <a:pt x="56" y="20"/>
                  </a:cubicBezTo>
                  <a:cubicBezTo>
                    <a:pt x="56" y="10"/>
                    <a:pt x="49" y="0"/>
                    <a:pt x="35" y="0"/>
                  </a:cubicBez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6" name="Google Shape;2736;p40"/>
            <p:cNvSpPr/>
            <p:nvPr/>
          </p:nvSpPr>
          <p:spPr>
            <a:xfrm>
              <a:off x="3453425" y="974950"/>
              <a:ext cx="234700" cy="167550"/>
            </a:xfrm>
            <a:custGeom>
              <a:avLst/>
              <a:gdLst/>
              <a:ahLst/>
              <a:cxnLst/>
              <a:rect l="l" t="t" r="r" b="b"/>
              <a:pathLst>
                <a:path w="9388" h="6702" extrusionOk="0">
                  <a:moveTo>
                    <a:pt x="4883" y="279"/>
                  </a:moveTo>
                  <a:cubicBezTo>
                    <a:pt x="5091" y="451"/>
                    <a:pt x="5351" y="541"/>
                    <a:pt x="5616" y="541"/>
                  </a:cubicBezTo>
                  <a:cubicBezTo>
                    <a:pt x="5759" y="541"/>
                    <a:pt x="5903" y="515"/>
                    <a:pt x="6040" y="461"/>
                  </a:cubicBezTo>
                  <a:lnTo>
                    <a:pt x="6040" y="461"/>
                  </a:lnTo>
                  <a:lnTo>
                    <a:pt x="5664" y="2734"/>
                  </a:lnTo>
                  <a:cubicBezTo>
                    <a:pt x="5664" y="2734"/>
                    <a:pt x="9388" y="5775"/>
                    <a:pt x="6640" y="6500"/>
                  </a:cubicBezTo>
                  <a:cubicBezTo>
                    <a:pt x="6640" y="6500"/>
                    <a:pt x="6367" y="6570"/>
                    <a:pt x="5812" y="6570"/>
                  </a:cubicBezTo>
                  <a:cubicBezTo>
                    <a:pt x="5471" y="6570"/>
                    <a:pt x="5022" y="6544"/>
                    <a:pt x="4464" y="6459"/>
                  </a:cubicBezTo>
                  <a:cubicBezTo>
                    <a:pt x="3000" y="6208"/>
                    <a:pt x="2372" y="5803"/>
                    <a:pt x="2372" y="5803"/>
                  </a:cubicBezTo>
                  <a:cubicBezTo>
                    <a:pt x="1" y="4241"/>
                    <a:pt x="4506" y="2539"/>
                    <a:pt x="4506" y="2539"/>
                  </a:cubicBezTo>
                  <a:lnTo>
                    <a:pt x="4883" y="279"/>
                  </a:lnTo>
                  <a:close/>
                  <a:moveTo>
                    <a:pt x="4771" y="0"/>
                  </a:moveTo>
                  <a:lnTo>
                    <a:pt x="4450" y="2455"/>
                  </a:lnTo>
                  <a:cubicBezTo>
                    <a:pt x="3976" y="2651"/>
                    <a:pt x="1674" y="3557"/>
                    <a:pt x="1535" y="4715"/>
                  </a:cubicBezTo>
                  <a:cubicBezTo>
                    <a:pt x="1493" y="5161"/>
                    <a:pt x="1744" y="5566"/>
                    <a:pt x="2288" y="5929"/>
                  </a:cubicBezTo>
                  <a:cubicBezTo>
                    <a:pt x="2316" y="5943"/>
                    <a:pt x="2958" y="6305"/>
                    <a:pt x="4436" y="6570"/>
                  </a:cubicBezTo>
                  <a:cubicBezTo>
                    <a:pt x="5121" y="6673"/>
                    <a:pt x="5642" y="6702"/>
                    <a:pt x="6009" y="6702"/>
                  </a:cubicBezTo>
                  <a:cubicBezTo>
                    <a:pt x="6441" y="6702"/>
                    <a:pt x="6659" y="6661"/>
                    <a:pt x="6682" y="6654"/>
                  </a:cubicBezTo>
                  <a:cubicBezTo>
                    <a:pt x="7324" y="6487"/>
                    <a:pt x="7686" y="6180"/>
                    <a:pt x="7784" y="5733"/>
                  </a:cubicBezTo>
                  <a:cubicBezTo>
                    <a:pt x="8035" y="4603"/>
                    <a:pt x="6124" y="3013"/>
                    <a:pt x="5733" y="2679"/>
                  </a:cubicBezTo>
                  <a:lnTo>
                    <a:pt x="6236" y="196"/>
                  </a:lnTo>
                  <a:lnTo>
                    <a:pt x="5985" y="321"/>
                  </a:lnTo>
                  <a:cubicBezTo>
                    <a:pt x="5873" y="358"/>
                    <a:pt x="5761" y="383"/>
                    <a:pt x="5646" y="383"/>
                  </a:cubicBezTo>
                  <a:cubicBezTo>
                    <a:pt x="5588" y="383"/>
                    <a:pt x="5529" y="377"/>
                    <a:pt x="5468" y="363"/>
                  </a:cubicBezTo>
                  <a:cubicBezTo>
                    <a:pt x="5287" y="335"/>
                    <a:pt x="5120" y="265"/>
                    <a:pt x="4980" y="154"/>
                  </a:cubicBezTo>
                  <a:lnTo>
                    <a:pt x="47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7" name="Google Shape;2737;p40"/>
            <p:cNvSpPr/>
            <p:nvPr/>
          </p:nvSpPr>
          <p:spPr>
            <a:xfrm>
              <a:off x="3485175" y="1084100"/>
              <a:ext cx="17800" cy="30700"/>
            </a:xfrm>
            <a:custGeom>
              <a:avLst/>
              <a:gdLst/>
              <a:ahLst/>
              <a:cxnLst/>
              <a:rect l="l" t="t" r="r" b="b"/>
              <a:pathLst>
                <a:path w="712" h="1228" extrusionOk="0">
                  <a:moveTo>
                    <a:pt x="460" y="0"/>
                  </a:moveTo>
                  <a:cubicBezTo>
                    <a:pt x="460" y="1"/>
                    <a:pt x="0" y="600"/>
                    <a:pt x="711" y="1228"/>
                  </a:cubicBezTo>
                  <a:cubicBezTo>
                    <a:pt x="711" y="1228"/>
                    <a:pt x="111" y="656"/>
                    <a:pt x="46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8" name="Google Shape;2738;p40"/>
            <p:cNvSpPr/>
            <p:nvPr/>
          </p:nvSpPr>
          <p:spPr>
            <a:xfrm>
              <a:off x="3510975" y="1041550"/>
              <a:ext cx="45000" cy="26175"/>
            </a:xfrm>
            <a:custGeom>
              <a:avLst/>
              <a:gdLst/>
              <a:ahLst/>
              <a:cxnLst/>
              <a:rect l="l" t="t" r="r" b="b"/>
              <a:pathLst>
                <a:path w="1800" h="1047" extrusionOk="0">
                  <a:moveTo>
                    <a:pt x="1799" y="1"/>
                  </a:moveTo>
                  <a:cubicBezTo>
                    <a:pt x="419" y="489"/>
                    <a:pt x="0" y="1047"/>
                    <a:pt x="0" y="1047"/>
                  </a:cubicBezTo>
                  <a:cubicBezTo>
                    <a:pt x="432" y="587"/>
                    <a:pt x="1799" y="1"/>
                    <a:pt x="17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9" name="Google Shape;2739;p40"/>
            <p:cNvSpPr/>
            <p:nvPr/>
          </p:nvSpPr>
          <p:spPr>
            <a:xfrm>
              <a:off x="3578275" y="977750"/>
              <a:ext cx="28250" cy="7650"/>
            </a:xfrm>
            <a:custGeom>
              <a:avLst/>
              <a:gdLst/>
              <a:ahLst/>
              <a:cxnLst/>
              <a:rect l="l" t="t" r="r" b="b"/>
              <a:pathLst>
                <a:path w="1130" h="306" extrusionOk="0">
                  <a:moveTo>
                    <a:pt x="0" y="0"/>
                  </a:moveTo>
                  <a:lnTo>
                    <a:pt x="0" y="0"/>
                  </a:lnTo>
                  <a:cubicBezTo>
                    <a:pt x="184" y="237"/>
                    <a:pt x="416" y="306"/>
                    <a:pt x="622" y="306"/>
                  </a:cubicBezTo>
                  <a:cubicBezTo>
                    <a:pt x="900" y="306"/>
                    <a:pt x="1130" y="181"/>
                    <a:pt x="1130" y="181"/>
                  </a:cubicBezTo>
                  <a:lnTo>
                    <a:pt x="1130" y="181"/>
                  </a:lnTo>
                  <a:cubicBezTo>
                    <a:pt x="967" y="238"/>
                    <a:pt x="820" y="260"/>
                    <a:pt x="690" y="260"/>
                  </a:cubicBezTo>
                  <a:cubicBezTo>
                    <a:pt x="243" y="260"/>
                    <a:pt x="0" y="0"/>
                    <a:pt x="0" y="0"/>
                  </a:cubicBezTo>
                  <a:close/>
                </a:path>
              </a:pathLst>
            </a:custGeom>
            <a:solidFill>
              <a:srgbClr val="F9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0" name="Google Shape;2740;p40"/>
            <p:cNvSpPr/>
            <p:nvPr/>
          </p:nvSpPr>
          <p:spPr>
            <a:xfrm>
              <a:off x="3576525" y="959700"/>
              <a:ext cx="34200" cy="7600"/>
            </a:xfrm>
            <a:custGeom>
              <a:avLst/>
              <a:gdLst/>
              <a:ahLst/>
              <a:cxnLst/>
              <a:rect l="l" t="t" r="r" b="b"/>
              <a:pathLst>
                <a:path w="1368" h="304" extrusionOk="0">
                  <a:moveTo>
                    <a:pt x="364" y="0"/>
                  </a:moveTo>
                  <a:cubicBezTo>
                    <a:pt x="135" y="0"/>
                    <a:pt x="0" y="52"/>
                    <a:pt x="0" y="52"/>
                  </a:cubicBezTo>
                  <a:cubicBezTo>
                    <a:pt x="79" y="46"/>
                    <a:pt x="159" y="42"/>
                    <a:pt x="237" y="42"/>
                  </a:cubicBezTo>
                  <a:cubicBezTo>
                    <a:pt x="631" y="42"/>
                    <a:pt x="1019" y="129"/>
                    <a:pt x="1367" y="304"/>
                  </a:cubicBezTo>
                  <a:cubicBezTo>
                    <a:pt x="958" y="59"/>
                    <a:pt x="607" y="0"/>
                    <a:pt x="364" y="0"/>
                  </a:cubicBezTo>
                  <a:close/>
                </a:path>
              </a:pathLst>
            </a:custGeom>
            <a:solidFill>
              <a:srgbClr val="F9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1" name="Google Shape;2741;p40"/>
            <p:cNvSpPr/>
            <p:nvPr/>
          </p:nvSpPr>
          <p:spPr>
            <a:xfrm>
              <a:off x="3529800" y="1060525"/>
              <a:ext cx="93125" cy="16275"/>
            </a:xfrm>
            <a:custGeom>
              <a:avLst/>
              <a:gdLst/>
              <a:ahLst/>
              <a:cxnLst/>
              <a:rect l="l" t="t" r="r" b="b"/>
              <a:pathLst>
                <a:path w="3725" h="651" extrusionOk="0">
                  <a:moveTo>
                    <a:pt x="594" y="0"/>
                  </a:moveTo>
                  <a:cubicBezTo>
                    <a:pt x="236" y="0"/>
                    <a:pt x="25" y="32"/>
                    <a:pt x="0" y="37"/>
                  </a:cubicBezTo>
                  <a:cubicBezTo>
                    <a:pt x="0" y="37"/>
                    <a:pt x="1074" y="106"/>
                    <a:pt x="1842" y="232"/>
                  </a:cubicBezTo>
                  <a:cubicBezTo>
                    <a:pt x="2609" y="357"/>
                    <a:pt x="3725" y="650"/>
                    <a:pt x="3725" y="650"/>
                  </a:cubicBezTo>
                  <a:cubicBezTo>
                    <a:pt x="2360" y="103"/>
                    <a:pt x="1239" y="0"/>
                    <a:pt x="59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2" name="Google Shape;2742;p40"/>
            <p:cNvSpPr/>
            <p:nvPr/>
          </p:nvSpPr>
          <p:spPr>
            <a:xfrm>
              <a:off x="3608601" y="1069261"/>
              <a:ext cx="18850" cy="11950"/>
            </a:xfrm>
            <a:custGeom>
              <a:avLst/>
              <a:gdLst/>
              <a:ahLst/>
              <a:cxnLst/>
              <a:rect l="l" t="t" r="r" b="b"/>
              <a:pathLst>
                <a:path w="754" h="478" extrusionOk="0">
                  <a:moveTo>
                    <a:pt x="321" y="1"/>
                  </a:moveTo>
                  <a:cubicBezTo>
                    <a:pt x="321" y="1"/>
                    <a:pt x="558" y="405"/>
                    <a:pt x="0" y="475"/>
                  </a:cubicBezTo>
                  <a:cubicBezTo>
                    <a:pt x="23" y="477"/>
                    <a:pt x="45" y="478"/>
                    <a:pt x="68" y="478"/>
                  </a:cubicBezTo>
                  <a:cubicBezTo>
                    <a:pt x="229" y="478"/>
                    <a:pt x="396" y="434"/>
                    <a:pt x="530" y="336"/>
                  </a:cubicBezTo>
                  <a:cubicBezTo>
                    <a:pt x="754" y="154"/>
                    <a:pt x="321" y="1"/>
                    <a:pt x="321" y="1"/>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3" name="Google Shape;2743;p40"/>
            <p:cNvSpPr/>
            <p:nvPr/>
          </p:nvSpPr>
          <p:spPr>
            <a:xfrm>
              <a:off x="3529800" y="1061425"/>
              <a:ext cx="93125" cy="20550"/>
            </a:xfrm>
            <a:custGeom>
              <a:avLst/>
              <a:gdLst/>
              <a:ahLst/>
              <a:cxnLst/>
              <a:rect l="l" t="t" r="r" b="b"/>
              <a:pathLst>
                <a:path w="3725" h="822" extrusionOk="0">
                  <a:moveTo>
                    <a:pt x="0" y="1"/>
                  </a:moveTo>
                  <a:cubicBezTo>
                    <a:pt x="42" y="70"/>
                    <a:pt x="377" y="419"/>
                    <a:pt x="1855" y="698"/>
                  </a:cubicBezTo>
                  <a:cubicBezTo>
                    <a:pt x="2315" y="789"/>
                    <a:pt x="2664" y="822"/>
                    <a:pt x="2929" y="822"/>
                  </a:cubicBezTo>
                  <a:cubicBezTo>
                    <a:pt x="3596" y="822"/>
                    <a:pt x="3725" y="614"/>
                    <a:pt x="3725" y="614"/>
                  </a:cubicBezTo>
                  <a:lnTo>
                    <a:pt x="3725" y="614"/>
                  </a:lnTo>
                  <a:cubicBezTo>
                    <a:pt x="3715" y="614"/>
                    <a:pt x="3494" y="753"/>
                    <a:pt x="2902" y="753"/>
                  </a:cubicBezTo>
                  <a:cubicBezTo>
                    <a:pt x="2634" y="753"/>
                    <a:pt x="2290" y="725"/>
                    <a:pt x="1855" y="642"/>
                  </a:cubicBezTo>
                  <a:cubicBezTo>
                    <a:pt x="558" y="391"/>
                    <a:pt x="70" y="56"/>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4" name="Google Shape;2744;p40"/>
            <p:cNvSpPr/>
            <p:nvPr/>
          </p:nvSpPr>
          <p:spPr>
            <a:xfrm>
              <a:off x="3554600" y="957525"/>
              <a:ext cx="80525" cy="28600"/>
            </a:xfrm>
            <a:custGeom>
              <a:avLst/>
              <a:gdLst/>
              <a:ahLst/>
              <a:cxnLst/>
              <a:rect l="l" t="t" r="r" b="b"/>
              <a:pathLst>
                <a:path w="3221" h="1144" extrusionOk="0">
                  <a:moveTo>
                    <a:pt x="1144" y="219"/>
                  </a:moveTo>
                  <a:cubicBezTo>
                    <a:pt x="1434" y="219"/>
                    <a:pt x="1817" y="299"/>
                    <a:pt x="2063" y="418"/>
                  </a:cubicBezTo>
                  <a:cubicBezTo>
                    <a:pt x="2495" y="642"/>
                    <a:pt x="2189" y="795"/>
                    <a:pt x="2021" y="851"/>
                  </a:cubicBezTo>
                  <a:lnTo>
                    <a:pt x="1951" y="879"/>
                  </a:lnTo>
                  <a:cubicBezTo>
                    <a:pt x="1784" y="935"/>
                    <a:pt x="1617" y="962"/>
                    <a:pt x="1449" y="962"/>
                  </a:cubicBezTo>
                  <a:cubicBezTo>
                    <a:pt x="1282" y="921"/>
                    <a:pt x="1115" y="851"/>
                    <a:pt x="1003" y="725"/>
                  </a:cubicBezTo>
                  <a:cubicBezTo>
                    <a:pt x="961" y="697"/>
                    <a:pt x="933" y="670"/>
                    <a:pt x="905" y="642"/>
                  </a:cubicBezTo>
                  <a:cubicBezTo>
                    <a:pt x="577" y="336"/>
                    <a:pt x="792" y="219"/>
                    <a:pt x="1144" y="219"/>
                  </a:cubicBezTo>
                  <a:close/>
                  <a:moveTo>
                    <a:pt x="948" y="0"/>
                  </a:moveTo>
                  <a:cubicBezTo>
                    <a:pt x="352" y="0"/>
                    <a:pt x="1" y="215"/>
                    <a:pt x="710" y="781"/>
                  </a:cubicBezTo>
                  <a:cubicBezTo>
                    <a:pt x="905" y="976"/>
                    <a:pt x="1142" y="1102"/>
                    <a:pt x="1407" y="1144"/>
                  </a:cubicBezTo>
                  <a:cubicBezTo>
                    <a:pt x="1672" y="1144"/>
                    <a:pt x="1938" y="1116"/>
                    <a:pt x="2175" y="1018"/>
                  </a:cubicBezTo>
                  <a:cubicBezTo>
                    <a:pt x="2175" y="1018"/>
                    <a:pt x="3221" y="739"/>
                    <a:pt x="2356" y="307"/>
                  </a:cubicBezTo>
                  <a:cubicBezTo>
                    <a:pt x="1979" y="121"/>
                    <a:pt x="1395" y="0"/>
                    <a:pt x="94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5" name="Google Shape;2745;p40"/>
            <p:cNvSpPr/>
            <p:nvPr/>
          </p:nvSpPr>
          <p:spPr>
            <a:xfrm>
              <a:off x="3568950" y="962850"/>
              <a:ext cx="48400" cy="15950"/>
            </a:xfrm>
            <a:custGeom>
              <a:avLst/>
              <a:gdLst/>
              <a:ahLst/>
              <a:cxnLst/>
              <a:rect l="l" t="t" r="r" b="b"/>
              <a:pathLst>
                <a:path w="1936" h="638" extrusionOk="0">
                  <a:moveTo>
                    <a:pt x="577" y="0"/>
                  </a:moveTo>
                  <a:cubicBezTo>
                    <a:pt x="221" y="0"/>
                    <a:pt x="1" y="121"/>
                    <a:pt x="331" y="429"/>
                  </a:cubicBezTo>
                  <a:cubicBezTo>
                    <a:pt x="331" y="405"/>
                    <a:pt x="302" y="207"/>
                    <a:pt x="625" y="207"/>
                  </a:cubicBezTo>
                  <a:cubicBezTo>
                    <a:pt x="689" y="207"/>
                    <a:pt x="767" y="215"/>
                    <a:pt x="861" y="233"/>
                  </a:cubicBezTo>
                  <a:cubicBezTo>
                    <a:pt x="1433" y="345"/>
                    <a:pt x="1461" y="638"/>
                    <a:pt x="1461" y="638"/>
                  </a:cubicBezTo>
                  <a:cubicBezTo>
                    <a:pt x="1615" y="582"/>
                    <a:pt x="1935" y="415"/>
                    <a:pt x="1489" y="205"/>
                  </a:cubicBezTo>
                  <a:cubicBezTo>
                    <a:pt x="1245" y="80"/>
                    <a:pt x="866" y="0"/>
                    <a:pt x="5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6" name="Google Shape;2746;p40"/>
            <p:cNvSpPr/>
            <p:nvPr/>
          </p:nvSpPr>
          <p:spPr>
            <a:xfrm>
              <a:off x="3563625" y="958200"/>
              <a:ext cx="55825" cy="27175"/>
            </a:xfrm>
            <a:custGeom>
              <a:avLst/>
              <a:gdLst/>
              <a:ahLst/>
              <a:cxnLst/>
              <a:rect l="l" t="t" r="r" b="b"/>
              <a:pathLst>
                <a:path w="2233" h="1087" extrusionOk="0">
                  <a:moveTo>
                    <a:pt x="544" y="57"/>
                  </a:moveTo>
                  <a:cubicBezTo>
                    <a:pt x="1549" y="99"/>
                    <a:pt x="1911" y="308"/>
                    <a:pt x="2023" y="475"/>
                  </a:cubicBezTo>
                  <a:cubicBezTo>
                    <a:pt x="2093" y="573"/>
                    <a:pt x="2079" y="698"/>
                    <a:pt x="1981" y="768"/>
                  </a:cubicBezTo>
                  <a:cubicBezTo>
                    <a:pt x="1709" y="942"/>
                    <a:pt x="1471" y="995"/>
                    <a:pt x="1281" y="995"/>
                  </a:cubicBezTo>
                  <a:cubicBezTo>
                    <a:pt x="986" y="995"/>
                    <a:pt x="809" y="866"/>
                    <a:pt x="809" y="866"/>
                  </a:cubicBezTo>
                  <a:cubicBezTo>
                    <a:pt x="182" y="503"/>
                    <a:pt x="210" y="266"/>
                    <a:pt x="321" y="154"/>
                  </a:cubicBezTo>
                  <a:cubicBezTo>
                    <a:pt x="377" y="85"/>
                    <a:pt x="461" y="57"/>
                    <a:pt x="544" y="57"/>
                  </a:cubicBezTo>
                  <a:close/>
                  <a:moveTo>
                    <a:pt x="433" y="1"/>
                  </a:moveTo>
                  <a:cubicBezTo>
                    <a:pt x="335" y="1"/>
                    <a:pt x="251" y="43"/>
                    <a:pt x="182" y="112"/>
                  </a:cubicBezTo>
                  <a:cubicBezTo>
                    <a:pt x="56" y="252"/>
                    <a:pt x="0" y="517"/>
                    <a:pt x="740" y="935"/>
                  </a:cubicBezTo>
                  <a:cubicBezTo>
                    <a:pt x="740" y="935"/>
                    <a:pt x="942" y="1086"/>
                    <a:pt x="1281" y="1086"/>
                  </a:cubicBezTo>
                  <a:cubicBezTo>
                    <a:pt x="1497" y="1086"/>
                    <a:pt x="1769" y="1025"/>
                    <a:pt x="2079" y="824"/>
                  </a:cubicBezTo>
                  <a:cubicBezTo>
                    <a:pt x="2204" y="754"/>
                    <a:pt x="2232" y="601"/>
                    <a:pt x="2148" y="489"/>
                  </a:cubicBezTo>
                  <a:cubicBezTo>
                    <a:pt x="2009" y="294"/>
                    <a:pt x="1590" y="57"/>
                    <a:pt x="43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7" name="Google Shape;2747;p40"/>
            <p:cNvSpPr/>
            <p:nvPr/>
          </p:nvSpPr>
          <p:spPr>
            <a:xfrm>
              <a:off x="3553850" y="958200"/>
              <a:ext cx="19550" cy="17125"/>
            </a:xfrm>
            <a:custGeom>
              <a:avLst/>
              <a:gdLst/>
              <a:ahLst/>
              <a:cxnLst/>
              <a:rect l="l" t="t" r="r" b="b"/>
              <a:pathLst>
                <a:path w="782" h="685" extrusionOk="0">
                  <a:moveTo>
                    <a:pt x="782" y="1"/>
                  </a:moveTo>
                  <a:cubicBezTo>
                    <a:pt x="782" y="1"/>
                    <a:pt x="1" y="43"/>
                    <a:pt x="754" y="684"/>
                  </a:cubicBezTo>
                  <a:cubicBezTo>
                    <a:pt x="754" y="684"/>
                    <a:pt x="224" y="154"/>
                    <a:pt x="782" y="1"/>
                  </a:cubicBez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8" name="Google Shape;2748;p40"/>
            <p:cNvSpPr/>
            <p:nvPr/>
          </p:nvSpPr>
          <p:spPr>
            <a:xfrm>
              <a:off x="3612100" y="965875"/>
              <a:ext cx="15350" cy="13625"/>
            </a:xfrm>
            <a:custGeom>
              <a:avLst/>
              <a:gdLst/>
              <a:ahLst/>
              <a:cxnLst/>
              <a:rect l="l" t="t" r="r" b="b"/>
              <a:pathLst>
                <a:path w="614" h="545" extrusionOk="0">
                  <a:moveTo>
                    <a:pt x="0" y="1"/>
                  </a:moveTo>
                  <a:lnTo>
                    <a:pt x="0" y="1"/>
                  </a:lnTo>
                  <a:cubicBezTo>
                    <a:pt x="488" y="308"/>
                    <a:pt x="112" y="545"/>
                    <a:pt x="112" y="545"/>
                  </a:cubicBezTo>
                  <a:cubicBezTo>
                    <a:pt x="614" y="294"/>
                    <a:pt x="0" y="1"/>
                    <a:pt x="0" y="1"/>
                  </a:cubicBez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9" name="Google Shape;2749;p40"/>
            <p:cNvSpPr/>
            <p:nvPr/>
          </p:nvSpPr>
          <p:spPr>
            <a:xfrm>
              <a:off x="3575125" y="977050"/>
              <a:ext cx="31400" cy="9450"/>
            </a:xfrm>
            <a:custGeom>
              <a:avLst/>
              <a:gdLst/>
              <a:ahLst/>
              <a:cxnLst/>
              <a:rect l="l" t="t" r="r" b="b"/>
              <a:pathLst>
                <a:path w="1256" h="378" extrusionOk="0">
                  <a:moveTo>
                    <a:pt x="1" y="0"/>
                  </a:moveTo>
                  <a:lnTo>
                    <a:pt x="1" y="0"/>
                  </a:lnTo>
                  <a:cubicBezTo>
                    <a:pt x="1" y="0"/>
                    <a:pt x="320" y="378"/>
                    <a:pt x="801" y="378"/>
                  </a:cubicBezTo>
                  <a:cubicBezTo>
                    <a:pt x="941" y="378"/>
                    <a:pt x="1093" y="346"/>
                    <a:pt x="1256" y="265"/>
                  </a:cubicBezTo>
                  <a:lnTo>
                    <a:pt x="1256" y="265"/>
                  </a:lnTo>
                  <a:cubicBezTo>
                    <a:pt x="1128" y="301"/>
                    <a:pt x="999" y="319"/>
                    <a:pt x="872" y="319"/>
                  </a:cubicBezTo>
                  <a:cubicBezTo>
                    <a:pt x="555" y="319"/>
                    <a:pt x="249" y="209"/>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0" name="Google Shape;2750;p40"/>
            <p:cNvSpPr/>
            <p:nvPr/>
          </p:nvSpPr>
          <p:spPr>
            <a:xfrm>
              <a:off x="3555600" y="970050"/>
              <a:ext cx="28575" cy="27250"/>
            </a:xfrm>
            <a:custGeom>
              <a:avLst/>
              <a:gdLst/>
              <a:ahLst/>
              <a:cxnLst/>
              <a:rect l="l" t="t" r="r" b="b"/>
              <a:pathLst>
                <a:path w="1143" h="1090" extrusionOk="0">
                  <a:moveTo>
                    <a:pt x="797" y="1"/>
                  </a:moveTo>
                  <a:cubicBezTo>
                    <a:pt x="751" y="1"/>
                    <a:pt x="699" y="9"/>
                    <a:pt x="642" y="29"/>
                  </a:cubicBezTo>
                  <a:cubicBezTo>
                    <a:pt x="377" y="113"/>
                    <a:pt x="321" y="294"/>
                    <a:pt x="252" y="364"/>
                  </a:cubicBezTo>
                  <a:cubicBezTo>
                    <a:pt x="154" y="447"/>
                    <a:pt x="70" y="545"/>
                    <a:pt x="1" y="657"/>
                  </a:cubicBezTo>
                  <a:lnTo>
                    <a:pt x="252" y="1089"/>
                  </a:lnTo>
                  <a:cubicBezTo>
                    <a:pt x="252" y="1089"/>
                    <a:pt x="341" y="541"/>
                    <a:pt x="568" y="541"/>
                  </a:cubicBezTo>
                  <a:cubicBezTo>
                    <a:pt x="578" y="541"/>
                    <a:pt x="589" y="543"/>
                    <a:pt x="600" y="545"/>
                  </a:cubicBezTo>
                  <a:cubicBezTo>
                    <a:pt x="687" y="568"/>
                    <a:pt x="754" y="580"/>
                    <a:pt x="809" y="580"/>
                  </a:cubicBezTo>
                  <a:cubicBezTo>
                    <a:pt x="923" y="580"/>
                    <a:pt x="985" y="528"/>
                    <a:pt x="1061" y="406"/>
                  </a:cubicBezTo>
                  <a:cubicBezTo>
                    <a:pt x="1143" y="253"/>
                    <a:pt x="1047" y="1"/>
                    <a:pt x="797" y="1"/>
                  </a:cubicBezTo>
                  <a:close/>
                </a:path>
              </a:pathLst>
            </a:custGeom>
            <a:solidFill>
              <a:srgbClr val="FFB1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1" name="Google Shape;2751;p40"/>
            <p:cNvSpPr/>
            <p:nvPr/>
          </p:nvSpPr>
          <p:spPr>
            <a:xfrm>
              <a:off x="3582700" y="993000"/>
              <a:ext cx="29775" cy="14050"/>
            </a:xfrm>
            <a:custGeom>
              <a:avLst/>
              <a:gdLst/>
              <a:ahLst/>
              <a:cxnLst/>
              <a:rect l="l" t="t" r="r" b="b"/>
              <a:pathLst>
                <a:path w="1191" h="562" extrusionOk="0">
                  <a:moveTo>
                    <a:pt x="782" y="0"/>
                  </a:moveTo>
                  <a:cubicBezTo>
                    <a:pt x="726" y="0"/>
                    <a:pt x="674" y="18"/>
                    <a:pt x="674" y="18"/>
                  </a:cubicBezTo>
                  <a:cubicBezTo>
                    <a:pt x="0" y="539"/>
                    <a:pt x="983" y="562"/>
                    <a:pt x="1163" y="562"/>
                  </a:cubicBezTo>
                  <a:cubicBezTo>
                    <a:pt x="1180" y="562"/>
                    <a:pt x="1190" y="562"/>
                    <a:pt x="1190" y="562"/>
                  </a:cubicBezTo>
                  <a:cubicBezTo>
                    <a:pt x="1190" y="562"/>
                    <a:pt x="1150" y="129"/>
                    <a:pt x="1122" y="129"/>
                  </a:cubicBezTo>
                  <a:cubicBezTo>
                    <a:pt x="1121" y="129"/>
                    <a:pt x="1121" y="129"/>
                    <a:pt x="1120" y="129"/>
                  </a:cubicBezTo>
                  <a:cubicBezTo>
                    <a:pt x="1099" y="144"/>
                    <a:pt x="1046" y="166"/>
                    <a:pt x="999" y="166"/>
                  </a:cubicBezTo>
                  <a:cubicBezTo>
                    <a:pt x="956" y="166"/>
                    <a:pt x="918" y="147"/>
                    <a:pt x="911" y="87"/>
                  </a:cubicBezTo>
                  <a:cubicBezTo>
                    <a:pt x="897" y="18"/>
                    <a:pt x="838" y="0"/>
                    <a:pt x="782" y="0"/>
                  </a:cubicBezTo>
                  <a:close/>
                </a:path>
              </a:pathLst>
            </a:custGeom>
            <a:solidFill>
              <a:srgbClr val="FFB1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2" name="Google Shape;2752;p40"/>
            <p:cNvSpPr/>
            <p:nvPr/>
          </p:nvSpPr>
          <p:spPr>
            <a:xfrm>
              <a:off x="3590475" y="1006625"/>
              <a:ext cx="22350" cy="12975"/>
            </a:xfrm>
            <a:custGeom>
              <a:avLst/>
              <a:gdLst/>
              <a:ahLst/>
              <a:cxnLst/>
              <a:rect l="l" t="t" r="r" b="b"/>
              <a:pathLst>
                <a:path w="894" h="519" extrusionOk="0">
                  <a:moveTo>
                    <a:pt x="322" y="0"/>
                  </a:moveTo>
                  <a:cubicBezTo>
                    <a:pt x="228" y="0"/>
                    <a:pt x="129" y="33"/>
                    <a:pt x="84" y="156"/>
                  </a:cubicBezTo>
                  <a:cubicBezTo>
                    <a:pt x="0" y="407"/>
                    <a:pt x="433" y="519"/>
                    <a:pt x="433" y="519"/>
                  </a:cubicBezTo>
                  <a:lnTo>
                    <a:pt x="893" y="86"/>
                  </a:lnTo>
                  <a:lnTo>
                    <a:pt x="530" y="45"/>
                  </a:lnTo>
                  <a:cubicBezTo>
                    <a:pt x="530" y="45"/>
                    <a:pt x="430" y="0"/>
                    <a:pt x="322" y="0"/>
                  </a:cubicBezTo>
                  <a:close/>
                </a:path>
              </a:pathLst>
            </a:custGeom>
            <a:solidFill>
              <a:srgbClr val="FFB1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3" name="Google Shape;2753;p40"/>
            <p:cNvSpPr/>
            <p:nvPr/>
          </p:nvSpPr>
          <p:spPr>
            <a:xfrm>
              <a:off x="3589625" y="1019900"/>
              <a:ext cx="16900" cy="12600"/>
            </a:xfrm>
            <a:custGeom>
              <a:avLst/>
              <a:gdLst/>
              <a:ahLst/>
              <a:cxnLst/>
              <a:rect l="l" t="t" r="r" b="b"/>
              <a:pathLst>
                <a:path w="676" h="504" extrusionOk="0">
                  <a:moveTo>
                    <a:pt x="297" y="1"/>
                  </a:moveTo>
                  <a:cubicBezTo>
                    <a:pt x="164" y="1"/>
                    <a:pt x="0" y="37"/>
                    <a:pt x="34" y="225"/>
                  </a:cubicBezTo>
                  <a:cubicBezTo>
                    <a:pt x="48" y="323"/>
                    <a:pt x="383" y="504"/>
                    <a:pt x="383" y="504"/>
                  </a:cubicBezTo>
                  <a:lnTo>
                    <a:pt x="676" y="295"/>
                  </a:lnTo>
                  <a:lnTo>
                    <a:pt x="453" y="16"/>
                  </a:lnTo>
                  <a:cubicBezTo>
                    <a:pt x="453" y="16"/>
                    <a:pt x="381" y="1"/>
                    <a:pt x="297" y="1"/>
                  </a:cubicBezTo>
                  <a:close/>
                </a:path>
              </a:pathLst>
            </a:custGeom>
            <a:solidFill>
              <a:srgbClr val="FFB1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4" name="Google Shape;2754;p40"/>
            <p:cNvSpPr/>
            <p:nvPr/>
          </p:nvSpPr>
          <p:spPr>
            <a:xfrm>
              <a:off x="3579350" y="1032175"/>
              <a:ext cx="20900" cy="11150"/>
            </a:xfrm>
            <a:custGeom>
              <a:avLst/>
              <a:gdLst/>
              <a:ahLst/>
              <a:cxnLst/>
              <a:rect l="l" t="t" r="r" b="b"/>
              <a:pathLst>
                <a:path w="836" h="446" extrusionOk="0">
                  <a:moveTo>
                    <a:pt x="697" y="0"/>
                  </a:moveTo>
                  <a:cubicBezTo>
                    <a:pt x="612" y="0"/>
                    <a:pt x="466" y="32"/>
                    <a:pt x="278" y="194"/>
                  </a:cubicBezTo>
                  <a:cubicBezTo>
                    <a:pt x="0" y="434"/>
                    <a:pt x="613" y="445"/>
                    <a:pt x="733" y="445"/>
                  </a:cubicBezTo>
                  <a:cubicBezTo>
                    <a:pt x="745" y="445"/>
                    <a:pt x="752" y="445"/>
                    <a:pt x="752" y="445"/>
                  </a:cubicBezTo>
                  <a:lnTo>
                    <a:pt x="836" y="362"/>
                  </a:lnTo>
                  <a:lnTo>
                    <a:pt x="780" y="13"/>
                  </a:lnTo>
                  <a:cubicBezTo>
                    <a:pt x="780" y="13"/>
                    <a:pt x="751" y="0"/>
                    <a:pt x="697" y="0"/>
                  </a:cubicBezTo>
                  <a:close/>
                </a:path>
              </a:pathLst>
            </a:custGeom>
            <a:solidFill>
              <a:srgbClr val="FFB1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5" name="Google Shape;2755;p40"/>
            <p:cNvSpPr/>
            <p:nvPr/>
          </p:nvSpPr>
          <p:spPr>
            <a:xfrm>
              <a:off x="3473650" y="953950"/>
              <a:ext cx="65925" cy="114100"/>
            </a:xfrm>
            <a:custGeom>
              <a:avLst/>
              <a:gdLst/>
              <a:ahLst/>
              <a:cxnLst/>
              <a:rect l="l" t="t" r="r" b="b"/>
              <a:pathLst>
                <a:path w="2637" h="4564" extrusionOk="0">
                  <a:moveTo>
                    <a:pt x="1391" y="0"/>
                  </a:moveTo>
                  <a:cubicBezTo>
                    <a:pt x="1189" y="0"/>
                    <a:pt x="980" y="31"/>
                    <a:pt x="782" y="101"/>
                  </a:cubicBezTo>
                  <a:lnTo>
                    <a:pt x="698" y="143"/>
                  </a:lnTo>
                  <a:cubicBezTo>
                    <a:pt x="698" y="143"/>
                    <a:pt x="1" y="3463"/>
                    <a:pt x="307" y="4328"/>
                  </a:cubicBezTo>
                  <a:cubicBezTo>
                    <a:pt x="307" y="4328"/>
                    <a:pt x="771" y="4563"/>
                    <a:pt x="1349" y="4563"/>
                  </a:cubicBezTo>
                  <a:cubicBezTo>
                    <a:pt x="1529" y="4563"/>
                    <a:pt x="1720" y="4540"/>
                    <a:pt x="1912" y="4481"/>
                  </a:cubicBezTo>
                  <a:cubicBezTo>
                    <a:pt x="1912" y="4481"/>
                    <a:pt x="2637" y="3142"/>
                    <a:pt x="2511" y="296"/>
                  </a:cubicBezTo>
                  <a:cubicBezTo>
                    <a:pt x="2204" y="129"/>
                    <a:pt x="1870" y="31"/>
                    <a:pt x="1507" y="4"/>
                  </a:cubicBezTo>
                  <a:cubicBezTo>
                    <a:pt x="1469" y="1"/>
                    <a:pt x="1430" y="0"/>
                    <a:pt x="1391" y="0"/>
                  </a:cubicBezTo>
                  <a:close/>
                </a:path>
              </a:pathLst>
            </a:custGeom>
            <a:solidFill>
              <a:srgbClr val="FEF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6" name="Google Shape;2756;p40"/>
            <p:cNvSpPr/>
            <p:nvPr/>
          </p:nvSpPr>
          <p:spPr>
            <a:xfrm>
              <a:off x="3470525" y="953850"/>
              <a:ext cx="50925" cy="114200"/>
            </a:xfrm>
            <a:custGeom>
              <a:avLst/>
              <a:gdLst/>
              <a:ahLst/>
              <a:cxnLst/>
              <a:rect l="l" t="t" r="r" b="b"/>
              <a:pathLst>
                <a:path w="2037" h="4568" extrusionOk="0">
                  <a:moveTo>
                    <a:pt x="1489" y="0"/>
                  </a:moveTo>
                  <a:cubicBezTo>
                    <a:pt x="1258" y="0"/>
                    <a:pt x="1031" y="55"/>
                    <a:pt x="823" y="147"/>
                  </a:cubicBezTo>
                  <a:cubicBezTo>
                    <a:pt x="823" y="147"/>
                    <a:pt x="126" y="3467"/>
                    <a:pt x="432" y="4332"/>
                  </a:cubicBezTo>
                  <a:cubicBezTo>
                    <a:pt x="432" y="4332"/>
                    <a:pt x="896" y="4567"/>
                    <a:pt x="1474" y="4567"/>
                  </a:cubicBezTo>
                  <a:cubicBezTo>
                    <a:pt x="1654" y="4567"/>
                    <a:pt x="1845" y="4544"/>
                    <a:pt x="2037" y="4485"/>
                  </a:cubicBezTo>
                  <a:cubicBezTo>
                    <a:pt x="0" y="4025"/>
                    <a:pt x="1632" y="8"/>
                    <a:pt x="1632" y="8"/>
                  </a:cubicBezTo>
                  <a:cubicBezTo>
                    <a:pt x="1584" y="3"/>
                    <a:pt x="1536" y="0"/>
                    <a:pt x="1489" y="0"/>
                  </a:cubicBez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7" name="Google Shape;2757;p40"/>
            <p:cNvSpPr/>
            <p:nvPr/>
          </p:nvSpPr>
          <p:spPr>
            <a:xfrm>
              <a:off x="3473650" y="956475"/>
              <a:ext cx="19550" cy="105675"/>
            </a:xfrm>
            <a:custGeom>
              <a:avLst/>
              <a:gdLst/>
              <a:ahLst/>
              <a:cxnLst/>
              <a:rect l="l" t="t" r="r" b="b"/>
              <a:pathLst>
                <a:path w="782" h="4227" extrusionOk="0">
                  <a:moveTo>
                    <a:pt x="782" y="0"/>
                  </a:moveTo>
                  <a:lnTo>
                    <a:pt x="698" y="42"/>
                  </a:lnTo>
                  <a:cubicBezTo>
                    <a:pt x="698" y="42"/>
                    <a:pt x="1" y="3362"/>
                    <a:pt x="307" y="4227"/>
                  </a:cubicBezTo>
                  <a:cubicBezTo>
                    <a:pt x="503" y="2358"/>
                    <a:pt x="782" y="0"/>
                    <a:pt x="782" y="0"/>
                  </a:cubicBezTo>
                  <a:close/>
                </a:path>
              </a:pathLst>
            </a:custGeom>
            <a:solidFill>
              <a:srgbClr val="FFF2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8" name="Google Shape;2758;p40"/>
            <p:cNvSpPr/>
            <p:nvPr/>
          </p:nvSpPr>
          <p:spPr>
            <a:xfrm>
              <a:off x="2693575" y="952275"/>
              <a:ext cx="140550" cy="101575"/>
            </a:xfrm>
            <a:custGeom>
              <a:avLst/>
              <a:gdLst/>
              <a:ahLst/>
              <a:cxnLst/>
              <a:rect l="l" t="t" r="r" b="b"/>
              <a:pathLst>
                <a:path w="5622" h="4063" extrusionOk="0">
                  <a:moveTo>
                    <a:pt x="4645" y="1"/>
                  </a:moveTo>
                  <a:lnTo>
                    <a:pt x="4380" y="112"/>
                  </a:lnTo>
                  <a:cubicBezTo>
                    <a:pt x="4213" y="168"/>
                    <a:pt x="3990" y="252"/>
                    <a:pt x="3725" y="336"/>
                  </a:cubicBezTo>
                  <a:cubicBezTo>
                    <a:pt x="3009" y="578"/>
                    <a:pt x="1981" y="863"/>
                    <a:pt x="1113" y="863"/>
                  </a:cubicBezTo>
                  <a:cubicBezTo>
                    <a:pt x="881" y="863"/>
                    <a:pt x="661" y="843"/>
                    <a:pt x="461" y="796"/>
                  </a:cubicBezTo>
                  <a:lnTo>
                    <a:pt x="461" y="796"/>
                  </a:lnTo>
                  <a:cubicBezTo>
                    <a:pt x="1" y="1591"/>
                    <a:pt x="28" y="2581"/>
                    <a:pt x="517" y="3362"/>
                  </a:cubicBezTo>
                  <a:cubicBezTo>
                    <a:pt x="656" y="3558"/>
                    <a:pt x="810" y="3753"/>
                    <a:pt x="977" y="3934"/>
                  </a:cubicBezTo>
                  <a:cubicBezTo>
                    <a:pt x="977" y="3934"/>
                    <a:pt x="1340" y="4062"/>
                    <a:pt x="1979" y="4062"/>
                  </a:cubicBezTo>
                  <a:cubicBezTo>
                    <a:pt x="2514" y="4062"/>
                    <a:pt x="3244" y="3972"/>
                    <a:pt x="4115" y="3641"/>
                  </a:cubicBezTo>
                  <a:lnTo>
                    <a:pt x="4255" y="3586"/>
                  </a:lnTo>
                  <a:cubicBezTo>
                    <a:pt x="4729" y="3390"/>
                    <a:pt x="5189" y="3153"/>
                    <a:pt x="5622" y="2874"/>
                  </a:cubicBezTo>
                  <a:lnTo>
                    <a:pt x="4715" y="196"/>
                  </a:lnTo>
                  <a:lnTo>
                    <a:pt x="4645" y="1"/>
                  </a:lnTo>
                  <a:close/>
                </a:path>
              </a:pathLst>
            </a:custGeom>
            <a:solidFill>
              <a:srgbClr val="FEF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9" name="Google Shape;2759;p40"/>
            <p:cNvSpPr/>
            <p:nvPr/>
          </p:nvSpPr>
          <p:spPr>
            <a:xfrm>
              <a:off x="2706475" y="714450"/>
              <a:ext cx="197400" cy="339400"/>
            </a:xfrm>
            <a:custGeom>
              <a:avLst/>
              <a:gdLst/>
              <a:ahLst/>
              <a:cxnLst/>
              <a:rect l="l" t="t" r="r" b="b"/>
              <a:pathLst>
                <a:path w="7896" h="13576" extrusionOk="0">
                  <a:moveTo>
                    <a:pt x="7505" y="1"/>
                  </a:moveTo>
                  <a:cubicBezTo>
                    <a:pt x="7045" y="419"/>
                    <a:pt x="6626" y="880"/>
                    <a:pt x="6264" y="1396"/>
                  </a:cubicBezTo>
                  <a:lnTo>
                    <a:pt x="6250" y="1396"/>
                  </a:lnTo>
                  <a:cubicBezTo>
                    <a:pt x="5901" y="1884"/>
                    <a:pt x="5636" y="2414"/>
                    <a:pt x="5441" y="2972"/>
                  </a:cubicBezTo>
                  <a:cubicBezTo>
                    <a:pt x="5441" y="2972"/>
                    <a:pt x="4394" y="4743"/>
                    <a:pt x="3864" y="9639"/>
                  </a:cubicBezTo>
                  <a:cubicBezTo>
                    <a:pt x="3697" y="9695"/>
                    <a:pt x="3474" y="9779"/>
                    <a:pt x="3209" y="9862"/>
                  </a:cubicBezTo>
                  <a:cubicBezTo>
                    <a:pt x="3209" y="9862"/>
                    <a:pt x="3770" y="12960"/>
                    <a:pt x="891" y="12960"/>
                  </a:cubicBezTo>
                  <a:cubicBezTo>
                    <a:pt x="624" y="12960"/>
                    <a:pt x="329" y="12933"/>
                    <a:pt x="1" y="12875"/>
                  </a:cubicBezTo>
                  <a:lnTo>
                    <a:pt x="1" y="12875"/>
                  </a:lnTo>
                  <a:cubicBezTo>
                    <a:pt x="140" y="13071"/>
                    <a:pt x="294" y="13266"/>
                    <a:pt x="461" y="13447"/>
                  </a:cubicBezTo>
                  <a:cubicBezTo>
                    <a:pt x="461" y="13447"/>
                    <a:pt x="824" y="13575"/>
                    <a:pt x="1463" y="13575"/>
                  </a:cubicBezTo>
                  <a:cubicBezTo>
                    <a:pt x="1998" y="13575"/>
                    <a:pt x="2728" y="13485"/>
                    <a:pt x="3599" y="13154"/>
                  </a:cubicBezTo>
                  <a:lnTo>
                    <a:pt x="3599" y="13210"/>
                  </a:lnTo>
                  <a:lnTo>
                    <a:pt x="3739" y="13099"/>
                  </a:lnTo>
                  <a:cubicBezTo>
                    <a:pt x="3739" y="13099"/>
                    <a:pt x="3878" y="11648"/>
                    <a:pt x="4199" y="9709"/>
                  </a:cubicBezTo>
                  <a:cubicBezTo>
                    <a:pt x="4771" y="6208"/>
                    <a:pt x="5915" y="1131"/>
                    <a:pt x="7896" y="140"/>
                  </a:cubicBezTo>
                  <a:lnTo>
                    <a:pt x="7505" y="1"/>
                  </a:ln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0" name="Google Shape;2760;p40"/>
            <p:cNvSpPr/>
            <p:nvPr/>
          </p:nvSpPr>
          <p:spPr>
            <a:xfrm>
              <a:off x="2585400" y="986075"/>
              <a:ext cx="91800" cy="57100"/>
            </a:xfrm>
            <a:custGeom>
              <a:avLst/>
              <a:gdLst/>
              <a:ahLst/>
              <a:cxnLst/>
              <a:rect l="l" t="t" r="r" b="b"/>
              <a:pathLst>
                <a:path w="3672" h="2284" extrusionOk="0">
                  <a:moveTo>
                    <a:pt x="2590" y="1"/>
                  </a:moveTo>
                  <a:cubicBezTo>
                    <a:pt x="2511" y="1"/>
                    <a:pt x="2361" y="462"/>
                    <a:pt x="2361" y="462"/>
                  </a:cubicBezTo>
                  <a:cubicBezTo>
                    <a:pt x="2039" y="196"/>
                    <a:pt x="1642" y="61"/>
                    <a:pt x="1244" y="61"/>
                  </a:cubicBezTo>
                  <a:cubicBezTo>
                    <a:pt x="952" y="61"/>
                    <a:pt x="659" y="133"/>
                    <a:pt x="394" y="281"/>
                  </a:cubicBezTo>
                  <a:cubicBezTo>
                    <a:pt x="185" y="337"/>
                    <a:pt x="101" y="602"/>
                    <a:pt x="255" y="769"/>
                  </a:cubicBezTo>
                  <a:cubicBezTo>
                    <a:pt x="269" y="797"/>
                    <a:pt x="296" y="839"/>
                    <a:pt x="338" y="839"/>
                  </a:cubicBezTo>
                  <a:cubicBezTo>
                    <a:pt x="0" y="1273"/>
                    <a:pt x="424" y="1340"/>
                    <a:pt x="717" y="1340"/>
                  </a:cubicBezTo>
                  <a:cubicBezTo>
                    <a:pt x="848" y="1340"/>
                    <a:pt x="952" y="1327"/>
                    <a:pt x="952" y="1327"/>
                  </a:cubicBezTo>
                  <a:lnTo>
                    <a:pt x="952" y="1327"/>
                  </a:lnTo>
                  <a:cubicBezTo>
                    <a:pt x="17" y="1550"/>
                    <a:pt x="645" y="1871"/>
                    <a:pt x="645" y="1871"/>
                  </a:cubicBezTo>
                  <a:cubicBezTo>
                    <a:pt x="392" y="2203"/>
                    <a:pt x="669" y="2283"/>
                    <a:pt x="956" y="2283"/>
                  </a:cubicBezTo>
                  <a:cubicBezTo>
                    <a:pt x="1128" y="2283"/>
                    <a:pt x="1303" y="2254"/>
                    <a:pt x="1370" y="2234"/>
                  </a:cubicBezTo>
                  <a:cubicBezTo>
                    <a:pt x="1496" y="2192"/>
                    <a:pt x="1426" y="2080"/>
                    <a:pt x="1370" y="2024"/>
                  </a:cubicBezTo>
                  <a:lnTo>
                    <a:pt x="1370" y="2024"/>
                  </a:lnTo>
                  <a:cubicBezTo>
                    <a:pt x="1465" y="2090"/>
                    <a:pt x="1615" y="2113"/>
                    <a:pt x="1803" y="2113"/>
                  </a:cubicBezTo>
                  <a:cubicBezTo>
                    <a:pt x="1976" y="2113"/>
                    <a:pt x="2181" y="2093"/>
                    <a:pt x="2403" y="2066"/>
                  </a:cubicBezTo>
                  <a:cubicBezTo>
                    <a:pt x="2863" y="2010"/>
                    <a:pt x="2975" y="1731"/>
                    <a:pt x="2975" y="1731"/>
                  </a:cubicBezTo>
                  <a:lnTo>
                    <a:pt x="3672" y="1857"/>
                  </a:lnTo>
                  <a:lnTo>
                    <a:pt x="3658" y="839"/>
                  </a:lnTo>
                  <a:lnTo>
                    <a:pt x="3002" y="950"/>
                  </a:lnTo>
                  <a:cubicBezTo>
                    <a:pt x="3044" y="783"/>
                    <a:pt x="2779" y="309"/>
                    <a:pt x="2612" y="16"/>
                  </a:cubicBezTo>
                  <a:cubicBezTo>
                    <a:pt x="2606" y="6"/>
                    <a:pt x="2598" y="1"/>
                    <a:pt x="2590" y="1"/>
                  </a:cubicBezTo>
                  <a:close/>
                </a:path>
              </a:pathLst>
            </a:custGeom>
            <a:solidFill>
              <a:srgbClr val="FFB1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1" name="Google Shape;2761;p40"/>
            <p:cNvSpPr/>
            <p:nvPr/>
          </p:nvSpPr>
          <p:spPr>
            <a:xfrm>
              <a:off x="2559325" y="960125"/>
              <a:ext cx="153100" cy="181525"/>
            </a:xfrm>
            <a:custGeom>
              <a:avLst/>
              <a:gdLst/>
              <a:ahLst/>
              <a:cxnLst/>
              <a:rect l="l" t="t" r="r" b="b"/>
              <a:pathLst>
                <a:path w="6124" h="7261" extrusionOk="0">
                  <a:moveTo>
                    <a:pt x="2662" y="1"/>
                  </a:moveTo>
                  <a:cubicBezTo>
                    <a:pt x="2060" y="1"/>
                    <a:pt x="1284" y="271"/>
                    <a:pt x="1284" y="412"/>
                  </a:cubicBezTo>
                  <a:cubicBezTo>
                    <a:pt x="1270" y="579"/>
                    <a:pt x="1660" y="872"/>
                    <a:pt x="1660" y="872"/>
                  </a:cubicBezTo>
                  <a:lnTo>
                    <a:pt x="2009" y="3272"/>
                  </a:lnTo>
                  <a:lnTo>
                    <a:pt x="1102" y="4220"/>
                  </a:lnTo>
                  <a:lnTo>
                    <a:pt x="363" y="5127"/>
                  </a:lnTo>
                  <a:lnTo>
                    <a:pt x="0" y="5950"/>
                  </a:lnTo>
                  <a:lnTo>
                    <a:pt x="84" y="6494"/>
                  </a:lnTo>
                  <a:lnTo>
                    <a:pt x="502" y="6996"/>
                  </a:lnTo>
                  <a:lnTo>
                    <a:pt x="1549" y="7261"/>
                  </a:lnTo>
                  <a:lnTo>
                    <a:pt x="3599" y="7066"/>
                  </a:lnTo>
                  <a:lnTo>
                    <a:pt x="5343" y="6536"/>
                  </a:lnTo>
                  <a:lnTo>
                    <a:pt x="5956" y="5964"/>
                  </a:lnTo>
                  <a:lnTo>
                    <a:pt x="6124" y="5252"/>
                  </a:lnTo>
                  <a:lnTo>
                    <a:pt x="5747" y="4541"/>
                  </a:lnTo>
                  <a:lnTo>
                    <a:pt x="4952" y="3941"/>
                  </a:lnTo>
                  <a:lnTo>
                    <a:pt x="3669" y="3258"/>
                  </a:lnTo>
                  <a:lnTo>
                    <a:pt x="3292" y="3062"/>
                  </a:lnTo>
                  <a:lnTo>
                    <a:pt x="2957" y="831"/>
                  </a:lnTo>
                  <a:lnTo>
                    <a:pt x="2818" y="677"/>
                  </a:lnTo>
                  <a:cubicBezTo>
                    <a:pt x="2818" y="677"/>
                    <a:pt x="3432" y="49"/>
                    <a:pt x="2818" y="8"/>
                  </a:cubicBezTo>
                  <a:cubicBezTo>
                    <a:pt x="2768" y="3"/>
                    <a:pt x="2716" y="1"/>
                    <a:pt x="26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2" name="Google Shape;2762;p40"/>
            <p:cNvSpPr/>
            <p:nvPr/>
          </p:nvSpPr>
          <p:spPr>
            <a:xfrm>
              <a:off x="2583375" y="1060525"/>
              <a:ext cx="93500" cy="23250"/>
            </a:xfrm>
            <a:custGeom>
              <a:avLst/>
              <a:gdLst/>
              <a:ahLst/>
              <a:cxnLst/>
              <a:rect l="l" t="t" r="r" b="b"/>
              <a:pathLst>
                <a:path w="3740" h="930" extrusionOk="0">
                  <a:moveTo>
                    <a:pt x="3135" y="0"/>
                  </a:moveTo>
                  <a:cubicBezTo>
                    <a:pt x="2487" y="0"/>
                    <a:pt x="1365" y="103"/>
                    <a:pt x="1" y="650"/>
                  </a:cubicBezTo>
                  <a:cubicBezTo>
                    <a:pt x="1" y="650"/>
                    <a:pt x="531" y="930"/>
                    <a:pt x="1333" y="930"/>
                  </a:cubicBezTo>
                  <a:cubicBezTo>
                    <a:pt x="1997" y="930"/>
                    <a:pt x="2848" y="738"/>
                    <a:pt x="3739" y="37"/>
                  </a:cubicBezTo>
                  <a:cubicBezTo>
                    <a:pt x="3709" y="32"/>
                    <a:pt x="3495" y="0"/>
                    <a:pt x="3135" y="0"/>
                  </a:cubicBezTo>
                  <a:close/>
                </a:path>
              </a:pathLst>
            </a:custGeom>
            <a:gradFill>
              <a:gsLst>
                <a:gs pos="0">
                  <a:srgbClr val="EB667A"/>
                </a:gs>
                <a:gs pos="100000">
                  <a:srgbClr val="B01F3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3" name="Google Shape;2763;p40"/>
            <p:cNvSpPr/>
            <p:nvPr/>
          </p:nvSpPr>
          <p:spPr>
            <a:xfrm>
              <a:off x="2562800" y="1061425"/>
              <a:ext cx="143700" cy="76400"/>
            </a:xfrm>
            <a:custGeom>
              <a:avLst/>
              <a:gdLst/>
              <a:ahLst/>
              <a:cxnLst/>
              <a:rect l="l" t="t" r="r" b="b"/>
              <a:pathLst>
                <a:path w="5748" h="3056" extrusionOk="0">
                  <a:moveTo>
                    <a:pt x="182" y="2219"/>
                  </a:moveTo>
                  <a:cubicBezTo>
                    <a:pt x="238" y="2428"/>
                    <a:pt x="377" y="2609"/>
                    <a:pt x="573" y="2707"/>
                  </a:cubicBezTo>
                  <a:cubicBezTo>
                    <a:pt x="1159" y="3055"/>
                    <a:pt x="2233" y="2916"/>
                    <a:pt x="3042" y="2804"/>
                  </a:cubicBezTo>
                  <a:cubicBezTo>
                    <a:pt x="3795" y="2721"/>
                    <a:pt x="4813" y="2372"/>
                    <a:pt x="5357" y="1940"/>
                  </a:cubicBezTo>
                  <a:cubicBezTo>
                    <a:pt x="5594" y="1744"/>
                    <a:pt x="5748" y="1535"/>
                    <a:pt x="5734" y="1326"/>
                  </a:cubicBezTo>
                  <a:cubicBezTo>
                    <a:pt x="5720" y="628"/>
                    <a:pt x="4562" y="1"/>
                    <a:pt x="4562" y="1"/>
                  </a:cubicBezTo>
                  <a:lnTo>
                    <a:pt x="4548" y="15"/>
                  </a:lnTo>
                  <a:cubicBezTo>
                    <a:pt x="4478" y="70"/>
                    <a:pt x="3990" y="391"/>
                    <a:pt x="2693" y="642"/>
                  </a:cubicBezTo>
                  <a:cubicBezTo>
                    <a:pt x="1298" y="921"/>
                    <a:pt x="838" y="628"/>
                    <a:pt x="824" y="614"/>
                  </a:cubicBezTo>
                  <a:lnTo>
                    <a:pt x="824" y="614"/>
                  </a:lnTo>
                  <a:cubicBezTo>
                    <a:pt x="810" y="642"/>
                    <a:pt x="1" y="1633"/>
                    <a:pt x="182" y="2219"/>
                  </a:cubicBezTo>
                  <a:close/>
                </a:path>
              </a:pathLst>
            </a:custGeom>
            <a:gradFill>
              <a:gsLst>
                <a:gs pos="0">
                  <a:srgbClr val="EB667A"/>
                </a:gs>
                <a:gs pos="100000">
                  <a:srgbClr val="B01F3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4" name="Google Shape;2764;p40"/>
            <p:cNvSpPr/>
            <p:nvPr/>
          </p:nvSpPr>
          <p:spPr>
            <a:xfrm>
              <a:off x="2662900" y="1100825"/>
              <a:ext cx="5250" cy="5950"/>
            </a:xfrm>
            <a:custGeom>
              <a:avLst/>
              <a:gdLst/>
              <a:ahLst/>
              <a:cxnLst/>
              <a:rect l="l" t="t" r="r" b="b"/>
              <a:pathLst>
                <a:path w="210" h="238" extrusionOk="0">
                  <a:moveTo>
                    <a:pt x="84" y="1"/>
                  </a:moveTo>
                  <a:cubicBezTo>
                    <a:pt x="28" y="15"/>
                    <a:pt x="0" y="85"/>
                    <a:pt x="14" y="140"/>
                  </a:cubicBezTo>
                  <a:cubicBezTo>
                    <a:pt x="14" y="196"/>
                    <a:pt x="70" y="238"/>
                    <a:pt x="126" y="238"/>
                  </a:cubicBezTo>
                  <a:cubicBezTo>
                    <a:pt x="181" y="224"/>
                    <a:pt x="209" y="168"/>
                    <a:pt x="195" y="112"/>
                  </a:cubicBezTo>
                  <a:cubicBezTo>
                    <a:pt x="195" y="43"/>
                    <a:pt x="140" y="1"/>
                    <a:pt x="84" y="1"/>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5" name="Google Shape;2765;p40"/>
            <p:cNvSpPr/>
            <p:nvPr/>
          </p:nvSpPr>
          <p:spPr>
            <a:xfrm>
              <a:off x="2664625" y="1102225"/>
              <a:ext cx="1775" cy="2125"/>
            </a:xfrm>
            <a:custGeom>
              <a:avLst/>
              <a:gdLst/>
              <a:ahLst/>
              <a:cxnLst/>
              <a:rect l="l" t="t" r="r" b="b"/>
              <a:pathLst>
                <a:path w="71" h="85" extrusionOk="0">
                  <a:moveTo>
                    <a:pt x="29" y="1"/>
                  </a:moveTo>
                  <a:cubicBezTo>
                    <a:pt x="1" y="1"/>
                    <a:pt x="1" y="15"/>
                    <a:pt x="1" y="43"/>
                  </a:cubicBezTo>
                  <a:cubicBezTo>
                    <a:pt x="1" y="56"/>
                    <a:pt x="29" y="84"/>
                    <a:pt x="43" y="84"/>
                  </a:cubicBezTo>
                  <a:cubicBezTo>
                    <a:pt x="57" y="70"/>
                    <a:pt x="71" y="56"/>
                    <a:pt x="71" y="29"/>
                  </a:cubicBezTo>
                  <a:cubicBezTo>
                    <a:pt x="71" y="15"/>
                    <a:pt x="43" y="1"/>
                    <a:pt x="29" y="1"/>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6" name="Google Shape;2766;p40"/>
            <p:cNvSpPr/>
            <p:nvPr/>
          </p:nvSpPr>
          <p:spPr>
            <a:xfrm>
              <a:off x="2657825" y="1099700"/>
              <a:ext cx="2650" cy="2400"/>
            </a:xfrm>
            <a:custGeom>
              <a:avLst/>
              <a:gdLst/>
              <a:ahLst/>
              <a:cxnLst/>
              <a:rect l="l" t="t" r="r" b="b"/>
              <a:pathLst>
                <a:path w="106" h="96" extrusionOk="0">
                  <a:moveTo>
                    <a:pt x="53" y="0"/>
                  </a:moveTo>
                  <a:cubicBezTo>
                    <a:pt x="26" y="0"/>
                    <a:pt x="0" y="21"/>
                    <a:pt x="8" y="60"/>
                  </a:cubicBezTo>
                  <a:cubicBezTo>
                    <a:pt x="8" y="84"/>
                    <a:pt x="27" y="95"/>
                    <a:pt x="48" y="95"/>
                  </a:cubicBezTo>
                  <a:cubicBezTo>
                    <a:pt x="75" y="95"/>
                    <a:pt x="105" y="77"/>
                    <a:pt x="105" y="46"/>
                  </a:cubicBezTo>
                  <a:cubicBezTo>
                    <a:pt x="99" y="14"/>
                    <a:pt x="76" y="0"/>
                    <a:pt x="53"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7" name="Google Shape;2767;p40"/>
            <p:cNvSpPr/>
            <p:nvPr/>
          </p:nvSpPr>
          <p:spPr>
            <a:xfrm>
              <a:off x="2658350" y="1099950"/>
              <a:ext cx="1075" cy="900"/>
            </a:xfrm>
            <a:custGeom>
              <a:avLst/>
              <a:gdLst/>
              <a:ahLst/>
              <a:cxnLst/>
              <a:rect l="l" t="t" r="r" b="b"/>
              <a:pathLst>
                <a:path w="43" h="36" extrusionOk="0">
                  <a:moveTo>
                    <a:pt x="22" y="1"/>
                  </a:moveTo>
                  <a:cubicBezTo>
                    <a:pt x="11" y="1"/>
                    <a:pt x="1" y="8"/>
                    <a:pt x="1" y="22"/>
                  </a:cubicBezTo>
                  <a:cubicBezTo>
                    <a:pt x="1" y="36"/>
                    <a:pt x="15" y="36"/>
                    <a:pt x="29" y="36"/>
                  </a:cubicBezTo>
                  <a:cubicBezTo>
                    <a:pt x="29" y="36"/>
                    <a:pt x="43" y="22"/>
                    <a:pt x="43" y="22"/>
                  </a:cubicBezTo>
                  <a:cubicBezTo>
                    <a:pt x="43" y="8"/>
                    <a:pt x="32" y="1"/>
                    <a:pt x="22" y="1"/>
                  </a:cubicBezTo>
                  <a:close/>
                </a:path>
              </a:pathLst>
            </a:custGeom>
            <a:solidFill>
              <a:srgbClr val="D81F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8" name="Google Shape;2768;p40"/>
            <p:cNvSpPr/>
            <p:nvPr/>
          </p:nvSpPr>
          <p:spPr>
            <a:xfrm>
              <a:off x="2677350" y="1097075"/>
              <a:ext cx="1075" cy="825"/>
            </a:xfrm>
            <a:custGeom>
              <a:avLst/>
              <a:gdLst/>
              <a:ahLst/>
              <a:cxnLst/>
              <a:rect l="l" t="t" r="r" b="b"/>
              <a:pathLst>
                <a:path w="43" h="33" extrusionOk="0">
                  <a:moveTo>
                    <a:pt x="22" y="1"/>
                  </a:moveTo>
                  <a:cubicBezTo>
                    <a:pt x="11" y="1"/>
                    <a:pt x="1" y="4"/>
                    <a:pt x="8" y="11"/>
                  </a:cubicBezTo>
                  <a:cubicBezTo>
                    <a:pt x="8" y="25"/>
                    <a:pt x="15" y="32"/>
                    <a:pt x="22" y="32"/>
                  </a:cubicBezTo>
                  <a:cubicBezTo>
                    <a:pt x="29" y="32"/>
                    <a:pt x="36" y="25"/>
                    <a:pt x="36" y="11"/>
                  </a:cubicBezTo>
                  <a:cubicBezTo>
                    <a:pt x="43" y="4"/>
                    <a:pt x="32" y="1"/>
                    <a:pt x="22" y="1"/>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9" name="Google Shape;2769;p40"/>
            <p:cNvSpPr/>
            <p:nvPr/>
          </p:nvSpPr>
          <p:spPr>
            <a:xfrm>
              <a:off x="2590875" y="1093025"/>
              <a:ext cx="6150" cy="3650"/>
            </a:xfrm>
            <a:custGeom>
              <a:avLst/>
              <a:gdLst/>
              <a:ahLst/>
              <a:cxnLst/>
              <a:rect l="l" t="t" r="r" b="b"/>
              <a:pathLst>
                <a:path w="246" h="146" extrusionOk="0">
                  <a:moveTo>
                    <a:pt x="42" y="0"/>
                  </a:moveTo>
                  <a:cubicBezTo>
                    <a:pt x="17" y="0"/>
                    <a:pt x="0" y="17"/>
                    <a:pt x="8" y="62"/>
                  </a:cubicBezTo>
                  <a:cubicBezTo>
                    <a:pt x="8" y="118"/>
                    <a:pt x="63" y="145"/>
                    <a:pt x="133" y="145"/>
                  </a:cubicBezTo>
                  <a:cubicBezTo>
                    <a:pt x="245" y="125"/>
                    <a:pt x="111" y="0"/>
                    <a:pt x="42"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0" name="Google Shape;2770;p40"/>
            <p:cNvSpPr/>
            <p:nvPr/>
          </p:nvSpPr>
          <p:spPr>
            <a:xfrm>
              <a:off x="2592100" y="1093150"/>
              <a:ext cx="2125" cy="1775"/>
            </a:xfrm>
            <a:custGeom>
              <a:avLst/>
              <a:gdLst/>
              <a:ahLst/>
              <a:cxnLst/>
              <a:rect l="l" t="t" r="r" b="b"/>
              <a:pathLst>
                <a:path w="85" h="71" extrusionOk="0">
                  <a:moveTo>
                    <a:pt x="28" y="1"/>
                  </a:moveTo>
                  <a:cubicBezTo>
                    <a:pt x="14" y="1"/>
                    <a:pt x="1" y="29"/>
                    <a:pt x="1" y="43"/>
                  </a:cubicBezTo>
                  <a:cubicBezTo>
                    <a:pt x="1" y="57"/>
                    <a:pt x="14" y="71"/>
                    <a:pt x="42" y="71"/>
                  </a:cubicBezTo>
                  <a:cubicBezTo>
                    <a:pt x="84" y="57"/>
                    <a:pt x="70" y="1"/>
                    <a:pt x="28" y="1"/>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1" name="Google Shape;2771;p40"/>
            <p:cNvSpPr/>
            <p:nvPr/>
          </p:nvSpPr>
          <p:spPr>
            <a:xfrm>
              <a:off x="2583850" y="1115825"/>
              <a:ext cx="5825" cy="5600"/>
            </a:xfrm>
            <a:custGeom>
              <a:avLst/>
              <a:gdLst/>
              <a:ahLst/>
              <a:cxnLst/>
              <a:rect l="l" t="t" r="r" b="b"/>
              <a:pathLst>
                <a:path w="233" h="224" extrusionOk="0">
                  <a:moveTo>
                    <a:pt x="127" y="1"/>
                  </a:moveTo>
                  <a:cubicBezTo>
                    <a:pt x="64" y="1"/>
                    <a:pt x="0" y="48"/>
                    <a:pt x="24" y="126"/>
                  </a:cubicBezTo>
                  <a:cubicBezTo>
                    <a:pt x="24" y="196"/>
                    <a:pt x="79" y="224"/>
                    <a:pt x="135" y="224"/>
                  </a:cubicBezTo>
                  <a:cubicBezTo>
                    <a:pt x="191" y="210"/>
                    <a:pt x="233" y="154"/>
                    <a:pt x="233" y="98"/>
                  </a:cubicBezTo>
                  <a:cubicBezTo>
                    <a:pt x="227" y="31"/>
                    <a:pt x="177" y="1"/>
                    <a:pt x="127" y="1"/>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2" name="Google Shape;2772;p40"/>
            <p:cNvSpPr/>
            <p:nvPr/>
          </p:nvSpPr>
          <p:spPr>
            <a:xfrm>
              <a:off x="2585125" y="1117925"/>
              <a:ext cx="2125" cy="1775"/>
            </a:xfrm>
            <a:custGeom>
              <a:avLst/>
              <a:gdLst/>
              <a:ahLst/>
              <a:cxnLst/>
              <a:rect l="l" t="t" r="r" b="b"/>
              <a:pathLst>
                <a:path w="85" h="71" extrusionOk="0">
                  <a:moveTo>
                    <a:pt x="42" y="0"/>
                  </a:moveTo>
                  <a:cubicBezTo>
                    <a:pt x="14" y="0"/>
                    <a:pt x="1" y="14"/>
                    <a:pt x="14" y="42"/>
                  </a:cubicBezTo>
                  <a:cubicBezTo>
                    <a:pt x="14" y="56"/>
                    <a:pt x="28" y="70"/>
                    <a:pt x="56" y="70"/>
                  </a:cubicBezTo>
                  <a:cubicBezTo>
                    <a:pt x="70" y="70"/>
                    <a:pt x="84" y="42"/>
                    <a:pt x="84" y="28"/>
                  </a:cubicBezTo>
                  <a:cubicBezTo>
                    <a:pt x="70" y="14"/>
                    <a:pt x="56" y="0"/>
                    <a:pt x="42"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3" name="Google Shape;2773;p40"/>
            <p:cNvSpPr/>
            <p:nvPr/>
          </p:nvSpPr>
          <p:spPr>
            <a:xfrm>
              <a:off x="2661500" y="1085850"/>
              <a:ext cx="2800" cy="2550"/>
            </a:xfrm>
            <a:custGeom>
              <a:avLst/>
              <a:gdLst/>
              <a:ahLst/>
              <a:cxnLst/>
              <a:rect l="l" t="t" r="r" b="b"/>
              <a:pathLst>
                <a:path w="112" h="102" extrusionOk="0">
                  <a:moveTo>
                    <a:pt x="42" y="0"/>
                  </a:moveTo>
                  <a:cubicBezTo>
                    <a:pt x="14" y="14"/>
                    <a:pt x="0" y="28"/>
                    <a:pt x="0" y="56"/>
                  </a:cubicBezTo>
                  <a:cubicBezTo>
                    <a:pt x="12" y="79"/>
                    <a:pt x="23" y="101"/>
                    <a:pt x="42" y="101"/>
                  </a:cubicBezTo>
                  <a:cubicBezTo>
                    <a:pt x="46" y="101"/>
                    <a:pt x="51" y="100"/>
                    <a:pt x="56" y="98"/>
                  </a:cubicBezTo>
                  <a:cubicBezTo>
                    <a:pt x="84" y="98"/>
                    <a:pt x="112" y="70"/>
                    <a:pt x="98" y="42"/>
                  </a:cubicBezTo>
                  <a:cubicBezTo>
                    <a:pt x="98" y="14"/>
                    <a:pt x="70" y="0"/>
                    <a:pt x="42"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4" name="Google Shape;2774;p40"/>
            <p:cNvSpPr/>
            <p:nvPr/>
          </p:nvSpPr>
          <p:spPr>
            <a:xfrm>
              <a:off x="2662200" y="1086200"/>
              <a:ext cx="1075" cy="1050"/>
            </a:xfrm>
            <a:custGeom>
              <a:avLst/>
              <a:gdLst/>
              <a:ahLst/>
              <a:cxnLst/>
              <a:rect l="l" t="t" r="r" b="b"/>
              <a:pathLst>
                <a:path w="43" h="42" extrusionOk="0">
                  <a:moveTo>
                    <a:pt x="14" y="0"/>
                  </a:moveTo>
                  <a:cubicBezTo>
                    <a:pt x="0" y="0"/>
                    <a:pt x="0" y="14"/>
                    <a:pt x="0" y="28"/>
                  </a:cubicBezTo>
                  <a:cubicBezTo>
                    <a:pt x="0" y="28"/>
                    <a:pt x="14" y="42"/>
                    <a:pt x="28" y="42"/>
                  </a:cubicBezTo>
                  <a:cubicBezTo>
                    <a:pt x="28" y="42"/>
                    <a:pt x="42" y="28"/>
                    <a:pt x="42" y="14"/>
                  </a:cubicBezTo>
                  <a:cubicBezTo>
                    <a:pt x="28" y="14"/>
                    <a:pt x="28" y="0"/>
                    <a:pt x="14"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5" name="Google Shape;2775;p40"/>
            <p:cNvSpPr/>
            <p:nvPr/>
          </p:nvSpPr>
          <p:spPr>
            <a:xfrm>
              <a:off x="2673350" y="1084050"/>
              <a:ext cx="3050" cy="2500"/>
            </a:xfrm>
            <a:custGeom>
              <a:avLst/>
              <a:gdLst/>
              <a:ahLst/>
              <a:cxnLst/>
              <a:rect l="l" t="t" r="r" b="b"/>
              <a:pathLst>
                <a:path w="122" h="100" extrusionOk="0">
                  <a:moveTo>
                    <a:pt x="56" y="1"/>
                  </a:moveTo>
                  <a:cubicBezTo>
                    <a:pt x="51" y="1"/>
                    <a:pt x="47" y="1"/>
                    <a:pt x="42" y="2"/>
                  </a:cubicBezTo>
                  <a:cubicBezTo>
                    <a:pt x="14" y="2"/>
                    <a:pt x="1" y="30"/>
                    <a:pt x="1" y="58"/>
                  </a:cubicBezTo>
                  <a:cubicBezTo>
                    <a:pt x="1" y="86"/>
                    <a:pt x="28" y="100"/>
                    <a:pt x="56" y="100"/>
                  </a:cubicBezTo>
                  <a:cubicBezTo>
                    <a:pt x="121" y="87"/>
                    <a:pt x="114" y="1"/>
                    <a:pt x="56" y="1"/>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6" name="Google Shape;2776;p40"/>
            <p:cNvSpPr/>
            <p:nvPr/>
          </p:nvSpPr>
          <p:spPr>
            <a:xfrm>
              <a:off x="2674050" y="1084450"/>
              <a:ext cx="1075" cy="1075"/>
            </a:xfrm>
            <a:custGeom>
              <a:avLst/>
              <a:gdLst/>
              <a:ahLst/>
              <a:cxnLst/>
              <a:rect l="l" t="t" r="r" b="b"/>
              <a:pathLst>
                <a:path w="43" h="43" extrusionOk="0">
                  <a:moveTo>
                    <a:pt x="28" y="0"/>
                  </a:moveTo>
                  <a:cubicBezTo>
                    <a:pt x="14" y="0"/>
                    <a:pt x="0" y="14"/>
                    <a:pt x="0" y="14"/>
                  </a:cubicBezTo>
                  <a:cubicBezTo>
                    <a:pt x="0" y="28"/>
                    <a:pt x="14" y="42"/>
                    <a:pt x="28" y="42"/>
                  </a:cubicBezTo>
                  <a:cubicBezTo>
                    <a:pt x="42" y="28"/>
                    <a:pt x="42" y="14"/>
                    <a:pt x="28" y="0"/>
                  </a:cubicBezTo>
                  <a:close/>
                </a:path>
              </a:pathLst>
            </a:custGeom>
            <a:solidFill>
              <a:srgbClr val="D81F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7" name="Google Shape;2777;p40"/>
            <p:cNvSpPr/>
            <p:nvPr/>
          </p:nvSpPr>
          <p:spPr>
            <a:xfrm>
              <a:off x="2618200" y="1100600"/>
              <a:ext cx="7100" cy="6400"/>
            </a:xfrm>
            <a:custGeom>
              <a:avLst/>
              <a:gdLst/>
              <a:ahLst/>
              <a:cxnLst/>
              <a:rect l="l" t="t" r="r" b="b"/>
              <a:pathLst>
                <a:path w="284" h="256" extrusionOk="0">
                  <a:moveTo>
                    <a:pt x="145" y="1"/>
                  </a:moveTo>
                  <a:cubicBezTo>
                    <a:pt x="73" y="1"/>
                    <a:pt x="1" y="55"/>
                    <a:pt x="17" y="149"/>
                  </a:cubicBezTo>
                  <a:cubicBezTo>
                    <a:pt x="29" y="223"/>
                    <a:pt x="84" y="256"/>
                    <a:pt x="140" y="256"/>
                  </a:cubicBezTo>
                  <a:cubicBezTo>
                    <a:pt x="211" y="256"/>
                    <a:pt x="283" y="202"/>
                    <a:pt x="268" y="108"/>
                  </a:cubicBezTo>
                  <a:cubicBezTo>
                    <a:pt x="255" y="34"/>
                    <a:pt x="200" y="1"/>
                    <a:pt x="145" y="1"/>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8" name="Google Shape;2778;p40"/>
            <p:cNvSpPr/>
            <p:nvPr/>
          </p:nvSpPr>
          <p:spPr>
            <a:xfrm>
              <a:off x="2674050" y="1072875"/>
              <a:ext cx="7425" cy="6850"/>
            </a:xfrm>
            <a:custGeom>
              <a:avLst/>
              <a:gdLst/>
              <a:ahLst/>
              <a:cxnLst/>
              <a:rect l="l" t="t" r="r" b="b"/>
              <a:pathLst>
                <a:path w="297" h="274" extrusionOk="0">
                  <a:moveTo>
                    <a:pt x="147" y="1"/>
                  </a:moveTo>
                  <a:cubicBezTo>
                    <a:pt x="140" y="1"/>
                    <a:pt x="133" y="2"/>
                    <a:pt x="126" y="3"/>
                  </a:cubicBezTo>
                  <a:cubicBezTo>
                    <a:pt x="56" y="17"/>
                    <a:pt x="0" y="87"/>
                    <a:pt x="14" y="156"/>
                  </a:cubicBezTo>
                  <a:cubicBezTo>
                    <a:pt x="21" y="237"/>
                    <a:pt x="81" y="273"/>
                    <a:pt x="143" y="273"/>
                  </a:cubicBezTo>
                  <a:cubicBezTo>
                    <a:pt x="219" y="273"/>
                    <a:pt x="297" y="216"/>
                    <a:pt x="265" y="115"/>
                  </a:cubicBezTo>
                  <a:cubicBezTo>
                    <a:pt x="253" y="52"/>
                    <a:pt x="207" y="1"/>
                    <a:pt x="147" y="1"/>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9" name="Google Shape;2779;p40"/>
            <p:cNvSpPr/>
            <p:nvPr/>
          </p:nvSpPr>
          <p:spPr>
            <a:xfrm>
              <a:off x="2676500" y="1074325"/>
              <a:ext cx="2100" cy="2125"/>
            </a:xfrm>
            <a:custGeom>
              <a:avLst/>
              <a:gdLst/>
              <a:ahLst/>
              <a:cxnLst/>
              <a:rect l="l" t="t" r="r" b="b"/>
              <a:pathLst>
                <a:path w="84" h="85" extrusionOk="0">
                  <a:moveTo>
                    <a:pt x="28" y="1"/>
                  </a:moveTo>
                  <a:cubicBezTo>
                    <a:pt x="14" y="1"/>
                    <a:pt x="0" y="29"/>
                    <a:pt x="0" y="57"/>
                  </a:cubicBezTo>
                  <a:cubicBezTo>
                    <a:pt x="0" y="71"/>
                    <a:pt x="28" y="84"/>
                    <a:pt x="42" y="84"/>
                  </a:cubicBezTo>
                  <a:cubicBezTo>
                    <a:pt x="70" y="84"/>
                    <a:pt x="84" y="57"/>
                    <a:pt x="84" y="29"/>
                  </a:cubicBezTo>
                  <a:cubicBezTo>
                    <a:pt x="84" y="15"/>
                    <a:pt x="56" y="1"/>
                    <a:pt x="28" y="1"/>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0" name="Google Shape;2780;p40"/>
            <p:cNvSpPr/>
            <p:nvPr/>
          </p:nvSpPr>
          <p:spPr>
            <a:xfrm>
              <a:off x="2640025" y="1118775"/>
              <a:ext cx="2675" cy="2400"/>
            </a:xfrm>
            <a:custGeom>
              <a:avLst/>
              <a:gdLst/>
              <a:ahLst/>
              <a:cxnLst/>
              <a:rect l="l" t="t" r="r" b="b"/>
              <a:pathLst>
                <a:path w="107" h="96" extrusionOk="0">
                  <a:moveTo>
                    <a:pt x="56" y="1"/>
                  </a:moveTo>
                  <a:cubicBezTo>
                    <a:pt x="28" y="1"/>
                    <a:pt x="1" y="19"/>
                    <a:pt x="8" y="50"/>
                  </a:cubicBezTo>
                  <a:cubicBezTo>
                    <a:pt x="8" y="73"/>
                    <a:pt x="27" y="96"/>
                    <a:pt x="49" y="96"/>
                  </a:cubicBezTo>
                  <a:cubicBezTo>
                    <a:pt x="54" y="96"/>
                    <a:pt x="59" y="94"/>
                    <a:pt x="64" y="92"/>
                  </a:cubicBezTo>
                  <a:cubicBezTo>
                    <a:pt x="78" y="92"/>
                    <a:pt x="106" y="64"/>
                    <a:pt x="106" y="36"/>
                  </a:cubicBezTo>
                  <a:cubicBezTo>
                    <a:pt x="100" y="12"/>
                    <a:pt x="78" y="1"/>
                    <a:pt x="56" y="1"/>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1" name="Google Shape;2781;p40"/>
            <p:cNvSpPr/>
            <p:nvPr/>
          </p:nvSpPr>
          <p:spPr>
            <a:xfrm>
              <a:off x="2640925" y="1119250"/>
              <a:ext cx="775" cy="650"/>
            </a:xfrm>
            <a:custGeom>
              <a:avLst/>
              <a:gdLst/>
              <a:ahLst/>
              <a:cxnLst/>
              <a:rect l="l" t="t" r="r" b="b"/>
              <a:pathLst>
                <a:path w="31" h="26" extrusionOk="0">
                  <a:moveTo>
                    <a:pt x="21" y="1"/>
                  </a:moveTo>
                  <a:cubicBezTo>
                    <a:pt x="20" y="1"/>
                    <a:pt x="17" y="2"/>
                    <a:pt x="14" y="3"/>
                  </a:cubicBezTo>
                  <a:cubicBezTo>
                    <a:pt x="0" y="3"/>
                    <a:pt x="0" y="3"/>
                    <a:pt x="0" y="17"/>
                  </a:cubicBezTo>
                  <a:cubicBezTo>
                    <a:pt x="0" y="23"/>
                    <a:pt x="2" y="25"/>
                    <a:pt x="5" y="25"/>
                  </a:cubicBezTo>
                  <a:cubicBezTo>
                    <a:pt x="13" y="25"/>
                    <a:pt x="30" y="1"/>
                    <a:pt x="21" y="1"/>
                  </a:cubicBezTo>
                  <a:close/>
                </a:path>
              </a:pathLst>
            </a:custGeom>
            <a:solidFill>
              <a:srgbClr val="D81F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2" name="Google Shape;2782;p40"/>
            <p:cNvSpPr/>
            <p:nvPr/>
          </p:nvSpPr>
          <p:spPr>
            <a:xfrm>
              <a:off x="2603100" y="1114000"/>
              <a:ext cx="9250" cy="7775"/>
            </a:xfrm>
            <a:custGeom>
              <a:avLst/>
              <a:gdLst/>
              <a:ahLst/>
              <a:cxnLst/>
              <a:rect l="l" t="t" r="r" b="b"/>
              <a:pathLst>
                <a:path w="370" h="311" extrusionOk="0">
                  <a:moveTo>
                    <a:pt x="167" y="1"/>
                  </a:moveTo>
                  <a:cubicBezTo>
                    <a:pt x="79" y="1"/>
                    <a:pt x="0" y="78"/>
                    <a:pt x="21" y="171"/>
                  </a:cubicBezTo>
                  <a:cubicBezTo>
                    <a:pt x="35" y="255"/>
                    <a:pt x="105" y="311"/>
                    <a:pt x="188" y="311"/>
                  </a:cubicBezTo>
                  <a:cubicBezTo>
                    <a:pt x="328" y="283"/>
                    <a:pt x="370" y="116"/>
                    <a:pt x="258" y="32"/>
                  </a:cubicBezTo>
                  <a:cubicBezTo>
                    <a:pt x="229" y="10"/>
                    <a:pt x="197" y="1"/>
                    <a:pt x="167" y="1"/>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3" name="Google Shape;2783;p40"/>
            <p:cNvSpPr/>
            <p:nvPr/>
          </p:nvSpPr>
          <p:spPr>
            <a:xfrm>
              <a:off x="2604900" y="1117500"/>
              <a:ext cx="3150" cy="1850"/>
            </a:xfrm>
            <a:custGeom>
              <a:avLst/>
              <a:gdLst/>
              <a:ahLst/>
              <a:cxnLst/>
              <a:rect l="l" t="t" r="r" b="b"/>
              <a:pathLst>
                <a:path w="126" h="74" extrusionOk="0">
                  <a:moveTo>
                    <a:pt x="22" y="0"/>
                  </a:moveTo>
                  <a:cubicBezTo>
                    <a:pt x="9" y="0"/>
                    <a:pt x="1" y="9"/>
                    <a:pt x="5" y="31"/>
                  </a:cubicBezTo>
                  <a:cubicBezTo>
                    <a:pt x="5" y="59"/>
                    <a:pt x="33" y="73"/>
                    <a:pt x="74" y="73"/>
                  </a:cubicBezTo>
                  <a:cubicBezTo>
                    <a:pt x="125" y="63"/>
                    <a:pt x="57" y="0"/>
                    <a:pt x="22"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4" name="Google Shape;2784;p40"/>
            <p:cNvSpPr/>
            <p:nvPr/>
          </p:nvSpPr>
          <p:spPr>
            <a:xfrm>
              <a:off x="2578650" y="1099300"/>
              <a:ext cx="6175" cy="3725"/>
            </a:xfrm>
            <a:custGeom>
              <a:avLst/>
              <a:gdLst/>
              <a:ahLst/>
              <a:cxnLst/>
              <a:rect l="l" t="t" r="r" b="b"/>
              <a:pathLst>
                <a:path w="247" h="149" extrusionOk="0">
                  <a:moveTo>
                    <a:pt x="43" y="0"/>
                  </a:moveTo>
                  <a:cubicBezTo>
                    <a:pt x="18" y="0"/>
                    <a:pt x="1" y="17"/>
                    <a:pt x="8" y="62"/>
                  </a:cubicBezTo>
                  <a:cubicBezTo>
                    <a:pt x="21" y="110"/>
                    <a:pt x="54" y="148"/>
                    <a:pt x="108" y="148"/>
                  </a:cubicBezTo>
                  <a:cubicBezTo>
                    <a:pt x="116" y="148"/>
                    <a:pt x="125" y="147"/>
                    <a:pt x="134" y="146"/>
                  </a:cubicBezTo>
                  <a:cubicBezTo>
                    <a:pt x="246" y="125"/>
                    <a:pt x="112" y="0"/>
                    <a:pt x="43"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5" name="Google Shape;2785;p40"/>
            <p:cNvSpPr/>
            <p:nvPr/>
          </p:nvSpPr>
          <p:spPr>
            <a:xfrm>
              <a:off x="2579900" y="1099650"/>
              <a:ext cx="1775" cy="1900"/>
            </a:xfrm>
            <a:custGeom>
              <a:avLst/>
              <a:gdLst/>
              <a:ahLst/>
              <a:cxnLst/>
              <a:rect l="l" t="t" r="r" b="b"/>
              <a:pathLst>
                <a:path w="71" h="76" extrusionOk="0">
                  <a:moveTo>
                    <a:pt x="48" y="1"/>
                  </a:moveTo>
                  <a:cubicBezTo>
                    <a:pt x="42" y="1"/>
                    <a:pt x="36" y="2"/>
                    <a:pt x="28" y="6"/>
                  </a:cubicBezTo>
                  <a:cubicBezTo>
                    <a:pt x="14" y="6"/>
                    <a:pt x="0" y="20"/>
                    <a:pt x="0" y="48"/>
                  </a:cubicBezTo>
                  <a:cubicBezTo>
                    <a:pt x="0" y="62"/>
                    <a:pt x="14" y="76"/>
                    <a:pt x="42" y="76"/>
                  </a:cubicBezTo>
                  <a:cubicBezTo>
                    <a:pt x="56" y="62"/>
                    <a:pt x="70" y="48"/>
                    <a:pt x="70" y="34"/>
                  </a:cubicBezTo>
                  <a:cubicBezTo>
                    <a:pt x="70" y="13"/>
                    <a:pt x="63" y="1"/>
                    <a:pt x="48" y="1"/>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6" name="Google Shape;2786;p40"/>
            <p:cNvSpPr/>
            <p:nvPr/>
          </p:nvSpPr>
          <p:spPr>
            <a:xfrm>
              <a:off x="2620850" y="1124400"/>
              <a:ext cx="6175" cy="3725"/>
            </a:xfrm>
            <a:custGeom>
              <a:avLst/>
              <a:gdLst/>
              <a:ahLst/>
              <a:cxnLst/>
              <a:rect l="l" t="t" r="r" b="b"/>
              <a:pathLst>
                <a:path w="247" h="149" extrusionOk="0">
                  <a:moveTo>
                    <a:pt x="43" y="0"/>
                  </a:moveTo>
                  <a:cubicBezTo>
                    <a:pt x="17" y="0"/>
                    <a:pt x="1" y="17"/>
                    <a:pt x="8" y="62"/>
                  </a:cubicBezTo>
                  <a:cubicBezTo>
                    <a:pt x="20" y="111"/>
                    <a:pt x="54" y="149"/>
                    <a:pt x="108" y="149"/>
                  </a:cubicBezTo>
                  <a:cubicBezTo>
                    <a:pt x="116" y="149"/>
                    <a:pt x="125" y="148"/>
                    <a:pt x="134" y="146"/>
                  </a:cubicBezTo>
                  <a:cubicBezTo>
                    <a:pt x="246" y="125"/>
                    <a:pt x="112" y="0"/>
                    <a:pt x="43"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7" name="Google Shape;2787;p40"/>
            <p:cNvSpPr/>
            <p:nvPr/>
          </p:nvSpPr>
          <p:spPr>
            <a:xfrm>
              <a:off x="2621750" y="1124900"/>
              <a:ext cx="2100" cy="1775"/>
            </a:xfrm>
            <a:custGeom>
              <a:avLst/>
              <a:gdLst/>
              <a:ahLst/>
              <a:cxnLst/>
              <a:rect l="l" t="t" r="r" b="b"/>
              <a:pathLst>
                <a:path w="84" h="71" extrusionOk="0">
                  <a:moveTo>
                    <a:pt x="42" y="0"/>
                  </a:moveTo>
                  <a:cubicBezTo>
                    <a:pt x="14" y="0"/>
                    <a:pt x="0" y="14"/>
                    <a:pt x="14" y="42"/>
                  </a:cubicBezTo>
                  <a:cubicBezTo>
                    <a:pt x="14" y="56"/>
                    <a:pt x="28" y="70"/>
                    <a:pt x="56" y="70"/>
                  </a:cubicBezTo>
                  <a:cubicBezTo>
                    <a:pt x="70" y="70"/>
                    <a:pt x="84" y="42"/>
                    <a:pt x="84" y="28"/>
                  </a:cubicBezTo>
                  <a:cubicBezTo>
                    <a:pt x="70" y="0"/>
                    <a:pt x="56" y="0"/>
                    <a:pt x="42"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8" name="Google Shape;2788;p40"/>
            <p:cNvSpPr/>
            <p:nvPr/>
          </p:nvSpPr>
          <p:spPr>
            <a:xfrm>
              <a:off x="2690950" y="1095100"/>
              <a:ext cx="6050" cy="3725"/>
            </a:xfrm>
            <a:custGeom>
              <a:avLst/>
              <a:gdLst/>
              <a:ahLst/>
              <a:cxnLst/>
              <a:rect l="l" t="t" r="r" b="b"/>
              <a:pathLst>
                <a:path w="242" h="149" extrusionOk="0">
                  <a:moveTo>
                    <a:pt x="42" y="1"/>
                  </a:moveTo>
                  <a:cubicBezTo>
                    <a:pt x="17" y="1"/>
                    <a:pt x="0" y="18"/>
                    <a:pt x="8" y="62"/>
                  </a:cubicBezTo>
                  <a:cubicBezTo>
                    <a:pt x="8" y="111"/>
                    <a:pt x="50" y="149"/>
                    <a:pt x="98" y="149"/>
                  </a:cubicBezTo>
                  <a:cubicBezTo>
                    <a:pt x="105" y="149"/>
                    <a:pt x="112" y="148"/>
                    <a:pt x="119" y="146"/>
                  </a:cubicBezTo>
                  <a:cubicBezTo>
                    <a:pt x="242" y="126"/>
                    <a:pt x="111" y="1"/>
                    <a:pt x="42" y="1"/>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9" name="Google Shape;2789;p40"/>
            <p:cNvSpPr/>
            <p:nvPr/>
          </p:nvSpPr>
          <p:spPr>
            <a:xfrm>
              <a:off x="2692150" y="1095875"/>
              <a:ext cx="1800" cy="1500"/>
            </a:xfrm>
            <a:custGeom>
              <a:avLst/>
              <a:gdLst/>
              <a:ahLst/>
              <a:cxnLst/>
              <a:rect l="l" t="t" r="r" b="b"/>
              <a:pathLst>
                <a:path w="72" h="60" extrusionOk="0">
                  <a:moveTo>
                    <a:pt x="56" y="0"/>
                  </a:moveTo>
                  <a:cubicBezTo>
                    <a:pt x="33" y="0"/>
                    <a:pt x="0" y="59"/>
                    <a:pt x="44" y="59"/>
                  </a:cubicBezTo>
                  <a:cubicBezTo>
                    <a:pt x="58" y="45"/>
                    <a:pt x="71" y="31"/>
                    <a:pt x="71" y="18"/>
                  </a:cubicBezTo>
                  <a:cubicBezTo>
                    <a:pt x="68" y="5"/>
                    <a:pt x="63" y="0"/>
                    <a:pt x="56"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0" name="Google Shape;2790;p40"/>
            <p:cNvSpPr/>
            <p:nvPr/>
          </p:nvSpPr>
          <p:spPr>
            <a:xfrm>
              <a:off x="2682600" y="1106475"/>
              <a:ext cx="6450" cy="3800"/>
            </a:xfrm>
            <a:custGeom>
              <a:avLst/>
              <a:gdLst/>
              <a:ahLst/>
              <a:cxnLst/>
              <a:rect l="l" t="t" r="r" b="b"/>
              <a:pathLst>
                <a:path w="258" h="152" extrusionOk="0">
                  <a:moveTo>
                    <a:pt x="39" y="0"/>
                  </a:moveTo>
                  <a:cubicBezTo>
                    <a:pt x="15" y="0"/>
                    <a:pt x="0" y="15"/>
                    <a:pt x="7" y="54"/>
                  </a:cubicBezTo>
                  <a:cubicBezTo>
                    <a:pt x="21" y="110"/>
                    <a:pt x="77" y="151"/>
                    <a:pt x="133" y="151"/>
                  </a:cubicBezTo>
                  <a:cubicBezTo>
                    <a:pt x="258" y="131"/>
                    <a:pt x="110" y="0"/>
                    <a:pt x="39"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1" name="Google Shape;2791;p40"/>
            <p:cNvSpPr/>
            <p:nvPr/>
          </p:nvSpPr>
          <p:spPr>
            <a:xfrm>
              <a:off x="2683800" y="1106750"/>
              <a:ext cx="2125" cy="1775"/>
            </a:xfrm>
            <a:custGeom>
              <a:avLst/>
              <a:gdLst/>
              <a:ahLst/>
              <a:cxnLst/>
              <a:rect l="l" t="t" r="r" b="b"/>
              <a:pathLst>
                <a:path w="85" h="71" extrusionOk="0">
                  <a:moveTo>
                    <a:pt x="29" y="1"/>
                  </a:moveTo>
                  <a:cubicBezTo>
                    <a:pt x="15" y="1"/>
                    <a:pt x="1" y="15"/>
                    <a:pt x="1" y="43"/>
                  </a:cubicBezTo>
                  <a:cubicBezTo>
                    <a:pt x="1" y="57"/>
                    <a:pt x="29" y="71"/>
                    <a:pt x="43" y="71"/>
                  </a:cubicBezTo>
                  <a:cubicBezTo>
                    <a:pt x="71" y="71"/>
                    <a:pt x="85" y="43"/>
                    <a:pt x="71" y="29"/>
                  </a:cubicBezTo>
                  <a:cubicBezTo>
                    <a:pt x="71" y="15"/>
                    <a:pt x="57" y="1"/>
                    <a:pt x="29" y="1"/>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2" name="Google Shape;2792;p40"/>
            <p:cNvSpPr/>
            <p:nvPr/>
          </p:nvSpPr>
          <p:spPr>
            <a:xfrm>
              <a:off x="2625750" y="1084350"/>
              <a:ext cx="6200" cy="3950"/>
            </a:xfrm>
            <a:custGeom>
              <a:avLst/>
              <a:gdLst/>
              <a:ahLst/>
              <a:cxnLst/>
              <a:rect l="l" t="t" r="r" b="b"/>
              <a:pathLst>
                <a:path w="248" h="158" extrusionOk="0">
                  <a:moveTo>
                    <a:pt x="39" y="1"/>
                  </a:moveTo>
                  <a:cubicBezTo>
                    <a:pt x="15" y="1"/>
                    <a:pt x="0" y="17"/>
                    <a:pt x="8" y="60"/>
                  </a:cubicBezTo>
                  <a:cubicBezTo>
                    <a:pt x="8" y="116"/>
                    <a:pt x="63" y="158"/>
                    <a:pt x="133" y="158"/>
                  </a:cubicBezTo>
                  <a:cubicBezTo>
                    <a:pt x="247" y="137"/>
                    <a:pt x="107" y="1"/>
                    <a:pt x="39" y="1"/>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3" name="Google Shape;2793;p40"/>
            <p:cNvSpPr/>
            <p:nvPr/>
          </p:nvSpPr>
          <p:spPr>
            <a:xfrm>
              <a:off x="2584250" y="1085350"/>
              <a:ext cx="6150" cy="3725"/>
            </a:xfrm>
            <a:custGeom>
              <a:avLst/>
              <a:gdLst/>
              <a:ahLst/>
              <a:cxnLst/>
              <a:rect l="l" t="t" r="r" b="b"/>
              <a:pathLst>
                <a:path w="246" h="149" extrusionOk="0">
                  <a:moveTo>
                    <a:pt x="42" y="0"/>
                  </a:moveTo>
                  <a:cubicBezTo>
                    <a:pt x="17" y="0"/>
                    <a:pt x="0" y="17"/>
                    <a:pt x="8" y="62"/>
                  </a:cubicBezTo>
                  <a:cubicBezTo>
                    <a:pt x="8" y="110"/>
                    <a:pt x="50" y="148"/>
                    <a:pt x="106" y="148"/>
                  </a:cubicBezTo>
                  <a:cubicBezTo>
                    <a:pt x="115" y="148"/>
                    <a:pt x="124" y="147"/>
                    <a:pt x="133" y="146"/>
                  </a:cubicBezTo>
                  <a:cubicBezTo>
                    <a:pt x="245" y="125"/>
                    <a:pt x="111" y="0"/>
                    <a:pt x="42"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4" name="Google Shape;2794;p40"/>
            <p:cNvSpPr/>
            <p:nvPr/>
          </p:nvSpPr>
          <p:spPr>
            <a:xfrm>
              <a:off x="2585475" y="1085500"/>
              <a:ext cx="1775" cy="1900"/>
            </a:xfrm>
            <a:custGeom>
              <a:avLst/>
              <a:gdLst/>
              <a:ahLst/>
              <a:cxnLst/>
              <a:rect l="l" t="t" r="r" b="b"/>
              <a:pathLst>
                <a:path w="71" h="76" extrusionOk="0">
                  <a:moveTo>
                    <a:pt x="28" y="0"/>
                  </a:moveTo>
                  <a:cubicBezTo>
                    <a:pt x="14" y="14"/>
                    <a:pt x="0" y="28"/>
                    <a:pt x="0" y="42"/>
                  </a:cubicBezTo>
                  <a:cubicBezTo>
                    <a:pt x="0" y="62"/>
                    <a:pt x="8" y="75"/>
                    <a:pt x="23" y="75"/>
                  </a:cubicBezTo>
                  <a:cubicBezTo>
                    <a:pt x="28" y="75"/>
                    <a:pt x="35" y="74"/>
                    <a:pt x="42" y="70"/>
                  </a:cubicBezTo>
                  <a:cubicBezTo>
                    <a:pt x="56" y="70"/>
                    <a:pt x="70" y="56"/>
                    <a:pt x="70" y="28"/>
                  </a:cubicBezTo>
                  <a:cubicBezTo>
                    <a:pt x="70" y="14"/>
                    <a:pt x="42" y="0"/>
                    <a:pt x="28"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5" name="Google Shape;2795;p40"/>
            <p:cNvSpPr/>
            <p:nvPr/>
          </p:nvSpPr>
          <p:spPr>
            <a:xfrm>
              <a:off x="2593325" y="1123750"/>
              <a:ext cx="6100" cy="3950"/>
            </a:xfrm>
            <a:custGeom>
              <a:avLst/>
              <a:gdLst/>
              <a:ahLst/>
              <a:cxnLst/>
              <a:rect l="l" t="t" r="r" b="b"/>
              <a:pathLst>
                <a:path w="244" h="158" extrusionOk="0">
                  <a:moveTo>
                    <a:pt x="38" y="1"/>
                  </a:moveTo>
                  <a:cubicBezTo>
                    <a:pt x="15" y="1"/>
                    <a:pt x="0" y="17"/>
                    <a:pt x="7" y="60"/>
                  </a:cubicBezTo>
                  <a:cubicBezTo>
                    <a:pt x="7" y="116"/>
                    <a:pt x="63" y="158"/>
                    <a:pt x="119" y="158"/>
                  </a:cubicBezTo>
                  <a:cubicBezTo>
                    <a:pt x="243" y="137"/>
                    <a:pt x="106" y="1"/>
                    <a:pt x="38" y="1"/>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6" name="Google Shape;2796;p40"/>
            <p:cNvSpPr/>
            <p:nvPr/>
          </p:nvSpPr>
          <p:spPr>
            <a:xfrm>
              <a:off x="2594550" y="1124200"/>
              <a:ext cx="1750" cy="1775"/>
            </a:xfrm>
            <a:custGeom>
              <a:avLst/>
              <a:gdLst/>
              <a:ahLst/>
              <a:cxnLst/>
              <a:rect l="l" t="t" r="r" b="b"/>
              <a:pathLst>
                <a:path w="70" h="71" extrusionOk="0">
                  <a:moveTo>
                    <a:pt x="28" y="0"/>
                  </a:moveTo>
                  <a:cubicBezTo>
                    <a:pt x="0" y="0"/>
                    <a:pt x="0" y="14"/>
                    <a:pt x="0" y="42"/>
                  </a:cubicBezTo>
                  <a:cubicBezTo>
                    <a:pt x="0" y="56"/>
                    <a:pt x="14" y="70"/>
                    <a:pt x="42" y="70"/>
                  </a:cubicBezTo>
                  <a:cubicBezTo>
                    <a:pt x="56" y="70"/>
                    <a:pt x="70" y="42"/>
                    <a:pt x="70" y="28"/>
                  </a:cubicBezTo>
                  <a:cubicBezTo>
                    <a:pt x="70" y="0"/>
                    <a:pt x="42" y="0"/>
                    <a:pt x="28"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7" name="Google Shape;2797;p40"/>
            <p:cNvSpPr/>
            <p:nvPr/>
          </p:nvSpPr>
          <p:spPr>
            <a:xfrm>
              <a:off x="2571050" y="1109125"/>
              <a:ext cx="6775" cy="5400"/>
            </a:xfrm>
            <a:custGeom>
              <a:avLst/>
              <a:gdLst/>
              <a:ahLst/>
              <a:cxnLst/>
              <a:rect l="l" t="t" r="r" b="b"/>
              <a:pathLst>
                <a:path w="271" h="216" extrusionOk="0">
                  <a:moveTo>
                    <a:pt x="167" y="1"/>
                  </a:moveTo>
                  <a:cubicBezTo>
                    <a:pt x="160" y="1"/>
                    <a:pt x="152" y="2"/>
                    <a:pt x="145" y="4"/>
                  </a:cubicBezTo>
                  <a:cubicBezTo>
                    <a:pt x="1" y="17"/>
                    <a:pt x="17" y="215"/>
                    <a:pt x="147" y="215"/>
                  </a:cubicBezTo>
                  <a:cubicBezTo>
                    <a:pt x="155" y="215"/>
                    <a:pt x="164" y="215"/>
                    <a:pt x="173" y="213"/>
                  </a:cubicBezTo>
                  <a:cubicBezTo>
                    <a:pt x="229" y="199"/>
                    <a:pt x="271" y="143"/>
                    <a:pt x="257" y="87"/>
                  </a:cubicBezTo>
                  <a:cubicBezTo>
                    <a:pt x="257" y="39"/>
                    <a:pt x="215" y="1"/>
                    <a:pt x="167" y="1"/>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8" name="Google Shape;2798;p40"/>
            <p:cNvSpPr/>
            <p:nvPr/>
          </p:nvSpPr>
          <p:spPr>
            <a:xfrm>
              <a:off x="2573075" y="1111025"/>
              <a:ext cx="2300" cy="1700"/>
            </a:xfrm>
            <a:custGeom>
              <a:avLst/>
              <a:gdLst/>
              <a:ahLst/>
              <a:cxnLst/>
              <a:rect l="l" t="t" r="r" b="b"/>
              <a:pathLst>
                <a:path w="92" h="68" extrusionOk="0">
                  <a:moveTo>
                    <a:pt x="47" y="0"/>
                  </a:moveTo>
                  <a:cubicBezTo>
                    <a:pt x="25" y="0"/>
                    <a:pt x="0" y="15"/>
                    <a:pt x="8" y="39"/>
                  </a:cubicBezTo>
                  <a:cubicBezTo>
                    <a:pt x="22" y="53"/>
                    <a:pt x="36" y="67"/>
                    <a:pt x="50" y="67"/>
                  </a:cubicBezTo>
                  <a:cubicBezTo>
                    <a:pt x="78" y="67"/>
                    <a:pt x="92" y="53"/>
                    <a:pt x="78" y="25"/>
                  </a:cubicBezTo>
                  <a:cubicBezTo>
                    <a:pt x="78" y="8"/>
                    <a:pt x="63" y="0"/>
                    <a:pt x="47"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9" name="Google Shape;2799;p40"/>
            <p:cNvSpPr/>
            <p:nvPr/>
          </p:nvSpPr>
          <p:spPr>
            <a:xfrm>
              <a:off x="2637775" y="1097700"/>
              <a:ext cx="9800" cy="9425"/>
            </a:xfrm>
            <a:custGeom>
              <a:avLst/>
              <a:gdLst/>
              <a:ahLst/>
              <a:cxnLst/>
              <a:rect l="l" t="t" r="r" b="b"/>
              <a:pathLst>
                <a:path w="392" h="377" extrusionOk="0">
                  <a:moveTo>
                    <a:pt x="140" y="0"/>
                  </a:moveTo>
                  <a:cubicBezTo>
                    <a:pt x="57" y="28"/>
                    <a:pt x="1" y="112"/>
                    <a:pt x="29" y="210"/>
                  </a:cubicBezTo>
                  <a:cubicBezTo>
                    <a:pt x="43" y="307"/>
                    <a:pt x="126" y="377"/>
                    <a:pt x="196" y="377"/>
                  </a:cubicBezTo>
                  <a:cubicBezTo>
                    <a:pt x="391" y="293"/>
                    <a:pt x="349" y="14"/>
                    <a:pt x="140"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0" name="Google Shape;2800;p40"/>
            <p:cNvSpPr/>
            <p:nvPr/>
          </p:nvSpPr>
          <p:spPr>
            <a:xfrm>
              <a:off x="2640575" y="1099450"/>
              <a:ext cx="2800" cy="3250"/>
            </a:xfrm>
            <a:custGeom>
              <a:avLst/>
              <a:gdLst/>
              <a:ahLst/>
              <a:cxnLst/>
              <a:rect l="l" t="t" r="r" b="b"/>
              <a:pathLst>
                <a:path w="112" h="130" extrusionOk="0">
                  <a:moveTo>
                    <a:pt x="42" y="0"/>
                  </a:moveTo>
                  <a:cubicBezTo>
                    <a:pt x="14" y="14"/>
                    <a:pt x="0" y="42"/>
                    <a:pt x="0" y="70"/>
                  </a:cubicBezTo>
                  <a:cubicBezTo>
                    <a:pt x="0" y="104"/>
                    <a:pt x="29" y="129"/>
                    <a:pt x="54" y="129"/>
                  </a:cubicBezTo>
                  <a:cubicBezTo>
                    <a:pt x="60" y="129"/>
                    <a:pt x="65" y="128"/>
                    <a:pt x="70" y="126"/>
                  </a:cubicBezTo>
                  <a:cubicBezTo>
                    <a:pt x="98" y="112"/>
                    <a:pt x="112" y="84"/>
                    <a:pt x="112" y="56"/>
                  </a:cubicBezTo>
                  <a:cubicBezTo>
                    <a:pt x="112" y="14"/>
                    <a:pt x="70" y="0"/>
                    <a:pt x="42"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1" name="Google Shape;2801;p40"/>
            <p:cNvSpPr/>
            <p:nvPr/>
          </p:nvSpPr>
          <p:spPr>
            <a:xfrm>
              <a:off x="2652425" y="1111825"/>
              <a:ext cx="4550" cy="3800"/>
            </a:xfrm>
            <a:custGeom>
              <a:avLst/>
              <a:gdLst/>
              <a:ahLst/>
              <a:cxnLst/>
              <a:rect l="l" t="t" r="r" b="b"/>
              <a:pathLst>
                <a:path w="182" h="152" extrusionOk="0">
                  <a:moveTo>
                    <a:pt x="87" y="0"/>
                  </a:moveTo>
                  <a:cubicBezTo>
                    <a:pt x="55" y="0"/>
                    <a:pt x="23" y="16"/>
                    <a:pt x="1" y="49"/>
                  </a:cubicBezTo>
                  <a:cubicBezTo>
                    <a:pt x="1" y="91"/>
                    <a:pt x="29" y="133"/>
                    <a:pt x="70" y="147"/>
                  </a:cubicBezTo>
                  <a:cubicBezTo>
                    <a:pt x="81" y="150"/>
                    <a:pt x="92" y="152"/>
                    <a:pt x="103" y="152"/>
                  </a:cubicBezTo>
                  <a:cubicBezTo>
                    <a:pt x="137" y="152"/>
                    <a:pt x="171" y="136"/>
                    <a:pt x="182" y="105"/>
                  </a:cubicBezTo>
                  <a:cubicBezTo>
                    <a:pt x="182" y="37"/>
                    <a:pt x="136" y="0"/>
                    <a:pt x="87"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2" name="Google Shape;2802;p40"/>
            <p:cNvSpPr/>
            <p:nvPr/>
          </p:nvSpPr>
          <p:spPr>
            <a:xfrm>
              <a:off x="2653475" y="1112900"/>
              <a:ext cx="1425" cy="1350"/>
            </a:xfrm>
            <a:custGeom>
              <a:avLst/>
              <a:gdLst/>
              <a:ahLst/>
              <a:cxnLst/>
              <a:rect l="l" t="t" r="r" b="b"/>
              <a:pathLst>
                <a:path w="57" h="54" extrusionOk="0">
                  <a:moveTo>
                    <a:pt x="21" y="0"/>
                  </a:moveTo>
                  <a:cubicBezTo>
                    <a:pt x="7" y="0"/>
                    <a:pt x="0" y="10"/>
                    <a:pt x="0" y="20"/>
                  </a:cubicBezTo>
                  <a:cubicBezTo>
                    <a:pt x="0" y="34"/>
                    <a:pt x="0" y="48"/>
                    <a:pt x="28" y="48"/>
                  </a:cubicBezTo>
                  <a:cubicBezTo>
                    <a:pt x="32" y="52"/>
                    <a:pt x="37" y="54"/>
                    <a:pt x="40" y="54"/>
                  </a:cubicBezTo>
                  <a:cubicBezTo>
                    <a:pt x="49" y="54"/>
                    <a:pt x="56" y="44"/>
                    <a:pt x="56" y="34"/>
                  </a:cubicBezTo>
                  <a:cubicBezTo>
                    <a:pt x="56" y="20"/>
                    <a:pt x="56" y="6"/>
                    <a:pt x="42" y="6"/>
                  </a:cubicBezTo>
                  <a:cubicBezTo>
                    <a:pt x="34" y="2"/>
                    <a:pt x="27" y="0"/>
                    <a:pt x="21"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3" name="Google Shape;2803;p40"/>
            <p:cNvSpPr/>
            <p:nvPr/>
          </p:nvSpPr>
          <p:spPr>
            <a:xfrm>
              <a:off x="2605975" y="1085675"/>
              <a:ext cx="5325" cy="3800"/>
            </a:xfrm>
            <a:custGeom>
              <a:avLst/>
              <a:gdLst/>
              <a:ahLst/>
              <a:cxnLst/>
              <a:rect l="l" t="t" r="r" b="b"/>
              <a:pathLst>
                <a:path w="213" h="152" extrusionOk="0">
                  <a:moveTo>
                    <a:pt x="102" y="0"/>
                  </a:moveTo>
                  <a:cubicBezTo>
                    <a:pt x="35" y="0"/>
                    <a:pt x="0" y="134"/>
                    <a:pt x="87" y="147"/>
                  </a:cubicBezTo>
                  <a:cubicBezTo>
                    <a:pt x="98" y="150"/>
                    <a:pt x="109" y="152"/>
                    <a:pt x="120" y="152"/>
                  </a:cubicBezTo>
                  <a:cubicBezTo>
                    <a:pt x="154" y="152"/>
                    <a:pt x="188" y="136"/>
                    <a:pt x="199" y="105"/>
                  </a:cubicBezTo>
                  <a:cubicBezTo>
                    <a:pt x="213" y="49"/>
                    <a:pt x="171" y="7"/>
                    <a:pt x="129" y="7"/>
                  </a:cubicBezTo>
                  <a:cubicBezTo>
                    <a:pt x="120" y="2"/>
                    <a:pt x="111" y="0"/>
                    <a:pt x="102"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4" name="Google Shape;2804;p40"/>
            <p:cNvSpPr/>
            <p:nvPr/>
          </p:nvSpPr>
          <p:spPr>
            <a:xfrm>
              <a:off x="2607100" y="1086750"/>
              <a:ext cx="1775" cy="1200"/>
            </a:xfrm>
            <a:custGeom>
              <a:avLst/>
              <a:gdLst/>
              <a:ahLst/>
              <a:cxnLst/>
              <a:rect l="l" t="t" r="r" b="b"/>
              <a:pathLst>
                <a:path w="71" h="48" extrusionOk="0">
                  <a:moveTo>
                    <a:pt x="30" y="0"/>
                  </a:moveTo>
                  <a:cubicBezTo>
                    <a:pt x="21" y="0"/>
                    <a:pt x="14" y="10"/>
                    <a:pt x="14" y="20"/>
                  </a:cubicBezTo>
                  <a:cubicBezTo>
                    <a:pt x="0" y="34"/>
                    <a:pt x="14" y="48"/>
                    <a:pt x="28" y="48"/>
                  </a:cubicBezTo>
                  <a:cubicBezTo>
                    <a:pt x="42" y="48"/>
                    <a:pt x="70" y="48"/>
                    <a:pt x="70" y="34"/>
                  </a:cubicBezTo>
                  <a:cubicBezTo>
                    <a:pt x="70" y="20"/>
                    <a:pt x="70" y="6"/>
                    <a:pt x="42" y="6"/>
                  </a:cubicBezTo>
                  <a:cubicBezTo>
                    <a:pt x="38" y="2"/>
                    <a:pt x="34" y="0"/>
                    <a:pt x="30"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5" name="Google Shape;2805;p40"/>
            <p:cNvSpPr/>
            <p:nvPr/>
          </p:nvSpPr>
          <p:spPr>
            <a:xfrm>
              <a:off x="2600825" y="1105425"/>
              <a:ext cx="4900" cy="3925"/>
            </a:xfrm>
            <a:custGeom>
              <a:avLst/>
              <a:gdLst/>
              <a:ahLst/>
              <a:cxnLst/>
              <a:rect l="l" t="t" r="r" b="b"/>
              <a:pathLst>
                <a:path w="196" h="157" extrusionOk="0">
                  <a:moveTo>
                    <a:pt x="82" y="1"/>
                  </a:moveTo>
                  <a:cubicBezTo>
                    <a:pt x="48" y="1"/>
                    <a:pt x="20" y="24"/>
                    <a:pt x="0" y="54"/>
                  </a:cubicBezTo>
                  <a:cubicBezTo>
                    <a:pt x="0" y="96"/>
                    <a:pt x="28" y="138"/>
                    <a:pt x="84" y="152"/>
                  </a:cubicBezTo>
                  <a:cubicBezTo>
                    <a:pt x="94" y="155"/>
                    <a:pt x="105" y="157"/>
                    <a:pt x="115" y="157"/>
                  </a:cubicBezTo>
                  <a:cubicBezTo>
                    <a:pt x="146" y="157"/>
                    <a:pt x="175" y="141"/>
                    <a:pt x="196" y="110"/>
                  </a:cubicBezTo>
                  <a:cubicBezTo>
                    <a:pt x="196" y="54"/>
                    <a:pt x="168" y="12"/>
                    <a:pt x="126" y="12"/>
                  </a:cubicBezTo>
                  <a:cubicBezTo>
                    <a:pt x="110" y="4"/>
                    <a:pt x="96" y="1"/>
                    <a:pt x="82" y="1"/>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6" name="Google Shape;2806;p40"/>
            <p:cNvSpPr/>
            <p:nvPr/>
          </p:nvSpPr>
          <p:spPr>
            <a:xfrm>
              <a:off x="2517825" y="974950"/>
              <a:ext cx="234700" cy="167425"/>
            </a:xfrm>
            <a:custGeom>
              <a:avLst/>
              <a:gdLst/>
              <a:ahLst/>
              <a:cxnLst/>
              <a:rect l="l" t="t" r="r" b="b"/>
              <a:pathLst>
                <a:path w="9388" h="6697" extrusionOk="0">
                  <a:moveTo>
                    <a:pt x="4520" y="279"/>
                  </a:moveTo>
                  <a:lnTo>
                    <a:pt x="4882" y="2539"/>
                  </a:lnTo>
                  <a:cubicBezTo>
                    <a:pt x="4882" y="2539"/>
                    <a:pt x="9388" y="4227"/>
                    <a:pt x="7017" y="5803"/>
                  </a:cubicBezTo>
                  <a:cubicBezTo>
                    <a:pt x="7017" y="5803"/>
                    <a:pt x="6403" y="6208"/>
                    <a:pt x="4938" y="6459"/>
                  </a:cubicBezTo>
                  <a:cubicBezTo>
                    <a:pt x="4385" y="6548"/>
                    <a:pt x="3937" y="6576"/>
                    <a:pt x="3594" y="6576"/>
                  </a:cubicBezTo>
                  <a:cubicBezTo>
                    <a:pt x="3029" y="6576"/>
                    <a:pt x="2748" y="6500"/>
                    <a:pt x="2748" y="6500"/>
                  </a:cubicBezTo>
                  <a:cubicBezTo>
                    <a:pt x="0" y="5775"/>
                    <a:pt x="3725" y="2734"/>
                    <a:pt x="3725" y="2734"/>
                  </a:cubicBezTo>
                  <a:lnTo>
                    <a:pt x="3362" y="461"/>
                  </a:lnTo>
                  <a:lnTo>
                    <a:pt x="3362" y="461"/>
                  </a:lnTo>
                  <a:cubicBezTo>
                    <a:pt x="3499" y="515"/>
                    <a:pt x="3642" y="541"/>
                    <a:pt x="3783" y="541"/>
                  </a:cubicBezTo>
                  <a:cubicBezTo>
                    <a:pt x="4045" y="541"/>
                    <a:pt x="4303" y="451"/>
                    <a:pt x="4520" y="279"/>
                  </a:cubicBezTo>
                  <a:close/>
                  <a:moveTo>
                    <a:pt x="4617" y="0"/>
                  </a:moveTo>
                  <a:lnTo>
                    <a:pt x="4422" y="154"/>
                  </a:lnTo>
                  <a:cubicBezTo>
                    <a:pt x="4283" y="265"/>
                    <a:pt x="4101" y="335"/>
                    <a:pt x="3934" y="377"/>
                  </a:cubicBezTo>
                  <a:cubicBezTo>
                    <a:pt x="3885" y="385"/>
                    <a:pt x="3838" y="388"/>
                    <a:pt x="3791" y="388"/>
                  </a:cubicBezTo>
                  <a:cubicBezTo>
                    <a:pt x="3663" y="388"/>
                    <a:pt x="3540" y="362"/>
                    <a:pt x="3418" y="321"/>
                  </a:cubicBezTo>
                  <a:lnTo>
                    <a:pt x="3167" y="196"/>
                  </a:lnTo>
                  <a:lnTo>
                    <a:pt x="3669" y="2679"/>
                  </a:lnTo>
                  <a:cubicBezTo>
                    <a:pt x="3278" y="3013"/>
                    <a:pt x="1367" y="4603"/>
                    <a:pt x="1618" y="5733"/>
                  </a:cubicBezTo>
                  <a:cubicBezTo>
                    <a:pt x="1702" y="6180"/>
                    <a:pt x="2079" y="6487"/>
                    <a:pt x="2720" y="6654"/>
                  </a:cubicBezTo>
                  <a:cubicBezTo>
                    <a:pt x="2736" y="6654"/>
                    <a:pt x="2967" y="6697"/>
                    <a:pt x="3422" y="6697"/>
                  </a:cubicBezTo>
                  <a:cubicBezTo>
                    <a:pt x="3787" y="6697"/>
                    <a:pt x="4295" y="6669"/>
                    <a:pt x="4952" y="6570"/>
                  </a:cubicBezTo>
                  <a:cubicBezTo>
                    <a:pt x="6431" y="6305"/>
                    <a:pt x="7072" y="5943"/>
                    <a:pt x="7100" y="5929"/>
                  </a:cubicBezTo>
                  <a:cubicBezTo>
                    <a:pt x="7658" y="5566"/>
                    <a:pt x="7909" y="5161"/>
                    <a:pt x="7854" y="4715"/>
                  </a:cubicBezTo>
                  <a:cubicBezTo>
                    <a:pt x="7728" y="3557"/>
                    <a:pt x="5413" y="2651"/>
                    <a:pt x="4952" y="2455"/>
                  </a:cubicBezTo>
                  <a:lnTo>
                    <a:pt x="461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7" name="Google Shape;2807;p40"/>
            <p:cNvSpPr/>
            <p:nvPr/>
          </p:nvSpPr>
          <p:spPr>
            <a:xfrm>
              <a:off x="2703350" y="1084100"/>
              <a:ext cx="17800" cy="30700"/>
            </a:xfrm>
            <a:custGeom>
              <a:avLst/>
              <a:gdLst/>
              <a:ahLst/>
              <a:cxnLst/>
              <a:rect l="l" t="t" r="r" b="b"/>
              <a:pathLst>
                <a:path w="712" h="1228" extrusionOk="0">
                  <a:moveTo>
                    <a:pt x="251" y="0"/>
                  </a:moveTo>
                  <a:cubicBezTo>
                    <a:pt x="600" y="656"/>
                    <a:pt x="0" y="1228"/>
                    <a:pt x="0" y="1228"/>
                  </a:cubicBezTo>
                  <a:cubicBezTo>
                    <a:pt x="711" y="600"/>
                    <a:pt x="251" y="1"/>
                    <a:pt x="251"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8" name="Google Shape;2808;p40"/>
            <p:cNvSpPr/>
            <p:nvPr/>
          </p:nvSpPr>
          <p:spPr>
            <a:xfrm>
              <a:off x="2650325" y="1041550"/>
              <a:ext cx="45025" cy="26175"/>
            </a:xfrm>
            <a:custGeom>
              <a:avLst/>
              <a:gdLst/>
              <a:ahLst/>
              <a:cxnLst/>
              <a:rect l="l" t="t" r="r" b="b"/>
              <a:pathLst>
                <a:path w="1801" h="1047" extrusionOk="0">
                  <a:moveTo>
                    <a:pt x="1" y="1"/>
                  </a:moveTo>
                  <a:cubicBezTo>
                    <a:pt x="1" y="1"/>
                    <a:pt x="1368" y="586"/>
                    <a:pt x="1800" y="1047"/>
                  </a:cubicBezTo>
                  <a:cubicBezTo>
                    <a:pt x="1800" y="1047"/>
                    <a:pt x="1382" y="489"/>
                    <a:pt x="1" y="1"/>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9" name="Google Shape;2809;p40"/>
            <p:cNvSpPr/>
            <p:nvPr/>
          </p:nvSpPr>
          <p:spPr>
            <a:xfrm>
              <a:off x="2599775" y="977750"/>
              <a:ext cx="28275" cy="7650"/>
            </a:xfrm>
            <a:custGeom>
              <a:avLst/>
              <a:gdLst/>
              <a:ahLst/>
              <a:cxnLst/>
              <a:rect l="l" t="t" r="r" b="b"/>
              <a:pathLst>
                <a:path w="1131" h="306" extrusionOk="0">
                  <a:moveTo>
                    <a:pt x="1130" y="0"/>
                  </a:moveTo>
                  <a:cubicBezTo>
                    <a:pt x="1130" y="0"/>
                    <a:pt x="887" y="260"/>
                    <a:pt x="440" y="260"/>
                  </a:cubicBezTo>
                  <a:cubicBezTo>
                    <a:pt x="311" y="260"/>
                    <a:pt x="164" y="238"/>
                    <a:pt x="0" y="181"/>
                  </a:cubicBezTo>
                  <a:lnTo>
                    <a:pt x="0" y="181"/>
                  </a:lnTo>
                  <a:cubicBezTo>
                    <a:pt x="0" y="181"/>
                    <a:pt x="231" y="306"/>
                    <a:pt x="508" y="306"/>
                  </a:cubicBezTo>
                  <a:cubicBezTo>
                    <a:pt x="714" y="306"/>
                    <a:pt x="946" y="237"/>
                    <a:pt x="1130" y="0"/>
                  </a:cubicBezTo>
                  <a:close/>
                </a:path>
              </a:pathLst>
            </a:custGeom>
            <a:solidFill>
              <a:srgbClr val="F9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0" name="Google Shape;2810;p40"/>
            <p:cNvSpPr/>
            <p:nvPr/>
          </p:nvSpPr>
          <p:spPr>
            <a:xfrm>
              <a:off x="2595575" y="959700"/>
              <a:ext cx="34200" cy="7600"/>
            </a:xfrm>
            <a:custGeom>
              <a:avLst/>
              <a:gdLst/>
              <a:ahLst/>
              <a:cxnLst/>
              <a:rect l="l" t="t" r="r" b="b"/>
              <a:pathLst>
                <a:path w="1368" h="304" extrusionOk="0">
                  <a:moveTo>
                    <a:pt x="1004" y="0"/>
                  </a:moveTo>
                  <a:cubicBezTo>
                    <a:pt x="761" y="0"/>
                    <a:pt x="411" y="59"/>
                    <a:pt x="1" y="304"/>
                  </a:cubicBezTo>
                  <a:cubicBezTo>
                    <a:pt x="350" y="129"/>
                    <a:pt x="737" y="42"/>
                    <a:pt x="1131" y="42"/>
                  </a:cubicBezTo>
                  <a:cubicBezTo>
                    <a:pt x="1210" y="42"/>
                    <a:pt x="1289" y="46"/>
                    <a:pt x="1368" y="52"/>
                  </a:cubicBezTo>
                  <a:cubicBezTo>
                    <a:pt x="1368" y="52"/>
                    <a:pt x="1234" y="0"/>
                    <a:pt x="1004" y="0"/>
                  </a:cubicBezTo>
                  <a:close/>
                </a:path>
              </a:pathLst>
            </a:custGeom>
            <a:solidFill>
              <a:srgbClr val="F9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1" name="Google Shape;2811;p40"/>
            <p:cNvSpPr/>
            <p:nvPr/>
          </p:nvSpPr>
          <p:spPr>
            <a:xfrm>
              <a:off x="2583375" y="1060525"/>
              <a:ext cx="93500" cy="16275"/>
            </a:xfrm>
            <a:custGeom>
              <a:avLst/>
              <a:gdLst/>
              <a:ahLst/>
              <a:cxnLst/>
              <a:rect l="l" t="t" r="r" b="b"/>
              <a:pathLst>
                <a:path w="3740" h="651" extrusionOk="0">
                  <a:moveTo>
                    <a:pt x="3135" y="0"/>
                  </a:moveTo>
                  <a:cubicBezTo>
                    <a:pt x="2487" y="0"/>
                    <a:pt x="1365" y="103"/>
                    <a:pt x="1" y="650"/>
                  </a:cubicBezTo>
                  <a:cubicBezTo>
                    <a:pt x="1" y="650"/>
                    <a:pt x="1117" y="357"/>
                    <a:pt x="1884" y="232"/>
                  </a:cubicBezTo>
                  <a:cubicBezTo>
                    <a:pt x="2651" y="106"/>
                    <a:pt x="3739" y="37"/>
                    <a:pt x="3739" y="37"/>
                  </a:cubicBezTo>
                  <a:cubicBezTo>
                    <a:pt x="3709" y="32"/>
                    <a:pt x="3495" y="0"/>
                    <a:pt x="31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2" name="Google Shape;2812;p40"/>
            <p:cNvSpPr/>
            <p:nvPr/>
          </p:nvSpPr>
          <p:spPr>
            <a:xfrm>
              <a:off x="2604300" y="1066650"/>
              <a:ext cx="18850" cy="11950"/>
            </a:xfrm>
            <a:custGeom>
              <a:avLst/>
              <a:gdLst/>
              <a:ahLst/>
              <a:cxnLst/>
              <a:rect l="l" t="t" r="r" b="b"/>
              <a:pathLst>
                <a:path w="754" h="478" extrusionOk="0">
                  <a:moveTo>
                    <a:pt x="433" y="1"/>
                  </a:moveTo>
                  <a:cubicBezTo>
                    <a:pt x="433" y="1"/>
                    <a:pt x="1" y="154"/>
                    <a:pt x="224" y="336"/>
                  </a:cubicBezTo>
                  <a:cubicBezTo>
                    <a:pt x="358" y="434"/>
                    <a:pt x="514" y="478"/>
                    <a:pt x="682" y="478"/>
                  </a:cubicBezTo>
                  <a:cubicBezTo>
                    <a:pt x="706" y="478"/>
                    <a:pt x="730" y="477"/>
                    <a:pt x="754" y="475"/>
                  </a:cubicBezTo>
                  <a:cubicBezTo>
                    <a:pt x="196" y="405"/>
                    <a:pt x="433" y="1"/>
                    <a:pt x="433" y="1"/>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3" name="Google Shape;2813;p40"/>
            <p:cNvSpPr/>
            <p:nvPr/>
          </p:nvSpPr>
          <p:spPr>
            <a:xfrm>
              <a:off x="2583375" y="1061425"/>
              <a:ext cx="93150" cy="20550"/>
            </a:xfrm>
            <a:custGeom>
              <a:avLst/>
              <a:gdLst/>
              <a:ahLst/>
              <a:cxnLst/>
              <a:rect l="l" t="t" r="r" b="b"/>
              <a:pathLst>
                <a:path w="3726" h="822" extrusionOk="0">
                  <a:moveTo>
                    <a:pt x="3725" y="1"/>
                  </a:moveTo>
                  <a:cubicBezTo>
                    <a:pt x="3655" y="56"/>
                    <a:pt x="3167" y="391"/>
                    <a:pt x="1870" y="642"/>
                  </a:cubicBezTo>
                  <a:cubicBezTo>
                    <a:pt x="1435" y="725"/>
                    <a:pt x="1092" y="753"/>
                    <a:pt x="824" y="753"/>
                  </a:cubicBezTo>
                  <a:cubicBezTo>
                    <a:pt x="232" y="753"/>
                    <a:pt x="10" y="614"/>
                    <a:pt x="1" y="614"/>
                  </a:cubicBezTo>
                  <a:lnTo>
                    <a:pt x="1" y="614"/>
                  </a:lnTo>
                  <a:cubicBezTo>
                    <a:pt x="1" y="614"/>
                    <a:pt x="130" y="822"/>
                    <a:pt x="797" y="822"/>
                  </a:cubicBezTo>
                  <a:cubicBezTo>
                    <a:pt x="1061" y="822"/>
                    <a:pt x="1410" y="789"/>
                    <a:pt x="1870" y="698"/>
                  </a:cubicBezTo>
                  <a:cubicBezTo>
                    <a:pt x="3348" y="419"/>
                    <a:pt x="3683" y="70"/>
                    <a:pt x="3725" y="1"/>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4" name="Google Shape;2814;p40"/>
            <p:cNvSpPr/>
            <p:nvPr/>
          </p:nvSpPr>
          <p:spPr>
            <a:xfrm>
              <a:off x="2571175" y="957525"/>
              <a:ext cx="80375" cy="28600"/>
            </a:xfrm>
            <a:custGeom>
              <a:avLst/>
              <a:gdLst/>
              <a:ahLst/>
              <a:cxnLst/>
              <a:rect l="l" t="t" r="r" b="b"/>
              <a:pathLst>
                <a:path w="3215" h="1144" extrusionOk="0">
                  <a:moveTo>
                    <a:pt x="2060" y="211"/>
                  </a:moveTo>
                  <a:cubicBezTo>
                    <a:pt x="2422" y="211"/>
                    <a:pt x="2650" y="331"/>
                    <a:pt x="2316" y="642"/>
                  </a:cubicBezTo>
                  <a:cubicBezTo>
                    <a:pt x="2288" y="670"/>
                    <a:pt x="2260" y="697"/>
                    <a:pt x="2218" y="711"/>
                  </a:cubicBezTo>
                  <a:cubicBezTo>
                    <a:pt x="2107" y="837"/>
                    <a:pt x="1939" y="921"/>
                    <a:pt x="1772" y="948"/>
                  </a:cubicBezTo>
                  <a:cubicBezTo>
                    <a:pt x="1743" y="951"/>
                    <a:pt x="1715" y="952"/>
                    <a:pt x="1686" y="952"/>
                  </a:cubicBezTo>
                  <a:cubicBezTo>
                    <a:pt x="1547" y="952"/>
                    <a:pt x="1409" y="925"/>
                    <a:pt x="1270" y="879"/>
                  </a:cubicBezTo>
                  <a:lnTo>
                    <a:pt x="1186" y="851"/>
                  </a:lnTo>
                  <a:cubicBezTo>
                    <a:pt x="1033" y="781"/>
                    <a:pt x="712" y="628"/>
                    <a:pt x="1158" y="404"/>
                  </a:cubicBezTo>
                  <a:cubicBezTo>
                    <a:pt x="1399" y="287"/>
                    <a:pt x="1772" y="211"/>
                    <a:pt x="2060" y="211"/>
                  </a:cubicBezTo>
                  <a:close/>
                  <a:moveTo>
                    <a:pt x="2267" y="0"/>
                  </a:moveTo>
                  <a:cubicBezTo>
                    <a:pt x="1820" y="0"/>
                    <a:pt x="1236" y="121"/>
                    <a:pt x="865" y="307"/>
                  </a:cubicBezTo>
                  <a:cubicBezTo>
                    <a:pt x="1" y="739"/>
                    <a:pt x="1047" y="1018"/>
                    <a:pt x="1047" y="1018"/>
                  </a:cubicBezTo>
                  <a:cubicBezTo>
                    <a:pt x="1298" y="1102"/>
                    <a:pt x="1549" y="1144"/>
                    <a:pt x="1814" y="1144"/>
                  </a:cubicBezTo>
                  <a:cubicBezTo>
                    <a:pt x="2079" y="1102"/>
                    <a:pt x="2316" y="976"/>
                    <a:pt x="2497" y="781"/>
                  </a:cubicBezTo>
                  <a:cubicBezTo>
                    <a:pt x="3214" y="215"/>
                    <a:pt x="2862" y="0"/>
                    <a:pt x="22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5" name="Google Shape;2815;p40"/>
            <p:cNvSpPr/>
            <p:nvPr/>
          </p:nvSpPr>
          <p:spPr>
            <a:xfrm>
              <a:off x="2588950" y="962850"/>
              <a:ext cx="48400" cy="15950"/>
            </a:xfrm>
            <a:custGeom>
              <a:avLst/>
              <a:gdLst/>
              <a:ahLst/>
              <a:cxnLst/>
              <a:rect l="l" t="t" r="r" b="b"/>
              <a:pathLst>
                <a:path w="1936" h="638" extrusionOk="0">
                  <a:moveTo>
                    <a:pt x="1360" y="0"/>
                  </a:moveTo>
                  <a:cubicBezTo>
                    <a:pt x="1070" y="0"/>
                    <a:pt x="691" y="80"/>
                    <a:pt x="447" y="205"/>
                  </a:cubicBezTo>
                  <a:cubicBezTo>
                    <a:pt x="1" y="415"/>
                    <a:pt x="322" y="582"/>
                    <a:pt x="475" y="638"/>
                  </a:cubicBezTo>
                  <a:cubicBezTo>
                    <a:pt x="475" y="638"/>
                    <a:pt x="503" y="345"/>
                    <a:pt x="1075" y="233"/>
                  </a:cubicBezTo>
                  <a:cubicBezTo>
                    <a:pt x="1170" y="215"/>
                    <a:pt x="1247" y="207"/>
                    <a:pt x="1311" y="207"/>
                  </a:cubicBezTo>
                  <a:cubicBezTo>
                    <a:pt x="1634" y="207"/>
                    <a:pt x="1605" y="405"/>
                    <a:pt x="1605" y="429"/>
                  </a:cubicBezTo>
                  <a:cubicBezTo>
                    <a:pt x="1936" y="121"/>
                    <a:pt x="1715" y="0"/>
                    <a:pt x="1360" y="0"/>
                  </a:cubicBez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6" name="Google Shape;2816;p40"/>
            <p:cNvSpPr/>
            <p:nvPr/>
          </p:nvSpPr>
          <p:spPr>
            <a:xfrm>
              <a:off x="2586875" y="958200"/>
              <a:ext cx="55475" cy="27175"/>
            </a:xfrm>
            <a:custGeom>
              <a:avLst/>
              <a:gdLst/>
              <a:ahLst/>
              <a:cxnLst/>
              <a:rect l="l" t="t" r="r" b="b"/>
              <a:pathLst>
                <a:path w="2219" h="1087" extrusionOk="0">
                  <a:moveTo>
                    <a:pt x="1720" y="68"/>
                  </a:moveTo>
                  <a:cubicBezTo>
                    <a:pt x="1790" y="68"/>
                    <a:pt x="1849" y="106"/>
                    <a:pt x="1897" y="154"/>
                  </a:cubicBezTo>
                  <a:cubicBezTo>
                    <a:pt x="2009" y="280"/>
                    <a:pt x="2051" y="503"/>
                    <a:pt x="1409" y="880"/>
                  </a:cubicBezTo>
                  <a:cubicBezTo>
                    <a:pt x="1409" y="880"/>
                    <a:pt x="1238" y="1009"/>
                    <a:pt x="946" y="1009"/>
                  </a:cubicBezTo>
                  <a:cubicBezTo>
                    <a:pt x="760" y="1009"/>
                    <a:pt x="524" y="956"/>
                    <a:pt x="251" y="782"/>
                  </a:cubicBezTo>
                  <a:cubicBezTo>
                    <a:pt x="140" y="712"/>
                    <a:pt x="126" y="573"/>
                    <a:pt x="196" y="475"/>
                  </a:cubicBezTo>
                  <a:cubicBezTo>
                    <a:pt x="321" y="322"/>
                    <a:pt x="670" y="112"/>
                    <a:pt x="1688" y="71"/>
                  </a:cubicBezTo>
                  <a:cubicBezTo>
                    <a:pt x="1699" y="69"/>
                    <a:pt x="1710" y="68"/>
                    <a:pt x="1720" y="68"/>
                  </a:cubicBezTo>
                  <a:close/>
                  <a:moveTo>
                    <a:pt x="1800" y="1"/>
                  </a:moveTo>
                  <a:cubicBezTo>
                    <a:pt x="642" y="57"/>
                    <a:pt x="223" y="294"/>
                    <a:pt x="84" y="489"/>
                  </a:cubicBezTo>
                  <a:cubicBezTo>
                    <a:pt x="0" y="601"/>
                    <a:pt x="28" y="754"/>
                    <a:pt x="140" y="824"/>
                  </a:cubicBezTo>
                  <a:cubicBezTo>
                    <a:pt x="455" y="1025"/>
                    <a:pt x="728" y="1086"/>
                    <a:pt x="943" y="1086"/>
                  </a:cubicBezTo>
                  <a:cubicBezTo>
                    <a:pt x="1281" y="1086"/>
                    <a:pt x="1479" y="935"/>
                    <a:pt x="1479" y="935"/>
                  </a:cubicBezTo>
                  <a:cubicBezTo>
                    <a:pt x="2218" y="517"/>
                    <a:pt x="2176" y="252"/>
                    <a:pt x="2051" y="112"/>
                  </a:cubicBezTo>
                  <a:cubicBezTo>
                    <a:pt x="1981" y="43"/>
                    <a:pt x="1897" y="1"/>
                    <a:pt x="180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7" name="Google Shape;2817;p40"/>
            <p:cNvSpPr/>
            <p:nvPr/>
          </p:nvSpPr>
          <p:spPr>
            <a:xfrm>
              <a:off x="2632900" y="958200"/>
              <a:ext cx="19550" cy="17125"/>
            </a:xfrm>
            <a:custGeom>
              <a:avLst/>
              <a:gdLst/>
              <a:ahLst/>
              <a:cxnLst/>
              <a:rect l="l" t="t" r="r" b="b"/>
              <a:pathLst>
                <a:path w="782" h="685" extrusionOk="0">
                  <a:moveTo>
                    <a:pt x="0" y="1"/>
                  </a:moveTo>
                  <a:lnTo>
                    <a:pt x="0" y="1"/>
                  </a:lnTo>
                  <a:cubicBezTo>
                    <a:pt x="558" y="154"/>
                    <a:pt x="28" y="684"/>
                    <a:pt x="28" y="684"/>
                  </a:cubicBezTo>
                  <a:cubicBezTo>
                    <a:pt x="782" y="43"/>
                    <a:pt x="1" y="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8" name="Google Shape;2818;p40"/>
            <p:cNvSpPr/>
            <p:nvPr/>
          </p:nvSpPr>
          <p:spPr>
            <a:xfrm>
              <a:off x="2578850" y="965875"/>
              <a:ext cx="15375" cy="13625"/>
            </a:xfrm>
            <a:custGeom>
              <a:avLst/>
              <a:gdLst/>
              <a:ahLst/>
              <a:cxnLst/>
              <a:rect l="l" t="t" r="r" b="b"/>
              <a:pathLst>
                <a:path w="615" h="545" extrusionOk="0">
                  <a:moveTo>
                    <a:pt x="614" y="1"/>
                  </a:moveTo>
                  <a:cubicBezTo>
                    <a:pt x="614" y="1"/>
                    <a:pt x="1" y="294"/>
                    <a:pt x="503" y="545"/>
                  </a:cubicBezTo>
                  <a:cubicBezTo>
                    <a:pt x="503" y="545"/>
                    <a:pt x="126" y="308"/>
                    <a:pt x="6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9" name="Google Shape;2819;p40"/>
            <p:cNvSpPr/>
            <p:nvPr/>
          </p:nvSpPr>
          <p:spPr>
            <a:xfrm>
              <a:off x="2599775" y="977050"/>
              <a:ext cx="31400" cy="9450"/>
            </a:xfrm>
            <a:custGeom>
              <a:avLst/>
              <a:gdLst/>
              <a:ahLst/>
              <a:cxnLst/>
              <a:rect l="l" t="t" r="r" b="b"/>
              <a:pathLst>
                <a:path w="1256" h="378" extrusionOk="0">
                  <a:moveTo>
                    <a:pt x="1256" y="0"/>
                  </a:moveTo>
                  <a:lnTo>
                    <a:pt x="1256" y="0"/>
                  </a:lnTo>
                  <a:cubicBezTo>
                    <a:pt x="1007" y="209"/>
                    <a:pt x="694" y="319"/>
                    <a:pt x="378" y="319"/>
                  </a:cubicBezTo>
                  <a:cubicBezTo>
                    <a:pt x="251" y="319"/>
                    <a:pt x="124" y="301"/>
                    <a:pt x="0" y="265"/>
                  </a:cubicBezTo>
                  <a:lnTo>
                    <a:pt x="0" y="265"/>
                  </a:lnTo>
                  <a:cubicBezTo>
                    <a:pt x="163" y="346"/>
                    <a:pt x="316" y="378"/>
                    <a:pt x="455" y="378"/>
                  </a:cubicBezTo>
                  <a:cubicBezTo>
                    <a:pt x="937" y="378"/>
                    <a:pt x="1256" y="0"/>
                    <a:pt x="12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0" name="Google Shape;2820;p40"/>
            <p:cNvSpPr/>
            <p:nvPr/>
          </p:nvSpPr>
          <p:spPr>
            <a:xfrm>
              <a:off x="2622125" y="970050"/>
              <a:ext cx="28575" cy="27250"/>
            </a:xfrm>
            <a:custGeom>
              <a:avLst/>
              <a:gdLst/>
              <a:ahLst/>
              <a:cxnLst/>
              <a:rect l="l" t="t" r="r" b="b"/>
              <a:pathLst>
                <a:path w="1143" h="1090" extrusionOk="0">
                  <a:moveTo>
                    <a:pt x="342" y="1"/>
                  </a:moveTo>
                  <a:cubicBezTo>
                    <a:pt x="87" y="1"/>
                    <a:pt x="0" y="253"/>
                    <a:pt x="83" y="406"/>
                  </a:cubicBezTo>
                  <a:cubicBezTo>
                    <a:pt x="149" y="528"/>
                    <a:pt x="214" y="580"/>
                    <a:pt x="327" y="580"/>
                  </a:cubicBezTo>
                  <a:cubicBezTo>
                    <a:pt x="381" y="580"/>
                    <a:pt x="447" y="568"/>
                    <a:pt x="529" y="545"/>
                  </a:cubicBezTo>
                  <a:cubicBezTo>
                    <a:pt x="541" y="543"/>
                    <a:pt x="552" y="541"/>
                    <a:pt x="563" y="541"/>
                  </a:cubicBezTo>
                  <a:cubicBezTo>
                    <a:pt x="801" y="541"/>
                    <a:pt x="878" y="1089"/>
                    <a:pt x="878" y="1089"/>
                  </a:cubicBezTo>
                  <a:lnTo>
                    <a:pt x="1143" y="657"/>
                  </a:lnTo>
                  <a:cubicBezTo>
                    <a:pt x="1073" y="545"/>
                    <a:pt x="975" y="447"/>
                    <a:pt x="878" y="364"/>
                  </a:cubicBezTo>
                  <a:cubicBezTo>
                    <a:pt x="794" y="210"/>
                    <a:pt x="655" y="85"/>
                    <a:pt x="501" y="29"/>
                  </a:cubicBezTo>
                  <a:cubicBezTo>
                    <a:pt x="442" y="9"/>
                    <a:pt x="389" y="1"/>
                    <a:pt x="342" y="1"/>
                  </a:cubicBezTo>
                  <a:close/>
                </a:path>
              </a:pathLst>
            </a:custGeom>
            <a:solidFill>
              <a:srgbClr val="FFB1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1" name="Google Shape;2821;p40"/>
            <p:cNvSpPr/>
            <p:nvPr/>
          </p:nvSpPr>
          <p:spPr>
            <a:xfrm>
              <a:off x="2593850" y="993000"/>
              <a:ext cx="29800" cy="14050"/>
            </a:xfrm>
            <a:custGeom>
              <a:avLst/>
              <a:gdLst/>
              <a:ahLst/>
              <a:cxnLst/>
              <a:rect l="l" t="t" r="r" b="b"/>
              <a:pathLst>
                <a:path w="1192" h="562" extrusionOk="0">
                  <a:moveTo>
                    <a:pt x="417" y="0"/>
                  </a:moveTo>
                  <a:cubicBezTo>
                    <a:pt x="359" y="0"/>
                    <a:pt x="300" y="18"/>
                    <a:pt x="293" y="87"/>
                  </a:cubicBezTo>
                  <a:cubicBezTo>
                    <a:pt x="280" y="147"/>
                    <a:pt x="238" y="166"/>
                    <a:pt x="193" y="166"/>
                  </a:cubicBezTo>
                  <a:cubicBezTo>
                    <a:pt x="144" y="166"/>
                    <a:pt x="92" y="144"/>
                    <a:pt x="70" y="129"/>
                  </a:cubicBezTo>
                  <a:cubicBezTo>
                    <a:pt x="70" y="129"/>
                    <a:pt x="69" y="129"/>
                    <a:pt x="69" y="129"/>
                  </a:cubicBezTo>
                  <a:cubicBezTo>
                    <a:pt x="41" y="129"/>
                    <a:pt x="0" y="562"/>
                    <a:pt x="0" y="562"/>
                  </a:cubicBezTo>
                  <a:cubicBezTo>
                    <a:pt x="0" y="562"/>
                    <a:pt x="10" y="562"/>
                    <a:pt x="28" y="562"/>
                  </a:cubicBezTo>
                  <a:cubicBezTo>
                    <a:pt x="208" y="562"/>
                    <a:pt x="1191" y="539"/>
                    <a:pt x="530" y="18"/>
                  </a:cubicBezTo>
                  <a:cubicBezTo>
                    <a:pt x="530" y="18"/>
                    <a:pt x="475" y="0"/>
                    <a:pt x="417" y="0"/>
                  </a:cubicBezTo>
                  <a:close/>
                </a:path>
              </a:pathLst>
            </a:custGeom>
            <a:solidFill>
              <a:srgbClr val="FFB1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2" name="Google Shape;2822;p40"/>
            <p:cNvSpPr/>
            <p:nvPr/>
          </p:nvSpPr>
          <p:spPr>
            <a:xfrm>
              <a:off x="2593500" y="1006625"/>
              <a:ext cx="22350" cy="12975"/>
            </a:xfrm>
            <a:custGeom>
              <a:avLst/>
              <a:gdLst/>
              <a:ahLst/>
              <a:cxnLst/>
              <a:rect l="l" t="t" r="r" b="b"/>
              <a:pathLst>
                <a:path w="894" h="519" extrusionOk="0">
                  <a:moveTo>
                    <a:pt x="572" y="0"/>
                  </a:moveTo>
                  <a:cubicBezTo>
                    <a:pt x="463" y="0"/>
                    <a:pt x="363" y="45"/>
                    <a:pt x="363" y="45"/>
                  </a:cubicBezTo>
                  <a:lnTo>
                    <a:pt x="0" y="86"/>
                  </a:lnTo>
                  <a:lnTo>
                    <a:pt x="461" y="519"/>
                  </a:lnTo>
                  <a:cubicBezTo>
                    <a:pt x="461" y="519"/>
                    <a:pt x="893" y="407"/>
                    <a:pt x="809" y="156"/>
                  </a:cubicBezTo>
                  <a:cubicBezTo>
                    <a:pt x="764" y="33"/>
                    <a:pt x="665" y="0"/>
                    <a:pt x="572" y="0"/>
                  </a:cubicBezTo>
                  <a:close/>
                </a:path>
              </a:pathLst>
            </a:custGeom>
            <a:solidFill>
              <a:srgbClr val="FFB1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3" name="Google Shape;2823;p40"/>
            <p:cNvSpPr/>
            <p:nvPr/>
          </p:nvSpPr>
          <p:spPr>
            <a:xfrm>
              <a:off x="2599425" y="1019900"/>
              <a:ext cx="17275" cy="12600"/>
            </a:xfrm>
            <a:custGeom>
              <a:avLst/>
              <a:gdLst/>
              <a:ahLst/>
              <a:cxnLst/>
              <a:rect l="l" t="t" r="r" b="b"/>
              <a:pathLst>
                <a:path w="691" h="504" extrusionOk="0">
                  <a:moveTo>
                    <a:pt x="394" y="1"/>
                  </a:moveTo>
                  <a:cubicBezTo>
                    <a:pt x="309" y="1"/>
                    <a:pt x="238" y="16"/>
                    <a:pt x="238" y="16"/>
                  </a:cubicBezTo>
                  <a:lnTo>
                    <a:pt x="0" y="295"/>
                  </a:lnTo>
                  <a:lnTo>
                    <a:pt x="307" y="504"/>
                  </a:lnTo>
                  <a:cubicBezTo>
                    <a:pt x="307" y="504"/>
                    <a:pt x="642" y="323"/>
                    <a:pt x="656" y="225"/>
                  </a:cubicBezTo>
                  <a:cubicBezTo>
                    <a:pt x="690" y="37"/>
                    <a:pt x="526" y="1"/>
                    <a:pt x="394" y="1"/>
                  </a:cubicBezTo>
                  <a:close/>
                </a:path>
              </a:pathLst>
            </a:custGeom>
            <a:solidFill>
              <a:srgbClr val="FFB1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4" name="Google Shape;2824;p40"/>
            <p:cNvSpPr/>
            <p:nvPr/>
          </p:nvSpPr>
          <p:spPr>
            <a:xfrm>
              <a:off x="2606050" y="1032175"/>
              <a:ext cx="20925" cy="11150"/>
            </a:xfrm>
            <a:custGeom>
              <a:avLst/>
              <a:gdLst/>
              <a:ahLst/>
              <a:cxnLst/>
              <a:rect l="l" t="t" r="r" b="b"/>
              <a:pathLst>
                <a:path w="837" h="446" extrusionOk="0">
                  <a:moveTo>
                    <a:pt x="130" y="0"/>
                  </a:moveTo>
                  <a:cubicBezTo>
                    <a:pt x="74" y="0"/>
                    <a:pt x="42" y="13"/>
                    <a:pt x="42" y="13"/>
                  </a:cubicBezTo>
                  <a:lnTo>
                    <a:pt x="0" y="362"/>
                  </a:lnTo>
                  <a:lnTo>
                    <a:pt x="84" y="445"/>
                  </a:lnTo>
                  <a:cubicBezTo>
                    <a:pt x="84" y="445"/>
                    <a:pt x="91" y="445"/>
                    <a:pt x="104" y="445"/>
                  </a:cubicBezTo>
                  <a:cubicBezTo>
                    <a:pt x="223" y="445"/>
                    <a:pt x="836" y="434"/>
                    <a:pt x="558" y="194"/>
                  </a:cubicBezTo>
                  <a:cubicBezTo>
                    <a:pt x="370" y="32"/>
                    <a:pt x="219" y="0"/>
                    <a:pt x="130" y="0"/>
                  </a:cubicBezTo>
                  <a:close/>
                </a:path>
              </a:pathLst>
            </a:custGeom>
            <a:solidFill>
              <a:srgbClr val="FFB1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5" name="Google Shape;2825;p40"/>
            <p:cNvSpPr/>
            <p:nvPr/>
          </p:nvSpPr>
          <p:spPr>
            <a:xfrm>
              <a:off x="2666725" y="953950"/>
              <a:ext cx="65925" cy="114100"/>
            </a:xfrm>
            <a:custGeom>
              <a:avLst/>
              <a:gdLst/>
              <a:ahLst/>
              <a:cxnLst/>
              <a:rect l="l" t="t" r="r" b="b"/>
              <a:pathLst>
                <a:path w="2637" h="4564" extrusionOk="0">
                  <a:moveTo>
                    <a:pt x="1247" y="0"/>
                  </a:moveTo>
                  <a:cubicBezTo>
                    <a:pt x="1208" y="0"/>
                    <a:pt x="1169" y="1"/>
                    <a:pt x="1130" y="4"/>
                  </a:cubicBezTo>
                  <a:cubicBezTo>
                    <a:pt x="768" y="31"/>
                    <a:pt x="433" y="129"/>
                    <a:pt x="112" y="296"/>
                  </a:cubicBezTo>
                  <a:cubicBezTo>
                    <a:pt x="1" y="3142"/>
                    <a:pt x="726" y="4481"/>
                    <a:pt x="726" y="4481"/>
                  </a:cubicBezTo>
                  <a:cubicBezTo>
                    <a:pt x="917" y="4540"/>
                    <a:pt x="1108" y="4563"/>
                    <a:pt x="1288" y="4563"/>
                  </a:cubicBezTo>
                  <a:cubicBezTo>
                    <a:pt x="1867" y="4563"/>
                    <a:pt x="2330" y="4328"/>
                    <a:pt x="2330" y="4328"/>
                  </a:cubicBezTo>
                  <a:cubicBezTo>
                    <a:pt x="2637" y="3463"/>
                    <a:pt x="1939" y="143"/>
                    <a:pt x="1939" y="143"/>
                  </a:cubicBezTo>
                  <a:cubicBezTo>
                    <a:pt x="1911" y="129"/>
                    <a:pt x="1884" y="115"/>
                    <a:pt x="1842" y="101"/>
                  </a:cubicBezTo>
                  <a:cubicBezTo>
                    <a:pt x="1655" y="31"/>
                    <a:pt x="1448" y="0"/>
                    <a:pt x="1247" y="0"/>
                  </a:cubicBezTo>
                  <a:close/>
                </a:path>
              </a:pathLst>
            </a:custGeom>
            <a:solidFill>
              <a:srgbClr val="FEF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6" name="Google Shape;2826;p40"/>
            <p:cNvSpPr/>
            <p:nvPr/>
          </p:nvSpPr>
          <p:spPr>
            <a:xfrm>
              <a:off x="2684850" y="953850"/>
              <a:ext cx="50950" cy="114200"/>
            </a:xfrm>
            <a:custGeom>
              <a:avLst/>
              <a:gdLst/>
              <a:ahLst/>
              <a:cxnLst/>
              <a:rect l="l" t="t" r="r" b="b"/>
              <a:pathLst>
                <a:path w="2038" h="4568" extrusionOk="0">
                  <a:moveTo>
                    <a:pt x="549" y="0"/>
                  </a:moveTo>
                  <a:cubicBezTo>
                    <a:pt x="501" y="0"/>
                    <a:pt x="453" y="3"/>
                    <a:pt x="405" y="8"/>
                  </a:cubicBezTo>
                  <a:cubicBezTo>
                    <a:pt x="405" y="8"/>
                    <a:pt x="2037" y="4025"/>
                    <a:pt x="1" y="4485"/>
                  </a:cubicBezTo>
                  <a:cubicBezTo>
                    <a:pt x="192" y="4544"/>
                    <a:pt x="383" y="4567"/>
                    <a:pt x="563" y="4567"/>
                  </a:cubicBezTo>
                  <a:cubicBezTo>
                    <a:pt x="1142" y="4567"/>
                    <a:pt x="1605" y="4332"/>
                    <a:pt x="1605" y="4332"/>
                  </a:cubicBezTo>
                  <a:cubicBezTo>
                    <a:pt x="1912" y="3467"/>
                    <a:pt x="1214" y="147"/>
                    <a:pt x="1214" y="147"/>
                  </a:cubicBezTo>
                  <a:cubicBezTo>
                    <a:pt x="1006" y="55"/>
                    <a:pt x="779" y="0"/>
                    <a:pt x="549" y="0"/>
                  </a:cubicBez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7" name="Google Shape;2827;p40"/>
            <p:cNvSpPr/>
            <p:nvPr/>
          </p:nvSpPr>
          <p:spPr>
            <a:xfrm>
              <a:off x="2712750" y="956475"/>
              <a:ext cx="19900" cy="105675"/>
            </a:xfrm>
            <a:custGeom>
              <a:avLst/>
              <a:gdLst/>
              <a:ahLst/>
              <a:cxnLst/>
              <a:rect l="l" t="t" r="r" b="b"/>
              <a:pathLst>
                <a:path w="796" h="4227" extrusionOk="0">
                  <a:moveTo>
                    <a:pt x="1" y="0"/>
                  </a:moveTo>
                  <a:cubicBezTo>
                    <a:pt x="1" y="0"/>
                    <a:pt x="294" y="2357"/>
                    <a:pt x="489" y="4227"/>
                  </a:cubicBezTo>
                  <a:cubicBezTo>
                    <a:pt x="796" y="3362"/>
                    <a:pt x="98" y="42"/>
                    <a:pt x="98" y="42"/>
                  </a:cubicBezTo>
                  <a:cubicBezTo>
                    <a:pt x="70" y="28"/>
                    <a:pt x="43" y="0"/>
                    <a:pt x="1" y="0"/>
                  </a:cubicBezTo>
                  <a:close/>
                </a:path>
              </a:pathLst>
            </a:custGeom>
            <a:solidFill>
              <a:srgbClr val="FFF2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8" name="Google Shape;2828;p40"/>
            <p:cNvSpPr/>
            <p:nvPr/>
          </p:nvSpPr>
          <p:spPr>
            <a:xfrm>
              <a:off x="2926175" y="323925"/>
              <a:ext cx="345250" cy="366150"/>
            </a:xfrm>
            <a:custGeom>
              <a:avLst/>
              <a:gdLst/>
              <a:ahLst/>
              <a:cxnLst/>
              <a:rect l="l" t="t" r="r" b="b"/>
              <a:pathLst>
                <a:path w="13810" h="14646" extrusionOk="0">
                  <a:moveTo>
                    <a:pt x="5254" y="0"/>
                  </a:moveTo>
                  <a:cubicBezTo>
                    <a:pt x="4319" y="0"/>
                    <a:pt x="3795" y="1056"/>
                    <a:pt x="3850" y="1868"/>
                  </a:cubicBezTo>
                  <a:cubicBezTo>
                    <a:pt x="3850" y="1868"/>
                    <a:pt x="3840" y="1868"/>
                    <a:pt x="3821" y="1868"/>
                  </a:cubicBezTo>
                  <a:cubicBezTo>
                    <a:pt x="3587" y="1868"/>
                    <a:pt x="2012" y="1892"/>
                    <a:pt x="1367" y="2524"/>
                  </a:cubicBezTo>
                  <a:cubicBezTo>
                    <a:pt x="1297" y="2594"/>
                    <a:pt x="1242" y="2664"/>
                    <a:pt x="1186" y="2747"/>
                  </a:cubicBezTo>
                  <a:cubicBezTo>
                    <a:pt x="1144" y="2845"/>
                    <a:pt x="1102" y="2943"/>
                    <a:pt x="1088" y="3054"/>
                  </a:cubicBezTo>
                  <a:lnTo>
                    <a:pt x="1088" y="3096"/>
                  </a:lnTo>
                  <a:lnTo>
                    <a:pt x="1088" y="3166"/>
                  </a:lnTo>
                  <a:cubicBezTo>
                    <a:pt x="1088" y="3473"/>
                    <a:pt x="1242" y="3849"/>
                    <a:pt x="1618" y="4323"/>
                  </a:cubicBezTo>
                  <a:lnTo>
                    <a:pt x="1590" y="4337"/>
                  </a:lnTo>
                  <a:cubicBezTo>
                    <a:pt x="1381" y="4477"/>
                    <a:pt x="0" y="5425"/>
                    <a:pt x="1618" y="6806"/>
                  </a:cubicBezTo>
                  <a:cubicBezTo>
                    <a:pt x="1563" y="6876"/>
                    <a:pt x="42" y="8801"/>
                    <a:pt x="1395" y="8940"/>
                  </a:cubicBezTo>
                  <a:cubicBezTo>
                    <a:pt x="1172" y="9443"/>
                    <a:pt x="1242" y="10028"/>
                    <a:pt x="1576" y="10475"/>
                  </a:cubicBezTo>
                  <a:cubicBezTo>
                    <a:pt x="1465" y="11158"/>
                    <a:pt x="1339" y="11884"/>
                    <a:pt x="2497" y="12414"/>
                  </a:cubicBezTo>
                  <a:cubicBezTo>
                    <a:pt x="2572" y="13630"/>
                    <a:pt x="3286" y="13830"/>
                    <a:pt x="4072" y="13830"/>
                  </a:cubicBezTo>
                  <a:cubicBezTo>
                    <a:pt x="4169" y="13830"/>
                    <a:pt x="4268" y="13827"/>
                    <a:pt x="4366" y="13822"/>
                  </a:cubicBezTo>
                  <a:cubicBezTo>
                    <a:pt x="4634" y="14316"/>
                    <a:pt x="4981" y="14448"/>
                    <a:pt x="5382" y="14448"/>
                  </a:cubicBezTo>
                  <a:cubicBezTo>
                    <a:pt x="5650" y="14448"/>
                    <a:pt x="5942" y="14389"/>
                    <a:pt x="6249" y="14339"/>
                  </a:cubicBezTo>
                  <a:cubicBezTo>
                    <a:pt x="6258" y="14337"/>
                    <a:pt x="6265" y="14337"/>
                    <a:pt x="6273" y="14337"/>
                  </a:cubicBezTo>
                  <a:cubicBezTo>
                    <a:pt x="6451" y="14337"/>
                    <a:pt x="6370" y="14645"/>
                    <a:pt x="6919" y="14645"/>
                  </a:cubicBezTo>
                  <a:cubicBezTo>
                    <a:pt x="7535" y="14645"/>
                    <a:pt x="7379" y="14337"/>
                    <a:pt x="7563" y="14337"/>
                  </a:cubicBezTo>
                  <a:cubicBezTo>
                    <a:pt x="7571" y="14337"/>
                    <a:pt x="7579" y="14337"/>
                    <a:pt x="7588" y="14339"/>
                  </a:cubicBezTo>
                  <a:cubicBezTo>
                    <a:pt x="7890" y="14389"/>
                    <a:pt x="8179" y="14448"/>
                    <a:pt x="8445" y="14448"/>
                  </a:cubicBezTo>
                  <a:cubicBezTo>
                    <a:pt x="8845" y="14448"/>
                    <a:pt x="9196" y="14316"/>
                    <a:pt x="9471" y="13822"/>
                  </a:cubicBezTo>
                  <a:cubicBezTo>
                    <a:pt x="9570" y="13827"/>
                    <a:pt x="9669" y="13830"/>
                    <a:pt x="9766" y="13830"/>
                  </a:cubicBezTo>
                  <a:cubicBezTo>
                    <a:pt x="10551" y="13830"/>
                    <a:pt x="11266" y="13630"/>
                    <a:pt x="11340" y="12414"/>
                  </a:cubicBezTo>
                  <a:cubicBezTo>
                    <a:pt x="12498" y="11870"/>
                    <a:pt x="12373" y="11172"/>
                    <a:pt x="12247" y="10475"/>
                  </a:cubicBezTo>
                  <a:cubicBezTo>
                    <a:pt x="12582" y="10028"/>
                    <a:pt x="12666" y="9443"/>
                    <a:pt x="12442" y="8940"/>
                  </a:cubicBezTo>
                  <a:cubicBezTo>
                    <a:pt x="13781" y="8801"/>
                    <a:pt x="12261" y="6876"/>
                    <a:pt x="12191" y="6806"/>
                  </a:cubicBezTo>
                  <a:cubicBezTo>
                    <a:pt x="13809" y="5425"/>
                    <a:pt x="12415" y="4463"/>
                    <a:pt x="12219" y="4337"/>
                  </a:cubicBezTo>
                  <a:lnTo>
                    <a:pt x="12191" y="4323"/>
                  </a:lnTo>
                  <a:cubicBezTo>
                    <a:pt x="12568" y="3863"/>
                    <a:pt x="12721" y="3473"/>
                    <a:pt x="12721" y="3166"/>
                  </a:cubicBezTo>
                  <a:lnTo>
                    <a:pt x="12721" y="3110"/>
                  </a:lnTo>
                  <a:lnTo>
                    <a:pt x="12721" y="3054"/>
                  </a:lnTo>
                  <a:cubicBezTo>
                    <a:pt x="12707" y="3026"/>
                    <a:pt x="12707" y="3012"/>
                    <a:pt x="12707" y="2998"/>
                  </a:cubicBezTo>
                  <a:cubicBezTo>
                    <a:pt x="12707" y="2970"/>
                    <a:pt x="12707" y="2956"/>
                    <a:pt x="12693" y="2943"/>
                  </a:cubicBezTo>
                  <a:cubicBezTo>
                    <a:pt x="12680" y="2873"/>
                    <a:pt x="12652" y="2803"/>
                    <a:pt x="12624" y="2747"/>
                  </a:cubicBezTo>
                  <a:cubicBezTo>
                    <a:pt x="12610" y="2733"/>
                    <a:pt x="12596" y="2705"/>
                    <a:pt x="12582" y="2691"/>
                  </a:cubicBezTo>
                  <a:lnTo>
                    <a:pt x="12554" y="2636"/>
                  </a:lnTo>
                  <a:cubicBezTo>
                    <a:pt x="12512" y="2594"/>
                    <a:pt x="12484" y="2566"/>
                    <a:pt x="12442" y="2524"/>
                  </a:cubicBezTo>
                  <a:cubicBezTo>
                    <a:pt x="11798" y="1892"/>
                    <a:pt x="10223" y="1868"/>
                    <a:pt x="9989" y="1868"/>
                  </a:cubicBezTo>
                  <a:cubicBezTo>
                    <a:pt x="9970" y="1868"/>
                    <a:pt x="9960" y="1868"/>
                    <a:pt x="9960" y="1868"/>
                  </a:cubicBezTo>
                  <a:cubicBezTo>
                    <a:pt x="10006" y="1097"/>
                    <a:pt x="9687" y="493"/>
                    <a:pt x="8793" y="493"/>
                  </a:cubicBezTo>
                  <a:cubicBezTo>
                    <a:pt x="8345" y="493"/>
                    <a:pt x="7752" y="645"/>
                    <a:pt x="6989" y="1004"/>
                  </a:cubicBezTo>
                  <a:cubicBezTo>
                    <a:pt x="6318" y="277"/>
                    <a:pt x="5732" y="0"/>
                    <a:pt x="525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9" name="Google Shape;2829;p40"/>
            <p:cNvSpPr/>
            <p:nvPr/>
          </p:nvSpPr>
          <p:spPr>
            <a:xfrm>
              <a:off x="2993475" y="447275"/>
              <a:ext cx="211000" cy="66700"/>
            </a:xfrm>
            <a:custGeom>
              <a:avLst/>
              <a:gdLst/>
              <a:ahLst/>
              <a:cxnLst/>
              <a:rect l="l" t="t" r="r" b="b"/>
              <a:pathLst>
                <a:path w="8440" h="2668" extrusionOk="0">
                  <a:moveTo>
                    <a:pt x="2242" y="0"/>
                  </a:moveTo>
                  <a:cubicBezTo>
                    <a:pt x="1854" y="0"/>
                    <a:pt x="1475" y="123"/>
                    <a:pt x="1172" y="463"/>
                  </a:cubicBezTo>
                  <a:cubicBezTo>
                    <a:pt x="1116" y="519"/>
                    <a:pt x="1074" y="575"/>
                    <a:pt x="1033" y="645"/>
                  </a:cubicBezTo>
                  <a:cubicBezTo>
                    <a:pt x="0" y="2179"/>
                    <a:pt x="879" y="2486"/>
                    <a:pt x="1744" y="2639"/>
                  </a:cubicBezTo>
                  <a:cubicBezTo>
                    <a:pt x="1869" y="2659"/>
                    <a:pt x="1980" y="2668"/>
                    <a:pt x="2081" y="2668"/>
                  </a:cubicBezTo>
                  <a:cubicBezTo>
                    <a:pt x="2690" y="2668"/>
                    <a:pt x="2971" y="2360"/>
                    <a:pt x="4227" y="2360"/>
                  </a:cubicBezTo>
                  <a:cubicBezTo>
                    <a:pt x="5482" y="2360"/>
                    <a:pt x="5764" y="2668"/>
                    <a:pt x="6363" y="2668"/>
                  </a:cubicBezTo>
                  <a:cubicBezTo>
                    <a:pt x="6463" y="2668"/>
                    <a:pt x="6572" y="2659"/>
                    <a:pt x="6696" y="2639"/>
                  </a:cubicBezTo>
                  <a:cubicBezTo>
                    <a:pt x="7560" y="2486"/>
                    <a:pt x="8439" y="2179"/>
                    <a:pt x="7407" y="645"/>
                  </a:cubicBezTo>
                  <a:cubicBezTo>
                    <a:pt x="7365" y="575"/>
                    <a:pt x="7309" y="519"/>
                    <a:pt x="7268" y="463"/>
                  </a:cubicBezTo>
                  <a:cubicBezTo>
                    <a:pt x="6955" y="123"/>
                    <a:pt x="6579" y="0"/>
                    <a:pt x="6195" y="0"/>
                  </a:cubicBezTo>
                  <a:cubicBezTo>
                    <a:pt x="6013" y="0"/>
                    <a:pt x="5829" y="28"/>
                    <a:pt x="5650" y="73"/>
                  </a:cubicBezTo>
                  <a:cubicBezTo>
                    <a:pt x="5182" y="191"/>
                    <a:pt x="4701" y="251"/>
                    <a:pt x="4220" y="251"/>
                  </a:cubicBezTo>
                  <a:cubicBezTo>
                    <a:pt x="3739" y="251"/>
                    <a:pt x="3257" y="191"/>
                    <a:pt x="2790" y="73"/>
                  </a:cubicBezTo>
                  <a:cubicBezTo>
                    <a:pt x="2611" y="28"/>
                    <a:pt x="2425" y="0"/>
                    <a:pt x="2242" y="0"/>
                  </a:cubicBezTo>
                  <a:close/>
                </a:path>
              </a:pathLst>
            </a:custGeom>
            <a:solidFill>
              <a:srgbClr val="FBA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0" name="Google Shape;2830;p40"/>
            <p:cNvSpPr/>
            <p:nvPr/>
          </p:nvSpPr>
          <p:spPr>
            <a:xfrm>
              <a:off x="3022775" y="447175"/>
              <a:ext cx="152400" cy="11700"/>
            </a:xfrm>
            <a:custGeom>
              <a:avLst/>
              <a:gdLst/>
              <a:ahLst/>
              <a:cxnLst/>
              <a:rect l="l" t="t" r="r" b="b"/>
              <a:pathLst>
                <a:path w="6096" h="468" extrusionOk="0">
                  <a:moveTo>
                    <a:pt x="5046" y="1"/>
                  </a:moveTo>
                  <a:cubicBezTo>
                    <a:pt x="4856" y="1"/>
                    <a:pt x="4664" y="30"/>
                    <a:pt x="4478" y="77"/>
                  </a:cubicBezTo>
                  <a:cubicBezTo>
                    <a:pt x="4010" y="195"/>
                    <a:pt x="3533" y="255"/>
                    <a:pt x="3053" y="255"/>
                  </a:cubicBezTo>
                  <a:cubicBezTo>
                    <a:pt x="2574" y="255"/>
                    <a:pt x="2092" y="195"/>
                    <a:pt x="1618" y="77"/>
                  </a:cubicBezTo>
                  <a:cubicBezTo>
                    <a:pt x="1434" y="31"/>
                    <a:pt x="1243" y="1"/>
                    <a:pt x="1055" y="1"/>
                  </a:cubicBezTo>
                  <a:cubicBezTo>
                    <a:pt x="673" y="1"/>
                    <a:pt x="299" y="122"/>
                    <a:pt x="0" y="467"/>
                  </a:cubicBezTo>
                  <a:cubicBezTo>
                    <a:pt x="276" y="300"/>
                    <a:pt x="593" y="224"/>
                    <a:pt x="916" y="224"/>
                  </a:cubicBezTo>
                  <a:cubicBezTo>
                    <a:pt x="969" y="224"/>
                    <a:pt x="1021" y="226"/>
                    <a:pt x="1074" y="230"/>
                  </a:cubicBezTo>
                  <a:cubicBezTo>
                    <a:pt x="1744" y="300"/>
                    <a:pt x="1981" y="467"/>
                    <a:pt x="3055" y="467"/>
                  </a:cubicBezTo>
                  <a:cubicBezTo>
                    <a:pt x="4129" y="467"/>
                    <a:pt x="4366" y="300"/>
                    <a:pt x="5035" y="230"/>
                  </a:cubicBezTo>
                  <a:cubicBezTo>
                    <a:pt x="5087" y="226"/>
                    <a:pt x="5138" y="224"/>
                    <a:pt x="5190" y="224"/>
                  </a:cubicBezTo>
                  <a:cubicBezTo>
                    <a:pt x="5504" y="224"/>
                    <a:pt x="5820" y="298"/>
                    <a:pt x="6096" y="454"/>
                  </a:cubicBezTo>
                  <a:cubicBezTo>
                    <a:pt x="5798" y="119"/>
                    <a:pt x="5426" y="1"/>
                    <a:pt x="5046" y="1"/>
                  </a:cubicBezTo>
                  <a:close/>
                </a:path>
              </a:pathLst>
            </a:custGeom>
            <a:solidFill>
              <a:srgbClr val="D182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1" name="Google Shape;2831;p40"/>
            <p:cNvSpPr/>
            <p:nvPr/>
          </p:nvSpPr>
          <p:spPr>
            <a:xfrm>
              <a:off x="3109600" y="469950"/>
              <a:ext cx="54775" cy="27175"/>
            </a:xfrm>
            <a:custGeom>
              <a:avLst/>
              <a:gdLst/>
              <a:ahLst/>
              <a:cxnLst/>
              <a:rect l="l" t="t" r="r" b="b"/>
              <a:pathLst>
                <a:path w="2191" h="1087" extrusionOk="0">
                  <a:moveTo>
                    <a:pt x="1535" y="0"/>
                  </a:moveTo>
                  <a:cubicBezTo>
                    <a:pt x="1474" y="0"/>
                    <a:pt x="1413" y="6"/>
                    <a:pt x="1353" y="17"/>
                  </a:cubicBezTo>
                  <a:lnTo>
                    <a:pt x="1325" y="17"/>
                  </a:lnTo>
                  <a:cubicBezTo>
                    <a:pt x="1325" y="17"/>
                    <a:pt x="0" y="17"/>
                    <a:pt x="851" y="826"/>
                  </a:cubicBezTo>
                  <a:lnTo>
                    <a:pt x="879" y="854"/>
                  </a:lnTo>
                  <a:cubicBezTo>
                    <a:pt x="939" y="906"/>
                    <a:pt x="1186" y="1086"/>
                    <a:pt x="1461" y="1086"/>
                  </a:cubicBezTo>
                  <a:cubicBezTo>
                    <a:pt x="1700" y="1086"/>
                    <a:pt x="1959" y="950"/>
                    <a:pt x="2134" y="477"/>
                  </a:cubicBezTo>
                  <a:cubicBezTo>
                    <a:pt x="2190" y="338"/>
                    <a:pt x="2134" y="184"/>
                    <a:pt x="2009" y="100"/>
                  </a:cubicBezTo>
                  <a:cubicBezTo>
                    <a:pt x="1866" y="39"/>
                    <a:pt x="1700" y="0"/>
                    <a:pt x="1535" y="0"/>
                  </a:cubicBezTo>
                  <a:close/>
                </a:path>
              </a:pathLst>
            </a:custGeom>
            <a:solidFill>
              <a:srgbClr val="DD8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2" name="Google Shape;2832;p40"/>
            <p:cNvSpPr/>
            <p:nvPr/>
          </p:nvSpPr>
          <p:spPr>
            <a:xfrm>
              <a:off x="3116925" y="471950"/>
              <a:ext cx="44925" cy="22100"/>
            </a:xfrm>
            <a:custGeom>
              <a:avLst/>
              <a:gdLst/>
              <a:ahLst/>
              <a:cxnLst/>
              <a:rect l="l" t="t" r="r" b="b"/>
              <a:pathLst>
                <a:path w="1797" h="884" extrusionOk="0">
                  <a:moveTo>
                    <a:pt x="1186" y="1"/>
                  </a:moveTo>
                  <a:cubicBezTo>
                    <a:pt x="1146" y="1"/>
                    <a:pt x="1105" y="3"/>
                    <a:pt x="1060" y="7"/>
                  </a:cubicBezTo>
                  <a:cubicBezTo>
                    <a:pt x="1060" y="7"/>
                    <a:pt x="0" y="34"/>
                    <a:pt x="516" y="606"/>
                  </a:cubicBezTo>
                  <a:cubicBezTo>
                    <a:pt x="701" y="811"/>
                    <a:pt x="905" y="883"/>
                    <a:pt x="1093" y="883"/>
                  </a:cubicBezTo>
                  <a:cubicBezTo>
                    <a:pt x="1432" y="883"/>
                    <a:pt x="1722" y="648"/>
                    <a:pt x="1758" y="523"/>
                  </a:cubicBezTo>
                  <a:cubicBezTo>
                    <a:pt x="1797" y="341"/>
                    <a:pt x="1727" y="1"/>
                    <a:pt x="1186" y="1"/>
                  </a:cubicBezTo>
                  <a:close/>
                </a:path>
              </a:pathLst>
            </a:custGeom>
            <a:solidFill>
              <a:srgbClr val="D184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3" name="Google Shape;2833;p40"/>
            <p:cNvSpPr/>
            <p:nvPr/>
          </p:nvSpPr>
          <p:spPr>
            <a:xfrm>
              <a:off x="3131900" y="476450"/>
              <a:ext cx="24450" cy="12325"/>
            </a:xfrm>
            <a:custGeom>
              <a:avLst/>
              <a:gdLst/>
              <a:ahLst/>
              <a:cxnLst/>
              <a:rect l="l" t="t" r="r" b="b"/>
              <a:pathLst>
                <a:path w="978" h="493" extrusionOk="0">
                  <a:moveTo>
                    <a:pt x="496" y="1"/>
                  </a:moveTo>
                  <a:cubicBezTo>
                    <a:pt x="367" y="1"/>
                    <a:pt x="238" y="22"/>
                    <a:pt x="113" y="64"/>
                  </a:cubicBezTo>
                  <a:cubicBezTo>
                    <a:pt x="43" y="92"/>
                    <a:pt x="1" y="161"/>
                    <a:pt x="29" y="231"/>
                  </a:cubicBezTo>
                  <a:cubicBezTo>
                    <a:pt x="133" y="405"/>
                    <a:pt x="311" y="493"/>
                    <a:pt x="489" y="493"/>
                  </a:cubicBezTo>
                  <a:cubicBezTo>
                    <a:pt x="667" y="493"/>
                    <a:pt x="845" y="405"/>
                    <a:pt x="949" y="231"/>
                  </a:cubicBezTo>
                  <a:cubicBezTo>
                    <a:pt x="977" y="161"/>
                    <a:pt x="949" y="92"/>
                    <a:pt x="880" y="64"/>
                  </a:cubicBezTo>
                  <a:cubicBezTo>
                    <a:pt x="754" y="22"/>
                    <a:pt x="625" y="1"/>
                    <a:pt x="496" y="1"/>
                  </a:cubicBezTo>
                  <a:close/>
                </a:path>
              </a:pathLst>
            </a:custGeom>
            <a:solidFill>
              <a:srgbClr val="3622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4" name="Google Shape;2834;p40"/>
            <p:cNvSpPr/>
            <p:nvPr/>
          </p:nvSpPr>
          <p:spPr>
            <a:xfrm>
              <a:off x="3140975" y="480475"/>
              <a:ext cx="3175" cy="3150"/>
            </a:xfrm>
            <a:custGeom>
              <a:avLst/>
              <a:gdLst/>
              <a:ahLst/>
              <a:cxnLst/>
              <a:rect l="l" t="t" r="r" b="b"/>
              <a:pathLst>
                <a:path w="127" h="126" extrusionOk="0">
                  <a:moveTo>
                    <a:pt x="70" y="0"/>
                  </a:moveTo>
                  <a:cubicBezTo>
                    <a:pt x="29" y="0"/>
                    <a:pt x="1" y="28"/>
                    <a:pt x="1" y="56"/>
                  </a:cubicBezTo>
                  <a:cubicBezTo>
                    <a:pt x="1" y="98"/>
                    <a:pt x="29" y="126"/>
                    <a:pt x="70" y="126"/>
                  </a:cubicBezTo>
                  <a:cubicBezTo>
                    <a:pt x="98" y="126"/>
                    <a:pt x="126" y="98"/>
                    <a:pt x="126" y="56"/>
                  </a:cubicBezTo>
                  <a:cubicBezTo>
                    <a:pt x="126" y="28"/>
                    <a:pt x="98" y="0"/>
                    <a:pt x="70" y="0"/>
                  </a:cubicBezTo>
                  <a:close/>
                </a:path>
              </a:pathLst>
            </a:custGeom>
            <a:solidFill>
              <a:srgbClr val="FEE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5" name="Google Shape;2835;p40"/>
            <p:cNvSpPr/>
            <p:nvPr/>
          </p:nvSpPr>
          <p:spPr>
            <a:xfrm>
              <a:off x="3125275" y="463025"/>
              <a:ext cx="36300" cy="10150"/>
            </a:xfrm>
            <a:custGeom>
              <a:avLst/>
              <a:gdLst/>
              <a:ahLst/>
              <a:cxnLst/>
              <a:rect l="l" t="t" r="r" b="b"/>
              <a:pathLst>
                <a:path w="1452" h="406" extrusionOk="0">
                  <a:moveTo>
                    <a:pt x="740" y="1"/>
                  </a:moveTo>
                  <a:lnTo>
                    <a:pt x="57" y="294"/>
                  </a:lnTo>
                  <a:lnTo>
                    <a:pt x="1" y="350"/>
                  </a:lnTo>
                  <a:lnTo>
                    <a:pt x="43" y="405"/>
                  </a:lnTo>
                  <a:cubicBezTo>
                    <a:pt x="43" y="405"/>
                    <a:pt x="433" y="210"/>
                    <a:pt x="891" y="210"/>
                  </a:cubicBezTo>
                  <a:cubicBezTo>
                    <a:pt x="1070" y="210"/>
                    <a:pt x="1258" y="240"/>
                    <a:pt x="1438" y="322"/>
                  </a:cubicBezTo>
                  <a:lnTo>
                    <a:pt x="1452" y="280"/>
                  </a:lnTo>
                  <a:lnTo>
                    <a:pt x="1396" y="210"/>
                  </a:lnTo>
                  <a:lnTo>
                    <a:pt x="740" y="1"/>
                  </a:lnTo>
                  <a:close/>
                </a:path>
              </a:pathLst>
            </a:custGeom>
            <a:solidFill>
              <a:srgbClr val="D182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6" name="Google Shape;2836;p40"/>
            <p:cNvSpPr/>
            <p:nvPr/>
          </p:nvSpPr>
          <p:spPr>
            <a:xfrm>
              <a:off x="3119350" y="459650"/>
              <a:ext cx="42925" cy="12125"/>
            </a:xfrm>
            <a:custGeom>
              <a:avLst/>
              <a:gdLst/>
              <a:ahLst/>
              <a:cxnLst/>
              <a:rect l="l" t="t" r="r" b="b"/>
              <a:pathLst>
                <a:path w="1717" h="485" extrusionOk="0">
                  <a:moveTo>
                    <a:pt x="1090" y="1"/>
                  </a:moveTo>
                  <a:cubicBezTo>
                    <a:pt x="819" y="1"/>
                    <a:pt x="458" y="39"/>
                    <a:pt x="1" y="164"/>
                  </a:cubicBezTo>
                  <a:cubicBezTo>
                    <a:pt x="71" y="192"/>
                    <a:pt x="126" y="233"/>
                    <a:pt x="168" y="303"/>
                  </a:cubicBezTo>
                  <a:cubicBezTo>
                    <a:pt x="210" y="359"/>
                    <a:pt x="238" y="415"/>
                    <a:pt x="238" y="485"/>
                  </a:cubicBezTo>
                  <a:cubicBezTo>
                    <a:pt x="238" y="485"/>
                    <a:pt x="696" y="294"/>
                    <a:pt x="1156" y="294"/>
                  </a:cubicBezTo>
                  <a:cubicBezTo>
                    <a:pt x="1343" y="294"/>
                    <a:pt x="1531" y="326"/>
                    <a:pt x="1689" y="415"/>
                  </a:cubicBezTo>
                  <a:cubicBezTo>
                    <a:pt x="1647" y="359"/>
                    <a:pt x="1647" y="275"/>
                    <a:pt x="1661" y="206"/>
                  </a:cubicBezTo>
                  <a:cubicBezTo>
                    <a:pt x="1675" y="164"/>
                    <a:pt x="1689" y="122"/>
                    <a:pt x="1716" y="94"/>
                  </a:cubicBezTo>
                  <a:cubicBezTo>
                    <a:pt x="1716" y="94"/>
                    <a:pt x="1514" y="1"/>
                    <a:pt x="1090" y="1"/>
                  </a:cubicBezTo>
                  <a:close/>
                </a:path>
              </a:pathLst>
            </a:custGeom>
            <a:solidFill>
              <a:srgbClr val="E8D5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7" name="Google Shape;2837;p40"/>
            <p:cNvSpPr/>
            <p:nvPr/>
          </p:nvSpPr>
          <p:spPr>
            <a:xfrm>
              <a:off x="3123550" y="463400"/>
              <a:ext cx="38025" cy="8375"/>
            </a:xfrm>
            <a:custGeom>
              <a:avLst/>
              <a:gdLst/>
              <a:ahLst/>
              <a:cxnLst/>
              <a:rect l="l" t="t" r="r" b="b"/>
              <a:pathLst>
                <a:path w="1521" h="335" extrusionOk="0">
                  <a:moveTo>
                    <a:pt x="1061" y="0"/>
                  </a:moveTo>
                  <a:cubicBezTo>
                    <a:pt x="564" y="0"/>
                    <a:pt x="0" y="153"/>
                    <a:pt x="0" y="153"/>
                  </a:cubicBezTo>
                  <a:cubicBezTo>
                    <a:pt x="42" y="209"/>
                    <a:pt x="70" y="265"/>
                    <a:pt x="70" y="335"/>
                  </a:cubicBezTo>
                  <a:cubicBezTo>
                    <a:pt x="70" y="335"/>
                    <a:pt x="528" y="144"/>
                    <a:pt x="988" y="144"/>
                  </a:cubicBezTo>
                  <a:cubicBezTo>
                    <a:pt x="1175" y="144"/>
                    <a:pt x="1363" y="176"/>
                    <a:pt x="1521" y="265"/>
                  </a:cubicBezTo>
                  <a:cubicBezTo>
                    <a:pt x="1479" y="209"/>
                    <a:pt x="1479" y="125"/>
                    <a:pt x="1493" y="56"/>
                  </a:cubicBezTo>
                  <a:cubicBezTo>
                    <a:pt x="1369" y="15"/>
                    <a:pt x="1218" y="0"/>
                    <a:pt x="1061" y="0"/>
                  </a:cubicBezTo>
                  <a:close/>
                </a:path>
              </a:pathLst>
            </a:custGeom>
            <a:solidFill>
              <a:srgbClr val="EAC6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8" name="Google Shape;2838;p40"/>
            <p:cNvSpPr/>
            <p:nvPr/>
          </p:nvSpPr>
          <p:spPr>
            <a:xfrm>
              <a:off x="3033575" y="469950"/>
              <a:ext cx="55125" cy="27175"/>
            </a:xfrm>
            <a:custGeom>
              <a:avLst/>
              <a:gdLst/>
              <a:ahLst/>
              <a:cxnLst/>
              <a:rect l="l" t="t" r="r" b="b"/>
              <a:pathLst>
                <a:path w="2205" h="1087" extrusionOk="0">
                  <a:moveTo>
                    <a:pt x="658" y="0"/>
                  </a:moveTo>
                  <a:cubicBezTo>
                    <a:pt x="496" y="0"/>
                    <a:pt x="335" y="39"/>
                    <a:pt x="182" y="100"/>
                  </a:cubicBezTo>
                  <a:cubicBezTo>
                    <a:pt x="56" y="184"/>
                    <a:pt x="0" y="338"/>
                    <a:pt x="56" y="477"/>
                  </a:cubicBezTo>
                  <a:cubicBezTo>
                    <a:pt x="231" y="950"/>
                    <a:pt x="491" y="1086"/>
                    <a:pt x="731" y="1086"/>
                  </a:cubicBezTo>
                  <a:cubicBezTo>
                    <a:pt x="1007" y="1086"/>
                    <a:pt x="1258" y="906"/>
                    <a:pt x="1326" y="854"/>
                  </a:cubicBezTo>
                  <a:lnTo>
                    <a:pt x="1353" y="826"/>
                  </a:lnTo>
                  <a:cubicBezTo>
                    <a:pt x="2204" y="17"/>
                    <a:pt x="879" y="17"/>
                    <a:pt x="879" y="17"/>
                  </a:cubicBezTo>
                  <a:lnTo>
                    <a:pt x="837" y="17"/>
                  </a:lnTo>
                  <a:cubicBezTo>
                    <a:pt x="778" y="6"/>
                    <a:pt x="718" y="0"/>
                    <a:pt x="658" y="0"/>
                  </a:cubicBezTo>
                  <a:close/>
                </a:path>
              </a:pathLst>
            </a:custGeom>
            <a:solidFill>
              <a:srgbClr val="DD8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9" name="Google Shape;2839;p40"/>
            <p:cNvSpPr/>
            <p:nvPr/>
          </p:nvSpPr>
          <p:spPr>
            <a:xfrm>
              <a:off x="3036425" y="471950"/>
              <a:ext cx="44950" cy="22100"/>
            </a:xfrm>
            <a:custGeom>
              <a:avLst/>
              <a:gdLst/>
              <a:ahLst/>
              <a:cxnLst/>
              <a:rect l="l" t="t" r="r" b="b"/>
              <a:pathLst>
                <a:path w="1798" h="884" extrusionOk="0">
                  <a:moveTo>
                    <a:pt x="598" y="1"/>
                  </a:moveTo>
                  <a:cubicBezTo>
                    <a:pt x="59" y="1"/>
                    <a:pt x="1" y="341"/>
                    <a:pt x="40" y="523"/>
                  </a:cubicBezTo>
                  <a:cubicBezTo>
                    <a:pt x="67" y="648"/>
                    <a:pt x="353" y="883"/>
                    <a:pt x="695" y="883"/>
                  </a:cubicBezTo>
                  <a:cubicBezTo>
                    <a:pt x="885" y="883"/>
                    <a:pt x="1092" y="811"/>
                    <a:pt x="1281" y="606"/>
                  </a:cubicBezTo>
                  <a:cubicBezTo>
                    <a:pt x="1797" y="34"/>
                    <a:pt x="723" y="7"/>
                    <a:pt x="723" y="7"/>
                  </a:cubicBezTo>
                  <a:cubicBezTo>
                    <a:pt x="679" y="3"/>
                    <a:pt x="637" y="1"/>
                    <a:pt x="598" y="1"/>
                  </a:cubicBezTo>
                  <a:close/>
                </a:path>
              </a:pathLst>
            </a:custGeom>
            <a:solidFill>
              <a:srgbClr val="D184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0" name="Google Shape;2840;p40"/>
            <p:cNvSpPr/>
            <p:nvPr/>
          </p:nvSpPr>
          <p:spPr>
            <a:xfrm>
              <a:off x="3041600" y="476450"/>
              <a:ext cx="24425" cy="12325"/>
            </a:xfrm>
            <a:custGeom>
              <a:avLst/>
              <a:gdLst/>
              <a:ahLst/>
              <a:cxnLst/>
              <a:rect l="l" t="t" r="r" b="b"/>
              <a:pathLst>
                <a:path w="977" h="493" extrusionOk="0">
                  <a:moveTo>
                    <a:pt x="488" y="1"/>
                  </a:moveTo>
                  <a:cubicBezTo>
                    <a:pt x="356" y="1"/>
                    <a:pt x="223" y="22"/>
                    <a:pt x="98" y="64"/>
                  </a:cubicBezTo>
                  <a:cubicBezTo>
                    <a:pt x="42" y="92"/>
                    <a:pt x="0" y="161"/>
                    <a:pt x="28" y="231"/>
                  </a:cubicBezTo>
                  <a:cubicBezTo>
                    <a:pt x="133" y="405"/>
                    <a:pt x="311" y="493"/>
                    <a:pt x="488" y="493"/>
                  </a:cubicBezTo>
                  <a:cubicBezTo>
                    <a:pt x="666" y="493"/>
                    <a:pt x="844" y="405"/>
                    <a:pt x="949" y="231"/>
                  </a:cubicBezTo>
                  <a:cubicBezTo>
                    <a:pt x="977" y="161"/>
                    <a:pt x="949" y="92"/>
                    <a:pt x="879" y="64"/>
                  </a:cubicBezTo>
                  <a:cubicBezTo>
                    <a:pt x="753" y="22"/>
                    <a:pt x="621" y="1"/>
                    <a:pt x="488" y="1"/>
                  </a:cubicBezTo>
                  <a:close/>
                </a:path>
              </a:pathLst>
            </a:custGeom>
            <a:solidFill>
              <a:srgbClr val="3622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1" name="Google Shape;2841;p40"/>
            <p:cNvSpPr/>
            <p:nvPr/>
          </p:nvSpPr>
          <p:spPr>
            <a:xfrm>
              <a:off x="3053800" y="480475"/>
              <a:ext cx="3150" cy="3150"/>
            </a:xfrm>
            <a:custGeom>
              <a:avLst/>
              <a:gdLst/>
              <a:ahLst/>
              <a:cxnLst/>
              <a:rect l="l" t="t" r="r" b="b"/>
              <a:pathLst>
                <a:path w="126" h="126" extrusionOk="0">
                  <a:moveTo>
                    <a:pt x="70" y="0"/>
                  </a:moveTo>
                  <a:cubicBezTo>
                    <a:pt x="28" y="0"/>
                    <a:pt x="0" y="28"/>
                    <a:pt x="0" y="56"/>
                  </a:cubicBezTo>
                  <a:cubicBezTo>
                    <a:pt x="0" y="98"/>
                    <a:pt x="28" y="126"/>
                    <a:pt x="70" y="126"/>
                  </a:cubicBezTo>
                  <a:cubicBezTo>
                    <a:pt x="98" y="126"/>
                    <a:pt x="126" y="98"/>
                    <a:pt x="126" y="56"/>
                  </a:cubicBezTo>
                  <a:cubicBezTo>
                    <a:pt x="126" y="28"/>
                    <a:pt x="98" y="0"/>
                    <a:pt x="70" y="0"/>
                  </a:cubicBezTo>
                  <a:close/>
                </a:path>
              </a:pathLst>
            </a:custGeom>
            <a:solidFill>
              <a:srgbClr val="FEEF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2" name="Google Shape;2842;p40"/>
            <p:cNvSpPr/>
            <p:nvPr/>
          </p:nvSpPr>
          <p:spPr>
            <a:xfrm>
              <a:off x="3036375" y="463025"/>
              <a:ext cx="36275" cy="10150"/>
            </a:xfrm>
            <a:custGeom>
              <a:avLst/>
              <a:gdLst/>
              <a:ahLst/>
              <a:cxnLst/>
              <a:rect l="l" t="t" r="r" b="b"/>
              <a:pathLst>
                <a:path w="1451" h="406" extrusionOk="0">
                  <a:moveTo>
                    <a:pt x="711" y="1"/>
                  </a:moveTo>
                  <a:lnTo>
                    <a:pt x="56" y="210"/>
                  </a:lnTo>
                  <a:lnTo>
                    <a:pt x="0" y="280"/>
                  </a:lnTo>
                  <a:lnTo>
                    <a:pt x="28" y="322"/>
                  </a:lnTo>
                  <a:cubicBezTo>
                    <a:pt x="208" y="240"/>
                    <a:pt x="396" y="210"/>
                    <a:pt x="574" y="210"/>
                  </a:cubicBezTo>
                  <a:cubicBezTo>
                    <a:pt x="1032" y="210"/>
                    <a:pt x="1423" y="405"/>
                    <a:pt x="1423" y="405"/>
                  </a:cubicBezTo>
                  <a:lnTo>
                    <a:pt x="1451" y="350"/>
                  </a:lnTo>
                  <a:lnTo>
                    <a:pt x="1395" y="294"/>
                  </a:lnTo>
                  <a:lnTo>
                    <a:pt x="711" y="1"/>
                  </a:lnTo>
                  <a:close/>
                </a:path>
              </a:pathLst>
            </a:custGeom>
            <a:solidFill>
              <a:srgbClr val="D182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3" name="Google Shape;2843;p40"/>
            <p:cNvSpPr/>
            <p:nvPr/>
          </p:nvSpPr>
          <p:spPr>
            <a:xfrm>
              <a:off x="3036025" y="459650"/>
              <a:ext cx="42900" cy="12125"/>
            </a:xfrm>
            <a:custGeom>
              <a:avLst/>
              <a:gdLst/>
              <a:ahLst/>
              <a:cxnLst/>
              <a:rect l="l" t="t" r="r" b="b"/>
              <a:pathLst>
                <a:path w="1716" h="485" extrusionOk="0">
                  <a:moveTo>
                    <a:pt x="621" y="1"/>
                  </a:moveTo>
                  <a:cubicBezTo>
                    <a:pt x="197" y="1"/>
                    <a:pt x="0" y="94"/>
                    <a:pt x="0" y="94"/>
                  </a:cubicBezTo>
                  <a:cubicBezTo>
                    <a:pt x="14" y="136"/>
                    <a:pt x="42" y="164"/>
                    <a:pt x="42" y="206"/>
                  </a:cubicBezTo>
                  <a:cubicBezTo>
                    <a:pt x="70" y="275"/>
                    <a:pt x="56" y="359"/>
                    <a:pt x="28" y="415"/>
                  </a:cubicBezTo>
                  <a:cubicBezTo>
                    <a:pt x="185" y="326"/>
                    <a:pt x="372" y="294"/>
                    <a:pt x="558" y="294"/>
                  </a:cubicBezTo>
                  <a:cubicBezTo>
                    <a:pt x="1014" y="294"/>
                    <a:pt x="1465" y="485"/>
                    <a:pt x="1465" y="485"/>
                  </a:cubicBezTo>
                  <a:cubicBezTo>
                    <a:pt x="1479" y="415"/>
                    <a:pt x="1493" y="359"/>
                    <a:pt x="1534" y="303"/>
                  </a:cubicBezTo>
                  <a:cubicBezTo>
                    <a:pt x="1576" y="233"/>
                    <a:pt x="1646" y="192"/>
                    <a:pt x="1716" y="164"/>
                  </a:cubicBezTo>
                  <a:cubicBezTo>
                    <a:pt x="1254" y="39"/>
                    <a:pt x="891" y="1"/>
                    <a:pt x="621" y="1"/>
                  </a:cubicBezTo>
                  <a:close/>
                </a:path>
              </a:pathLst>
            </a:custGeom>
            <a:solidFill>
              <a:srgbClr val="E8D5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4" name="Google Shape;2844;p40"/>
            <p:cNvSpPr/>
            <p:nvPr/>
          </p:nvSpPr>
          <p:spPr>
            <a:xfrm>
              <a:off x="3036700" y="463400"/>
              <a:ext cx="37700" cy="8375"/>
            </a:xfrm>
            <a:custGeom>
              <a:avLst/>
              <a:gdLst/>
              <a:ahLst/>
              <a:cxnLst/>
              <a:rect l="l" t="t" r="r" b="b"/>
              <a:pathLst>
                <a:path w="1508" h="335" extrusionOk="0">
                  <a:moveTo>
                    <a:pt x="452" y="0"/>
                  </a:moveTo>
                  <a:cubicBezTo>
                    <a:pt x="294" y="0"/>
                    <a:pt x="142" y="15"/>
                    <a:pt x="15" y="56"/>
                  </a:cubicBezTo>
                  <a:cubicBezTo>
                    <a:pt x="43" y="125"/>
                    <a:pt x="29" y="209"/>
                    <a:pt x="1" y="265"/>
                  </a:cubicBezTo>
                  <a:cubicBezTo>
                    <a:pt x="158" y="176"/>
                    <a:pt x="345" y="144"/>
                    <a:pt x="531" y="144"/>
                  </a:cubicBezTo>
                  <a:cubicBezTo>
                    <a:pt x="987" y="144"/>
                    <a:pt x="1438" y="335"/>
                    <a:pt x="1438" y="335"/>
                  </a:cubicBezTo>
                  <a:cubicBezTo>
                    <a:pt x="1452" y="265"/>
                    <a:pt x="1466" y="209"/>
                    <a:pt x="1507" y="153"/>
                  </a:cubicBezTo>
                  <a:cubicBezTo>
                    <a:pt x="1507" y="153"/>
                    <a:pt x="952" y="0"/>
                    <a:pt x="452" y="0"/>
                  </a:cubicBezTo>
                  <a:close/>
                </a:path>
              </a:pathLst>
            </a:custGeom>
            <a:solidFill>
              <a:srgbClr val="EAC6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5" name="Google Shape;2845;p40"/>
            <p:cNvSpPr/>
            <p:nvPr/>
          </p:nvSpPr>
          <p:spPr>
            <a:xfrm>
              <a:off x="2927225" y="494075"/>
              <a:ext cx="343500" cy="196000"/>
            </a:xfrm>
            <a:custGeom>
              <a:avLst/>
              <a:gdLst/>
              <a:ahLst/>
              <a:cxnLst/>
              <a:rect l="l" t="t" r="r" b="b"/>
              <a:pathLst>
                <a:path w="13740" h="7840" extrusionOk="0">
                  <a:moveTo>
                    <a:pt x="1576" y="0"/>
                  </a:moveTo>
                  <a:cubicBezTo>
                    <a:pt x="1521" y="70"/>
                    <a:pt x="0" y="1995"/>
                    <a:pt x="1353" y="2134"/>
                  </a:cubicBezTo>
                  <a:cubicBezTo>
                    <a:pt x="1130" y="2637"/>
                    <a:pt x="1200" y="3222"/>
                    <a:pt x="1534" y="3669"/>
                  </a:cubicBezTo>
                  <a:cubicBezTo>
                    <a:pt x="1423" y="4352"/>
                    <a:pt x="1297" y="5078"/>
                    <a:pt x="2455" y="5608"/>
                  </a:cubicBezTo>
                  <a:cubicBezTo>
                    <a:pt x="2530" y="6824"/>
                    <a:pt x="3244" y="7024"/>
                    <a:pt x="4030" y="7024"/>
                  </a:cubicBezTo>
                  <a:cubicBezTo>
                    <a:pt x="4127" y="7024"/>
                    <a:pt x="4226" y="7021"/>
                    <a:pt x="4324" y="7016"/>
                  </a:cubicBezTo>
                  <a:cubicBezTo>
                    <a:pt x="4592" y="7510"/>
                    <a:pt x="4939" y="7642"/>
                    <a:pt x="5340" y="7642"/>
                  </a:cubicBezTo>
                  <a:cubicBezTo>
                    <a:pt x="5608" y="7642"/>
                    <a:pt x="5900" y="7583"/>
                    <a:pt x="6207" y="7533"/>
                  </a:cubicBezTo>
                  <a:cubicBezTo>
                    <a:pt x="6216" y="7531"/>
                    <a:pt x="6223" y="7531"/>
                    <a:pt x="6231" y="7531"/>
                  </a:cubicBezTo>
                  <a:cubicBezTo>
                    <a:pt x="6409" y="7531"/>
                    <a:pt x="6328" y="7839"/>
                    <a:pt x="6877" y="7839"/>
                  </a:cubicBezTo>
                  <a:cubicBezTo>
                    <a:pt x="7493" y="7839"/>
                    <a:pt x="7337" y="7531"/>
                    <a:pt x="7521" y="7531"/>
                  </a:cubicBezTo>
                  <a:cubicBezTo>
                    <a:pt x="7529" y="7531"/>
                    <a:pt x="7537" y="7531"/>
                    <a:pt x="7546" y="7533"/>
                  </a:cubicBezTo>
                  <a:cubicBezTo>
                    <a:pt x="7848" y="7583"/>
                    <a:pt x="8137" y="7642"/>
                    <a:pt x="8403" y="7642"/>
                  </a:cubicBezTo>
                  <a:cubicBezTo>
                    <a:pt x="8803" y="7642"/>
                    <a:pt x="9154" y="7510"/>
                    <a:pt x="9429" y="7016"/>
                  </a:cubicBezTo>
                  <a:cubicBezTo>
                    <a:pt x="9528" y="7021"/>
                    <a:pt x="9627" y="7024"/>
                    <a:pt x="9724" y="7024"/>
                  </a:cubicBezTo>
                  <a:cubicBezTo>
                    <a:pt x="10509" y="7024"/>
                    <a:pt x="11224" y="6824"/>
                    <a:pt x="11298" y="5608"/>
                  </a:cubicBezTo>
                  <a:cubicBezTo>
                    <a:pt x="12456" y="5064"/>
                    <a:pt x="12331" y="4366"/>
                    <a:pt x="12205" y="3669"/>
                  </a:cubicBezTo>
                  <a:cubicBezTo>
                    <a:pt x="12540" y="3222"/>
                    <a:pt x="12624" y="2637"/>
                    <a:pt x="12400" y="2134"/>
                  </a:cubicBezTo>
                  <a:cubicBezTo>
                    <a:pt x="13739" y="1995"/>
                    <a:pt x="12219" y="70"/>
                    <a:pt x="12177" y="0"/>
                  </a:cubicBezTo>
                  <a:lnTo>
                    <a:pt x="12177" y="0"/>
                  </a:lnTo>
                  <a:cubicBezTo>
                    <a:pt x="12177" y="1"/>
                    <a:pt x="12456" y="1242"/>
                    <a:pt x="12261" y="1688"/>
                  </a:cubicBezTo>
                  <a:cubicBezTo>
                    <a:pt x="12261" y="1688"/>
                    <a:pt x="11801" y="1688"/>
                    <a:pt x="11731" y="1465"/>
                  </a:cubicBezTo>
                  <a:lnTo>
                    <a:pt x="11731" y="1465"/>
                  </a:lnTo>
                  <a:cubicBezTo>
                    <a:pt x="11745" y="1521"/>
                    <a:pt x="11912" y="2120"/>
                    <a:pt x="11731" y="2204"/>
                  </a:cubicBezTo>
                  <a:cubicBezTo>
                    <a:pt x="11564" y="2288"/>
                    <a:pt x="11215" y="2748"/>
                    <a:pt x="11354" y="3111"/>
                  </a:cubicBezTo>
                  <a:cubicBezTo>
                    <a:pt x="11467" y="3403"/>
                    <a:pt x="10862" y="3678"/>
                    <a:pt x="10397" y="3678"/>
                  </a:cubicBezTo>
                  <a:cubicBezTo>
                    <a:pt x="10286" y="3678"/>
                    <a:pt x="10183" y="3662"/>
                    <a:pt x="10099" y="3627"/>
                  </a:cubicBezTo>
                  <a:lnTo>
                    <a:pt x="10099" y="3627"/>
                  </a:lnTo>
                  <a:cubicBezTo>
                    <a:pt x="10099" y="3627"/>
                    <a:pt x="10224" y="4757"/>
                    <a:pt x="9918" y="4813"/>
                  </a:cubicBezTo>
                  <a:cubicBezTo>
                    <a:pt x="9899" y="4816"/>
                    <a:pt x="9877" y="4818"/>
                    <a:pt x="9853" y="4818"/>
                  </a:cubicBezTo>
                  <a:cubicBezTo>
                    <a:pt x="9481" y="4818"/>
                    <a:pt x="8513" y="4434"/>
                    <a:pt x="8369" y="4185"/>
                  </a:cubicBezTo>
                  <a:cubicBezTo>
                    <a:pt x="8369" y="4185"/>
                    <a:pt x="7997" y="4616"/>
                    <a:pt x="7688" y="4616"/>
                  </a:cubicBezTo>
                  <a:cubicBezTo>
                    <a:pt x="7658" y="4616"/>
                    <a:pt x="7630" y="4612"/>
                    <a:pt x="7602" y="4603"/>
                  </a:cubicBezTo>
                  <a:cubicBezTo>
                    <a:pt x="7602" y="4603"/>
                    <a:pt x="6933" y="4464"/>
                    <a:pt x="6877" y="4129"/>
                  </a:cubicBezTo>
                  <a:cubicBezTo>
                    <a:pt x="6821" y="4464"/>
                    <a:pt x="6151" y="4603"/>
                    <a:pt x="6151" y="4603"/>
                  </a:cubicBezTo>
                  <a:cubicBezTo>
                    <a:pt x="6124" y="4612"/>
                    <a:pt x="6095" y="4616"/>
                    <a:pt x="6066" y="4616"/>
                  </a:cubicBezTo>
                  <a:cubicBezTo>
                    <a:pt x="5757" y="4616"/>
                    <a:pt x="5384" y="4185"/>
                    <a:pt x="5384" y="4185"/>
                  </a:cubicBezTo>
                  <a:cubicBezTo>
                    <a:pt x="5241" y="4446"/>
                    <a:pt x="4277" y="4818"/>
                    <a:pt x="3903" y="4818"/>
                  </a:cubicBezTo>
                  <a:cubicBezTo>
                    <a:pt x="3878" y="4818"/>
                    <a:pt x="3855" y="4816"/>
                    <a:pt x="3836" y="4813"/>
                  </a:cubicBezTo>
                  <a:cubicBezTo>
                    <a:pt x="3529" y="4757"/>
                    <a:pt x="3655" y="3627"/>
                    <a:pt x="3655" y="3627"/>
                  </a:cubicBezTo>
                  <a:lnTo>
                    <a:pt x="3655" y="3627"/>
                  </a:lnTo>
                  <a:cubicBezTo>
                    <a:pt x="3571" y="3662"/>
                    <a:pt x="3468" y="3678"/>
                    <a:pt x="3357" y="3678"/>
                  </a:cubicBezTo>
                  <a:cubicBezTo>
                    <a:pt x="2896" y="3678"/>
                    <a:pt x="2298" y="3403"/>
                    <a:pt x="2399" y="3111"/>
                  </a:cubicBezTo>
                  <a:cubicBezTo>
                    <a:pt x="2525" y="2748"/>
                    <a:pt x="2190" y="2288"/>
                    <a:pt x="2023" y="2204"/>
                  </a:cubicBezTo>
                  <a:cubicBezTo>
                    <a:pt x="1841" y="2120"/>
                    <a:pt x="2009" y="1521"/>
                    <a:pt x="2023" y="1465"/>
                  </a:cubicBezTo>
                  <a:lnTo>
                    <a:pt x="2023" y="1465"/>
                  </a:lnTo>
                  <a:cubicBezTo>
                    <a:pt x="1953" y="1688"/>
                    <a:pt x="1493" y="1688"/>
                    <a:pt x="1493" y="1688"/>
                  </a:cubicBezTo>
                  <a:cubicBezTo>
                    <a:pt x="1297" y="1242"/>
                    <a:pt x="1576" y="0"/>
                    <a:pt x="1576" y="0"/>
                  </a:cubicBez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6" name="Google Shape;2846;p40"/>
            <p:cNvSpPr/>
            <p:nvPr/>
          </p:nvSpPr>
          <p:spPr>
            <a:xfrm>
              <a:off x="2988600" y="633900"/>
              <a:ext cx="221100" cy="56175"/>
            </a:xfrm>
            <a:custGeom>
              <a:avLst/>
              <a:gdLst/>
              <a:ahLst/>
              <a:cxnLst/>
              <a:rect l="l" t="t" r="r" b="b"/>
              <a:pathLst>
                <a:path w="8844" h="2247" extrusionOk="0">
                  <a:moveTo>
                    <a:pt x="0" y="1"/>
                  </a:moveTo>
                  <a:cubicBezTo>
                    <a:pt x="76" y="1256"/>
                    <a:pt x="820" y="1428"/>
                    <a:pt x="1626" y="1428"/>
                  </a:cubicBezTo>
                  <a:cubicBezTo>
                    <a:pt x="1706" y="1428"/>
                    <a:pt x="1788" y="1426"/>
                    <a:pt x="1869" y="1423"/>
                  </a:cubicBezTo>
                  <a:cubicBezTo>
                    <a:pt x="2137" y="1917"/>
                    <a:pt x="2484" y="2049"/>
                    <a:pt x="2885" y="2049"/>
                  </a:cubicBezTo>
                  <a:cubicBezTo>
                    <a:pt x="3153" y="2049"/>
                    <a:pt x="3445" y="1990"/>
                    <a:pt x="3752" y="1940"/>
                  </a:cubicBezTo>
                  <a:cubicBezTo>
                    <a:pt x="3761" y="1938"/>
                    <a:pt x="3768" y="1938"/>
                    <a:pt x="3776" y="1938"/>
                  </a:cubicBezTo>
                  <a:cubicBezTo>
                    <a:pt x="3954" y="1938"/>
                    <a:pt x="3873" y="2246"/>
                    <a:pt x="4422" y="2246"/>
                  </a:cubicBezTo>
                  <a:cubicBezTo>
                    <a:pt x="5038" y="2246"/>
                    <a:pt x="4882" y="1938"/>
                    <a:pt x="5066" y="1938"/>
                  </a:cubicBezTo>
                  <a:cubicBezTo>
                    <a:pt x="5074" y="1938"/>
                    <a:pt x="5082" y="1938"/>
                    <a:pt x="5091" y="1940"/>
                  </a:cubicBezTo>
                  <a:cubicBezTo>
                    <a:pt x="5393" y="1990"/>
                    <a:pt x="5682" y="2049"/>
                    <a:pt x="5948" y="2049"/>
                  </a:cubicBezTo>
                  <a:cubicBezTo>
                    <a:pt x="6348" y="2049"/>
                    <a:pt x="6699" y="1917"/>
                    <a:pt x="6974" y="1423"/>
                  </a:cubicBezTo>
                  <a:cubicBezTo>
                    <a:pt x="7056" y="1426"/>
                    <a:pt x="7137" y="1428"/>
                    <a:pt x="7218" y="1428"/>
                  </a:cubicBezTo>
                  <a:cubicBezTo>
                    <a:pt x="8023" y="1428"/>
                    <a:pt x="8767" y="1256"/>
                    <a:pt x="8843" y="1"/>
                  </a:cubicBezTo>
                  <a:lnTo>
                    <a:pt x="8843" y="1"/>
                  </a:lnTo>
                  <a:cubicBezTo>
                    <a:pt x="8760" y="377"/>
                    <a:pt x="8160" y="740"/>
                    <a:pt x="8160" y="740"/>
                  </a:cubicBezTo>
                  <a:cubicBezTo>
                    <a:pt x="8230" y="614"/>
                    <a:pt x="8118" y="280"/>
                    <a:pt x="8118" y="280"/>
                  </a:cubicBezTo>
                  <a:cubicBezTo>
                    <a:pt x="7923" y="712"/>
                    <a:pt x="6737" y="1312"/>
                    <a:pt x="6737" y="1312"/>
                  </a:cubicBezTo>
                  <a:cubicBezTo>
                    <a:pt x="6779" y="1200"/>
                    <a:pt x="6793" y="1089"/>
                    <a:pt x="6779" y="977"/>
                  </a:cubicBezTo>
                  <a:lnTo>
                    <a:pt x="6779" y="977"/>
                  </a:lnTo>
                  <a:cubicBezTo>
                    <a:pt x="6472" y="1228"/>
                    <a:pt x="5161" y="1479"/>
                    <a:pt x="5161" y="1479"/>
                  </a:cubicBezTo>
                  <a:cubicBezTo>
                    <a:pt x="5245" y="1409"/>
                    <a:pt x="5217" y="1228"/>
                    <a:pt x="5217" y="1228"/>
                  </a:cubicBezTo>
                  <a:cubicBezTo>
                    <a:pt x="4743" y="1075"/>
                    <a:pt x="3320" y="1061"/>
                    <a:pt x="3320" y="1061"/>
                  </a:cubicBezTo>
                  <a:lnTo>
                    <a:pt x="3320" y="1061"/>
                  </a:lnTo>
                  <a:cubicBezTo>
                    <a:pt x="3515" y="1214"/>
                    <a:pt x="3320" y="1409"/>
                    <a:pt x="3320" y="1409"/>
                  </a:cubicBezTo>
                  <a:cubicBezTo>
                    <a:pt x="3223" y="1450"/>
                    <a:pt x="3108" y="1467"/>
                    <a:pt x="2983" y="1467"/>
                  </a:cubicBezTo>
                  <a:cubicBezTo>
                    <a:pt x="2421" y="1467"/>
                    <a:pt x="1674" y="1131"/>
                    <a:pt x="1674" y="1131"/>
                  </a:cubicBezTo>
                  <a:cubicBezTo>
                    <a:pt x="1772" y="1089"/>
                    <a:pt x="1855" y="977"/>
                    <a:pt x="1869" y="865"/>
                  </a:cubicBezTo>
                  <a:cubicBezTo>
                    <a:pt x="837" y="824"/>
                    <a:pt x="0" y="1"/>
                    <a:pt x="0" y="1"/>
                  </a:cubicBez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7" name="Google Shape;2847;p40"/>
            <p:cNvSpPr/>
            <p:nvPr/>
          </p:nvSpPr>
          <p:spPr>
            <a:xfrm>
              <a:off x="3011950" y="546025"/>
              <a:ext cx="87200" cy="16875"/>
            </a:xfrm>
            <a:custGeom>
              <a:avLst/>
              <a:gdLst/>
              <a:ahLst/>
              <a:cxnLst/>
              <a:rect l="l" t="t" r="r" b="b"/>
              <a:pathLst>
                <a:path w="3488" h="675" extrusionOk="0">
                  <a:moveTo>
                    <a:pt x="3487" y="0"/>
                  </a:moveTo>
                  <a:cubicBezTo>
                    <a:pt x="3486" y="0"/>
                    <a:pt x="3485" y="1"/>
                    <a:pt x="3482" y="3"/>
                  </a:cubicBezTo>
                  <a:lnTo>
                    <a:pt x="3482" y="3"/>
                  </a:lnTo>
                  <a:cubicBezTo>
                    <a:pt x="3484" y="2"/>
                    <a:pt x="3486" y="1"/>
                    <a:pt x="3488" y="1"/>
                  </a:cubicBezTo>
                  <a:cubicBezTo>
                    <a:pt x="3488" y="1"/>
                    <a:pt x="3488" y="0"/>
                    <a:pt x="3487" y="0"/>
                  </a:cubicBezTo>
                  <a:close/>
                  <a:moveTo>
                    <a:pt x="3482" y="3"/>
                  </a:moveTo>
                  <a:cubicBezTo>
                    <a:pt x="2232" y="516"/>
                    <a:pt x="889" y="579"/>
                    <a:pt x="303" y="579"/>
                  </a:cubicBezTo>
                  <a:cubicBezTo>
                    <a:pt x="111" y="579"/>
                    <a:pt x="1" y="573"/>
                    <a:pt x="1" y="573"/>
                  </a:cubicBezTo>
                  <a:lnTo>
                    <a:pt x="1" y="573"/>
                  </a:lnTo>
                  <a:cubicBezTo>
                    <a:pt x="405" y="645"/>
                    <a:pt x="773" y="675"/>
                    <a:pt x="1106" y="675"/>
                  </a:cubicBezTo>
                  <a:cubicBezTo>
                    <a:pt x="2629" y="675"/>
                    <a:pt x="3405" y="49"/>
                    <a:pt x="3482" y="3"/>
                  </a:cubicBezTo>
                  <a:close/>
                </a:path>
              </a:pathLst>
            </a:custGeom>
            <a:solidFill>
              <a:srgbClr val="DED7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8" name="Google Shape;2848;p40"/>
            <p:cNvSpPr/>
            <p:nvPr/>
          </p:nvSpPr>
          <p:spPr>
            <a:xfrm>
              <a:off x="3011600" y="545675"/>
              <a:ext cx="87200" cy="18600"/>
            </a:xfrm>
            <a:custGeom>
              <a:avLst/>
              <a:gdLst/>
              <a:ahLst/>
              <a:cxnLst/>
              <a:rect l="l" t="t" r="r" b="b"/>
              <a:pathLst>
                <a:path w="3488" h="744" extrusionOk="0">
                  <a:moveTo>
                    <a:pt x="3488" y="1"/>
                  </a:moveTo>
                  <a:lnTo>
                    <a:pt x="3488" y="1"/>
                  </a:lnTo>
                  <a:cubicBezTo>
                    <a:pt x="2687" y="433"/>
                    <a:pt x="1790" y="658"/>
                    <a:pt x="883" y="658"/>
                  </a:cubicBezTo>
                  <a:cubicBezTo>
                    <a:pt x="589" y="658"/>
                    <a:pt x="294" y="634"/>
                    <a:pt x="1" y="587"/>
                  </a:cubicBezTo>
                  <a:lnTo>
                    <a:pt x="1" y="587"/>
                  </a:lnTo>
                  <a:cubicBezTo>
                    <a:pt x="1" y="587"/>
                    <a:pt x="504" y="744"/>
                    <a:pt x="1198" y="744"/>
                  </a:cubicBezTo>
                  <a:cubicBezTo>
                    <a:pt x="1876" y="744"/>
                    <a:pt x="2736" y="594"/>
                    <a:pt x="3488" y="1"/>
                  </a:cubicBez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9" name="Google Shape;2849;p40"/>
            <p:cNvSpPr/>
            <p:nvPr/>
          </p:nvSpPr>
          <p:spPr>
            <a:xfrm>
              <a:off x="3098775" y="546025"/>
              <a:ext cx="87200" cy="16875"/>
            </a:xfrm>
            <a:custGeom>
              <a:avLst/>
              <a:gdLst/>
              <a:ahLst/>
              <a:cxnLst/>
              <a:rect l="l" t="t" r="r" b="b"/>
              <a:pathLst>
                <a:path w="3488" h="675" extrusionOk="0">
                  <a:moveTo>
                    <a:pt x="1" y="0"/>
                  </a:moveTo>
                  <a:cubicBezTo>
                    <a:pt x="1" y="0"/>
                    <a:pt x="1" y="1"/>
                    <a:pt x="1" y="1"/>
                  </a:cubicBezTo>
                  <a:cubicBezTo>
                    <a:pt x="2" y="1"/>
                    <a:pt x="2" y="1"/>
                    <a:pt x="3" y="2"/>
                  </a:cubicBezTo>
                  <a:lnTo>
                    <a:pt x="3" y="2"/>
                  </a:lnTo>
                  <a:cubicBezTo>
                    <a:pt x="2" y="1"/>
                    <a:pt x="1" y="0"/>
                    <a:pt x="1" y="0"/>
                  </a:cubicBezTo>
                  <a:close/>
                  <a:moveTo>
                    <a:pt x="3" y="2"/>
                  </a:moveTo>
                  <a:lnTo>
                    <a:pt x="3" y="2"/>
                  </a:lnTo>
                  <a:cubicBezTo>
                    <a:pt x="52" y="32"/>
                    <a:pt x="835" y="675"/>
                    <a:pt x="2381" y="675"/>
                  </a:cubicBezTo>
                  <a:cubicBezTo>
                    <a:pt x="2715" y="675"/>
                    <a:pt x="3083" y="645"/>
                    <a:pt x="3488" y="573"/>
                  </a:cubicBezTo>
                  <a:lnTo>
                    <a:pt x="3488" y="573"/>
                  </a:lnTo>
                  <a:cubicBezTo>
                    <a:pt x="3488" y="573"/>
                    <a:pt x="3377" y="579"/>
                    <a:pt x="3186" y="579"/>
                  </a:cubicBezTo>
                  <a:cubicBezTo>
                    <a:pt x="2599" y="579"/>
                    <a:pt x="1254" y="516"/>
                    <a:pt x="3" y="2"/>
                  </a:cubicBez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0" name="Google Shape;2850;p40"/>
            <p:cNvSpPr/>
            <p:nvPr/>
          </p:nvSpPr>
          <p:spPr>
            <a:xfrm>
              <a:off x="3098775" y="545675"/>
              <a:ext cx="87200" cy="18600"/>
            </a:xfrm>
            <a:custGeom>
              <a:avLst/>
              <a:gdLst/>
              <a:ahLst/>
              <a:cxnLst/>
              <a:rect l="l" t="t" r="r" b="b"/>
              <a:pathLst>
                <a:path w="3488" h="744" extrusionOk="0">
                  <a:moveTo>
                    <a:pt x="1" y="1"/>
                  </a:moveTo>
                  <a:lnTo>
                    <a:pt x="1" y="1"/>
                  </a:lnTo>
                  <a:cubicBezTo>
                    <a:pt x="759" y="594"/>
                    <a:pt x="1620" y="744"/>
                    <a:pt x="2296" y="744"/>
                  </a:cubicBezTo>
                  <a:cubicBezTo>
                    <a:pt x="2988" y="744"/>
                    <a:pt x="3488" y="587"/>
                    <a:pt x="3488" y="587"/>
                  </a:cubicBezTo>
                  <a:lnTo>
                    <a:pt x="3488" y="587"/>
                  </a:lnTo>
                  <a:cubicBezTo>
                    <a:pt x="3198" y="634"/>
                    <a:pt x="2906" y="658"/>
                    <a:pt x="2614" y="658"/>
                  </a:cubicBezTo>
                  <a:cubicBezTo>
                    <a:pt x="1711" y="658"/>
                    <a:pt x="812" y="433"/>
                    <a:pt x="1" y="1"/>
                  </a:cubicBez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1" name="Google Shape;2851;p40"/>
            <p:cNvSpPr/>
            <p:nvPr/>
          </p:nvSpPr>
          <p:spPr>
            <a:xfrm>
              <a:off x="3001150" y="517425"/>
              <a:ext cx="97650" cy="42575"/>
            </a:xfrm>
            <a:custGeom>
              <a:avLst/>
              <a:gdLst/>
              <a:ahLst/>
              <a:cxnLst/>
              <a:rect l="l" t="t" r="r" b="b"/>
              <a:pathLst>
                <a:path w="3906" h="1703" extrusionOk="0">
                  <a:moveTo>
                    <a:pt x="3906" y="1"/>
                  </a:moveTo>
                  <a:cubicBezTo>
                    <a:pt x="3906" y="1"/>
                    <a:pt x="2204" y="126"/>
                    <a:pt x="1242" y="1145"/>
                  </a:cubicBezTo>
                  <a:cubicBezTo>
                    <a:pt x="1242" y="1145"/>
                    <a:pt x="907" y="1521"/>
                    <a:pt x="0" y="1703"/>
                  </a:cubicBezTo>
                  <a:cubicBezTo>
                    <a:pt x="502" y="1689"/>
                    <a:pt x="991" y="1507"/>
                    <a:pt x="1395" y="1200"/>
                  </a:cubicBezTo>
                  <a:cubicBezTo>
                    <a:pt x="2106" y="656"/>
                    <a:pt x="2358" y="461"/>
                    <a:pt x="390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2" name="Google Shape;2852;p40"/>
            <p:cNvSpPr/>
            <p:nvPr/>
          </p:nvSpPr>
          <p:spPr>
            <a:xfrm>
              <a:off x="3098775" y="517425"/>
              <a:ext cx="98025" cy="42575"/>
            </a:xfrm>
            <a:custGeom>
              <a:avLst/>
              <a:gdLst/>
              <a:ahLst/>
              <a:cxnLst/>
              <a:rect l="l" t="t" r="r" b="b"/>
              <a:pathLst>
                <a:path w="3921" h="1703" extrusionOk="0">
                  <a:moveTo>
                    <a:pt x="1" y="1"/>
                  </a:moveTo>
                  <a:lnTo>
                    <a:pt x="1" y="1"/>
                  </a:lnTo>
                  <a:cubicBezTo>
                    <a:pt x="1563" y="461"/>
                    <a:pt x="1814" y="656"/>
                    <a:pt x="2526" y="1200"/>
                  </a:cubicBezTo>
                  <a:cubicBezTo>
                    <a:pt x="2916" y="1507"/>
                    <a:pt x="3404" y="1689"/>
                    <a:pt x="3920" y="1703"/>
                  </a:cubicBezTo>
                  <a:cubicBezTo>
                    <a:pt x="3014" y="1521"/>
                    <a:pt x="2679" y="1145"/>
                    <a:pt x="2679" y="1145"/>
                  </a:cubicBezTo>
                  <a:cubicBezTo>
                    <a:pt x="1717" y="126"/>
                    <a:pt x="1" y="1"/>
                    <a:pt x="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3" name="Google Shape;2853;p40"/>
            <p:cNvSpPr/>
            <p:nvPr/>
          </p:nvSpPr>
          <p:spPr>
            <a:xfrm>
              <a:off x="3083450" y="570450"/>
              <a:ext cx="30700" cy="3150"/>
            </a:xfrm>
            <a:custGeom>
              <a:avLst/>
              <a:gdLst/>
              <a:ahLst/>
              <a:cxnLst/>
              <a:rect l="l" t="t" r="r" b="b"/>
              <a:pathLst>
                <a:path w="1228" h="126" extrusionOk="0">
                  <a:moveTo>
                    <a:pt x="614" y="0"/>
                  </a:moveTo>
                  <a:cubicBezTo>
                    <a:pt x="42" y="0"/>
                    <a:pt x="0" y="126"/>
                    <a:pt x="0" y="126"/>
                  </a:cubicBezTo>
                  <a:lnTo>
                    <a:pt x="1228" y="126"/>
                  </a:lnTo>
                  <a:cubicBezTo>
                    <a:pt x="1228" y="126"/>
                    <a:pt x="1172" y="0"/>
                    <a:pt x="614" y="0"/>
                  </a:cubicBez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4" name="Google Shape;2854;p40"/>
            <p:cNvSpPr/>
            <p:nvPr/>
          </p:nvSpPr>
          <p:spPr>
            <a:xfrm>
              <a:off x="3083450" y="571800"/>
              <a:ext cx="30700" cy="9125"/>
            </a:xfrm>
            <a:custGeom>
              <a:avLst/>
              <a:gdLst/>
              <a:ahLst/>
              <a:cxnLst/>
              <a:rect l="l" t="t" r="r" b="b"/>
              <a:pathLst>
                <a:path w="1228" h="365" extrusionOk="0">
                  <a:moveTo>
                    <a:pt x="504" y="1"/>
                  </a:moveTo>
                  <a:cubicBezTo>
                    <a:pt x="348" y="1"/>
                    <a:pt x="84" y="9"/>
                    <a:pt x="0" y="72"/>
                  </a:cubicBezTo>
                  <a:cubicBezTo>
                    <a:pt x="154" y="239"/>
                    <a:pt x="377" y="337"/>
                    <a:pt x="600" y="364"/>
                  </a:cubicBezTo>
                  <a:lnTo>
                    <a:pt x="614" y="364"/>
                  </a:lnTo>
                  <a:cubicBezTo>
                    <a:pt x="851" y="337"/>
                    <a:pt x="1060" y="239"/>
                    <a:pt x="1228" y="72"/>
                  </a:cubicBezTo>
                  <a:cubicBezTo>
                    <a:pt x="1133" y="9"/>
                    <a:pt x="867" y="1"/>
                    <a:pt x="716" y="1"/>
                  </a:cubicBezTo>
                  <a:cubicBezTo>
                    <a:pt x="665" y="1"/>
                    <a:pt x="628" y="2"/>
                    <a:pt x="614" y="2"/>
                  </a:cubicBezTo>
                  <a:cubicBezTo>
                    <a:pt x="596" y="2"/>
                    <a:pt x="556" y="1"/>
                    <a:pt x="504" y="1"/>
                  </a:cubicBez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5" name="Google Shape;2855;p40"/>
            <p:cNvSpPr/>
            <p:nvPr/>
          </p:nvSpPr>
          <p:spPr>
            <a:xfrm>
              <a:off x="3133300" y="483600"/>
              <a:ext cx="21650" cy="6350"/>
            </a:xfrm>
            <a:custGeom>
              <a:avLst/>
              <a:gdLst/>
              <a:ahLst/>
              <a:cxnLst/>
              <a:rect l="l" t="t" r="r" b="b"/>
              <a:pathLst>
                <a:path w="866" h="254" extrusionOk="0">
                  <a:moveTo>
                    <a:pt x="866" y="1"/>
                  </a:moveTo>
                  <a:cubicBezTo>
                    <a:pt x="731" y="145"/>
                    <a:pt x="590" y="193"/>
                    <a:pt x="462" y="193"/>
                  </a:cubicBezTo>
                  <a:cubicBezTo>
                    <a:pt x="205" y="193"/>
                    <a:pt x="1" y="1"/>
                    <a:pt x="1" y="1"/>
                  </a:cubicBezTo>
                  <a:lnTo>
                    <a:pt x="1" y="1"/>
                  </a:lnTo>
                  <a:cubicBezTo>
                    <a:pt x="98" y="140"/>
                    <a:pt x="252" y="238"/>
                    <a:pt x="433" y="252"/>
                  </a:cubicBezTo>
                  <a:cubicBezTo>
                    <a:pt x="445" y="253"/>
                    <a:pt x="456" y="253"/>
                    <a:pt x="467" y="253"/>
                  </a:cubicBezTo>
                  <a:cubicBezTo>
                    <a:pt x="635" y="253"/>
                    <a:pt x="787" y="158"/>
                    <a:pt x="866" y="1"/>
                  </a:cubicBezTo>
                  <a:close/>
                </a:path>
              </a:pathLst>
            </a:custGeom>
            <a:solidFill>
              <a:srgbClr val="D182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6" name="Google Shape;2856;p40"/>
            <p:cNvSpPr/>
            <p:nvPr/>
          </p:nvSpPr>
          <p:spPr>
            <a:xfrm>
              <a:off x="3043325" y="483600"/>
              <a:ext cx="21300" cy="6350"/>
            </a:xfrm>
            <a:custGeom>
              <a:avLst/>
              <a:gdLst/>
              <a:ahLst/>
              <a:cxnLst/>
              <a:rect l="l" t="t" r="r" b="b"/>
              <a:pathLst>
                <a:path w="852" h="254" extrusionOk="0">
                  <a:moveTo>
                    <a:pt x="1" y="1"/>
                  </a:moveTo>
                  <a:cubicBezTo>
                    <a:pt x="66" y="158"/>
                    <a:pt x="217" y="253"/>
                    <a:pt x="385" y="253"/>
                  </a:cubicBezTo>
                  <a:cubicBezTo>
                    <a:pt x="397" y="253"/>
                    <a:pt x="408" y="253"/>
                    <a:pt x="419" y="252"/>
                  </a:cubicBezTo>
                  <a:cubicBezTo>
                    <a:pt x="601" y="238"/>
                    <a:pt x="754" y="140"/>
                    <a:pt x="852" y="1"/>
                  </a:cubicBezTo>
                  <a:lnTo>
                    <a:pt x="852" y="1"/>
                  </a:lnTo>
                  <a:cubicBezTo>
                    <a:pt x="852" y="1"/>
                    <a:pt x="647" y="193"/>
                    <a:pt x="395" y="193"/>
                  </a:cubicBezTo>
                  <a:cubicBezTo>
                    <a:pt x="269" y="193"/>
                    <a:pt x="131" y="145"/>
                    <a:pt x="1" y="1"/>
                  </a:cubicBezTo>
                  <a:close/>
                </a:path>
              </a:pathLst>
            </a:custGeom>
            <a:solidFill>
              <a:srgbClr val="D182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7" name="Google Shape;2857;p40"/>
            <p:cNvSpPr/>
            <p:nvPr/>
          </p:nvSpPr>
          <p:spPr>
            <a:xfrm>
              <a:off x="3049625" y="531725"/>
              <a:ext cx="39425" cy="21300"/>
            </a:xfrm>
            <a:custGeom>
              <a:avLst/>
              <a:gdLst/>
              <a:ahLst/>
              <a:cxnLst/>
              <a:rect l="l" t="t" r="r" b="b"/>
              <a:pathLst>
                <a:path w="1577" h="852" extrusionOk="0">
                  <a:moveTo>
                    <a:pt x="1576" y="1"/>
                  </a:moveTo>
                  <a:cubicBezTo>
                    <a:pt x="1576" y="1"/>
                    <a:pt x="628" y="224"/>
                    <a:pt x="432" y="461"/>
                  </a:cubicBezTo>
                  <a:cubicBezTo>
                    <a:pt x="293" y="559"/>
                    <a:pt x="154" y="656"/>
                    <a:pt x="0" y="740"/>
                  </a:cubicBezTo>
                  <a:cubicBezTo>
                    <a:pt x="112" y="712"/>
                    <a:pt x="223" y="684"/>
                    <a:pt x="335" y="628"/>
                  </a:cubicBezTo>
                  <a:lnTo>
                    <a:pt x="335" y="628"/>
                  </a:lnTo>
                  <a:cubicBezTo>
                    <a:pt x="251" y="712"/>
                    <a:pt x="167" y="782"/>
                    <a:pt x="70" y="838"/>
                  </a:cubicBezTo>
                  <a:cubicBezTo>
                    <a:pt x="181" y="796"/>
                    <a:pt x="293" y="754"/>
                    <a:pt x="391" y="684"/>
                  </a:cubicBezTo>
                  <a:lnTo>
                    <a:pt x="391" y="684"/>
                  </a:lnTo>
                  <a:cubicBezTo>
                    <a:pt x="391" y="684"/>
                    <a:pt x="282" y="803"/>
                    <a:pt x="199" y="841"/>
                  </a:cubicBezTo>
                  <a:lnTo>
                    <a:pt x="199" y="841"/>
                  </a:lnTo>
                  <a:cubicBezTo>
                    <a:pt x="368" y="785"/>
                    <a:pt x="1166" y="498"/>
                    <a:pt x="1576" y="1"/>
                  </a:cubicBezTo>
                  <a:close/>
                  <a:moveTo>
                    <a:pt x="199" y="841"/>
                  </a:moveTo>
                  <a:cubicBezTo>
                    <a:pt x="179" y="848"/>
                    <a:pt x="167" y="852"/>
                    <a:pt x="167" y="852"/>
                  </a:cubicBezTo>
                  <a:cubicBezTo>
                    <a:pt x="177" y="850"/>
                    <a:pt x="188" y="846"/>
                    <a:pt x="199" y="841"/>
                  </a:cubicBez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8" name="Google Shape;2858;p40"/>
            <p:cNvSpPr/>
            <p:nvPr/>
          </p:nvSpPr>
          <p:spPr>
            <a:xfrm>
              <a:off x="3108200" y="533125"/>
              <a:ext cx="39775" cy="21300"/>
            </a:xfrm>
            <a:custGeom>
              <a:avLst/>
              <a:gdLst/>
              <a:ahLst/>
              <a:cxnLst/>
              <a:rect l="l" t="t" r="r" b="b"/>
              <a:pathLst>
                <a:path w="1591" h="852" extrusionOk="0">
                  <a:moveTo>
                    <a:pt x="0" y="1"/>
                  </a:moveTo>
                  <a:cubicBezTo>
                    <a:pt x="411" y="471"/>
                    <a:pt x="1177" y="765"/>
                    <a:pt x="1375" y="835"/>
                  </a:cubicBezTo>
                  <a:lnTo>
                    <a:pt x="1375" y="835"/>
                  </a:lnTo>
                  <a:cubicBezTo>
                    <a:pt x="1286" y="789"/>
                    <a:pt x="1186" y="670"/>
                    <a:pt x="1186" y="670"/>
                  </a:cubicBezTo>
                  <a:lnTo>
                    <a:pt x="1186" y="670"/>
                  </a:lnTo>
                  <a:cubicBezTo>
                    <a:pt x="1284" y="740"/>
                    <a:pt x="1395" y="796"/>
                    <a:pt x="1521" y="823"/>
                  </a:cubicBezTo>
                  <a:cubicBezTo>
                    <a:pt x="1409" y="768"/>
                    <a:pt x="1326" y="698"/>
                    <a:pt x="1256" y="614"/>
                  </a:cubicBezTo>
                  <a:lnTo>
                    <a:pt x="1256" y="614"/>
                  </a:lnTo>
                  <a:cubicBezTo>
                    <a:pt x="1353" y="670"/>
                    <a:pt x="1465" y="712"/>
                    <a:pt x="1591" y="740"/>
                  </a:cubicBezTo>
                  <a:cubicBezTo>
                    <a:pt x="1437" y="656"/>
                    <a:pt x="1284" y="558"/>
                    <a:pt x="1144" y="447"/>
                  </a:cubicBezTo>
                  <a:cubicBezTo>
                    <a:pt x="963" y="210"/>
                    <a:pt x="1" y="1"/>
                    <a:pt x="0" y="1"/>
                  </a:cubicBezTo>
                  <a:close/>
                  <a:moveTo>
                    <a:pt x="1375" y="835"/>
                  </a:moveTo>
                  <a:cubicBezTo>
                    <a:pt x="1392" y="843"/>
                    <a:pt x="1408" y="849"/>
                    <a:pt x="1423" y="851"/>
                  </a:cubicBezTo>
                  <a:cubicBezTo>
                    <a:pt x="1423" y="851"/>
                    <a:pt x="1406" y="846"/>
                    <a:pt x="1375" y="835"/>
                  </a:cubicBez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9" name="Google Shape;2859;p40"/>
            <p:cNvSpPr/>
            <p:nvPr/>
          </p:nvSpPr>
          <p:spPr>
            <a:xfrm>
              <a:off x="2983350" y="438275"/>
              <a:ext cx="31425" cy="42225"/>
            </a:xfrm>
            <a:custGeom>
              <a:avLst/>
              <a:gdLst/>
              <a:ahLst/>
              <a:cxnLst/>
              <a:rect l="l" t="t" r="r" b="b"/>
              <a:pathLst>
                <a:path w="1257" h="1689" extrusionOk="0">
                  <a:moveTo>
                    <a:pt x="1256" y="1"/>
                  </a:moveTo>
                  <a:lnTo>
                    <a:pt x="1256" y="1"/>
                  </a:lnTo>
                  <a:cubicBezTo>
                    <a:pt x="1256" y="1"/>
                    <a:pt x="1" y="796"/>
                    <a:pt x="43" y="1688"/>
                  </a:cubicBezTo>
                  <a:cubicBezTo>
                    <a:pt x="56" y="1488"/>
                    <a:pt x="223" y="1339"/>
                    <a:pt x="421" y="1339"/>
                  </a:cubicBezTo>
                  <a:cubicBezTo>
                    <a:pt x="430" y="1339"/>
                    <a:pt x="438" y="1339"/>
                    <a:pt x="447" y="1340"/>
                  </a:cubicBezTo>
                  <a:cubicBezTo>
                    <a:pt x="447" y="1340"/>
                    <a:pt x="530" y="868"/>
                    <a:pt x="711" y="699"/>
                  </a:cubicBezTo>
                  <a:lnTo>
                    <a:pt x="711" y="699"/>
                  </a:lnTo>
                  <a:cubicBezTo>
                    <a:pt x="711" y="699"/>
                    <a:pt x="711" y="699"/>
                    <a:pt x="711" y="699"/>
                  </a:cubicBezTo>
                  <a:cubicBezTo>
                    <a:pt x="712" y="699"/>
                    <a:pt x="712" y="699"/>
                    <a:pt x="712" y="698"/>
                  </a:cubicBezTo>
                  <a:lnTo>
                    <a:pt x="712" y="698"/>
                  </a:lnTo>
                  <a:cubicBezTo>
                    <a:pt x="712" y="698"/>
                    <a:pt x="711" y="699"/>
                    <a:pt x="711" y="699"/>
                  </a:cubicBezTo>
                  <a:lnTo>
                    <a:pt x="711" y="699"/>
                  </a:lnTo>
                  <a:cubicBezTo>
                    <a:pt x="699" y="698"/>
                    <a:pt x="632" y="585"/>
                    <a:pt x="1256" y="1"/>
                  </a:cubicBez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0" name="Google Shape;2860;p40"/>
            <p:cNvSpPr/>
            <p:nvPr/>
          </p:nvSpPr>
          <p:spPr>
            <a:xfrm>
              <a:off x="3188400" y="444550"/>
              <a:ext cx="31400" cy="42225"/>
            </a:xfrm>
            <a:custGeom>
              <a:avLst/>
              <a:gdLst/>
              <a:ahLst/>
              <a:cxnLst/>
              <a:rect l="l" t="t" r="r" b="b"/>
              <a:pathLst>
                <a:path w="1256" h="1689" extrusionOk="0">
                  <a:moveTo>
                    <a:pt x="1" y="1"/>
                  </a:moveTo>
                  <a:lnTo>
                    <a:pt x="1" y="1"/>
                  </a:lnTo>
                  <a:cubicBezTo>
                    <a:pt x="684" y="628"/>
                    <a:pt x="545" y="712"/>
                    <a:pt x="545" y="712"/>
                  </a:cubicBezTo>
                  <a:cubicBezTo>
                    <a:pt x="726" y="879"/>
                    <a:pt x="810" y="1340"/>
                    <a:pt x="810" y="1340"/>
                  </a:cubicBezTo>
                  <a:cubicBezTo>
                    <a:pt x="1019" y="1340"/>
                    <a:pt x="1200" y="1493"/>
                    <a:pt x="1228" y="1688"/>
                  </a:cubicBezTo>
                  <a:cubicBezTo>
                    <a:pt x="1256" y="796"/>
                    <a:pt x="1" y="1"/>
                    <a:pt x="1" y="1"/>
                  </a:cubicBez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1" name="Google Shape;2861;p40"/>
            <p:cNvSpPr/>
            <p:nvPr/>
          </p:nvSpPr>
          <p:spPr>
            <a:xfrm>
              <a:off x="3066700" y="413525"/>
              <a:ext cx="17125" cy="19200"/>
            </a:xfrm>
            <a:custGeom>
              <a:avLst/>
              <a:gdLst/>
              <a:ahLst/>
              <a:cxnLst/>
              <a:rect l="l" t="t" r="r" b="b"/>
              <a:pathLst>
                <a:path w="685" h="768" extrusionOk="0">
                  <a:moveTo>
                    <a:pt x="307" y="0"/>
                  </a:moveTo>
                  <a:cubicBezTo>
                    <a:pt x="307" y="0"/>
                    <a:pt x="1" y="544"/>
                    <a:pt x="210" y="767"/>
                  </a:cubicBezTo>
                  <a:cubicBezTo>
                    <a:pt x="210" y="767"/>
                    <a:pt x="253" y="656"/>
                    <a:pt x="352" y="656"/>
                  </a:cubicBezTo>
                  <a:cubicBezTo>
                    <a:pt x="402" y="656"/>
                    <a:pt x="466" y="684"/>
                    <a:pt x="545" y="767"/>
                  </a:cubicBezTo>
                  <a:cubicBezTo>
                    <a:pt x="545" y="767"/>
                    <a:pt x="684" y="614"/>
                    <a:pt x="307" y="0"/>
                  </a:cubicBez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2" name="Google Shape;2862;p40"/>
            <p:cNvSpPr/>
            <p:nvPr/>
          </p:nvSpPr>
          <p:spPr>
            <a:xfrm>
              <a:off x="3111675" y="414550"/>
              <a:ext cx="17125" cy="19225"/>
            </a:xfrm>
            <a:custGeom>
              <a:avLst/>
              <a:gdLst/>
              <a:ahLst/>
              <a:cxnLst/>
              <a:rect l="l" t="t" r="r" b="b"/>
              <a:pathLst>
                <a:path w="685" h="769" extrusionOk="0">
                  <a:moveTo>
                    <a:pt x="378" y="1"/>
                  </a:moveTo>
                  <a:cubicBezTo>
                    <a:pt x="1" y="601"/>
                    <a:pt x="140" y="754"/>
                    <a:pt x="140" y="768"/>
                  </a:cubicBezTo>
                  <a:cubicBezTo>
                    <a:pt x="219" y="684"/>
                    <a:pt x="283" y="657"/>
                    <a:pt x="333" y="657"/>
                  </a:cubicBezTo>
                  <a:cubicBezTo>
                    <a:pt x="432" y="657"/>
                    <a:pt x="475" y="768"/>
                    <a:pt x="475" y="768"/>
                  </a:cubicBezTo>
                  <a:cubicBezTo>
                    <a:pt x="684" y="531"/>
                    <a:pt x="378" y="1"/>
                    <a:pt x="378" y="1"/>
                  </a:cubicBez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3" name="Google Shape;2863;p40"/>
            <p:cNvSpPr/>
            <p:nvPr/>
          </p:nvSpPr>
          <p:spPr>
            <a:xfrm>
              <a:off x="3082400" y="508025"/>
              <a:ext cx="33425" cy="17475"/>
            </a:xfrm>
            <a:custGeom>
              <a:avLst/>
              <a:gdLst/>
              <a:ahLst/>
              <a:cxnLst/>
              <a:rect l="l" t="t" r="r" b="b"/>
              <a:pathLst>
                <a:path w="1337" h="699" extrusionOk="0">
                  <a:moveTo>
                    <a:pt x="56" y="0"/>
                  </a:moveTo>
                  <a:cubicBezTo>
                    <a:pt x="56" y="0"/>
                    <a:pt x="0" y="684"/>
                    <a:pt x="670" y="698"/>
                  </a:cubicBezTo>
                  <a:cubicBezTo>
                    <a:pt x="682" y="698"/>
                    <a:pt x="695" y="698"/>
                    <a:pt x="707" y="698"/>
                  </a:cubicBezTo>
                  <a:cubicBezTo>
                    <a:pt x="1337" y="698"/>
                    <a:pt x="1270" y="0"/>
                    <a:pt x="127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4" name="Google Shape;2864;p40"/>
            <p:cNvSpPr/>
            <p:nvPr/>
          </p:nvSpPr>
          <p:spPr>
            <a:xfrm>
              <a:off x="3082400" y="501575"/>
              <a:ext cx="32800" cy="16000"/>
            </a:xfrm>
            <a:custGeom>
              <a:avLst/>
              <a:gdLst/>
              <a:ahLst/>
              <a:cxnLst/>
              <a:rect l="l" t="t" r="r" b="b"/>
              <a:pathLst>
                <a:path w="1312" h="640" extrusionOk="0">
                  <a:moveTo>
                    <a:pt x="656" y="0"/>
                  </a:moveTo>
                  <a:cubicBezTo>
                    <a:pt x="537" y="0"/>
                    <a:pt x="419" y="21"/>
                    <a:pt x="307" y="63"/>
                  </a:cubicBezTo>
                  <a:cubicBezTo>
                    <a:pt x="237" y="77"/>
                    <a:pt x="182" y="105"/>
                    <a:pt x="126" y="133"/>
                  </a:cubicBezTo>
                  <a:cubicBezTo>
                    <a:pt x="28" y="202"/>
                    <a:pt x="0" y="300"/>
                    <a:pt x="168" y="426"/>
                  </a:cubicBezTo>
                  <a:cubicBezTo>
                    <a:pt x="393" y="612"/>
                    <a:pt x="543" y="640"/>
                    <a:pt x="612" y="640"/>
                  </a:cubicBezTo>
                  <a:cubicBezTo>
                    <a:pt x="641" y="640"/>
                    <a:pt x="656" y="635"/>
                    <a:pt x="656" y="635"/>
                  </a:cubicBezTo>
                  <a:cubicBezTo>
                    <a:pt x="656" y="635"/>
                    <a:pt x="672" y="640"/>
                    <a:pt x="702" y="640"/>
                  </a:cubicBezTo>
                  <a:cubicBezTo>
                    <a:pt x="776" y="640"/>
                    <a:pt x="932" y="612"/>
                    <a:pt x="1158" y="426"/>
                  </a:cubicBezTo>
                  <a:cubicBezTo>
                    <a:pt x="1311" y="300"/>
                    <a:pt x="1284" y="216"/>
                    <a:pt x="1186" y="147"/>
                  </a:cubicBezTo>
                  <a:cubicBezTo>
                    <a:pt x="1130" y="105"/>
                    <a:pt x="1074" y="77"/>
                    <a:pt x="1005" y="63"/>
                  </a:cubicBezTo>
                  <a:cubicBezTo>
                    <a:pt x="893" y="21"/>
                    <a:pt x="774" y="0"/>
                    <a:pt x="65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5" name="Google Shape;2865;p40"/>
            <p:cNvSpPr/>
            <p:nvPr/>
          </p:nvSpPr>
          <p:spPr>
            <a:xfrm>
              <a:off x="3083450" y="504875"/>
              <a:ext cx="31050" cy="12650"/>
            </a:xfrm>
            <a:custGeom>
              <a:avLst/>
              <a:gdLst/>
              <a:ahLst/>
              <a:cxnLst/>
              <a:rect l="l" t="t" r="r" b="b"/>
              <a:pathLst>
                <a:path w="1242" h="506" extrusionOk="0">
                  <a:moveTo>
                    <a:pt x="98" y="1"/>
                  </a:moveTo>
                  <a:cubicBezTo>
                    <a:pt x="28" y="56"/>
                    <a:pt x="0" y="112"/>
                    <a:pt x="28" y="182"/>
                  </a:cubicBezTo>
                  <a:cubicBezTo>
                    <a:pt x="42" y="224"/>
                    <a:pt x="84" y="266"/>
                    <a:pt x="126" y="294"/>
                  </a:cubicBezTo>
                  <a:cubicBezTo>
                    <a:pt x="366" y="482"/>
                    <a:pt x="528" y="505"/>
                    <a:pt x="594" y="505"/>
                  </a:cubicBezTo>
                  <a:cubicBezTo>
                    <a:pt x="616" y="505"/>
                    <a:pt x="628" y="503"/>
                    <a:pt x="628" y="503"/>
                  </a:cubicBezTo>
                  <a:cubicBezTo>
                    <a:pt x="628" y="503"/>
                    <a:pt x="638" y="505"/>
                    <a:pt x="659" y="505"/>
                  </a:cubicBezTo>
                  <a:cubicBezTo>
                    <a:pt x="721" y="505"/>
                    <a:pt x="875" y="482"/>
                    <a:pt x="1116" y="294"/>
                  </a:cubicBezTo>
                  <a:cubicBezTo>
                    <a:pt x="1158" y="266"/>
                    <a:pt x="1200" y="224"/>
                    <a:pt x="1228" y="168"/>
                  </a:cubicBezTo>
                  <a:cubicBezTo>
                    <a:pt x="1242" y="112"/>
                    <a:pt x="1214" y="56"/>
                    <a:pt x="1144" y="1"/>
                  </a:cubicBezTo>
                  <a:cubicBezTo>
                    <a:pt x="1039" y="185"/>
                    <a:pt x="859" y="295"/>
                    <a:pt x="651" y="295"/>
                  </a:cubicBezTo>
                  <a:cubicBezTo>
                    <a:pt x="639" y="295"/>
                    <a:pt x="626" y="294"/>
                    <a:pt x="614" y="294"/>
                  </a:cubicBezTo>
                  <a:cubicBezTo>
                    <a:pt x="602" y="294"/>
                    <a:pt x="590" y="295"/>
                    <a:pt x="579" y="295"/>
                  </a:cubicBezTo>
                  <a:cubicBezTo>
                    <a:pt x="381" y="295"/>
                    <a:pt x="190" y="185"/>
                    <a:pt x="9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6" name="Google Shape;2866;p40"/>
            <p:cNvSpPr/>
            <p:nvPr/>
          </p:nvSpPr>
          <p:spPr>
            <a:xfrm>
              <a:off x="3083800" y="509075"/>
              <a:ext cx="30000" cy="8500"/>
            </a:xfrm>
            <a:custGeom>
              <a:avLst/>
              <a:gdLst/>
              <a:ahLst/>
              <a:cxnLst/>
              <a:rect l="l" t="t" r="r" b="b"/>
              <a:pathLst>
                <a:path w="1200" h="340" extrusionOk="0">
                  <a:moveTo>
                    <a:pt x="1200" y="0"/>
                  </a:moveTo>
                  <a:lnTo>
                    <a:pt x="1200" y="0"/>
                  </a:lnTo>
                  <a:cubicBezTo>
                    <a:pt x="1186" y="28"/>
                    <a:pt x="781" y="279"/>
                    <a:pt x="600" y="279"/>
                  </a:cubicBezTo>
                  <a:cubicBezTo>
                    <a:pt x="432" y="279"/>
                    <a:pt x="70" y="56"/>
                    <a:pt x="0" y="14"/>
                  </a:cubicBezTo>
                  <a:lnTo>
                    <a:pt x="0" y="14"/>
                  </a:lnTo>
                  <a:cubicBezTo>
                    <a:pt x="28" y="56"/>
                    <a:pt x="70" y="98"/>
                    <a:pt x="112" y="126"/>
                  </a:cubicBezTo>
                  <a:cubicBezTo>
                    <a:pt x="337" y="312"/>
                    <a:pt x="487" y="340"/>
                    <a:pt x="556" y="340"/>
                  </a:cubicBezTo>
                  <a:cubicBezTo>
                    <a:pt x="585" y="340"/>
                    <a:pt x="600" y="335"/>
                    <a:pt x="600" y="335"/>
                  </a:cubicBezTo>
                  <a:cubicBezTo>
                    <a:pt x="600" y="335"/>
                    <a:pt x="616" y="340"/>
                    <a:pt x="646" y="340"/>
                  </a:cubicBezTo>
                  <a:cubicBezTo>
                    <a:pt x="720" y="340"/>
                    <a:pt x="876" y="312"/>
                    <a:pt x="1102" y="126"/>
                  </a:cubicBezTo>
                  <a:cubicBezTo>
                    <a:pt x="1144" y="98"/>
                    <a:pt x="1186" y="56"/>
                    <a:pt x="1200" y="0"/>
                  </a:cubicBezTo>
                  <a:close/>
                </a:path>
              </a:pathLst>
            </a:custGeom>
            <a:solidFill>
              <a:srgbClr val="C24A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7" name="Google Shape;2867;p40"/>
            <p:cNvSpPr/>
            <p:nvPr/>
          </p:nvSpPr>
          <p:spPr>
            <a:xfrm>
              <a:off x="3096350" y="505225"/>
              <a:ext cx="6650" cy="2125"/>
            </a:xfrm>
            <a:custGeom>
              <a:avLst/>
              <a:gdLst/>
              <a:ahLst/>
              <a:cxnLst/>
              <a:rect l="l" t="t" r="r" b="b"/>
              <a:pathLst>
                <a:path w="266" h="85" extrusionOk="0">
                  <a:moveTo>
                    <a:pt x="140" y="1"/>
                  </a:moveTo>
                  <a:cubicBezTo>
                    <a:pt x="56" y="1"/>
                    <a:pt x="0" y="15"/>
                    <a:pt x="0" y="42"/>
                  </a:cubicBezTo>
                  <a:cubicBezTo>
                    <a:pt x="0" y="70"/>
                    <a:pt x="56" y="84"/>
                    <a:pt x="140" y="84"/>
                  </a:cubicBezTo>
                  <a:cubicBezTo>
                    <a:pt x="209" y="84"/>
                    <a:pt x="265" y="70"/>
                    <a:pt x="265" y="42"/>
                  </a:cubicBezTo>
                  <a:cubicBezTo>
                    <a:pt x="265" y="15"/>
                    <a:pt x="209" y="1"/>
                    <a:pt x="14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8" name="Google Shape;2868;p40"/>
            <p:cNvSpPr/>
            <p:nvPr/>
          </p:nvSpPr>
          <p:spPr>
            <a:xfrm>
              <a:off x="3016825" y="445950"/>
              <a:ext cx="171600" cy="71025"/>
            </a:xfrm>
            <a:custGeom>
              <a:avLst/>
              <a:gdLst/>
              <a:ahLst/>
              <a:cxnLst/>
              <a:rect l="l" t="t" r="r" b="b"/>
              <a:pathLst>
                <a:path w="6864" h="2841" extrusionOk="0">
                  <a:moveTo>
                    <a:pt x="1561" y="269"/>
                  </a:moveTo>
                  <a:cubicBezTo>
                    <a:pt x="2166" y="269"/>
                    <a:pt x="2749" y="738"/>
                    <a:pt x="2749" y="1437"/>
                  </a:cubicBezTo>
                  <a:cubicBezTo>
                    <a:pt x="2749" y="2093"/>
                    <a:pt x="2219" y="2609"/>
                    <a:pt x="1577" y="2609"/>
                  </a:cubicBezTo>
                  <a:cubicBezTo>
                    <a:pt x="531" y="2609"/>
                    <a:pt x="1" y="1353"/>
                    <a:pt x="740" y="614"/>
                  </a:cubicBezTo>
                  <a:cubicBezTo>
                    <a:pt x="979" y="376"/>
                    <a:pt x="1272" y="269"/>
                    <a:pt x="1561" y="269"/>
                  </a:cubicBezTo>
                  <a:close/>
                  <a:moveTo>
                    <a:pt x="4989" y="269"/>
                  </a:moveTo>
                  <a:cubicBezTo>
                    <a:pt x="5592" y="269"/>
                    <a:pt x="6171" y="738"/>
                    <a:pt x="6180" y="1437"/>
                  </a:cubicBezTo>
                  <a:cubicBezTo>
                    <a:pt x="6180" y="2084"/>
                    <a:pt x="5664" y="2609"/>
                    <a:pt x="5020" y="2609"/>
                  </a:cubicBezTo>
                  <a:cubicBezTo>
                    <a:pt x="5011" y="2609"/>
                    <a:pt x="5003" y="2609"/>
                    <a:pt x="4995" y="2609"/>
                  </a:cubicBezTo>
                  <a:lnTo>
                    <a:pt x="5008" y="2609"/>
                  </a:lnTo>
                  <a:cubicBezTo>
                    <a:pt x="3962" y="2609"/>
                    <a:pt x="3432" y="1353"/>
                    <a:pt x="4172" y="614"/>
                  </a:cubicBezTo>
                  <a:cubicBezTo>
                    <a:pt x="4410" y="376"/>
                    <a:pt x="4702" y="269"/>
                    <a:pt x="4989" y="269"/>
                  </a:cubicBezTo>
                  <a:close/>
                  <a:moveTo>
                    <a:pt x="1589" y="0"/>
                  </a:moveTo>
                  <a:cubicBezTo>
                    <a:pt x="1580" y="0"/>
                    <a:pt x="1572" y="0"/>
                    <a:pt x="1563" y="0"/>
                  </a:cubicBezTo>
                  <a:cubicBezTo>
                    <a:pt x="810" y="28"/>
                    <a:pt x="210" y="628"/>
                    <a:pt x="210" y="1381"/>
                  </a:cubicBezTo>
                  <a:cubicBezTo>
                    <a:pt x="210" y="2135"/>
                    <a:pt x="810" y="2748"/>
                    <a:pt x="1563" y="2762"/>
                  </a:cubicBezTo>
                  <a:cubicBezTo>
                    <a:pt x="1572" y="2762"/>
                    <a:pt x="1580" y="2762"/>
                    <a:pt x="1589" y="2762"/>
                  </a:cubicBezTo>
                  <a:cubicBezTo>
                    <a:pt x="2317" y="2762"/>
                    <a:pt x="2930" y="2182"/>
                    <a:pt x="2958" y="1437"/>
                  </a:cubicBezTo>
                  <a:lnTo>
                    <a:pt x="2958" y="1409"/>
                  </a:lnTo>
                  <a:cubicBezTo>
                    <a:pt x="3028" y="1298"/>
                    <a:pt x="3153" y="1242"/>
                    <a:pt x="3279" y="1242"/>
                  </a:cubicBezTo>
                  <a:cubicBezTo>
                    <a:pt x="3418" y="1242"/>
                    <a:pt x="3544" y="1312"/>
                    <a:pt x="3600" y="1437"/>
                  </a:cubicBezTo>
                  <a:cubicBezTo>
                    <a:pt x="3600" y="2285"/>
                    <a:pt x="4287" y="2840"/>
                    <a:pt x="5004" y="2840"/>
                  </a:cubicBezTo>
                  <a:cubicBezTo>
                    <a:pt x="5349" y="2840"/>
                    <a:pt x="5700" y="2712"/>
                    <a:pt x="5985" y="2427"/>
                  </a:cubicBezTo>
                  <a:cubicBezTo>
                    <a:pt x="6864" y="1549"/>
                    <a:pt x="6236" y="42"/>
                    <a:pt x="4995" y="42"/>
                  </a:cubicBezTo>
                  <a:cubicBezTo>
                    <a:pt x="4269" y="42"/>
                    <a:pt x="3655" y="614"/>
                    <a:pt x="3600" y="1339"/>
                  </a:cubicBezTo>
                  <a:cubicBezTo>
                    <a:pt x="3558" y="1200"/>
                    <a:pt x="3432" y="1116"/>
                    <a:pt x="3279" y="1116"/>
                  </a:cubicBezTo>
                  <a:cubicBezTo>
                    <a:pt x="3139" y="1116"/>
                    <a:pt x="3014" y="1200"/>
                    <a:pt x="2958" y="1325"/>
                  </a:cubicBezTo>
                  <a:cubicBezTo>
                    <a:pt x="2930" y="581"/>
                    <a:pt x="2317" y="0"/>
                    <a:pt x="15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9" name="Google Shape;2869;p40"/>
            <p:cNvSpPr/>
            <p:nvPr/>
          </p:nvSpPr>
          <p:spPr>
            <a:xfrm>
              <a:off x="3538525" y="836950"/>
              <a:ext cx="128350" cy="136100"/>
            </a:xfrm>
            <a:custGeom>
              <a:avLst/>
              <a:gdLst/>
              <a:ahLst/>
              <a:cxnLst/>
              <a:rect l="l" t="t" r="r" b="b"/>
              <a:pathLst>
                <a:path w="5134" h="5444" extrusionOk="0">
                  <a:moveTo>
                    <a:pt x="2038" y="1"/>
                  </a:moveTo>
                  <a:cubicBezTo>
                    <a:pt x="1729" y="1"/>
                    <a:pt x="1417" y="91"/>
                    <a:pt x="1144" y="276"/>
                  </a:cubicBezTo>
                  <a:cubicBezTo>
                    <a:pt x="1074" y="332"/>
                    <a:pt x="1004" y="387"/>
                    <a:pt x="935" y="457"/>
                  </a:cubicBezTo>
                  <a:cubicBezTo>
                    <a:pt x="795" y="471"/>
                    <a:pt x="656" y="513"/>
                    <a:pt x="544" y="597"/>
                  </a:cubicBezTo>
                  <a:cubicBezTo>
                    <a:pt x="209" y="820"/>
                    <a:pt x="14" y="1196"/>
                    <a:pt x="14" y="1601"/>
                  </a:cubicBezTo>
                  <a:cubicBezTo>
                    <a:pt x="0" y="2131"/>
                    <a:pt x="335" y="2605"/>
                    <a:pt x="851" y="2745"/>
                  </a:cubicBezTo>
                  <a:cubicBezTo>
                    <a:pt x="837" y="2828"/>
                    <a:pt x="823" y="2912"/>
                    <a:pt x="823" y="2996"/>
                  </a:cubicBezTo>
                  <a:cubicBezTo>
                    <a:pt x="823" y="3526"/>
                    <a:pt x="1186" y="3986"/>
                    <a:pt x="1716" y="4084"/>
                  </a:cubicBezTo>
                  <a:cubicBezTo>
                    <a:pt x="1632" y="4195"/>
                    <a:pt x="1590" y="4307"/>
                    <a:pt x="1590" y="4432"/>
                  </a:cubicBezTo>
                  <a:cubicBezTo>
                    <a:pt x="1590" y="4656"/>
                    <a:pt x="1716" y="4851"/>
                    <a:pt x="1911" y="4949"/>
                  </a:cubicBezTo>
                  <a:cubicBezTo>
                    <a:pt x="1897" y="4990"/>
                    <a:pt x="1897" y="5018"/>
                    <a:pt x="1897" y="5060"/>
                  </a:cubicBezTo>
                  <a:cubicBezTo>
                    <a:pt x="1888" y="5295"/>
                    <a:pt x="2081" y="5443"/>
                    <a:pt x="2278" y="5443"/>
                  </a:cubicBezTo>
                  <a:cubicBezTo>
                    <a:pt x="2396" y="5443"/>
                    <a:pt x="2516" y="5390"/>
                    <a:pt x="2594" y="5269"/>
                  </a:cubicBezTo>
                  <a:cubicBezTo>
                    <a:pt x="2818" y="5214"/>
                    <a:pt x="2999" y="5018"/>
                    <a:pt x="2999" y="4767"/>
                  </a:cubicBezTo>
                  <a:cubicBezTo>
                    <a:pt x="3180" y="4725"/>
                    <a:pt x="3348" y="4628"/>
                    <a:pt x="3473" y="4502"/>
                  </a:cubicBezTo>
                  <a:cubicBezTo>
                    <a:pt x="3641" y="4349"/>
                    <a:pt x="3738" y="4140"/>
                    <a:pt x="3780" y="3902"/>
                  </a:cubicBezTo>
                  <a:cubicBezTo>
                    <a:pt x="3934" y="3861"/>
                    <a:pt x="4073" y="3791"/>
                    <a:pt x="4199" y="3679"/>
                  </a:cubicBezTo>
                  <a:cubicBezTo>
                    <a:pt x="4575" y="3386"/>
                    <a:pt x="4743" y="2898"/>
                    <a:pt x="4645" y="2438"/>
                  </a:cubicBezTo>
                  <a:cubicBezTo>
                    <a:pt x="4924" y="2256"/>
                    <a:pt x="5119" y="1950"/>
                    <a:pt x="5133" y="1601"/>
                  </a:cubicBezTo>
                  <a:cubicBezTo>
                    <a:pt x="5133" y="959"/>
                    <a:pt x="4408" y="443"/>
                    <a:pt x="3529" y="443"/>
                  </a:cubicBezTo>
                  <a:cubicBezTo>
                    <a:pt x="3417" y="457"/>
                    <a:pt x="3306" y="457"/>
                    <a:pt x="3180" y="485"/>
                  </a:cubicBezTo>
                  <a:cubicBezTo>
                    <a:pt x="2868" y="165"/>
                    <a:pt x="2455" y="1"/>
                    <a:pt x="2038" y="1"/>
                  </a:cubicBezTo>
                  <a:close/>
                </a:path>
              </a:pathLst>
            </a:custGeom>
            <a:solidFill>
              <a:srgbClr val="FFF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0" name="Google Shape;2870;p40"/>
            <p:cNvSpPr/>
            <p:nvPr/>
          </p:nvSpPr>
          <p:spPr>
            <a:xfrm>
              <a:off x="3532925" y="851850"/>
              <a:ext cx="92450" cy="121200"/>
            </a:xfrm>
            <a:custGeom>
              <a:avLst/>
              <a:gdLst/>
              <a:ahLst/>
              <a:cxnLst/>
              <a:rect l="l" t="t" r="r" b="b"/>
              <a:pathLst>
                <a:path w="3698" h="4848" extrusionOk="0">
                  <a:moveTo>
                    <a:pt x="754" y="1"/>
                  </a:moveTo>
                  <a:cubicBezTo>
                    <a:pt x="419" y="224"/>
                    <a:pt x="224" y="600"/>
                    <a:pt x="238" y="1005"/>
                  </a:cubicBezTo>
                  <a:cubicBezTo>
                    <a:pt x="210" y="1535"/>
                    <a:pt x="559" y="2009"/>
                    <a:pt x="1075" y="2149"/>
                  </a:cubicBezTo>
                  <a:cubicBezTo>
                    <a:pt x="1061" y="2232"/>
                    <a:pt x="1047" y="2316"/>
                    <a:pt x="1047" y="2400"/>
                  </a:cubicBezTo>
                  <a:cubicBezTo>
                    <a:pt x="1047" y="2930"/>
                    <a:pt x="1410" y="3390"/>
                    <a:pt x="1940" y="3488"/>
                  </a:cubicBezTo>
                  <a:cubicBezTo>
                    <a:pt x="1856" y="3599"/>
                    <a:pt x="1814" y="3711"/>
                    <a:pt x="1814" y="3836"/>
                  </a:cubicBezTo>
                  <a:cubicBezTo>
                    <a:pt x="1814" y="4060"/>
                    <a:pt x="1940" y="4255"/>
                    <a:pt x="2135" y="4353"/>
                  </a:cubicBezTo>
                  <a:cubicBezTo>
                    <a:pt x="2121" y="4394"/>
                    <a:pt x="2121" y="4422"/>
                    <a:pt x="2121" y="4464"/>
                  </a:cubicBezTo>
                  <a:cubicBezTo>
                    <a:pt x="2112" y="4699"/>
                    <a:pt x="2305" y="4847"/>
                    <a:pt x="2502" y="4847"/>
                  </a:cubicBezTo>
                  <a:cubicBezTo>
                    <a:pt x="2620" y="4847"/>
                    <a:pt x="2740" y="4794"/>
                    <a:pt x="2818" y="4673"/>
                  </a:cubicBezTo>
                  <a:cubicBezTo>
                    <a:pt x="3042" y="4618"/>
                    <a:pt x="3223" y="4422"/>
                    <a:pt x="3223" y="4171"/>
                  </a:cubicBezTo>
                  <a:cubicBezTo>
                    <a:pt x="3404" y="4129"/>
                    <a:pt x="3572" y="4032"/>
                    <a:pt x="3697" y="3906"/>
                  </a:cubicBezTo>
                  <a:lnTo>
                    <a:pt x="3697" y="3906"/>
                  </a:lnTo>
                  <a:cubicBezTo>
                    <a:pt x="3689" y="3906"/>
                    <a:pt x="3605" y="3924"/>
                    <a:pt x="3485" y="3924"/>
                  </a:cubicBezTo>
                  <a:cubicBezTo>
                    <a:pt x="3217" y="3924"/>
                    <a:pt x="2765" y="3837"/>
                    <a:pt x="2553" y="3278"/>
                  </a:cubicBezTo>
                  <a:cubicBezTo>
                    <a:pt x="2553" y="3278"/>
                    <a:pt x="2441" y="3317"/>
                    <a:pt x="2297" y="3317"/>
                  </a:cubicBezTo>
                  <a:cubicBezTo>
                    <a:pt x="2166" y="3317"/>
                    <a:pt x="2009" y="3286"/>
                    <a:pt x="1884" y="3167"/>
                  </a:cubicBezTo>
                  <a:cubicBezTo>
                    <a:pt x="1884" y="3167"/>
                    <a:pt x="1703" y="2707"/>
                    <a:pt x="2247" y="2567"/>
                  </a:cubicBezTo>
                  <a:lnTo>
                    <a:pt x="2247" y="2567"/>
                  </a:lnTo>
                  <a:cubicBezTo>
                    <a:pt x="2247" y="2567"/>
                    <a:pt x="2245" y="2567"/>
                    <a:pt x="2241" y="2567"/>
                  </a:cubicBezTo>
                  <a:cubicBezTo>
                    <a:pt x="2161" y="2567"/>
                    <a:pt x="1223" y="2554"/>
                    <a:pt x="1410" y="1953"/>
                  </a:cubicBezTo>
                  <a:cubicBezTo>
                    <a:pt x="1410" y="1953"/>
                    <a:pt x="1" y="1925"/>
                    <a:pt x="754" y="1"/>
                  </a:cubicBezTo>
                  <a:close/>
                </a:path>
              </a:pathLst>
            </a:custGeom>
            <a:solidFill>
              <a:srgbClr val="E5CF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1" name="Google Shape;2871;p40"/>
            <p:cNvSpPr/>
            <p:nvPr/>
          </p:nvSpPr>
          <p:spPr>
            <a:xfrm>
              <a:off x="3567100" y="836925"/>
              <a:ext cx="99425" cy="92025"/>
            </a:xfrm>
            <a:custGeom>
              <a:avLst/>
              <a:gdLst/>
              <a:ahLst/>
              <a:cxnLst/>
              <a:rect l="l" t="t" r="r" b="b"/>
              <a:pathLst>
                <a:path w="3977" h="3681" extrusionOk="0">
                  <a:moveTo>
                    <a:pt x="901" y="1"/>
                  </a:moveTo>
                  <a:cubicBezTo>
                    <a:pt x="590" y="1"/>
                    <a:pt x="276" y="91"/>
                    <a:pt x="1" y="277"/>
                  </a:cubicBezTo>
                  <a:cubicBezTo>
                    <a:pt x="249" y="178"/>
                    <a:pt x="481" y="139"/>
                    <a:pt x="695" y="139"/>
                  </a:cubicBezTo>
                  <a:cubicBezTo>
                    <a:pt x="1571" y="139"/>
                    <a:pt x="2121" y="807"/>
                    <a:pt x="2121" y="807"/>
                  </a:cubicBezTo>
                  <a:cubicBezTo>
                    <a:pt x="2291" y="771"/>
                    <a:pt x="2439" y="757"/>
                    <a:pt x="2567" y="757"/>
                  </a:cubicBezTo>
                  <a:cubicBezTo>
                    <a:pt x="2985" y="757"/>
                    <a:pt x="3181" y="904"/>
                    <a:pt x="3181" y="904"/>
                  </a:cubicBezTo>
                  <a:cubicBezTo>
                    <a:pt x="3976" y="1476"/>
                    <a:pt x="3195" y="2425"/>
                    <a:pt x="3195" y="2425"/>
                  </a:cubicBezTo>
                  <a:cubicBezTo>
                    <a:pt x="3376" y="2927"/>
                    <a:pt x="3069" y="3638"/>
                    <a:pt x="3056" y="3680"/>
                  </a:cubicBezTo>
                  <a:cubicBezTo>
                    <a:pt x="3432" y="3373"/>
                    <a:pt x="3600" y="2899"/>
                    <a:pt x="3488" y="2425"/>
                  </a:cubicBezTo>
                  <a:cubicBezTo>
                    <a:pt x="3781" y="2243"/>
                    <a:pt x="3962" y="1937"/>
                    <a:pt x="3976" y="1602"/>
                  </a:cubicBezTo>
                  <a:cubicBezTo>
                    <a:pt x="3976" y="960"/>
                    <a:pt x="3265" y="444"/>
                    <a:pt x="2386" y="444"/>
                  </a:cubicBezTo>
                  <a:cubicBezTo>
                    <a:pt x="2274" y="444"/>
                    <a:pt x="2149" y="458"/>
                    <a:pt x="2037" y="472"/>
                  </a:cubicBezTo>
                  <a:cubicBezTo>
                    <a:pt x="1727" y="161"/>
                    <a:pt x="1316" y="1"/>
                    <a:pt x="901" y="1"/>
                  </a:cubicBezTo>
                  <a:close/>
                </a:path>
              </a:pathLst>
            </a:custGeom>
            <a:solidFill>
              <a:srgbClr val="E5CF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2" name="Google Shape;2872;p40"/>
            <p:cNvSpPr/>
            <p:nvPr/>
          </p:nvSpPr>
          <p:spPr>
            <a:xfrm>
              <a:off x="3605475" y="893350"/>
              <a:ext cx="28250" cy="19200"/>
            </a:xfrm>
            <a:custGeom>
              <a:avLst/>
              <a:gdLst/>
              <a:ahLst/>
              <a:cxnLst/>
              <a:rect l="l" t="t" r="r" b="b"/>
              <a:pathLst>
                <a:path w="1130" h="768" extrusionOk="0">
                  <a:moveTo>
                    <a:pt x="530" y="0"/>
                  </a:moveTo>
                  <a:cubicBezTo>
                    <a:pt x="474" y="0"/>
                    <a:pt x="419" y="14"/>
                    <a:pt x="363" y="28"/>
                  </a:cubicBezTo>
                  <a:cubicBezTo>
                    <a:pt x="335" y="28"/>
                    <a:pt x="307" y="56"/>
                    <a:pt x="293" y="56"/>
                  </a:cubicBezTo>
                  <a:cubicBezTo>
                    <a:pt x="265" y="70"/>
                    <a:pt x="237" y="84"/>
                    <a:pt x="223" y="98"/>
                  </a:cubicBezTo>
                  <a:lnTo>
                    <a:pt x="168" y="140"/>
                  </a:lnTo>
                  <a:cubicBezTo>
                    <a:pt x="140" y="168"/>
                    <a:pt x="126" y="182"/>
                    <a:pt x="112" y="196"/>
                  </a:cubicBezTo>
                  <a:cubicBezTo>
                    <a:pt x="98" y="210"/>
                    <a:pt x="84" y="224"/>
                    <a:pt x="84" y="252"/>
                  </a:cubicBezTo>
                  <a:lnTo>
                    <a:pt x="56" y="293"/>
                  </a:lnTo>
                  <a:lnTo>
                    <a:pt x="28" y="335"/>
                  </a:lnTo>
                  <a:lnTo>
                    <a:pt x="14" y="377"/>
                  </a:lnTo>
                  <a:cubicBezTo>
                    <a:pt x="0" y="433"/>
                    <a:pt x="0" y="447"/>
                    <a:pt x="0" y="447"/>
                  </a:cubicBezTo>
                  <a:cubicBezTo>
                    <a:pt x="0" y="447"/>
                    <a:pt x="14" y="433"/>
                    <a:pt x="42" y="391"/>
                  </a:cubicBezTo>
                  <a:lnTo>
                    <a:pt x="56" y="349"/>
                  </a:lnTo>
                  <a:lnTo>
                    <a:pt x="84" y="321"/>
                  </a:lnTo>
                  <a:cubicBezTo>
                    <a:pt x="112" y="293"/>
                    <a:pt x="140" y="265"/>
                    <a:pt x="168" y="238"/>
                  </a:cubicBezTo>
                  <a:cubicBezTo>
                    <a:pt x="181" y="224"/>
                    <a:pt x="195" y="224"/>
                    <a:pt x="209" y="210"/>
                  </a:cubicBezTo>
                  <a:lnTo>
                    <a:pt x="265" y="168"/>
                  </a:lnTo>
                  <a:cubicBezTo>
                    <a:pt x="279" y="168"/>
                    <a:pt x="307" y="154"/>
                    <a:pt x="321" y="140"/>
                  </a:cubicBezTo>
                  <a:cubicBezTo>
                    <a:pt x="349" y="140"/>
                    <a:pt x="363" y="126"/>
                    <a:pt x="391" y="126"/>
                  </a:cubicBezTo>
                  <a:cubicBezTo>
                    <a:pt x="433" y="112"/>
                    <a:pt x="488" y="112"/>
                    <a:pt x="530" y="112"/>
                  </a:cubicBezTo>
                  <a:cubicBezTo>
                    <a:pt x="586" y="112"/>
                    <a:pt x="628" y="112"/>
                    <a:pt x="684" y="126"/>
                  </a:cubicBezTo>
                  <a:cubicBezTo>
                    <a:pt x="725" y="140"/>
                    <a:pt x="767" y="168"/>
                    <a:pt x="809" y="196"/>
                  </a:cubicBezTo>
                  <a:cubicBezTo>
                    <a:pt x="851" y="224"/>
                    <a:pt x="893" y="252"/>
                    <a:pt x="921" y="279"/>
                  </a:cubicBezTo>
                  <a:cubicBezTo>
                    <a:pt x="935" y="293"/>
                    <a:pt x="949" y="321"/>
                    <a:pt x="963" y="335"/>
                  </a:cubicBezTo>
                  <a:cubicBezTo>
                    <a:pt x="977" y="349"/>
                    <a:pt x="991" y="377"/>
                    <a:pt x="1004" y="391"/>
                  </a:cubicBezTo>
                  <a:lnTo>
                    <a:pt x="1032" y="447"/>
                  </a:lnTo>
                  <a:cubicBezTo>
                    <a:pt x="1032" y="461"/>
                    <a:pt x="1046" y="489"/>
                    <a:pt x="1046" y="503"/>
                  </a:cubicBezTo>
                  <a:cubicBezTo>
                    <a:pt x="1060" y="544"/>
                    <a:pt x="1060" y="572"/>
                    <a:pt x="1074" y="614"/>
                  </a:cubicBezTo>
                  <a:lnTo>
                    <a:pt x="1074" y="656"/>
                  </a:lnTo>
                  <a:lnTo>
                    <a:pt x="1074" y="698"/>
                  </a:lnTo>
                  <a:cubicBezTo>
                    <a:pt x="1088" y="740"/>
                    <a:pt x="1088" y="768"/>
                    <a:pt x="1088" y="768"/>
                  </a:cubicBezTo>
                  <a:cubicBezTo>
                    <a:pt x="1088" y="768"/>
                    <a:pt x="1102" y="740"/>
                    <a:pt x="1116" y="698"/>
                  </a:cubicBezTo>
                  <a:lnTo>
                    <a:pt x="1130" y="656"/>
                  </a:lnTo>
                  <a:lnTo>
                    <a:pt x="1130" y="614"/>
                  </a:lnTo>
                  <a:lnTo>
                    <a:pt x="1130" y="558"/>
                  </a:lnTo>
                  <a:lnTo>
                    <a:pt x="1130" y="489"/>
                  </a:lnTo>
                  <a:cubicBezTo>
                    <a:pt x="1116" y="475"/>
                    <a:pt x="1116" y="447"/>
                    <a:pt x="1116" y="419"/>
                  </a:cubicBezTo>
                  <a:lnTo>
                    <a:pt x="1088" y="363"/>
                  </a:lnTo>
                  <a:cubicBezTo>
                    <a:pt x="1088" y="335"/>
                    <a:pt x="1074" y="307"/>
                    <a:pt x="1060" y="293"/>
                  </a:cubicBezTo>
                  <a:cubicBezTo>
                    <a:pt x="1046" y="265"/>
                    <a:pt x="1032" y="238"/>
                    <a:pt x="1018" y="224"/>
                  </a:cubicBezTo>
                  <a:cubicBezTo>
                    <a:pt x="977" y="168"/>
                    <a:pt x="935" y="140"/>
                    <a:pt x="879" y="98"/>
                  </a:cubicBezTo>
                  <a:cubicBezTo>
                    <a:pt x="837" y="70"/>
                    <a:pt x="767" y="42"/>
                    <a:pt x="712" y="28"/>
                  </a:cubicBezTo>
                  <a:cubicBezTo>
                    <a:pt x="656" y="0"/>
                    <a:pt x="600" y="0"/>
                    <a:pt x="530" y="0"/>
                  </a:cubicBezTo>
                  <a:close/>
                </a:path>
              </a:pathLst>
            </a:custGeom>
            <a:solidFill>
              <a:srgbClr val="E5CF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3" name="Google Shape;2873;p40"/>
            <p:cNvSpPr/>
            <p:nvPr/>
          </p:nvSpPr>
          <p:spPr>
            <a:xfrm>
              <a:off x="3572675" y="861275"/>
              <a:ext cx="27925" cy="19200"/>
            </a:xfrm>
            <a:custGeom>
              <a:avLst/>
              <a:gdLst/>
              <a:ahLst/>
              <a:cxnLst/>
              <a:rect l="l" t="t" r="r" b="b"/>
              <a:pathLst>
                <a:path w="1117" h="768" extrusionOk="0">
                  <a:moveTo>
                    <a:pt x="531" y="0"/>
                  </a:moveTo>
                  <a:cubicBezTo>
                    <a:pt x="475" y="0"/>
                    <a:pt x="419" y="14"/>
                    <a:pt x="364" y="28"/>
                  </a:cubicBezTo>
                  <a:cubicBezTo>
                    <a:pt x="336" y="28"/>
                    <a:pt x="308" y="56"/>
                    <a:pt x="294" y="70"/>
                  </a:cubicBezTo>
                  <a:cubicBezTo>
                    <a:pt x="266" y="70"/>
                    <a:pt x="238" y="84"/>
                    <a:pt x="224" y="98"/>
                  </a:cubicBezTo>
                  <a:lnTo>
                    <a:pt x="168" y="154"/>
                  </a:lnTo>
                  <a:cubicBezTo>
                    <a:pt x="140" y="168"/>
                    <a:pt x="127" y="182"/>
                    <a:pt x="113" y="195"/>
                  </a:cubicBezTo>
                  <a:cubicBezTo>
                    <a:pt x="99" y="209"/>
                    <a:pt x="85" y="223"/>
                    <a:pt x="85" y="251"/>
                  </a:cubicBezTo>
                  <a:lnTo>
                    <a:pt x="57" y="293"/>
                  </a:lnTo>
                  <a:lnTo>
                    <a:pt x="29" y="335"/>
                  </a:lnTo>
                  <a:cubicBezTo>
                    <a:pt x="29" y="349"/>
                    <a:pt x="29" y="363"/>
                    <a:pt x="15" y="377"/>
                  </a:cubicBezTo>
                  <a:cubicBezTo>
                    <a:pt x="1" y="433"/>
                    <a:pt x="1" y="460"/>
                    <a:pt x="1" y="460"/>
                  </a:cubicBezTo>
                  <a:cubicBezTo>
                    <a:pt x="1" y="460"/>
                    <a:pt x="15" y="433"/>
                    <a:pt x="43" y="391"/>
                  </a:cubicBezTo>
                  <a:lnTo>
                    <a:pt x="57" y="349"/>
                  </a:lnTo>
                  <a:lnTo>
                    <a:pt x="85" y="321"/>
                  </a:lnTo>
                  <a:cubicBezTo>
                    <a:pt x="113" y="293"/>
                    <a:pt x="127" y="265"/>
                    <a:pt x="168" y="251"/>
                  </a:cubicBezTo>
                  <a:cubicBezTo>
                    <a:pt x="182" y="237"/>
                    <a:pt x="196" y="223"/>
                    <a:pt x="210" y="209"/>
                  </a:cubicBezTo>
                  <a:lnTo>
                    <a:pt x="266" y="168"/>
                  </a:lnTo>
                  <a:cubicBezTo>
                    <a:pt x="280" y="168"/>
                    <a:pt x="308" y="154"/>
                    <a:pt x="322" y="154"/>
                  </a:cubicBezTo>
                  <a:cubicBezTo>
                    <a:pt x="350" y="140"/>
                    <a:pt x="364" y="126"/>
                    <a:pt x="392" y="126"/>
                  </a:cubicBezTo>
                  <a:cubicBezTo>
                    <a:pt x="433" y="112"/>
                    <a:pt x="489" y="112"/>
                    <a:pt x="531" y="112"/>
                  </a:cubicBezTo>
                  <a:cubicBezTo>
                    <a:pt x="587" y="112"/>
                    <a:pt x="629" y="112"/>
                    <a:pt x="684" y="126"/>
                  </a:cubicBezTo>
                  <a:cubicBezTo>
                    <a:pt x="726" y="154"/>
                    <a:pt x="768" y="168"/>
                    <a:pt x="810" y="195"/>
                  </a:cubicBezTo>
                  <a:cubicBezTo>
                    <a:pt x="852" y="223"/>
                    <a:pt x="894" y="251"/>
                    <a:pt x="922" y="279"/>
                  </a:cubicBezTo>
                  <a:cubicBezTo>
                    <a:pt x="936" y="293"/>
                    <a:pt x="949" y="321"/>
                    <a:pt x="963" y="335"/>
                  </a:cubicBezTo>
                  <a:cubicBezTo>
                    <a:pt x="977" y="349"/>
                    <a:pt x="991" y="377"/>
                    <a:pt x="1005" y="391"/>
                  </a:cubicBezTo>
                  <a:lnTo>
                    <a:pt x="1033" y="447"/>
                  </a:lnTo>
                  <a:cubicBezTo>
                    <a:pt x="1033" y="460"/>
                    <a:pt x="1047" y="488"/>
                    <a:pt x="1047" y="502"/>
                  </a:cubicBezTo>
                  <a:cubicBezTo>
                    <a:pt x="1061" y="544"/>
                    <a:pt x="1061" y="572"/>
                    <a:pt x="1075" y="614"/>
                  </a:cubicBezTo>
                  <a:lnTo>
                    <a:pt x="1075" y="656"/>
                  </a:lnTo>
                  <a:lnTo>
                    <a:pt x="1075" y="698"/>
                  </a:lnTo>
                  <a:cubicBezTo>
                    <a:pt x="1089" y="739"/>
                    <a:pt x="1089" y="767"/>
                    <a:pt x="1089" y="767"/>
                  </a:cubicBezTo>
                  <a:lnTo>
                    <a:pt x="1103" y="698"/>
                  </a:lnTo>
                  <a:lnTo>
                    <a:pt x="1117" y="656"/>
                  </a:lnTo>
                  <a:lnTo>
                    <a:pt x="1117" y="614"/>
                  </a:lnTo>
                  <a:lnTo>
                    <a:pt x="1117" y="558"/>
                  </a:lnTo>
                  <a:cubicBezTo>
                    <a:pt x="1117" y="530"/>
                    <a:pt x="1117" y="516"/>
                    <a:pt x="1117" y="488"/>
                  </a:cubicBezTo>
                  <a:cubicBezTo>
                    <a:pt x="1117" y="474"/>
                    <a:pt x="1117" y="447"/>
                    <a:pt x="1117" y="433"/>
                  </a:cubicBezTo>
                  <a:lnTo>
                    <a:pt x="1089" y="363"/>
                  </a:lnTo>
                  <a:cubicBezTo>
                    <a:pt x="1075" y="335"/>
                    <a:pt x="1061" y="307"/>
                    <a:pt x="1047" y="293"/>
                  </a:cubicBezTo>
                  <a:cubicBezTo>
                    <a:pt x="1005" y="209"/>
                    <a:pt x="949" y="154"/>
                    <a:pt x="880" y="98"/>
                  </a:cubicBezTo>
                  <a:cubicBezTo>
                    <a:pt x="824" y="70"/>
                    <a:pt x="768" y="42"/>
                    <a:pt x="712" y="28"/>
                  </a:cubicBezTo>
                  <a:cubicBezTo>
                    <a:pt x="657" y="14"/>
                    <a:pt x="601" y="0"/>
                    <a:pt x="531" y="0"/>
                  </a:cubicBezTo>
                  <a:close/>
                </a:path>
              </a:pathLst>
            </a:custGeom>
            <a:solidFill>
              <a:srgbClr val="E5CF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4" name="Google Shape;2874;p40"/>
            <p:cNvSpPr/>
            <p:nvPr/>
          </p:nvSpPr>
          <p:spPr>
            <a:xfrm>
              <a:off x="2440400" y="512475"/>
              <a:ext cx="290525" cy="461150"/>
            </a:xfrm>
            <a:custGeom>
              <a:avLst/>
              <a:gdLst/>
              <a:ahLst/>
              <a:cxnLst/>
              <a:rect l="l" t="t" r="r" b="b"/>
              <a:pathLst>
                <a:path w="11621" h="18446" extrusionOk="0">
                  <a:moveTo>
                    <a:pt x="7685" y="1"/>
                  </a:moveTo>
                  <a:cubicBezTo>
                    <a:pt x="6677" y="1"/>
                    <a:pt x="5673" y="452"/>
                    <a:pt x="5008" y="1343"/>
                  </a:cubicBezTo>
                  <a:cubicBezTo>
                    <a:pt x="4483" y="871"/>
                    <a:pt x="3828" y="637"/>
                    <a:pt x="3176" y="637"/>
                  </a:cubicBezTo>
                  <a:cubicBezTo>
                    <a:pt x="2478" y="637"/>
                    <a:pt x="1783" y="906"/>
                    <a:pt x="1256" y="1440"/>
                  </a:cubicBezTo>
                  <a:cubicBezTo>
                    <a:pt x="224" y="2459"/>
                    <a:pt x="182" y="4118"/>
                    <a:pt x="1159" y="5192"/>
                  </a:cubicBezTo>
                  <a:cubicBezTo>
                    <a:pt x="224" y="5471"/>
                    <a:pt x="1" y="6713"/>
                    <a:pt x="782" y="7299"/>
                  </a:cubicBezTo>
                  <a:cubicBezTo>
                    <a:pt x="336" y="7675"/>
                    <a:pt x="85" y="8219"/>
                    <a:pt x="85" y="8805"/>
                  </a:cubicBezTo>
                  <a:cubicBezTo>
                    <a:pt x="85" y="9140"/>
                    <a:pt x="182" y="9475"/>
                    <a:pt x="350" y="9768"/>
                  </a:cubicBezTo>
                  <a:cubicBezTo>
                    <a:pt x="531" y="10088"/>
                    <a:pt x="796" y="10339"/>
                    <a:pt x="1117" y="10521"/>
                  </a:cubicBezTo>
                  <a:cubicBezTo>
                    <a:pt x="1131" y="10702"/>
                    <a:pt x="1200" y="10870"/>
                    <a:pt x="1312" y="11009"/>
                  </a:cubicBezTo>
                  <a:cubicBezTo>
                    <a:pt x="1298" y="11079"/>
                    <a:pt x="1284" y="11135"/>
                    <a:pt x="1284" y="11204"/>
                  </a:cubicBezTo>
                  <a:cubicBezTo>
                    <a:pt x="1284" y="11469"/>
                    <a:pt x="1424" y="11706"/>
                    <a:pt x="1661" y="11846"/>
                  </a:cubicBezTo>
                  <a:cubicBezTo>
                    <a:pt x="1214" y="12460"/>
                    <a:pt x="1605" y="13324"/>
                    <a:pt x="2358" y="13408"/>
                  </a:cubicBezTo>
                  <a:cubicBezTo>
                    <a:pt x="2288" y="13520"/>
                    <a:pt x="2233" y="13645"/>
                    <a:pt x="2191" y="13757"/>
                  </a:cubicBezTo>
                  <a:cubicBezTo>
                    <a:pt x="1968" y="14524"/>
                    <a:pt x="2512" y="15305"/>
                    <a:pt x="3307" y="15361"/>
                  </a:cubicBezTo>
                  <a:cubicBezTo>
                    <a:pt x="3446" y="15710"/>
                    <a:pt x="3767" y="15919"/>
                    <a:pt x="4130" y="15919"/>
                  </a:cubicBezTo>
                  <a:cubicBezTo>
                    <a:pt x="4146" y="15920"/>
                    <a:pt x="4162" y="15920"/>
                    <a:pt x="4178" y="15920"/>
                  </a:cubicBezTo>
                  <a:cubicBezTo>
                    <a:pt x="4383" y="15920"/>
                    <a:pt x="4574" y="15838"/>
                    <a:pt x="4729" y="15696"/>
                  </a:cubicBezTo>
                  <a:lnTo>
                    <a:pt x="4729" y="15696"/>
                  </a:lnTo>
                  <a:cubicBezTo>
                    <a:pt x="4702" y="15793"/>
                    <a:pt x="4674" y="15891"/>
                    <a:pt x="4688" y="15989"/>
                  </a:cubicBezTo>
                  <a:cubicBezTo>
                    <a:pt x="4688" y="16505"/>
                    <a:pt x="5106" y="16937"/>
                    <a:pt x="5636" y="16937"/>
                  </a:cubicBezTo>
                  <a:cubicBezTo>
                    <a:pt x="5776" y="16937"/>
                    <a:pt x="5915" y="16909"/>
                    <a:pt x="6041" y="16853"/>
                  </a:cubicBezTo>
                  <a:lnTo>
                    <a:pt x="6041" y="16853"/>
                  </a:lnTo>
                  <a:cubicBezTo>
                    <a:pt x="6027" y="16867"/>
                    <a:pt x="6027" y="16895"/>
                    <a:pt x="6041" y="16909"/>
                  </a:cubicBezTo>
                  <a:cubicBezTo>
                    <a:pt x="6041" y="17188"/>
                    <a:pt x="6236" y="17425"/>
                    <a:pt x="6515" y="17467"/>
                  </a:cubicBezTo>
                  <a:lnTo>
                    <a:pt x="6529" y="17467"/>
                  </a:lnTo>
                  <a:cubicBezTo>
                    <a:pt x="6096" y="17732"/>
                    <a:pt x="6236" y="18402"/>
                    <a:pt x="6752" y="18444"/>
                  </a:cubicBezTo>
                  <a:cubicBezTo>
                    <a:pt x="6768" y="18445"/>
                    <a:pt x="6784" y="18446"/>
                    <a:pt x="6799" y="18446"/>
                  </a:cubicBezTo>
                  <a:cubicBezTo>
                    <a:pt x="7270" y="18446"/>
                    <a:pt x="7507" y="17847"/>
                    <a:pt x="7129" y="17523"/>
                  </a:cubicBezTo>
                  <a:cubicBezTo>
                    <a:pt x="7700" y="17342"/>
                    <a:pt x="7854" y="16616"/>
                    <a:pt x="7408" y="16212"/>
                  </a:cubicBezTo>
                  <a:cubicBezTo>
                    <a:pt x="7659" y="16031"/>
                    <a:pt x="7798" y="15752"/>
                    <a:pt x="7798" y="15445"/>
                  </a:cubicBezTo>
                  <a:cubicBezTo>
                    <a:pt x="7798" y="15403"/>
                    <a:pt x="7798" y="15361"/>
                    <a:pt x="7798" y="15333"/>
                  </a:cubicBezTo>
                  <a:cubicBezTo>
                    <a:pt x="8300" y="14998"/>
                    <a:pt x="8412" y="14301"/>
                    <a:pt x="8035" y="13841"/>
                  </a:cubicBezTo>
                  <a:cubicBezTo>
                    <a:pt x="8956" y="13297"/>
                    <a:pt x="9207" y="12069"/>
                    <a:pt x="8551" y="11204"/>
                  </a:cubicBezTo>
                  <a:cubicBezTo>
                    <a:pt x="8705" y="11065"/>
                    <a:pt x="8802" y="10856"/>
                    <a:pt x="8802" y="10646"/>
                  </a:cubicBezTo>
                  <a:cubicBezTo>
                    <a:pt x="8788" y="10437"/>
                    <a:pt x="8705" y="10242"/>
                    <a:pt x="8565" y="10088"/>
                  </a:cubicBezTo>
                  <a:cubicBezTo>
                    <a:pt x="8984" y="10061"/>
                    <a:pt x="9221" y="9614"/>
                    <a:pt x="9026" y="9238"/>
                  </a:cubicBezTo>
                  <a:cubicBezTo>
                    <a:pt x="9918" y="8512"/>
                    <a:pt x="10100" y="7215"/>
                    <a:pt x="9416" y="6280"/>
                  </a:cubicBezTo>
                  <a:lnTo>
                    <a:pt x="9402" y="6266"/>
                  </a:lnTo>
                  <a:cubicBezTo>
                    <a:pt x="11229" y="5192"/>
                    <a:pt x="11620" y="2710"/>
                    <a:pt x="10197" y="1133"/>
                  </a:cubicBezTo>
                  <a:cubicBezTo>
                    <a:pt x="9526" y="375"/>
                    <a:pt x="8604" y="1"/>
                    <a:pt x="7685" y="1"/>
                  </a:cubicBezTo>
                  <a:close/>
                </a:path>
              </a:pathLst>
            </a:custGeom>
            <a:solidFill>
              <a:srgbClr val="E5CF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5" name="Google Shape;2875;p40"/>
            <p:cNvSpPr/>
            <p:nvPr/>
          </p:nvSpPr>
          <p:spPr>
            <a:xfrm>
              <a:off x="2440750" y="512600"/>
              <a:ext cx="256000" cy="417125"/>
            </a:xfrm>
            <a:custGeom>
              <a:avLst/>
              <a:gdLst/>
              <a:ahLst/>
              <a:cxnLst/>
              <a:rect l="l" t="t" r="r" b="b"/>
              <a:pathLst>
                <a:path w="10240" h="16685" extrusionOk="0">
                  <a:moveTo>
                    <a:pt x="7689" y="0"/>
                  </a:moveTo>
                  <a:cubicBezTo>
                    <a:pt x="7028" y="0"/>
                    <a:pt x="6369" y="196"/>
                    <a:pt x="5803" y="584"/>
                  </a:cubicBezTo>
                  <a:cubicBezTo>
                    <a:pt x="5497" y="780"/>
                    <a:pt x="5232" y="1045"/>
                    <a:pt x="5008" y="1338"/>
                  </a:cubicBezTo>
                  <a:cubicBezTo>
                    <a:pt x="4483" y="866"/>
                    <a:pt x="3828" y="632"/>
                    <a:pt x="3176" y="632"/>
                  </a:cubicBezTo>
                  <a:cubicBezTo>
                    <a:pt x="2478" y="632"/>
                    <a:pt x="1783" y="901"/>
                    <a:pt x="1256" y="1435"/>
                  </a:cubicBezTo>
                  <a:cubicBezTo>
                    <a:pt x="224" y="2454"/>
                    <a:pt x="182" y="4113"/>
                    <a:pt x="1159" y="5187"/>
                  </a:cubicBezTo>
                  <a:cubicBezTo>
                    <a:pt x="210" y="5466"/>
                    <a:pt x="1" y="6708"/>
                    <a:pt x="782" y="7294"/>
                  </a:cubicBezTo>
                  <a:cubicBezTo>
                    <a:pt x="336" y="7670"/>
                    <a:pt x="85" y="8214"/>
                    <a:pt x="85" y="8800"/>
                  </a:cubicBezTo>
                  <a:cubicBezTo>
                    <a:pt x="85" y="8926"/>
                    <a:pt x="98" y="9065"/>
                    <a:pt x="126" y="9191"/>
                  </a:cubicBezTo>
                  <a:lnTo>
                    <a:pt x="154" y="9219"/>
                  </a:lnTo>
                  <a:cubicBezTo>
                    <a:pt x="182" y="9386"/>
                    <a:pt x="252" y="9553"/>
                    <a:pt x="363" y="9679"/>
                  </a:cubicBezTo>
                  <a:cubicBezTo>
                    <a:pt x="350" y="9707"/>
                    <a:pt x="350" y="9735"/>
                    <a:pt x="350" y="9763"/>
                  </a:cubicBezTo>
                  <a:cubicBezTo>
                    <a:pt x="531" y="10083"/>
                    <a:pt x="796" y="10334"/>
                    <a:pt x="1117" y="10516"/>
                  </a:cubicBezTo>
                  <a:cubicBezTo>
                    <a:pt x="1131" y="10697"/>
                    <a:pt x="1200" y="10865"/>
                    <a:pt x="1312" y="11004"/>
                  </a:cubicBezTo>
                  <a:cubicBezTo>
                    <a:pt x="1298" y="11074"/>
                    <a:pt x="1284" y="11130"/>
                    <a:pt x="1284" y="11199"/>
                  </a:cubicBezTo>
                  <a:cubicBezTo>
                    <a:pt x="1284" y="11464"/>
                    <a:pt x="1424" y="11701"/>
                    <a:pt x="1661" y="11841"/>
                  </a:cubicBezTo>
                  <a:cubicBezTo>
                    <a:pt x="1214" y="12455"/>
                    <a:pt x="1605" y="13319"/>
                    <a:pt x="2358" y="13403"/>
                  </a:cubicBezTo>
                  <a:cubicBezTo>
                    <a:pt x="2288" y="13515"/>
                    <a:pt x="2233" y="13626"/>
                    <a:pt x="2191" y="13752"/>
                  </a:cubicBezTo>
                  <a:cubicBezTo>
                    <a:pt x="2260" y="13766"/>
                    <a:pt x="2316" y="13780"/>
                    <a:pt x="2386" y="13780"/>
                  </a:cubicBezTo>
                  <a:cubicBezTo>
                    <a:pt x="2526" y="14101"/>
                    <a:pt x="2860" y="14310"/>
                    <a:pt x="3223" y="14310"/>
                  </a:cubicBezTo>
                  <a:cubicBezTo>
                    <a:pt x="3432" y="14310"/>
                    <a:pt x="3655" y="14226"/>
                    <a:pt x="3823" y="14087"/>
                  </a:cubicBezTo>
                  <a:lnTo>
                    <a:pt x="3823" y="14087"/>
                  </a:lnTo>
                  <a:cubicBezTo>
                    <a:pt x="3795" y="14170"/>
                    <a:pt x="3781" y="14268"/>
                    <a:pt x="3781" y="14366"/>
                  </a:cubicBezTo>
                  <a:cubicBezTo>
                    <a:pt x="3795" y="14859"/>
                    <a:pt x="4213" y="15259"/>
                    <a:pt x="4717" y="15259"/>
                  </a:cubicBezTo>
                  <a:cubicBezTo>
                    <a:pt x="4726" y="15259"/>
                    <a:pt x="4735" y="15259"/>
                    <a:pt x="4743" y="15258"/>
                  </a:cubicBezTo>
                  <a:cubicBezTo>
                    <a:pt x="4883" y="15258"/>
                    <a:pt x="5022" y="15230"/>
                    <a:pt x="5148" y="15175"/>
                  </a:cubicBezTo>
                  <a:lnTo>
                    <a:pt x="5148" y="15230"/>
                  </a:lnTo>
                  <a:cubicBezTo>
                    <a:pt x="5148" y="15509"/>
                    <a:pt x="5357" y="15733"/>
                    <a:pt x="5636" y="15760"/>
                  </a:cubicBezTo>
                  <a:lnTo>
                    <a:pt x="5650" y="15774"/>
                  </a:lnTo>
                  <a:cubicBezTo>
                    <a:pt x="5483" y="15844"/>
                    <a:pt x="5385" y="16012"/>
                    <a:pt x="5385" y="16193"/>
                  </a:cubicBezTo>
                  <a:cubicBezTo>
                    <a:pt x="5413" y="16521"/>
                    <a:pt x="5667" y="16685"/>
                    <a:pt x="5922" y="16685"/>
                  </a:cubicBezTo>
                  <a:cubicBezTo>
                    <a:pt x="6177" y="16685"/>
                    <a:pt x="6431" y="16521"/>
                    <a:pt x="6459" y="16193"/>
                  </a:cubicBezTo>
                  <a:cubicBezTo>
                    <a:pt x="6445" y="16053"/>
                    <a:pt x="6375" y="15900"/>
                    <a:pt x="6264" y="15816"/>
                  </a:cubicBezTo>
                  <a:cubicBezTo>
                    <a:pt x="6571" y="15733"/>
                    <a:pt x="6794" y="15440"/>
                    <a:pt x="6808" y="15119"/>
                  </a:cubicBezTo>
                  <a:cubicBezTo>
                    <a:pt x="6794" y="14910"/>
                    <a:pt x="6696" y="14714"/>
                    <a:pt x="6543" y="14575"/>
                  </a:cubicBezTo>
                  <a:cubicBezTo>
                    <a:pt x="6780" y="14421"/>
                    <a:pt x="6933" y="14142"/>
                    <a:pt x="6933" y="13850"/>
                  </a:cubicBezTo>
                  <a:cubicBezTo>
                    <a:pt x="6933" y="13808"/>
                    <a:pt x="6933" y="13780"/>
                    <a:pt x="6933" y="13738"/>
                  </a:cubicBezTo>
                  <a:cubicBezTo>
                    <a:pt x="7226" y="13571"/>
                    <a:pt x="7394" y="13264"/>
                    <a:pt x="7394" y="12943"/>
                  </a:cubicBezTo>
                  <a:cubicBezTo>
                    <a:pt x="7394" y="12720"/>
                    <a:pt x="7310" y="12497"/>
                    <a:pt x="7170" y="12329"/>
                  </a:cubicBezTo>
                  <a:cubicBezTo>
                    <a:pt x="7714" y="12050"/>
                    <a:pt x="8063" y="11492"/>
                    <a:pt x="8077" y="10878"/>
                  </a:cubicBezTo>
                  <a:cubicBezTo>
                    <a:pt x="8077" y="10502"/>
                    <a:pt x="7938" y="10139"/>
                    <a:pt x="7700" y="9860"/>
                  </a:cubicBezTo>
                  <a:cubicBezTo>
                    <a:pt x="8021" y="9581"/>
                    <a:pt x="8021" y="9093"/>
                    <a:pt x="7700" y="8814"/>
                  </a:cubicBezTo>
                  <a:cubicBezTo>
                    <a:pt x="7993" y="8800"/>
                    <a:pt x="8217" y="8563"/>
                    <a:pt x="8230" y="8270"/>
                  </a:cubicBezTo>
                  <a:cubicBezTo>
                    <a:pt x="8230" y="8186"/>
                    <a:pt x="8203" y="8103"/>
                    <a:pt x="8161" y="8019"/>
                  </a:cubicBezTo>
                  <a:cubicBezTo>
                    <a:pt x="8677" y="7656"/>
                    <a:pt x="8984" y="7057"/>
                    <a:pt x="8984" y="6429"/>
                  </a:cubicBezTo>
                  <a:cubicBezTo>
                    <a:pt x="8984" y="5983"/>
                    <a:pt x="8830" y="5564"/>
                    <a:pt x="8565" y="5215"/>
                  </a:cubicBezTo>
                  <a:cubicBezTo>
                    <a:pt x="9584" y="4685"/>
                    <a:pt x="10225" y="3625"/>
                    <a:pt x="10239" y="2467"/>
                  </a:cubicBezTo>
                  <a:cubicBezTo>
                    <a:pt x="10225" y="1770"/>
                    <a:pt x="9988" y="1100"/>
                    <a:pt x="9542" y="557"/>
                  </a:cubicBezTo>
                  <a:cubicBezTo>
                    <a:pt x="8978" y="185"/>
                    <a:pt x="8332" y="0"/>
                    <a:pt x="76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6" name="Google Shape;2876;p40"/>
            <p:cNvSpPr/>
            <p:nvPr/>
          </p:nvSpPr>
          <p:spPr>
            <a:xfrm>
              <a:off x="2440750" y="527200"/>
              <a:ext cx="145100" cy="248300"/>
            </a:xfrm>
            <a:custGeom>
              <a:avLst/>
              <a:gdLst/>
              <a:ahLst/>
              <a:cxnLst/>
              <a:rect l="l" t="t" r="r" b="b"/>
              <a:pathLst>
                <a:path w="5804" h="9932" extrusionOk="0">
                  <a:moveTo>
                    <a:pt x="5803" y="0"/>
                  </a:moveTo>
                  <a:lnTo>
                    <a:pt x="5803" y="0"/>
                  </a:lnTo>
                  <a:cubicBezTo>
                    <a:pt x="5497" y="210"/>
                    <a:pt x="5232" y="461"/>
                    <a:pt x="5008" y="754"/>
                  </a:cubicBezTo>
                  <a:cubicBezTo>
                    <a:pt x="4490" y="289"/>
                    <a:pt x="3836" y="59"/>
                    <a:pt x="3183" y="59"/>
                  </a:cubicBezTo>
                  <a:cubicBezTo>
                    <a:pt x="2482" y="59"/>
                    <a:pt x="1783" y="324"/>
                    <a:pt x="1256" y="851"/>
                  </a:cubicBezTo>
                  <a:cubicBezTo>
                    <a:pt x="238" y="1883"/>
                    <a:pt x="196" y="3529"/>
                    <a:pt x="1159" y="4617"/>
                  </a:cubicBezTo>
                  <a:cubicBezTo>
                    <a:pt x="224" y="4896"/>
                    <a:pt x="1" y="6138"/>
                    <a:pt x="796" y="6724"/>
                  </a:cubicBezTo>
                  <a:cubicBezTo>
                    <a:pt x="350" y="7100"/>
                    <a:pt x="85" y="7644"/>
                    <a:pt x="98" y="8230"/>
                  </a:cubicBezTo>
                  <a:cubicBezTo>
                    <a:pt x="85" y="8356"/>
                    <a:pt x="98" y="8495"/>
                    <a:pt x="140" y="8621"/>
                  </a:cubicBezTo>
                  <a:lnTo>
                    <a:pt x="168" y="8635"/>
                  </a:lnTo>
                  <a:cubicBezTo>
                    <a:pt x="182" y="8816"/>
                    <a:pt x="252" y="8969"/>
                    <a:pt x="363" y="9109"/>
                  </a:cubicBezTo>
                  <a:cubicBezTo>
                    <a:pt x="363" y="9137"/>
                    <a:pt x="350" y="9165"/>
                    <a:pt x="350" y="9193"/>
                  </a:cubicBezTo>
                  <a:cubicBezTo>
                    <a:pt x="531" y="9499"/>
                    <a:pt x="796" y="9764"/>
                    <a:pt x="1117" y="9932"/>
                  </a:cubicBezTo>
                  <a:cubicBezTo>
                    <a:pt x="935" y="7853"/>
                    <a:pt x="1898" y="7184"/>
                    <a:pt x="1898" y="7184"/>
                  </a:cubicBezTo>
                  <a:cubicBezTo>
                    <a:pt x="1898" y="7184"/>
                    <a:pt x="642" y="6849"/>
                    <a:pt x="852" y="5803"/>
                  </a:cubicBezTo>
                  <a:cubicBezTo>
                    <a:pt x="949" y="5203"/>
                    <a:pt x="1410" y="4729"/>
                    <a:pt x="2009" y="4603"/>
                  </a:cubicBezTo>
                  <a:cubicBezTo>
                    <a:pt x="2009" y="4603"/>
                    <a:pt x="698" y="2525"/>
                    <a:pt x="2177" y="1451"/>
                  </a:cubicBezTo>
                  <a:cubicBezTo>
                    <a:pt x="2631" y="1117"/>
                    <a:pt x="3076" y="1001"/>
                    <a:pt x="3474" y="1001"/>
                  </a:cubicBezTo>
                  <a:cubicBezTo>
                    <a:pt x="4373" y="1001"/>
                    <a:pt x="5036" y="1591"/>
                    <a:pt x="5036" y="1591"/>
                  </a:cubicBezTo>
                  <a:cubicBezTo>
                    <a:pt x="5469" y="419"/>
                    <a:pt x="5803" y="0"/>
                    <a:pt x="5803" y="0"/>
                  </a:cubicBezTo>
                  <a:close/>
                </a:path>
              </a:pathLst>
            </a:custGeom>
            <a:solidFill>
              <a:srgbClr val="E5CF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7" name="Google Shape;2877;p40"/>
            <p:cNvSpPr/>
            <p:nvPr/>
          </p:nvSpPr>
          <p:spPr>
            <a:xfrm>
              <a:off x="2504225" y="733900"/>
              <a:ext cx="96275" cy="34975"/>
            </a:xfrm>
            <a:custGeom>
              <a:avLst/>
              <a:gdLst/>
              <a:ahLst/>
              <a:cxnLst/>
              <a:rect l="l" t="t" r="r" b="b"/>
              <a:pathLst>
                <a:path w="3851" h="1399" extrusionOk="0">
                  <a:moveTo>
                    <a:pt x="2440" y="0"/>
                  </a:moveTo>
                  <a:cubicBezTo>
                    <a:pt x="695" y="0"/>
                    <a:pt x="0" y="1399"/>
                    <a:pt x="0" y="1399"/>
                  </a:cubicBezTo>
                  <a:cubicBezTo>
                    <a:pt x="772" y="595"/>
                    <a:pt x="1831" y="163"/>
                    <a:pt x="2921" y="163"/>
                  </a:cubicBezTo>
                  <a:cubicBezTo>
                    <a:pt x="3230" y="163"/>
                    <a:pt x="3542" y="198"/>
                    <a:pt x="3850" y="269"/>
                  </a:cubicBezTo>
                  <a:cubicBezTo>
                    <a:pt x="3319" y="78"/>
                    <a:pt x="2850" y="0"/>
                    <a:pt x="2440" y="0"/>
                  </a:cubicBezTo>
                  <a:close/>
                </a:path>
              </a:pathLst>
            </a:custGeom>
            <a:solidFill>
              <a:srgbClr val="E5CF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8" name="Google Shape;2878;p40"/>
            <p:cNvSpPr/>
            <p:nvPr/>
          </p:nvSpPr>
          <p:spPr>
            <a:xfrm>
              <a:off x="2588275" y="571100"/>
              <a:ext cx="70100" cy="39125"/>
            </a:xfrm>
            <a:custGeom>
              <a:avLst/>
              <a:gdLst/>
              <a:ahLst/>
              <a:cxnLst/>
              <a:rect l="l" t="t" r="r" b="b"/>
              <a:pathLst>
                <a:path w="2804" h="1565" extrusionOk="0">
                  <a:moveTo>
                    <a:pt x="523" y="0"/>
                  </a:moveTo>
                  <a:cubicBezTo>
                    <a:pt x="212" y="0"/>
                    <a:pt x="0" y="44"/>
                    <a:pt x="0" y="44"/>
                  </a:cubicBezTo>
                  <a:cubicBezTo>
                    <a:pt x="82" y="37"/>
                    <a:pt x="164" y="33"/>
                    <a:pt x="246" y="33"/>
                  </a:cubicBezTo>
                  <a:cubicBezTo>
                    <a:pt x="1311" y="33"/>
                    <a:pt x="2298" y="618"/>
                    <a:pt x="2804" y="1564"/>
                  </a:cubicBezTo>
                  <a:cubicBezTo>
                    <a:pt x="2372" y="211"/>
                    <a:pt x="1208" y="0"/>
                    <a:pt x="523" y="0"/>
                  </a:cubicBezTo>
                  <a:close/>
                </a:path>
              </a:pathLst>
            </a:custGeom>
            <a:solidFill>
              <a:srgbClr val="E5CF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9" name="Google Shape;2879;p40"/>
            <p:cNvSpPr/>
            <p:nvPr/>
          </p:nvSpPr>
          <p:spPr>
            <a:xfrm>
              <a:off x="3512475" y="1075350"/>
              <a:ext cx="7375" cy="5350"/>
            </a:xfrm>
            <a:custGeom>
              <a:avLst/>
              <a:gdLst/>
              <a:ahLst/>
              <a:cxnLst/>
              <a:rect l="l" t="t" r="r" b="b"/>
              <a:pathLst>
                <a:path w="295" h="214" extrusionOk="0">
                  <a:moveTo>
                    <a:pt x="150" y="1"/>
                  </a:moveTo>
                  <a:cubicBezTo>
                    <a:pt x="22" y="1"/>
                    <a:pt x="0" y="197"/>
                    <a:pt x="135" y="211"/>
                  </a:cubicBezTo>
                  <a:cubicBezTo>
                    <a:pt x="144" y="213"/>
                    <a:pt x="152" y="213"/>
                    <a:pt x="160" y="213"/>
                  </a:cubicBezTo>
                  <a:cubicBezTo>
                    <a:pt x="278" y="213"/>
                    <a:pt x="294" y="28"/>
                    <a:pt x="163" y="2"/>
                  </a:cubicBezTo>
                  <a:cubicBezTo>
                    <a:pt x="159" y="1"/>
                    <a:pt x="154" y="1"/>
                    <a:pt x="150" y="1"/>
                  </a:cubicBez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0" name="Google Shape;2880;p40"/>
            <p:cNvSpPr/>
            <p:nvPr/>
          </p:nvSpPr>
          <p:spPr>
            <a:xfrm>
              <a:off x="3525225" y="1073075"/>
              <a:ext cx="7075" cy="6375"/>
            </a:xfrm>
            <a:custGeom>
              <a:avLst/>
              <a:gdLst/>
              <a:ahLst/>
              <a:cxnLst/>
              <a:rect l="l" t="t" r="r" b="b"/>
              <a:pathLst>
                <a:path w="283" h="255" extrusionOk="0">
                  <a:moveTo>
                    <a:pt x="133" y="0"/>
                  </a:moveTo>
                  <a:cubicBezTo>
                    <a:pt x="76" y="0"/>
                    <a:pt x="22" y="33"/>
                    <a:pt x="16" y="107"/>
                  </a:cubicBezTo>
                  <a:cubicBezTo>
                    <a:pt x="0" y="201"/>
                    <a:pt x="68" y="255"/>
                    <a:pt x="138" y="255"/>
                  </a:cubicBezTo>
                  <a:cubicBezTo>
                    <a:pt x="193" y="255"/>
                    <a:pt x="249" y="222"/>
                    <a:pt x="267" y="148"/>
                  </a:cubicBezTo>
                  <a:cubicBezTo>
                    <a:pt x="283" y="54"/>
                    <a:pt x="206" y="0"/>
                    <a:pt x="133" y="0"/>
                  </a:cubicBez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884"/>
        <p:cNvGrpSpPr/>
        <p:nvPr/>
      </p:nvGrpSpPr>
      <p:grpSpPr>
        <a:xfrm>
          <a:off x="0" y="0"/>
          <a:ext cx="0" cy="0"/>
          <a:chOff x="0" y="0"/>
          <a:chExt cx="0" cy="0"/>
        </a:xfrm>
      </p:grpSpPr>
      <p:sp>
        <p:nvSpPr>
          <p:cNvPr id="2885" name="Google Shape;2885;p41"/>
          <p:cNvSpPr txBox="1">
            <a:spLocks noGrp="1"/>
          </p:cNvSpPr>
          <p:nvPr>
            <p:ph type="title"/>
          </p:nvPr>
        </p:nvSpPr>
        <p:spPr>
          <a:xfrm>
            <a:off x="207843" y="259610"/>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¿Que es una ecuacion quimica?</a:t>
            </a:r>
            <a:endParaRPr dirty="0"/>
          </a:p>
        </p:txBody>
      </p:sp>
      <p:sp>
        <p:nvSpPr>
          <p:cNvPr id="2886" name="Google Shape;2886;p41"/>
          <p:cNvSpPr txBox="1">
            <a:spLocks noGrp="1"/>
          </p:cNvSpPr>
          <p:nvPr>
            <p:ph type="body" idx="1"/>
          </p:nvPr>
        </p:nvSpPr>
        <p:spPr>
          <a:xfrm>
            <a:off x="63576" y="974694"/>
            <a:ext cx="4588710" cy="1562623"/>
          </a:xfrm>
          <a:prstGeom prst="rect">
            <a:avLst/>
          </a:prstGeom>
        </p:spPr>
        <p:txBody>
          <a:bodyPr spcFirstLastPara="1" wrap="square" lIns="91425" tIns="91425" rIns="91425" bIns="91425" anchor="t" anchorCtr="0">
            <a:noAutofit/>
          </a:bodyPr>
          <a:lstStyle/>
          <a:p>
            <a:pPr marL="152400" indent="0">
              <a:buNone/>
            </a:pPr>
            <a:r>
              <a:rPr lang="es-MX" sz="1600" dirty="0"/>
              <a:t>Una </a:t>
            </a:r>
            <a:r>
              <a:rPr lang="es-MX" sz="1600" b="1" dirty="0"/>
              <a:t>ecuación química</a:t>
            </a:r>
            <a:r>
              <a:rPr lang="es-MX" sz="1600" dirty="0"/>
              <a:t> es una forma de representar, mediante símbolos y fórmulas químicas, lo que ocurre durante una </a:t>
            </a:r>
            <a:r>
              <a:rPr lang="es-MX" sz="1600" b="1" dirty="0"/>
              <a:t>reacción química</a:t>
            </a:r>
            <a:endParaRPr lang="es-MX" sz="1600" dirty="0"/>
          </a:p>
          <a:p>
            <a:pPr marL="0" lvl="0" indent="0" algn="l" rtl="0">
              <a:spcBef>
                <a:spcPts val="1600"/>
              </a:spcBef>
              <a:spcAft>
                <a:spcPts val="0"/>
              </a:spcAft>
              <a:buNone/>
            </a:pPr>
            <a:endParaRPr dirty="0">
              <a:solidFill>
                <a:schemeClr val="lt1"/>
              </a:solidFill>
            </a:endParaRPr>
          </a:p>
        </p:txBody>
      </p:sp>
      <p:grpSp>
        <p:nvGrpSpPr>
          <p:cNvPr id="2887" name="Google Shape;2887;p41"/>
          <p:cNvGrpSpPr/>
          <p:nvPr/>
        </p:nvGrpSpPr>
        <p:grpSpPr>
          <a:xfrm>
            <a:off x="7526129" y="262383"/>
            <a:ext cx="1190951" cy="937994"/>
            <a:chOff x="7617330" y="4078182"/>
            <a:chExt cx="639299" cy="503513"/>
          </a:xfrm>
        </p:grpSpPr>
        <p:sp>
          <p:nvSpPr>
            <p:cNvPr id="2888" name="Google Shape;2888;p41"/>
            <p:cNvSpPr/>
            <p:nvPr/>
          </p:nvSpPr>
          <p:spPr>
            <a:xfrm>
              <a:off x="7730372" y="4085264"/>
              <a:ext cx="417029" cy="494456"/>
            </a:xfrm>
            <a:custGeom>
              <a:avLst/>
              <a:gdLst/>
              <a:ahLst/>
              <a:cxnLst/>
              <a:rect l="l" t="t" r="r" b="b"/>
              <a:pathLst>
                <a:path w="6124" h="7261" extrusionOk="0">
                  <a:moveTo>
                    <a:pt x="2662" y="1"/>
                  </a:moveTo>
                  <a:cubicBezTo>
                    <a:pt x="2060" y="1"/>
                    <a:pt x="1284" y="271"/>
                    <a:pt x="1284" y="412"/>
                  </a:cubicBezTo>
                  <a:cubicBezTo>
                    <a:pt x="1270" y="579"/>
                    <a:pt x="1660" y="872"/>
                    <a:pt x="1660" y="872"/>
                  </a:cubicBezTo>
                  <a:lnTo>
                    <a:pt x="2009" y="3272"/>
                  </a:lnTo>
                  <a:lnTo>
                    <a:pt x="1102" y="4220"/>
                  </a:lnTo>
                  <a:lnTo>
                    <a:pt x="363" y="5127"/>
                  </a:lnTo>
                  <a:lnTo>
                    <a:pt x="0" y="5950"/>
                  </a:lnTo>
                  <a:lnTo>
                    <a:pt x="84" y="6494"/>
                  </a:lnTo>
                  <a:lnTo>
                    <a:pt x="502" y="6996"/>
                  </a:lnTo>
                  <a:lnTo>
                    <a:pt x="1549" y="7261"/>
                  </a:lnTo>
                  <a:lnTo>
                    <a:pt x="3599" y="7066"/>
                  </a:lnTo>
                  <a:lnTo>
                    <a:pt x="5343" y="6536"/>
                  </a:lnTo>
                  <a:lnTo>
                    <a:pt x="5956" y="5964"/>
                  </a:lnTo>
                  <a:lnTo>
                    <a:pt x="6124" y="5252"/>
                  </a:lnTo>
                  <a:lnTo>
                    <a:pt x="5747" y="4541"/>
                  </a:lnTo>
                  <a:lnTo>
                    <a:pt x="4952" y="3941"/>
                  </a:lnTo>
                  <a:lnTo>
                    <a:pt x="3669" y="3258"/>
                  </a:lnTo>
                  <a:lnTo>
                    <a:pt x="3292" y="3062"/>
                  </a:lnTo>
                  <a:lnTo>
                    <a:pt x="2957" y="831"/>
                  </a:lnTo>
                  <a:lnTo>
                    <a:pt x="2818" y="677"/>
                  </a:lnTo>
                  <a:cubicBezTo>
                    <a:pt x="2818" y="677"/>
                    <a:pt x="3432" y="49"/>
                    <a:pt x="2818" y="8"/>
                  </a:cubicBezTo>
                  <a:cubicBezTo>
                    <a:pt x="2768" y="3"/>
                    <a:pt x="2716" y="1"/>
                    <a:pt x="26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9" name="Google Shape;2889;p41"/>
            <p:cNvSpPr/>
            <p:nvPr/>
          </p:nvSpPr>
          <p:spPr>
            <a:xfrm>
              <a:off x="7795882" y="4358743"/>
              <a:ext cx="254685" cy="63331"/>
            </a:xfrm>
            <a:custGeom>
              <a:avLst/>
              <a:gdLst/>
              <a:ahLst/>
              <a:cxnLst/>
              <a:rect l="l" t="t" r="r" b="b"/>
              <a:pathLst>
                <a:path w="3740" h="930" extrusionOk="0">
                  <a:moveTo>
                    <a:pt x="3135" y="0"/>
                  </a:moveTo>
                  <a:cubicBezTo>
                    <a:pt x="2487" y="0"/>
                    <a:pt x="1365" y="103"/>
                    <a:pt x="1" y="650"/>
                  </a:cubicBezTo>
                  <a:cubicBezTo>
                    <a:pt x="1" y="650"/>
                    <a:pt x="531" y="930"/>
                    <a:pt x="1333" y="930"/>
                  </a:cubicBezTo>
                  <a:cubicBezTo>
                    <a:pt x="1997" y="930"/>
                    <a:pt x="2848" y="738"/>
                    <a:pt x="3739" y="37"/>
                  </a:cubicBezTo>
                  <a:cubicBezTo>
                    <a:pt x="3709" y="32"/>
                    <a:pt x="3495" y="0"/>
                    <a:pt x="3135" y="0"/>
                  </a:cubicBezTo>
                  <a:close/>
                </a:path>
              </a:pathLst>
            </a:custGeom>
            <a:gradFill>
              <a:gsLst>
                <a:gs pos="0">
                  <a:srgbClr val="EB667A"/>
                </a:gs>
                <a:gs pos="100000">
                  <a:srgbClr val="B01F3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0" name="Google Shape;2890;p41"/>
            <p:cNvSpPr/>
            <p:nvPr/>
          </p:nvSpPr>
          <p:spPr>
            <a:xfrm>
              <a:off x="7739838" y="4361195"/>
              <a:ext cx="391424" cy="208106"/>
            </a:xfrm>
            <a:custGeom>
              <a:avLst/>
              <a:gdLst/>
              <a:ahLst/>
              <a:cxnLst/>
              <a:rect l="l" t="t" r="r" b="b"/>
              <a:pathLst>
                <a:path w="5748" h="3056" extrusionOk="0">
                  <a:moveTo>
                    <a:pt x="182" y="2219"/>
                  </a:moveTo>
                  <a:cubicBezTo>
                    <a:pt x="238" y="2428"/>
                    <a:pt x="377" y="2609"/>
                    <a:pt x="573" y="2707"/>
                  </a:cubicBezTo>
                  <a:cubicBezTo>
                    <a:pt x="1159" y="3055"/>
                    <a:pt x="2233" y="2916"/>
                    <a:pt x="3042" y="2804"/>
                  </a:cubicBezTo>
                  <a:cubicBezTo>
                    <a:pt x="3795" y="2721"/>
                    <a:pt x="4813" y="2372"/>
                    <a:pt x="5357" y="1940"/>
                  </a:cubicBezTo>
                  <a:cubicBezTo>
                    <a:pt x="5594" y="1744"/>
                    <a:pt x="5748" y="1535"/>
                    <a:pt x="5734" y="1326"/>
                  </a:cubicBezTo>
                  <a:cubicBezTo>
                    <a:pt x="5720" y="628"/>
                    <a:pt x="4562" y="1"/>
                    <a:pt x="4562" y="1"/>
                  </a:cubicBezTo>
                  <a:lnTo>
                    <a:pt x="4548" y="15"/>
                  </a:lnTo>
                  <a:cubicBezTo>
                    <a:pt x="4478" y="70"/>
                    <a:pt x="3990" y="391"/>
                    <a:pt x="2693" y="642"/>
                  </a:cubicBezTo>
                  <a:cubicBezTo>
                    <a:pt x="1298" y="921"/>
                    <a:pt x="838" y="628"/>
                    <a:pt x="824" y="614"/>
                  </a:cubicBezTo>
                  <a:lnTo>
                    <a:pt x="824" y="614"/>
                  </a:lnTo>
                  <a:cubicBezTo>
                    <a:pt x="810" y="642"/>
                    <a:pt x="1" y="1633"/>
                    <a:pt x="182" y="2219"/>
                  </a:cubicBezTo>
                  <a:close/>
                </a:path>
              </a:pathLst>
            </a:custGeom>
            <a:gradFill>
              <a:gsLst>
                <a:gs pos="0">
                  <a:srgbClr val="EB667A"/>
                </a:gs>
                <a:gs pos="100000">
                  <a:srgbClr val="B01F3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1" name="Google Shape;2891;p41"/>
            <p:cNvSpPr/>
            <p:nvPr/>
          </p:nvSpPr>
          <p:spPr>
            <a:xfrm>
              <a:off x="8012500" y="4468516"/>
              <a:ext cx="14300" cy="16207"/>
            </a:xfrm>
            <a:custGeom>
              <a:avLst/>
              <a:gdLst/>
              <a:ahLst/>
              <a:cxnLst/>
              <a:rect l="l" t="t" r="r" b="b"/>
              <a:pathLst>
                <a:path w="210" h="238" extrusionOk="0">
                  <a:moveTo>
                    <a:pt x="84" y="1"/>
                  </a:moveTo>
                  <a:cubicBezTo>
                    <a:pt x="28" y="15"/>
                    <a:pt x="0" y="85"/>
                    <a:pt x="14" y="140"/>
                  </a:cubicBezTo>
                  <a:cubicBezTo>
                    <a:pt x="14" y="196"/>
                    <a:pt x="70" y="238"/>
                    <a:pt x="126" y="238"/>
                  </a:cubicBezTo>
                  <a:cubicBezTo>
                    <a:pt x="181" y="224"/>
                    <a:pt x="209" y="168"/>
                    <a:pt x="195" y="112"/>
                  </a:cubicBezTo>
                  <a:cubicBezTo>
                    <a:pt x="195" y="43"/>
                    <a:pt x="140" y="1"/>
                    <a:pt x="84" y="1"/>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2" name="Google Shape;2892;p41"/>
            <p:cNvSpPr/>
            <p:nvPr/>
          </p:nvSpPr>
          <p:spPr>
            <a:xfrm>
              <a:off x="8017199" y="4472330"/>
              <a:ext cx="4835" cy="5788"/>
            </a:xfrm>
            <a:custGeom>
              <a:avLst/>
              <a:gdLst/>
              <a:ahLst/>
              <a:cxnLst/>
              <a:rect l="l" t="t" r="r" b="b"/>
              <a:pathLst>
                <a:path w="71" h="85" extrusionOk="0">
                  <a:moveTo>
                    <a:pt x="29" y="1"/>
                  </a:moveTo>
                  <a:cubicBezTo>
                    <a:pt x="1" y="1"/>
                    <a:pt x="1" y="15"/>
                    <a:pt x="1" y="43"/>
                  </a:cubicBezTo>
                  <a:cubicBezTo>
                    <a:pt x="1" y="56"/>
                    <a:pt x="29" y="84"/>
                    <a:pt x="43" y="84"/>
                  </a:cubicBezTo>
                  <a:cubicBezTo>
                    <a:pt x="57" y="70"/>
                    <a:pt x="71" y="56"/>
                    <a:pt x="71" y="29"/>
                  </a:cubicBezTo>
                  <a:cubicBezTo>
                    <a:pt x="71" y="15"/>
                    <a:pt x="43" y="1"/>
                    <a:pt x="29" y="1"/>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3" name="Google Shape;2893;p41"/>
            <p:cNvSpPr/>
            <p:nvPr/>
          </p:nvSpPr>
          <p:spPr>
            <a:xfrm>
              <a:off x="7998676" y="4465452"/>
              <a:ext cx="7218" cy="6537"/>
            </a:xfrm>
            <a:custGeom>
              <a:avLst/>
              <a:gdLst/>
              <a:ahLst/>
              <a:cxnLst/>
              <a:rect l="l" t="t" r="r" b="b"/>
              <a:pathLst>
                <a:path w="106" h="96" extrusionOk="0">
                  <a:moveTo>
                    <a:pt x="53" y="0"/>
                  </a:moveTo>
                  <a:cubicBezTo>
                    <a:pt x="26" y="0"/>
                    <a:pt x="0" y="21"/>
                    <a:pt x="8" y="60"/>
                  </a:cubicBezTo>
                  <a:cubicBezTo>
                    <a:pt x="8" y="84"/>
                    <a:pt x="27" y="95"/>
                    <a:pt x="48" y="95"/>
                  </a:cubicBezTo>
                  <a:cubicBezTo>
                    <a:pt x="75" y="95"/>
                    <a:pt x="105" y="77"/>
                    <a:pt x="105" y="46"/>
                  </a:cubicBezTo>
                  <a:cubicBezTo>
                    <a:pt x="99" y="14"/>
                    <a:pt x="76" y="0"/>
                    <a:pt x="53"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4" name="Google Shape;2894;p41"/>
            <p:cNvSpPr/>
            <p:nvPr/>
          </p:nvSpPr>
          <p:spPr>
            <a:xfrm>
              <a:off x="8000106" y="4466133"/>
              <a:ext cx="2928" cy="2452"/>
            </a:xfrm>
            <a:custGeom>
              <a:avLst/>
              <a:gdLst/>
              <a:ahLst/>
              <a:cxnLst/>
              <a:rect l="l" t="t" r="r" b="b"/>
              <a:pathLst>
                <a:path w="43" h="36" extrusionOk="0">
                  <a:moveTo>
                    <a:pt x="22" y="1"/>
                  </a:moveTo>
                  <a:cubicBezTo>
                    <a:pt x="11" y="1"/>
                    <a:pt x="1" y="8"/>
                    <a:pt x="1" y="22"/>
                  </a:cubicBezTo>
                  <a:cubicBezTo>
                    <a:pt x="1" y="36"/>
                    <a:pt x="15" y="36"/>
                    <a:pt x="29" y="36"/>
                  </a:cubicBezTo>
                  <a:cubicBezTo>
                    <a:pt x="29" y="36"/>
                    <a:pt x="43" y="22"/>
                    <a:pt x="43" y="22"/>
                  </a:cubicBezTo>
                  <a:cubicBezTo>
                    <a:pt x="43" y="8"/>
                    <a:pt x="32" y="1"/>
                    <a:pt x="22" y="1"/>
                  </a:cubicBezTo>
                  <a:close/>
                </a:path>
              </a:pathLst>
            </a:custGeom>
            <a:solidFill>
              <a:srgbClr val="D81F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5" name="Google Shape;2895;p41"/>
            <p:cNvSpPr/>
            <p:nvPr/>
          </p:nvSpPr>
          <p:spPr>
            <a:xfrm>
              <a:off x="8051860" y="4458302"/>
              <a:ext cx="2928" cy="2247"/>
            </a:xfrm>
            <a:custGeom>
              <a:avLst/>
              <a:gdLst/>
              <a:ahLst/>
              <a:cxnLst/>
              <a:rect l="l" t="t" r="r" b="b"/>
              <a:pathLst>
                <a:path w="43" h="33" extrusionOk="0">
                  <a:moveTo>
                    <a:pt x="22" y="1"/>
                  </a:moveTo>
                  <a:cubicBezTo>
                    <a:pt x="11" y="1"/>
                    <a:pt x="1" y="4"/>
                    <a:pt x="8" y="11"/>
                  </a:cubicBezTo>
                  <a:cubicBezTo>
                    <a:pt x="8" y="25"/>
                    <a:pt x="15" y="32"/>
                    <a:pt x="22" y="32"/>
                  </a:cubicBezTo>
                  <a:cubicBezTo>
                    <a:pt x="29" y="32"/>
                    <a:pt x="36" y="25"/>
                    <a:pt x="36" y="11"/>
                  </a:cubicBezTo>
                  <a:cubicBezTo>
                    <a:pt x="43" y="4"/>
                    <a:pt x="32" y="1"/>
                    <a:pt x="22" y="1"/>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6" name="Google Shape;2896;p41"/>
            <p:cNvSpPr/>
            <p:nvPr/>
          </p:nvSpPr>
          <p:spPr>
            <a:xfrm>
              <a:off x="7816311" y="4447270"/>
              <a:ext cx="16752" cy="9942"/>
            </a:xfrm>
            <a:custGeom>
              <a:avLst/>
              <a:gdLst/>
              <a:ahLst/>
              <a:cxnLst/>
              <a:rect l="l" t="t" r="r" b="b"/>
              <a:pathLst>
                <a:path w="246" h="146" extrusionOk="0">
                  <a:moveTo>
                    <a:pt x="42" y="0"/>
                  </a:moveTo>
                  <a:cubicBezTo>
                    <a:pt x="17" y="0"/>
                    <a:pt x="0" y="17"/>
                    <a:pt x="8" y="62"/>
                  </a:cubicBezTo>
                  <a:cubicBezTo>
                    <a:pt x="8" y="118"/>
                    <a:pt x="63" y="145"/>
                    <a:pt x="133" y="145"/>
                  </a:cubicBezTo>
                  <a:cubicBezTo>
                    <a:pt x="245" y="125"/>
                    <a:pt x="111" y="0"/>
                    <a:pt x="42"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7" name="Google Shape;2897;p41"/>
            <p:cNvSpPr/>
            <p:nvPr/>
          </p:nvSpPr>
          <p:spPr>
            <a:xfrm>
              <a:off x="7819648" y="4447610"/>
              <a:ext cx="5788" cy="4835"/>
            </a:xfrm>
            <a:custGeom>
              <a:avLst/>
              <a:gdLst/>
              <a:ahLst/>
              <a:cxnLst/>
              <a:rect l="l" t="t" r="r" b="b"/>
              <a:pathLst>
                <a:path w="85" h="71" extrusionOk="0">
                  <a:moveTo>
                    <a:pt x="28" y="1"/>
                  </a:moveTo>
                  <a:cubicBezTo>
                    <a:pt x="14" y="1"/>
                    <a:pt x="1" y="29"/>
                    <a:pt x="1" y="43"/>
                  </a:cubicBezTo>
                  <a:cubicBezTo>
                    <a:pt x="1" y="57"/>
                    <a:pt x="14" y="71"/>
                    <a:pt x="42" y="71"/>
                  </a:cubicBezTo>
                  <a:cubicBezTo>
                    <a:pt x="84" y="57"/>
                    <a:pt x="70" y="1"/>
                    <a:pt x="28" y="1"/>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8" name="Google Shape;2898;p41"/>
            <p:cNvSpPr/>
            <p:nvPr/>
          </p:nvSpPr>
          <p:spPr>
            <a:xfrm>
              <a:off x="7797176" y="4509375"/>
              <a:ext cx="15867" cy="15254"/>
            </a:xfrm>
            <a:custGeom>
              <a:avLst/>
              <a:gdLst/>
              <a:ahLst/>
              <a:cxnLst/>
              <a:rect l="l" t="t" r="r" b="b"/>
              <a:pathLst>
                <a:path w="233" h="224" extrusionOk="0">
                  <a:moveTo>
                    <a:pt x="127" y="1"/>
                  </a:moveTo>
                  <a:cubicBezTo>
                    <a:pt x="64" y="1"/>
                    <a:pt x="0" y="48"/>
                    <a:pt x="24" y="126"/>
                  </a:cubicBezTo>
                  <a:cubicBezTo>
                    <a:pt x="24" y="196"/>
                    <a:pt x="79" y="224"/>
                    <a:pt x="135" y="224"/>
                  </a:cubicBezTo>
                  <a:cubicBezTo>
                    <a:pt x="191" y="210"/>
                    <a:pt x="233" y="154"/>
                    <a:pt x="233" y="98"/>
                  </a:cubicBezTo>
                  <a:cubicBezTo>
                    <a:pt x="227" y="31"/>
                    <a:pt x="177" y="1"/>
                    <a:pt x="127" y="1"/>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9" name="Google Shape;2899;p41"/>
            <p:cNvSpPr/>
            <p:nvPr/>
          </p:nvSpPr>
          <p:spPr>
            <a:xfrm>
              <a:off x="7800649" y="4515095"/>
              <a:ext cx="5788" cy="4835"/>
            </a:xfrm>
            <a:custGeom>
              <a:avLst/>
              <a:gdLst/>
              <a:ahLst/>
              <a:cxnLst/>
              <a:rect l="l" t="t" r="r" b="b"/>
              <a:pathLst>
                <a:path w="85" h="71" extrusionOk="0">
                  <a:moveTo>
                    <a:pt x="42" y="0"/>
                  </a:moveTo>
                  <a:cubicBezTo>
                    <a:pt x="14" y="0"/>
                    <a:pt x="1" y="14"/>
                    <a:pt x="14" y="42"/>
                  </a:cubicBezTo>
                  <a:cubicBezTo>
                    <a:pt x="14" y="56"/>
                    <a:pt x="28" y="70"/>
                    <a:pt x="56" y="70"/>
                  </a:cubicBezTo>
                  <a:cubicBezTo>
                    <a:pt x="70" y="70"/>
                    <a:pt x="84" y="42"/>
                    <a:pt x="84" y="28"/>
                  </a:cubicBezTo>
                  <a:cubicBezTo>
                    <a:pt x="70" y="14"/>
                    <a:pt x="56" y="0"/>
                    <a:pt x="42"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0" name="Google Shape;2900;p41"/>
            <p:cNvSpPr/>
            <p:nvPr/>
          </p:nvSpPr>
          <p:spPr>
            <a:xfrm>
              <a:off x="8008687" y="4427726"/>
              <a:ext cx="7627" cy="6946"/>
            </a:xfrm>
            <a:custGeom>
              <a:avLst/>
              <a:gdLst/>
              <a:ahLst/>
              <a:cxnLst/>
              <a:rect l="l" t="t" r="r" b="b"/>
              <a:pathLst>
                <a:path w="112" h="102" extrusionOk="0">
                  <a:moveTo>
                    <a:pt x="42" y="0"/>
                  </a:moveTo>
                  <a:cubicBezTo>
                    <a:pt x="14" y="14"/>
                    <a:pt x="0" y="28"/>
                    <a:pt x="0" y="56"/>
                  </a:cubicBezTo>
                  <a:cubicBezTo>
                    <a:pt x="12" y="79"/>
                    <a:pt x="23" y="101"/>
                    <a:pt x="42" y="101"/>
                  </a:cubicBezTo>
                  <a:cubicBezTo>
                    <a:pt x="46" y="101"/>
                    <a:pt x="51" y="100"/>
                    <a:pt x="56" y="98"/>
                  </a:cubicBezTo>
                  <a:cubicBezTo>
                    <a:pt x="84" y="98"/>
                    <a:pt x="112" y="70"/>
                    <a:pt x="98" y="42"/>
                  </a:cubicBezTo>
                  <a:cubicBezTo>
                    <a:pt x="98" y="14"/>
                    <a:pt x="70" y="0"/>
                    <a:pt x="42"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1" name="Google Shape;2901;p41"/>
            <p:cNvSpPr/>
            <p:nvPr/>
          </p:nvSpPr>
          <p:spPr>
            <a:xfrm>
              <a:off x="8010593" y="4428679"/>
              <a:ext cx="2928" cy="2860"/>
            </a:xfrm>
            <a:custGeom>
              <a:avLst/>
              <a:gdLst/>
              <a:ahLst/>
              <a:cxnLst/>
              <a:rect l="l" t="t" r="r" b="b"/>
              <a:pathLst>
                <a:path w="43" h="42" extrusionOk="0">
                  <a:moveTo>
                    <a:pt x="14" y="0"/>
                  </a:moveTo>
                  <a:cubicBezTo>
                    <a:pt x="0" y="0"/>
                    <a:pt x="0" y="14"/>
                    <a:pt x="0" y="28"/>
                  </a:cubicBezTo>
                  <a:cubicBezTo>
                    <a:pt x="0" y="28"/>
                    <a:pt x="14" y="42"/>
                    <a:pt x="28" y="42"/>
                  </a:cubicBezTo>
                  <a:cubicBezTo>
                    <a:pt x="28" y="42"/>
                    <a:pt x="42" y="28"/>
                    <a:pt x="42" y="14"/>
                  </a:cubicBezTo>
                  <a:cubicBezTo>
                    <a:pt x="28" y="14"/>
                    <a:pt x="28" y="0"/>
                    <a:pt x="14"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2" name="Google Shape;2902;p41"/>
            <p:cNvSpPr/>
            <p:nvPr/>
          </p:nvSpPr>
          <p:spPr>
            <a:xfrm>
              <a:off x="8040965" y="4422823"/>
              <a:ext cx="8308" cy="6810"/>
            </a:xfrm>
            <a:custGeom>
              <a:avLst/>
              <a:gdLst/>
              <a:ahLst/>
              <a:cxnLst/>
              <a:rect l="l" t="t" r="r" b="b"/>
              <a:pathLst>
                <a:path w="122" h="100" extrusionOk="0">
                  <a:moveTo>
                    <a:pt x="56" y="1"/>
                  </a:moveTo>
                  <a:cubicBezTo>
                    <a:pt x="51" y="1"/>
                    <a:pt x="47" y="1"/>
                    <a:pt x="42" y="2"/>
                  </a:cubicBezTo>
                  <a:cubicBezTo>
                    <a:pt x="14" y="2"/>
                    <a:pt x="1" y="30"/>
                    <a:pt x="1" y="58"/>
                  </a:cubicBezTo>
                  <a:cubicBezTo>
                    <a:pt x="1" y="86"/>
                    <a:pt x="28" y="100"/>
                    <a:pt x="56" y="100"/>
                  </a:cubicBezTo>
                  <a:cubicBezTo>
                    <a:pt x="121" y="87"/>
                    <a:pt x="114" y="1"/>
                    <a:pt x="56" y="1"/>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3" name="Google Shape;2903;p41"/>
            <p:cNvSpPr/>
            <p:nvPr/>
          </p:nvSpPr>
          <p:spPr>
            <a:xfrm>
              <a:off x="8042871" y="4423913"/>
              <a:ext cx="2928" cy="2928"/>
            </a:xfrm>
            <a:custGeom>
              <a:avLst/>
              <a:gdLst/>
              <a:ahLst/>
              <a:cxnLst/>
              <a:rect l="l" t="t" r="r" b="b"/>
              <a:pathLst>
                <a:path w="43" h="43" extrusionOk="0">
                  <a:moveTo>
                    <a:pt x="28" y="0"/>
                  </a:moveTo>
                  <a:cubicBezTo>
                    <a:pt x="14" y="0"/>
                    <a:pt x="0" y="14"/>
                    <a:pt x="0" y="14"/>
                  </a:cubicBezTo>
                  <a:cubicBezTo>
                    <a:pt x="0" y="28"/>
                    <a:pt x="14" y="42"/>
                    <a:pt x="28" y="42"/>
                  </a:cubicBezTo>
                  <a:cubicBezTo>
                    <a:pt x="42" y="28"/>
                    <a:pt x="42" y="14"/>
                    <a:pt x="28" y="0"/>
                  </a:cubicBezTo>
                  <a:close/>
                </a:path>
              </a:pathLst>
            </a:custGeom>
            <a:solidFill>
              <a:srgbClr val="D81F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4" name="Google Shape;2904;p41"/>
            <p:cNvSpPr/>
            <p:nvPr/>
          </p:nvSpPr>
          <p:spPr>
            <a:xfrm>
              <a:off x="7890742" y="4467904"/>
              <a:ext cx="19340" cy="17433"/>
            </a:xfrm>
            <a:custGeom>
              <a:avLst/>
              <a:gdLst/>
              <a:ahLst/>
              <a:cxnLst/>
              <a:rect l="l" t="t" r="r" b="b"/>
              <a:pathLst>
                <a:path w="284" h="256" extrusionOk="0">
                  <a:moveTo>
                    <a:pt x="145" y="1"/>
                  </a:moveTo>
                  <a:cubicBezTo>
                    <a:pt x="73" y="1"/>
                    <a:pt x="1" y="55"/>
                    <a:pt x="17" y="149"/>
                  </a:cubicBezTo>
                  <a:cubicBezTo>
                    <a:pt x="29" y="223"/>
                    <a:pt x="84" y="256"/>
                    <a:pt x="140" y="256"/>
                  </a:cubicBezTo>
                  <a:cubicBezTo>
                    <a:pt x="211" y="256"/>
                    <a:pt x="283" y="202"/>
                    <a:pt x="268" y="108"/>
                  </a:cubicBezTo>
                  <a:cubicBezTo>
                    <a:pt x="255" y="34"/>
                    <a:pt x="200" y="1"/>
                    <a:pt x="145" y="1"/>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5" name="Google Shape;2905;p41"/>
            <p:cNvSpPr/>
            <p:nvPr/>
          </p:nvSpPr>
          <p:spPr>
            <a:xfrm>
              <a:off x="8042871" y="4392383"/>
              <a:ext cx="20225" cy="18659"/>
            </a:xfrm>
            <a:custGeom>
              <a:avLst/>
              <a:gdLst/>
              <a:ahLst/>
              <a:cxnLst/>
              <a:rect l="l" t="t" r="r" b="b"/>
              <a:pathLst>
                <a:path w="297" h="274" extrusionOk="0">
                  <a:moveTo>
                    <a:pt x="147" y="1"/>
                  </a:moveTo>
                  <a:cubicBezTo>
                    <a:pt x="140" y="1"/>
                    <a:pt x="133" y="2"/>
                    <a:pt x="126" y="3"/>
                  </a:cubicBezTo>
                  <a:cubicBezTo>
                    <a:pt x="56" y="17"/>
                    <a:pt x="0" y="87"/>
                    <a:pt x="14" y="156"/>
                  </a:cubicBezTo>
                  <a:cubicBezTo>
                    <a:pt x="21" y="237"/>
                    <a:pt x="81" y="273"/>
                    <a:pt x="143" y="273"/>
                  </a:cubicBezTo>
                  <a:cubicBezTo>
                    <a:pt x="219" y="273"/>
                    <a:pt x="297" y="216"/>
                    <a:pt x="265" y="115"/>
                  </a:cubicBezTo>
                  <a:cubicBezTo>
                    <a:pt x="253" y="52"/>
                    <a:pt x="207" y="1"/>
                    <a:pt x="147" y="1"/>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6" name="Google Shape;2906;p41"/>
            <p:cNvSpPr/>
            <p:nvPr/>
          </p:nvSpPr>
          <p:spPr>
            <a:xfrm>
              <a:off x="8049545" y="4396333"/>
              <a:ext cx="5720" cy="5788"/>
            </a:xfrm>
            <a:custGeom>
              <a:avLst/>
              <a:gdLst/>
              <a:ahLst/>
              <a:cxnLst/>
              <a:rect l="l" t="t" r="r" b="b"/>
              <a:pathLst>
                <a:path w="84" h="85" extrusionOk="0">
                  <a:moveTo>
                    <a:pt x="28" y="1"/>
                  </a:moveTo>
                  <a:cubicBezTo>
                    <a:pt x="14" y="1"/>
                    <a:pt x="0" y="29"/>
                    <a:pt x="0" y="57"/>
                  </a:cubicBezTo>
                  <a:cubicBezTo>
                    <a:pt x="0" y="71"/>
                    <a:pt x="28" y="84"/>
                    <a:pt x="42" y="84"/>
                  </a:cubicBezTo>
                  <a:cubicBezTo>
                    <a:pt x="70" y="84"/>
                    <a:pt x="84" y="57"/>
                    <a:pt x="84" y="29"/>
                  </a:cubicBezTo>
                  <a:cubicBezTo>
                    <a:pt x="84" y="15"/>
                    <a:pt x="56" y="1"/>
                    <a:pt x="28" y="1"/>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7" name="Google Shape;2907;p41"/>
            <p:cNvSpPr/>
            <p:nvPr/>
          </p:nvSpPr>
          <p:spPr>
            <a:xfrm>
              <a:off x="7950191" y="4517410"/>
              <a:ext cx="7286" cy="6537"/>
            </a:xfrm>
            <a:custGeom>
              <a:avLst/>
              <a:gdLst/>
              <a:ahLst/>
              <a:cxnLst/>
              <a:rect l="l" t="t" r="r" b="b"/>
              <a:pathLst>
                <a:path w="107" h="96" extrusionOk="0">
                  <a:moveTo>
                    <a:pt x="56" y="1"/>
                  </a:moveTo>
                  <a:cubicBezTo>
                    <a:pt x="28" y="1"/>
                    <a:pt x="1" y="19"/>
                    <a:pt x="8" y="50"/>
                  </a:cubicBezTo>
                  <a:cubicBezTo>
                    <a:pt x="8" y="73"/>
                    <a:pt x="27" y="96"/>
                    <a:pt x="49" y="96"/>
                  </a:cubicBezTo>
                  <a:cubicBezTo>
                    <a:pt x="54" y="96"/>
                    <a:pt x="59" y="94"/>
                    <a:pt x="64" y="92"/>
                  </a:cubicBezTo>
                  <a:cubicBezTo>
                    <a:pt x="78" y="92"/>
                    <a:pt x="106" y="64"/>
                    <a:pt x="106" y="36"/>
                  </a:cubicBezTo>
                  <a:cubicBezTo>
                    <a:pt x="100" y="12"/>
                    <a:pt x="78" y="1"/>
                    <a:pt x="56" y="1"/>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8" name="Google Shape;2908;p41"/>
            <p:cNvSpPr/>
            <p:nvPr/>
          </p:nvSpPr>
          <p:spPr>
            <a:xfrm>
              <a:off x="7952642" y="4518704"/>
              <a:ext cx="2111" cy="1771"/>
            </a:xfrm>
            <a:custGeom>
              <a:avLst/>
              <a:gdLst/>
              <a:ahLst/>
              <a:cxnLst/>
              <a:rect l="l" t="t" r="r" b="b"/>
              <a:pathLst>
                <a:path w="31" h="26" extrusionOk="0">
                  <a:moveTo>
                    <a:pt x="21" y="1"/>
                  </a:moveTo>
                  <a:cubicBezTo>
                    <a:pt x="20" y="1"/>
                    <a:pt x="17" y="2"/>
                    <a:pt x="14" y="3"/>
                  </a:cubicBezTo>
                  <a:cubicBezTo>
                    <a:pt x="0" y="3"/>
                    <a:pt x="0" y="3"/>
                    <a:pt x="0" y="17"/>
                  </a:cubicBezTo>
                  <a:cubicBezTo>
                    <a:pt x="0" y="23"/>
                    <a:pt x="2" y="25"/>
                    <a:pt x="5" y="25"/>
                  </a:cubicBezTo>
                  <a:cubicBezTo>
                    <a:pt x="13" y="25"/>
                    <a:pt x="30" y="1"/>
                    <a:pt x="21" y="1"/>
                  </a:cubicBezTo>
                  <a:close/>
                </a:path>
              </a:pathLst>
            </a:custGeom>
            <a:solidFill>
              <a:srgbClr val="D81F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9" name="Google Shape;2909;p41"/>
            <p:cNvSpPr/>
            <p:nvPr/>
          </p:nvSpPr>
          <p:spPr>
            <a:xfrm>
              <a:off x="7849611" y="4504404"/>
              <a:ext cx="25196" cy="21178"/>
            </a:xfrm>
            <a:custGeom>
              <a:avLst/>
              <a:gdLst/>
              <a:ahLst/>
              <a:cxnLst/>
              <a:rect l="l" t="t" r="r" b="b"/>
              <a:pathLst>
                <a:path w="370" h="311" extrusionOk="0">
                  <a:moveTo>
                    <a:pt x="167" y="1"/>
                  </a:moveTo>
                  <a:cubicBezTo>
                    <a:pt x="79" y="1"/>
                    <a:pt x="0" y="78"/>
                    <a:pt x="21" y="171"/>
                  </a:cubicBezTo>
                  <a:cubicBezTo>
                    <a:pt x="35" y="255"/>
                    <a:pt x="105" y="311"/>
                    <a:pt x="188" y="311"/>
                  </a:cubicBezTo>
                  <a:cubicBezTo>
                    <a:pt x="328" y="283"/>
                    <a:pt x="370" y="116"/>
                    <a:pt x="258" y="32"/>
                  </a:cubicBezTo>
                  <a:cubicBezTo>
                    <a:pt x="229" y="10"/>
                    <a:pt x="197" y="1"/>
                    <a:pt x="167" y="1"/>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0" name="Google Shape;2910;p41"/>
            <p:cNvSpPr/>
            <p:nvPr/>
          </p:nvSpPr>
          <p:spPr>
            <a:xfrm>
              <a:off x="7854514" y="4513937"/>
              <a:ext cx="8580" cy="5039"/>
            </a:xfrm>
            <a:custGeom>
              <a:avLst/>
              <a:gdLst/>
              <a:ahLst/>
              <a:cxnLst/>
              <a:rect l="l" t="t" r="r" b="b"/>
              <a:pathLst>
                <a:path w="126" h="74" extrusionOk="0">
                  <a:moveTo>
                    <a:pt x="22" y="0"/>
                  </a:moveTo>
                  <a:cubicBezTo>
                    <a:pt x="9" y="0"/>
                    <a:pt x="1" y="9"/>
                    <a:pt x="5" y="31"/>
                  </a:cubicBezTo>
                  <a:cubicBezTo>
                    <a:pt x="5" y="59"/>
                    <a:pt x="33" y="73"/>
                    <a:pt x="74" y="73"/>
                  </a:cubicBezTo>
                  <a:cubicBezTo>
                    <a:pt x="125" y="63"/>
                    <a:pt x="57" y="0"/>
                    <a:pt x="22"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1" name="Google Shape;2911;p41"/>
            <p:cNvSpPr/>
            <p:nvPr/>
          </p:nvSpPr>
          <p:spPr>
            <a:xfrm>
              <a:off x="7783011" y="4464362"/>
              <a:ext cx="16820" cy="10147"/>
            </a:xfrm>
            <a:custGeom>
              <a:avLst/>
              <a:gdLst/>
              <a:ahLst/>
              <a:cxnLst/>
              <a:rect l="l" t="t" r="r" b="b"/>
              <a:pathLst>
                <a:path w="247" h="149" extrusionOk="0">
                  <a:moveTo>
                    <a:pt x="43" y="0"/>
                  </a:moveTo>
                  <a:cubicBezTo>
                    <a:pt x="18" y="0"/>
                    <a:pt x="1" y="17"/>
                    <a:pt x="8" y="62"/>
                  </a:cubicBezTo>
                  <a:cubicBezTo>
                    <a:pt x="21" y="110"/>
                    <a:pt x="54" y="148"/>
                    <a:pt x="108" y="148"/>
                  </a:cubicBezTo>
                  <a:cubicBezTo>
                    <a:pt x="116" y="148"/>
                    <a:pt x="125" y="147"/>
                    <a:pt x="134" y="146"/>
                  </a:cubicBezTo>
                  <a:cubicBezTo>
                    <a:pt x="246" y="125"/>
                    <a:pt x="112" y="0"/>
                    <a:pt x="43"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2" name="Google Shape;2912;p41"/>
            <p:cNvSpPr/>
            <p:nvPr/>
          </p:nvSpPr>
          <p:spPr>
            <a:xfrm>
              <a:off x="7786416" y="4465316"/>
              <a:ext cx="4835" cy="5175"/>
            </a:xfrm>
            <a:custGeom>
              <a:avLst/>
              <a:gdLst/>
              <a:ahLst/>
              <a:cxnLst/>
              <a:rect l="l" t="t" r="r" b="b"/>
              <a:pathLst>
                <a:path w="71" h="76" extrusionOk="0">
                  <a:moveTo>
                    <a:pt x="48" y="1"/>
                  </a:moveTo>
                  <a:cubicBezTo>
                    <a:pt x="42" y="1"/>
                    <a:pt x="36" y="2"/>
                    <a:pt x="28" y="6"/>
                  </a:cubicBezTo>
                  <a:cubicBezTo>
                    <a:pt x="14" y="6"/>
                    <a:pt x="0" y="20"/>
                    <a:pt x="0" y="48"/>
                  </a:cubicBezTo>
                  <a:cubicBezTo>
                    <a:pt x="0" y="62"/>
                    <a:pt x="14" y="76"/>
                    <a:pt x="42" y="76"/>
                  </a:cubicBezTo>
                  <a:cubicBezTo>
                    <a:pt x="56" y="62"/>
                    <a:pt x="70" y="48"/>
                    <a:pt x="70" y="34"/>
                  </a:cubicBezTo>
                  <a:cubicBezTo>
                    <a:pt x="70" y="13"/>
                    <a:pt x="63" y="1"/>
                    <a:pt x="48" y="1"/>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3" name="Google Shape;2913;p41"/>
            <p:cNvSpPr/>
            <p:nvPr/>
          </p:nvSpPr>
          <p:spPr>
            <a:xfrm>
              <a:off x="7897960" y="4532732"/>
              <a:ext cx="16820" cy="10147"/>
            </a:xfrm>
            <a:custGeom>
              <a:avLst/>
              <a:gdLst/>
              <a:ahLst/>
              <a:cxnLst/>
              <a:rect l="l" t="t" r="r" b="b"/>
              <a:pathLst>
                <a:path w="247" h="149" extrusionOk="0">
                  <a:moveTo>
                    <a:pt x="43" y="0"/>
                  </a:moveTo>
                  <a:cubicBezTo>
                    <a:pt x="17" y="0"/>
                    <a:pt x="1" y="17"/>
                    <a:pt x="8" y="62"/>
                  </a:cubicBezTo>
                  <a:cubicBezTo>
                    <a:pt x="20" y="111"/>
                    <a:pt x="54" y="149"/>
                    <a:pt x="108" y="149"/>
                  </a:cubicBezTo>
                  <a:cubicBezTo>
                    <a:pt x="116" y="149"/>
                    <a:pt x="125" y="148"/>
                    <a:pt x="134" y="146"/>
                  </a:cubicBezTo>
                  <a:cubicBezTo>
                    <a:pt x="246" y="125"/>
                    <a:pt x="112" y="0"/>
                    <a:pt x="43"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4" name="Google Shape;2914;p41"/>
            <p:cNvSpPr/>
            <p:nvPr/>
          </p:nvSpPr>
          <p:spPr>
            <a:xfrm>
              <a:off x="7900411" y="4534094"/>
              <a:ext cx="5720" cy="4835"/>
            </a:xfrm>
            <a:custGeom>
              <a:avLst/>
              <a:gdLst/>
              <a:ahLst/>
              <a:cxnLst/>
              <a:rect l="l" t="t" r="r" b="b"/>
              <a:pathLst>
                <a:path w="84" h="71" extrusionOk="0">
                  <a:moveTo>
                    <a:pt x="42" y="0"/>
                  </a:moveTo>
                  <a:cubicBezTo>
                    <a:pt x="14" y="0"/>
                    <a:pt x="0" y="14"/>
                    <a:pt x="14" y="42"/>
                  </a:cubicBezTo>
                  <a:cubicBezTo>
                    <a:pt x="14" y="56"/>
                    <a:pt x="28" y="70"/>
                    <a:pt x="56" y="70"/>
                  </a:cubicBezTo>
                  <a:cubicBezTo>
                    <a:pt x="70" y="70"/>
                    <a:pt x="84" y="42"/>
                    <a:pt x="84" y="28"/>
                  </a:cubicBezTo>
                  <a:cubicBezTo>
                    <a:pt x="70" y="0"/>
                    <a:pt x="56" y="0"/>
                    <a:pt x="42"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5" name="Google Shape;2915;p41"/>
            <p:cNvSpPr/>
            <p:nvPr/>
          </p:nvSpPr>
          <p:spPr>
            <a:xfrm>
              <a:off x="8088905" y="4452922"/>
              <a:ext cx="16480" cy="10147"/>
            </a:xfrm>
            <a:custGeom>
              <a:avLst/>
              <a:gdLst/>
              <a:ahLst/>
              <a:cxnLst/>
              <a:rect l="l" t="t" r="r" b="b"/>
              <a:pathLst>
                <a:path w="242" h="149" extrusionOk="0">
                  <a:moveTo>
                    <a:pt x="42" y="1"/>
                  </a:moveTo>
                  <a:cubicBezTo>
                    <a:pt x="17" y="1"/>
                    <a:pt x="0" y="18"/>
                    <a:pt x="8" y="62"/>
                  </a:cubicBezTo>
                  <a:cubicBezTo>
                    <a:pt x="8" y="111"/>
                    <a:pt x="50" y="149"/>
                    <a:pt x="98" y="149"/>
                  </a:cubicBezTo>
                  <a:cubicBezTo>
                    <a:pt x="105" y="149"/>
                    <a:pt x="112" y="148"/>
                    <a:pt x="119" y="146"/>
                  </a:cubicBezTo>
                  <a:cubicBezTo>
                    <a:pt x="242" y="126"/>
                    <a:pt x="111" y="1"/>
                    <a:pt x="42" y="1"/>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6" name="Google Shape;2916;p41"/>
            <p:cNvSpPr/>
            <p:nvPr/>
          </p:nvSpPr>
          <p:spPr>
            <a:xfrm>
              <a:off x="8092174" y="4455033"/>
              <a:ext cx="4903" cy="4086"/>
            </a:xfrm>
            <a:custGeom>
              <a:avLst/>
              <a:gdLst/>
              <a:ahLst/>
              <a:cxnLst/>
              <a:rect l="l" t="t" r="r" b="b"/>
              <a:pathLst>
                <a:path w="72" h="60" extrusionOk="0">
                  <a:moveTo>
                    <a:pt x="56" y="0"/>
                  </a:moveTo>
                  <a:cubicBezTo>
                    <a:pt x="33" y="0"/>
                    <a:pt x="0" y="59"/>
                    <a:pt x="44" y="59"/>
                  </a:cubicBezTo>
                  <a:cubicBezTo>
                    <a:pt x="58" y="45"/>
                    <a:pt x="71" y="31"/>
                    <a:pt x="71" y="18"/>
                  </a:cubicBezTo>
                  <a:cubicBezTo>
                    <a:pt x="68" y="5"/>
                    <a:pt x="63" y="0"/>
                    <a:pt x="56"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7" name="Google Shape;2917;p41"/>
            <p:cNvSpPr/>
            <p:nvPr/>
          </p:nvSpPr>
          <p:spPr>
            <a:xfrm>
              <a:off x="8066161" y="4483906"/>
              <a:ext cx="17569" cy="10351"/>
            </a:xfrm>
            <a:custGeom>
              <a:avLst/>
              <a:gdLst/>
              <a:ahLst/>
              <a:cxnLst/>
              <a:rect l="l" t="t" r="r" b="b"/>
              <a:pathLst>
                <a:path w="258" h="152" extrusionOk="0">
                  <a:moveTo>
                    <a:pt x="39" y="0"/>
                  </a:moveTo>
                  <a:cubicBezTo>
                    <a:pt x="15" y="0"/>
                    <a:pt x="0" y="15"/>
                    <a:pt x="7" y="54"/>
                  </a:cubicBezTo>
                  <a:cubicBezTo>
                    <a:pt x="21" y="110"/>
                    <a:pt x="77" y="151"/>
                    <a:pt x="133" y="151"/>
                  </a:cubicBezTo>
                  <a:cubicBezTo>
                    <a:pt x="258" y="131"/>
                    <a:pt x="110" y="0"/>
                    <a:pt x="39"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8" name="Google Shape;2918;p41"/>
            <p:cNvSpPr/>
            <p:nvPr/>
          </p:nvSpPr>
          <p:spPr>
            <a:xfrm>
              <a:off x="8069429" y="4484656"/>
              <a:ext cx="5788" cy="4835"/>
            </a:xfrm>
            <a:custGeom>
              <a:avLst/>
              <a:gdLst/>
              <a:ahLst/>
              <a:cxnLst/>
              <a:rect l="l" t="t" r="r" b="b"/>
              <a:pathLst>
                <a:path w="85" h="71" extrusionOk="0">
                  <a:moveTo>
                    <a:pt x="29" y="1"/>
                  </a:moveTo>
                  <a:cubicBezTo>
                    <a:pt x="15" y="1"/>
                    <a:pt x="1" y="15"/>
                    <a:pt x="1" y="43"/>
                  </a:cubicBezTo>
                  <a:cubicBezTo>
                    <a:pt x="1" y="57"/>
                    <a:pt x="29" y="71"/>
                    <a:pt x="43" y="71"/>
                  </a:cubicBezTo>
                  <a:cubicBezTo>
                    <a:pt x="71" y="71"/>
                    <a:pt x="85" y="43"/>
                    <a:pt x="71" y="29"/>
                  </a:cubicBezTo>
                  <a:cubicBezTo>
                    <a:pt x="71" y="15"/>
                    <a:pt x="57" y="1"/>
                    <a:pt x="29" y="1"/>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9" name="Google Shape;2919;p41"/>
            <p:cNvSpPr/>
            <p:nvPr/>
          </p:nvSpPr>
          <p:spPr>
            <a:xfrm>
              <a:off x="7911307" y="4423640"/>
              <a:ext cx="16888" cy="10759"/>
            </a:xfrm>
            <a:custGeom>
              <a:avLst/>
              <a:gdLst/>
              <a:ahLst/>
              <a:cxnLst/>
              <a:rect l="l" t="t" r="r" b="b"/>
              <a:pathLst>
                <a:path w="248" h="158" extrusionOk="0">
                  <a:moveTo>
                    <a:pt x="39" y="1"/>
                  </a:moveTo>
                  <a:cubicBezTo>
                    <a:pt x="15" y="1"/>
                    <a:pt x="0" y="17"/>
                    <a:pt x="8" y="60"/>
                  </a:cubicBezTo>
                  <a:cubicBezTo>
                    <a:pt x="8" y="116"/>
                    <a:pt x="63" y="158"/>
                    <a:pt x="133" y="158"/>
                  </a:cubicBezTo>
                  <a:cubicBezTo>
                    <a:pt x="247" y="137"/>
                    <a:pt x="107" y="1"/>
                    <a:pt x="39" y="1"/>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0" name="Google Shape;2920;p41"/>
            <p:cNvSpPr/>
            <p:nvPr/>
          </p:nvSpPr>
          <p:spPr>
            <a:xfrm>
              <a:off x="7798265" y="4426364"/>
              <a:ext cx="16752" cy="10147"/>
            </a:xfrm>
            <a:custGeom>
              <a:avLst/>
              <a:gdLst/>
              <a:ahLst/>
              <a:cxnLst/>
              <a:rect l="l" t="t" r="r" b="b"/>
              <a:pathLst>
                <a:path w="246" h="149" extrusionOk="0">
                  <a:moveTo>
                    <a:pt x="42" y="0"/>
                  </a:moveTo>
                  <a:cubicBezTo>
                    <a:pt x="17" y="0"/>
                    <a:pt x="0" y="17"/>
                    <a:pt x="8" y="62"/>
                  </a:cubicBezTo>
                  <a:cubicBezTo>
                    <a:pt x="8" y="110"/>
                    <a:pt x="50" y="148"/>
                    <a:pt x="106" y="148"/>
                  </a:cubicBezTo>
                  <a:cubicBezTo>
                    <a:pt x="115" y="148"/>
                    <a:pt x="124" y="147"/>
                    <a:pt x="133" y="146"/>
                  </a:cubicBezTo>
                  <a:cubicBezTo>
                    <a:pt x="245" y="125"/>
                    <a:pt x="111" y="0"/>
                    <a:pt x="42"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1" name="Google Shape;2921;p41"/>
            <p:cNvSpPr/>
            <p:nvPr/>
          </p:nvSpPr>
          <p:spPr>
            <a:xfrm>
              <a:off x="7801602" y="4426773"/>
              <a:ext cx="4835" cy="5175"/>
            </a:xfrm>
            <a:custGeom>
              <a:avLst/>
              <a:gdLst/>
              <a:ahLst/>
              <a:cxnLst/>
              <a:rect l="l" t="t" r="r" b="b"/>
              <a:pathLst>
                <a:path w="71" h="76" extrusionOk="0">
                  <a:moveTo>
                    <a:pt x="28" y="0"/>
                  </a:moveTo>
                  <a:cubicBezTo>
                    <a:pt x="14" y="14"/>
                    <a:pt x="0" y="28"/>
                    <a:pt x="0" y="42"/>
                  </a:cubicBezTo>
                  <a:cubicBezTo>
                    <a:pt x="0" y="62"/>
                    <a:pt x="8" y="75"/>
                    <a:pt x="23" y="75"/>
                  </a:cubicBezTo>
                  <a:cubicBezTo>
                    <a:pt x="28" y="75"/>
                    <a:pt x="35" y="74"/>
                    <a:pt x="42" y="70"/>
                  </a:cubicBezTo>
                  <a:cubicBezTo>
                    <a:pt x="56" y="70"/>
                    <a:pt x="70" y="56"/>
                    <a:pt x="70" y="28"/>
                  </a:cubicBezTo>
                  <a:cubicBezTo>
                    <a:pt x="70" y="14"/>
                    <a:pt x="42" y="0"/>
                    <a:pt x="28"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2" name="Google Shape;2922;p41"/>
            <p:cNvSpPr/>
            <p:nvPr/>
          </p:nvSpPr>
          <p:spPr>
            <a:xfrm>
              <a:off x="7822985" y="4530962"/>
              <a:ext cx="16616" cy="10759"/>
            </a:xfrm>
            <a:custGeom>
              <a:avLst/>
              <a:gdLst/>
              <a:ahLst/>
              <a:cxnLst/>
              <a:rect l="l" t="t" r="r" b="b"/>
              <a:pathLst>
                <a:path w="244" h="158" extrusionOk="0">
                  <a:moveTo>
                    <a:pt x="38" y="1"/>
                  </a:moveTo>
                  <a:cubicBezTo>
                    <a:pt x="15" y="1"/>
                    <a:pt x="0" y="17"/>
                    <a:pt x="7" y="60"/>
                  </a:cubicBezTo>
                  <a:cubicBezTo>
                    <a:pt x="7" y="116"/>
                    <a:pt x="63" y="158"/>
                    <a:pt x="119" y="158"/>
                  </a:cubicBezTo>
                  <a:cubicBezTo>
                    <a:pt x="243" y="137"/>
                    <a:pt x="106" y="1"/>
                    <a:pt x="38" y="1"/>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3" name="Google Shape;2923;p41"/>
            <p:cNvSpPr/>
            <p:nvPr/>
          </p:nvSpPr>
          <p:spPr>
            <a:xfrm>
              <a:off x="7826321" y="4532188"/>
              <a:ext cx="4767" cy="4835"/>
            </a:xfrm>
            <a:custGeom>
              <a:avLst/>
              <a:gdLst/>
              <a:ahLst/>
              <a:cxnLst/>
              <a:rect l="l" t="t" r="r" b="b"/>
              <a:pathLst>
                <a:path w="70" h="71" extrusionOk="0">
                  <a:moveTo>
                    <a:pt x="28" y="0"/>
                  </a:moveTo>
                  <a:cubicBezTo>
                    <a:pt x="0" y="0"/>
                    <a:pt x="0" y="14"/>
                    <a:pt x="0" y="42"/>
                  </a:cubicBezTo>
                  <a:cubicBezTo>
                    <a:pt x="0" y="56"/>
                    <a:pt x="14" y="70"/>
                    <a:pt x="42" y="70"/>
                  </a:cubicBezTo>
                  <a:cubicBezTo>
                    <a:pt x="56" y="70"/>
                    <a:pt x="70" y="42"/>
                    <a:pt x="70" y="28"/>
                  </a:cubicBezTo>
                  <a:cubicBezTo>
                    <a:pt x="70" y="0"/>
                    <a:pt x="42" y="0"/>
                    <a:pt x="28"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4" name="Google Shape;2924;p41"/>
            <p:cNvSpPr/>
            <p:nvPr/>
          </p:nvSpPr>
          <p:spPr>
            <a:xfrm>
              <a:off x="7762310" y="4491125"/>
              <a:ext cx="18454" cy="14709"/>
            </a:xfrm>
            <a:custGeom>
              <a:avLst/>
              <a:gdLst/>
              <a:ahLst/>
              <a:cxnLst/>
              <a:rect l="l" t="t" r="r" b="b"/>
              <a:pathLst>
                <a:path w="271" h="216" extrusionOk="0">
                  <a:moveTo>
                    <a:pt x="167" y="1"/>
                  </a:moveTo>
                  <a:cubicBezTo>
                    <a:pt x="160" y="1"/>
                    <a:pt x="152" y="2"/>
                    <a:pt x="145" y="4"/>
                  </a:cubicBezTo>
                  <a:cubicBezTo>
                    <a:pt x="1" y="17"/>
                    <a:pt x="17" y="215"/>
                    <a:pt x="147" y="215"/>
                  </a:cubicBezTo>
                  <a:cubicBezTo>
                    <a:pt x="155" y="215"/>
                    <a:pt x="164" y="215"/>
                    <a:pt x="173" y="213"/>
                  </a:cubicBezTo>
                  <a:cubicBezTo>
                    <a:pt x="229" y="199"/>
                    <a:pt x="271" y="143"/>
                    <a:pt x="257" y="87"/>
                  </a:cubicBezTo>
                  <a:cubicBezTo>
                    <a:pt x="257" y="39"/>
                    <a:pt x="215" y="1"/>
                    <a:pt x="167" y="1"/>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5" name="Google Shape;2925;p41"/>
            <p:cNvSpPr/>
            <p:nvPr/>
          </p:nvSpPr>
          <p:spPr>
            <a:xfrm>
              <a:off x="7767826" y="4496300"/>
              <a:ext cx="6265" cy="4631"/>
            </a:xfrm>
            <a:custGeom>
              <a:avLst/>
              <a:gdLst/>
              <a:ahLst/>
              <a:cxnLst/>
              <a:rect l="l" t="t" r="r" b="b"/>
              <a:pathLst>
                <a:path w="92" h="68" extrusionOk="0">
                  <a:moveTo>
                    <a:pt x="47" y="0"/>
                  </a:moveTo>
                  <a:cubicBezTo>
                    <a:pt x="25" y="0"/>
                    <a:pt x="0" y="15"/>
                    <a:pt x="8" y="39"/>
                  </a:cubicBezTo>
                  <a:cubicBezTo>
                    <a:pt x="22" y="53"/>
                    <a:pt x="36" y="67"/>
                    <a:pt x="50" y="67"/>
                  </a:cubicBezTo>
                  <a:cubicBezTo>
                    <a:pt x="78" y="67"/>
                    <a:pt x="92" y="53"/>
                    <a:pt x="78" y="25"/>
                  </a:cubicBezTo>
                  <a:cubicBezTo>
                    <a:pt x="78" y="8"/>
                    <a:pt x="63" y="0"/>
                    <a:pt x="47"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6" name="Google Shape;2926;p41"/>
            <p:cNvSpPr/>
            <p:nvPr/>
          </p:nvSpPr>
          <p:spPr>
            <a:xfrm>
              <a:off x="7944062" y="4460004"/>
              <a:ext cx="26694" cy="25673"/>
            </a:xfrm>
            <a:custGeom>
              <a:avLst/>
              <a:gdLst/>
              <a:ahLst/>
              <a:cxnLst/>
              <a:rect l="l" t="t" r="r" b="b"/>
              <a:pathLst>
                <a:path w="392" h="377" extrusionOk="0">
                  <a:moveTo>
                    <a:pt x="140" y="0"/>
                  </a:moveTo>
                  <a:cubicBezTo>
                    <a:pt x="57" y="28"/>
                    <a:pt x="1" y="112"/>
                    <a:pt x="29" y="210"/>
                  </a:cubicBezTo>
                  <a:cubicBezTo>
                    <a:pt x="43" y="307"/>
                    <a:pt x="126" y="377"/>
                    <a:pt x="196" y="377"/>
                  </a:cubicBezTo>
                  <a:cubicBezTo>
                    <a:pt x="391" y="293"/>
                    <a:pt x="349" y="14"/>
                    <a:pt x="140"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7" name="Google Shape;2927;p41"/>
            <p:cNvSpPr/>
            <p:nvPr/>
          </p:nvSpPr>
          <p:spPr>
            <a:xfrm>
              <a:off x="7951689" y="4464771"/>
              <a:ext cx="7627" cy="8853"/>
            </a:xfrm>
            <a:custGeom>
              <a:avLst/>
              <a:gdLst/>
              <a:ahLst/>
              <a:cxnLst/>
              <a:rect l="l" t="t" r="r" b="b"/>
              <a:pathLst>
                <a:path w="112" h="130" extrusionOk="0">
                  <a:moveTo>
                    <a:pt x="42" y="0"/>
                  </a:moveTo>
                  <a:cubicBezTo>
                    <a:pt x="14" y="14"/>
                    <a:pt x="0" y="42"/>
                    <a:pt x="0" y="70"/>
                  </a:cubicBezTo>
                  <a:cubicBezTo>
                    <a:pt x="0" y="104"/>
                    <a:pt x="29" y="129"/>
                    <a:pt x="54" y="129"/>
                  </a:cubicBezTo>
                  <a:cubicBezTo>
                    <a:pt x="60" y="129"/>
                    <a:pt x="65" y="128"/>
                    <a:pt x="70" y="126"/>
                  </a:cubicBezTo>
                  <a:cubicBezTo>
                    <a:pt x="98" y="112"/>
                    <a:pt x="112" y="84"/>
                    <a:pt x="112" y="56"/>
                  </a:cubicBezTo>
                  <a:cubicBezTo>
                    <a:pt x="112" y="14"/>
                    <a:pt x="70" y="0"/>
                    <a:pt x="42"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8" name="Google Shape;2928;p41"/>
            <p:cNvSpPr/>
            <p:nvPr/>
          </p:nvSpPr>
          <p:spPr>
            <a:xfrm>
              <a:off x="7983967" y="4498479"/>
              <a:ext cx="12394" cy="10351"/>
            </a:xfrm>
            <a:custGeom>
              <a:avLst/>
              <a:gdLst/>
              <a:ahLst/>
              <a:cxnLst/>
              <a:rect l="l" t="t" r="r" b="b"/>
              <a:pathLst>
                <a:path w="182" h="152" extrusionOk="0">
                  <a:moveTo>
                    <a:pt x="87" y="0"/>
                  </a:moveTo>
                  <a:cubicBezTo>
                    <a:pt x="55" y="0"/>
                    <a:pt x="23" y="16"/>
                    <a:pt x="1" y="49"/>
                  </a:cubicBezTo>
                  <a:cubicBezTo>
                    <a:pt x="1" y="91"/>
                    <a:pt x="29" y="133"/>
                    <a:pt x="70" y="147"/>
                  </a:cubicBezTo>
                  <a:cubicBezTo>
                    <a:pt x="81" y="150"/>
                    <a:pt x="92" y="152"/>
                    <a:pt x="103" y="152"/>
                  </a:cubicBezTo>
                  <a:cubicBezTo>
                    <a:pt x="137" y="152"/>
                    <a:pt x="171" y="136"/>
                    <a:pt x="182" y="105"/>
                  </a:cubicBezTo>
                  <a:cubicBezTo>
                    <a:pt x="182" y="37"/>
                    <a:pt x="136" y="0"/>
                    <a:pt x="87"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9" name="Google Shape;2929;p41"/>
            <p:cNvSpPr/>
            <p:nvPr/>
          </p:nvSpPr>
          <p:spPr>
            <a:xfrm>
              <a:off x="7986827" y="4501408"/>
              <a:ext cx="3882" cy="3677"/>
            </a:xfrm>
            <a:custGeom>
              <a:avLst/>
              <a:gdLst/>
              <a:ahLst/>
              <a:cxnLst/>
              <a:rect l="l" t="t" r="r" b="b"/>
              <a:pathLst>
                <a:path w="57" h="54" extrusionOk="0">
                  <a:moveTo>
                    <a:pt x="21" y="0"/>
                  </a:moveTo>
                  <a:cubicBezTo>
                    <a:pt x="7" y="0"/>
                    <a:pt x="0" y="10"/>
                    <a:pt x="0" y="20"/>
                  </a:cubicBezTo>
                  <a:cubicBezTo>
                    <a:pt x="0" y="34"/>
                    <a:pt x="0" y="48"/>
                    <a:pt x="28" y="48"/>
                  </a:cubicBezTo>
                  <a:cubicBezTo>
                    <a:pt x="32" y="52"/>
                    <a:pt x="37" y="54"/>
                    <a:pt x="40" y="54"/>
                  </a:cubicBezTo>
                  <a:cubicBezTo>
                    <a:pt x="49" y="54"/>
                    <a:pt x="56" y="44"/>
                    <a:pt x="56" y="34"/>
                  </a:cubicBezTo>
                  <a:cubicBezTo>
                    <a:pt x="56" y="20"/>
                    <a:pt x="56" y="6"/>
                    <a:pt x="42" y="6"/>
                  </a:cubicBezTo>
                  <a:cubicBezTo>
                    <a:pt x="34" y="2"/>
                    <a:pt x="27" y="0"/>
                    <a:pt x="21"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0" name="Google Shape;2930;p41"/>
            <p:cNvSpPr/>
            <p:nvPr/>
          </p:nvSpPr>
          <p:spPr>
            <a:xfrm>
              <a:off x="7857442" y="4427249"/>
              <a:ext cx="14505" cy="10351"/>
            </a:xfrm>
            <a:custGeom>
              <a:avLst/>
              <a:gdLst/>
              <a:ahLst/>
              <a:cxnLst/>
              <a:rect l="l" t="t" r="r" b="b"/>
              <a:pathLst>
                <a:path w="213" h="152" extrusionOk="0">
                  <a:moveTo>
                    <a:pt x="102" y="0"/>
                  </a:moveTo>
                  <a:cubicBezTo>
                    <a:pt x="35" y="0"/>
                    <a:pt x="0" y="134"/>
                    <a:pt x="87" y="147"/>
                  </a:cubicBezTo>
                  <a:cubicBezTo>
                    <a:pt x="98" y="150"/>
                    <a:pt x="109" y="152"/>
                    <a:pt x="120" y="152"/>
                  </a:cubicBezTo>
                  <a:cubicBezTo>
                    <a:pt x="154" y="152"/>
                    <a:pt x="188" y="136"/>
                    <a:pt x="199" y="105"/>
                  </a:cubicBezTo>
                  <a:cubicBezTo>
                    <a:pt x="213" y="49"/>
                    <a:pt x="171" y="7"/>
                    <a:pt x="129" y="7"/>
                  </a:cubicBezTo>
                  <a:cubicBezTo>
                    <a:pt x="120" y="2"/>
                    <a:pt x="111" y="0"/>
                    <a:pt x="102"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1" name="Google Shape;2931;p41"/>
            <p:cNvSpPr/>
            <p:nvPr/>
          </p:nvSpPr>
          <p:spPr>
            <a:xfrm>
              <a:off x="7860506" y="4430178"/>
              <a:ext cx="4835" cy="3269"/>
            </a:xfrm>
            <a:custGeom>
              <a:avLst/>
              <a:gdLst/>
              <a:ahLst/>
              <a:cxnLst/>
              <a:rect l="l" t="t" r="r" b="b"/>
              <a:pathLst>
                <a:path w="71" h="48" extrusionOk="0">
                  <a:moveTo>
                    <a:pt x="30" y="0"/>
                  </a:moveTo>
                  <a:cubicBezTo>
                    <a:pt x="21" y="0"/>
                    <a:pt x="14" y="10"/>
                    <a:pt x="14" y="20"/>
                  </a:cubicBezTo>
                  <a:cubicBezTo>
                    <a:pt x="0" y="34"/>
                    <a:pt x="14" y="48"/>
                    <a:pt x="28" y="48"/>
                  </a:cubicBezTo>
                  <a:cubicBezTo>
                    <a:pt x="42" y="48"/>
                    <a:pt x="70" y="48"/>
                    <a:pt x="70" y="34"/>
                  </a:cubicBezTo>
                  <a:cubicBezTo>
                    <a:pt x="70" y="20"/>
                    <a:pt x="70" y="6"/>
                    <a:pt x="42" y="6"/>
                  </a:cubicBezTo>
                  <a:cubicBezTo>
                    <a:pt x="38" y="2"/>
                    <a:pt x="34" y="0"/>
                    <a:pt x="30"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2" name="Google Shape;2932;p41"/>
            <p:cNvSpPr/>
            <p:nvPr/>
          </p:nvSpPr>
          <p:spPr>
            <a:xfrm>
              <a:off x="7843414" y="4481046"/>
              <a:ext cx="13347" cy="10691"/>
            </a:xfrm>
            <a:custGeom>
              <a:avLst/>
              <a:gdLst/>
              <a:ahLst/>
              <a:cxnLst/>
              <a:rect l="l" t="t" r="r" b="b"/>
              <a:pathLst>
                <a:path w="196" h="157" extrusionOk="0">
                  <a:moveTo>
                    <a:pt x="82" y="1"/>
                  </a:moveTo>
                  <a:cubicBezTo>
                    <a:pt x="48" y="1"/>
                    <a:pt x="20" y="24"/>
                    <a:pt x="0" y="54"/>
                  </a:cubicBezTo>
                  <a:cubicBezTo>
                    <a:pt x="0" y="96"/>
                    <a:pt x="28" y="138"/>
                    <a:pt x="84" y="152"/>
                  </a:cubicBezTo>
                  <a:cubicBezTo>
                    <a:pt x="94" y="155"/>
                    <a:pt x="105" y="157"/>
                    <a:pt x="115" y="157"/>
                  </a:cubicBezTo>
                  <a:cubicBezTo>
                    <a:pt x="146" y="157"/>
                    <a:pt x="175" y="141"/>
                    <a:pt x="196" y="110"/>
                  </a:cubicBezTo>
                  <a:cubicBezTo>
                    <a:pt x="196" y="54"/>
                    <a:pt x="168" y="12"/>
                    <a:pt x="126" y="12"/>
                  </a:cubicBezTo>
                  <a:cubicBezTo>
                    <a:pt x="110" y="4"/>
                    <a:pt x="96" y="1"/>
                    <a:pt x="82" y="1"/>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3" name="Google Shape;2933;p41"/>
            <p:cNvSpPr/>
            <p:nvPr/>
          </p:nvSpPr>
          <p:spPr>
            <a:xfrm>
              <a:off x="7617330" y="4125646"/>
              <a:ext cx="639299" cy="456049"/>
            </a:xfrm>
            <a:custGeom>
              <a:avLst/>
              <a:gdLst/>
              <a:ahLst/>
              <a:cxnLst/>
              <a:rect l="l" t="t" r="r" b="b"/>
              <a:pathLst>
                <a:path w="9388" h="6697" extrusionOk="0">
                  <a:moveTo>
                    <a:pt x="4520" y="279"/>
                  </a:moveTo>
                  <a:lnTo>
                    <a:pt x="4882" y="2539"/>
                  </a:lnTo>
                  <a:cubicBezTo>
                    <a:pt x="4882" y="2539"/>
                    <a:pt x="9388" y="4227"/>
                    <a:pt x="7017" y="5803"/>
                  </a:cubicBezTo>
                  <a:cubicBezTo>
                    <a:pt x="7017" y="5803"/>
                    <a:pt x="6403" y="6208"/>
                    <a:pt x="4938" y="6459"/>
                  </a:cubicBezTo>
                  <a:cubicBezTo>
                    <a:pt x="4385" y="6548"/>
                    <a:pt x="3937" y="6576"/>
                    <a:pt x="3594" y="6576"/>
                  </a:cubicBezTo>
                  <a:cubicBezTo>
                    <a:pt x="3029" y="6576"/>
                    <a:pt x="2748" y="6500"/>
                    <a:pt x="2748" y="6500"/>
                  </a:cubicBezTo>
                  <a:cubicBezTo>
                    <a:pt x="0" y="5775"/>
                    <a:pt x="3725" y="2734"/>
                    <a:pt x="3725" y="2734"/>
                  </a:cubicBezTo>
                  <a:lnTo>
                    <a:pt x="3362" y="461"/>
                  </a:lnTo>
                  <a:lnTo>
                    <a:pt x="3362" y="461"/>
                  </a:lnTo>
                  <a:cubicBezTo>
                    <a:pt x="3499" y="515"/>
                    <a:pt x="3642" y="541"/>
                    <a:pt x="3783" y="541"/>
                  </a:cubicBezTo>
                  <a:cubicBezTo>
                    <a:pt x="4045" y="541"/>
                    <a:pt x="4303" y="451"/>
                    <a:pt x="4520" y="279"/>
                  </a:cubicBezTo>
                  <a:close/>
                  <a:moveTo>
                    <a:pt x="4617" y="0"/>
                  </a:moveTo>
                  <a:lnTo>
                    <a:pt x="4422" y="154"/>
                  </a:lnTo>
                  <a:cubicBezTo>
                    <a:pt x="4283" y="265"/>
                    <a:pt x="4101" y="335"/>
                    <a:pt x="3934" y="377"/>
                  </a:cubicBezTo>
                  <a:cubicBezTo>
                    <a:pt x="3885" y="385"/>
                    <a:pt x="3838" y="388"/>
                    <a:pt x="3791" y="388"/>
                  </a:cubicBezTo>
                  <a:cubicBezTo>
                    <a:pt x="3663" y="388"/>
                    <a:pt x="3540" y="362"/>
                    <a:pt x="3418" y="321"/>
                  </a:cubicBezTo>
                  <a:lnTo>
                    <a:pt x="3167" y="196"/>
                  </a:lnTo>
                  <a:lnTo>
                    <a:pt x="3669" y="2679"/>
                  </a:lnTo>
                  <a:cubicBezTo>
                    <a:pt x="3278" y="3013"/>
                    <a:pt x="1367" y="4603"/>
                    <a:pt x="1618" y="5733"/>
                  </a:cubicBezTo>
                  <a:cubicBezTo>
                    <a:pt x="1702" y="6180"/>
                    <a:pt x="2079" y="6487"/>
                    <a:pt x="2720" y="6654"/>
                  </a:cubicBezTo>
                  <a:cubicBezTo>
                    <a:pt x="2736" y="6654"/>
                    <a:pt x="2967" y="6697"/>
                    <a:pt x="3422" y="6697"/>
                  </a:cubicBezTo>
                  <a:cubicBezTo>
                    <a:pt x="3787" y="6697"/>
                    <a:pt x="4295" y="6669"/>
                    <a:pt x="4952" y="6570"/>
                  </a:cubicBezTo>
                  <a:cubicBezTo>
                    <a:pt x="6431" y="6305"/>
                    <a:pt x="7072" y="5943"/>
                    <a:pt x="7100" y="5929"/>
                  </a:cubicBezTo>
                  <a:cubicBezTo>
                    <a:pt x="7658" y="5566"/>
                    <a:pt x="7909" y="5161"/>
                    <a:pt x="7854" y="4715"/>
                  </a:cubicBezTo>
                  <a:cubicBezTo>
                    <a:pt x="7728" y="3557"/>
                    <a:pt x="5413" y="2651"/>
                    <a:pt x="4952" y="2455"/>
                  </a:cubicBezTo>
                  <a:lnTo>
                    <a:pt x="461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4" name="Google Shape;2934;p41"/>
            <p:cNvSpPr/>
            <p:nvPr/>
          </p:nvSpPr>
          <p:spPr>
            <a:xfrm>
              <a:off x="8122682" y="4422959"/>
              <a:ext cx="48485" cy="83624"/>
            </a:xfrm>
            <a:custGeom>
              <a:avLst/>
              <a:gdLst/>
              <a:ahLst/>
              <a:cxnLst/>
              <a:rect l="l" t="t" r="r" b="b"/>
              <a:pathLst>
                <a:path w="712" h="1228" extrusionOk="0">
                  <a:moveTo>
                    <a:pt x="251" y="0"/>
                  </a:moveTo>
                  <a:cubicBezTo>
                    <a:pt x="600" y="656"/>
                    <a:pt x="0" y="1228"/>
                    <a:pt x="0" y="1228"/>
                  </a:cubicBezTo>
                  <a:cubicBezTo>
                    <a:pt x="711" y="600"/>
                    <a:pt x="251" y="1"/>
                    <a:pt x="251"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5" name="Google Shape;2935;p41"/>
            <p:cNvSpPr/>
            <p:nvPr/>
          </p:nvSpPr>
          <p:spPr>
            <a:xfrm>
              <a:off x="7978247" y="4307057"/>
              <a:ext cx="122644" cy="71298"/>
            </a:xfrm>
            <a:custGeom>
              <a:avLst/>
              <a:gdLst/>
              <a:ahLst/>
              <a:cxnLst/>
              <a:rect l="l" t="t" r="r" b="b"/>
              <a:pathLst>
                <a:path w="1801" h="1047" extrusionOk="0">
                  <a:moveTo>
                    <a:pt x="1" y="1"/>
                  </a:moveTo>
                  <a:cubicBezTo>
                    <a:pt x="1" y="1"/>
                    <a:pt x="1368" y="586"/>
                    <a:pt x="1800" y="1047"/>
                  </a:cubicBezTo>
                  <a:cubicBezTo>
                    <a:pt x="1800" y="1047"/>
                    <a:pt x="1382" y="489"/>
                    <a:pt x="1" y="1"/>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6" name="Google Shape;2936;p41"/>
            <p:cNvSpPr/>
            <p:nvPr/>
          </p:nvSpPr>
          <p:spPr>
            <a:xfrm>
              <a:off x="7840554" y="4133272"/>
              <a:ext cx="77018" cy="20838"/>
            </a:xfrm>
            <a:custGeom>
              <a:avLst/>
              <a:gdLst/>
              <a:ahLst/>
              <a:cxnLst/>
              <a:rect l="l" t="t" r="r" b="b"/>
              <a:pathLst>
                <a:path w="1131" h="306" extrusionOk="0">
                  <a:moveTo>
                    <a:pt x="1130" y="0"/>
                  </a:moveTo>
                  <a:cubicBezTo>
                    <a:pt x="1130" y="0"/>
                    <a:pt x="887" y="260"/>
                    <a:pt x="440" y="260"/>
                  </a:cubicBezTo>
                  <a:cubicBezTo>
                    <a:pt x="311" y="260"/>
                    <a:pt x="164" y="238"/>
                    <a:pt x="0" y="181"/>
                  </a:cubicBezTo>
                  <a:lnTo>
                    <a:pt x="0" y="181"/>
                  </a:lnTo>
                  <a:cubicBezTo>
                    <a:pt x="0" y="181"/>
                    <a:pt x="231" y="306"/>
                    <a:pt x="508" y="306"/>
                  </a:cubicBezTo>
                  <a:cubicBezTo>
                    <a:pt x="714" y="306"/>
                    <a:pt x="946" y="237"/>
                    <a:pt x="1130" y="0"/>
                  </a:cubicBezTo>
                  <a:close/>
                </a:path>
              </a:pathLst>
            </a:custGeom>
            <a:solidFill>
              <a:srgbClr val="F9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7" name="Google Shape;2937;p41"/>
            <p:cNvSpPr/>
            <p:nvPr/>
          </p:nvSpPr>
          <p:spPr>
            <a:xfrm>
              <a:off x="7829113" y="4084106"/>
              <a:ext cx="93157" cy="20702"/>
            </a:xfrm>
            <a:custGeom>
              <a:avLst/>
              <a:gdLst/>
              <a:ahLst/>
              <a:cxnLst/>
              <a:rect l="l" t="t" r="r" b="b"/>
              <a:pathLst>
                <a:path w="1368" h="304" extrusionOk="0">
                  <a:moveTo>
                    <a:pt x="1004" y="0"/>
                  </a:moveTo>
                  <a:cubicBezTo>
                    <a:pt x="761" y="0"/>
                    <a:pt x="411" y="59"/>
                    <a:pt x="1" y="304"/>
                  </a:cubicBezTo>
                  <a:cubicBezTo>
                    <a:pt x="350" y="129"/>
                    <a:pt x="737" y="42"/>
                    <a:pt x="1131" y="42"/>
                  </a:cubicBezTo>
                  <a:cubicBezTo>
                    <a:pt x="1210" y="42"/>
                    <a:pt x="1289" y="46"/>
                    <a:pt x="1368" y="52"/>
                  </a:cubicBezTo>
                  <a:cubicBezTo>
                    <a:pt x="1368" y="52"/>
                    <a:pt x="1234" y="0"/>
                    <a:pt x="1004" y="0"/>
                  </a:cubicBezTo>
                  <a:close/>
                </a:path>
              </a:pathLst>
            </a:custGeom>
            <a:solidFill>
              <a:srgbClr val="F9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8" name="Google Shape;2938;p41"/>
            <p:cNvSpPr/>
            <p:nvPr/>
          </p:nvSpPr>
          <p:spPr>
            <a:xfrm>
              <a:off x="7795882" y="4358743"/>
              <a:ext cx="254685" cy="44331"/>
            </a:xfrm>
            <a:custGeom>
              <a:avLst/>
              <a:gdLst/>
              <a:ahLst/>
              <a:cxnLst/>
              <a:rect l="l" t="t" r="r" b="b"/>
              <a:pathLst>
                <a:path w="3740" h="651" extrusionOk="0">
                  <a:moveTo>
                    <a:pt x="3135" y="0"/>
                  </a:moveTo>
                  <a:cubicBezTo>
                    <a:pt x="2487" y="0"/>
                    <a:pt x="1365" y="103"/>
                    <a:pt x="1" y="650"/>
                  </a:cubicBezTo>
                  <a:cubicBezTo>
                    <a:pt x="1" y="650"/>
                    <a:pt x="1117" y="357"/>
                    <a:pt x="1884" y="232"/>
                  </a:cubicBezTo>
                  <a:cubicBezTo>
                    <a:pt x="2651" y="106"/>
                    <a:pt x="3739" y="37"/>
                    <a:pt x="3739" y="37"/>
                  </a:cubicBezTo>
                  <a:cubicBezTo>
                    <a:pt x="3709" y="32"/>
                    <a:pt x="3495" y="0"/>
                    <a:pt x="3135" y="0"/>
                  </a:cubicBezTo>
                  <a:close/>
                </a:path>
              </a:pathLst>
            </a:custGeom>
            <a:solidFill>
              <a:srgbClr val="FFFFFF">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9" name="Google Shape;2939;p41"/>
            <p:cNvSpPr/>
            <p:nvPr/>
          </p:nvSpPr>
          <p:spPr>
            <a:xfrm>
              <a:off x="7852879" y="4375427"/>
              <a:ext cx="51346" cy="32551"/>
            </a:xfrm>
            <a:custGeom>
              <a:avLst/>
              <a:gdLst/>
              <a:ahLst/>
              <a:cxnLst/>
              <a:rect l="l" t="t" r="r" b="b"/>
              <a:pathLst>
                <a:path w="754" h="478" extrusionOk="0">
                  <a:moveTo>
                    <a:pt x="433" y="1"/>
                  </a:moveTo>
                  <a:cubicBezTo>
                    <a:pt x="433" y="1"/>
                    <a:pt x="1" y="154"/>
                    <a:pt x="224" y="336"/>
                  </a:cubicBezTo>
                  <a:cubicBezTo>
                    <a:pt x="358" y="434"/>
                    <a:pt x="514" y="478"/>
                    <a:pt x="682" y="478"/>
                  </a:cubicBezTo>
                  <a:cubicBezTo>
                    <a:pt x="706" y="478"/>
                    <a:pt x="730" y="477"/>
                    <a:pt x="754" y="475"/>
                  </a:cubicBezTo>
                  <a:cubicBezTo>
                    <a:pt x="196" y="405"/>
                    <a:pt x="433" y="1"/>
                    <a:pt x="433" y="1"/>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0" name="Google Shape;2940;p41"/>
            <p:cNvSpPr/>
            <p:nvPr/>
          </p:nvSpPr>
          <p:spPr>
            <a:xfrm>
              <a:off x="7795882" y="4361195"/>
              <a:ext cx="253731" cy="55976"/>
            </a:xfrm>
            <a:custGeom>
              <a:avLst/>
              <a:gdLst/>
              <a:ahLst/>
              <a:cxnLst/>
              <a:rect l="l" t="t" r="r" b="b"/>
              <a:pathLst>
                <a:path w="3726" h="822" extrusionOk="0">
                  <a:moveTo>
                    <a:pt x="3725" y="1"/>
                  </a:moveTo>
                  <a:cubicBezTo>
                    <a:pt x="3655" y="56"/>
                    <a:pt x="3167" y="391"/>
                    <a:pt x="1870" y="642"/>
                  </a:cubicBezTo>
                  <a:cubicBezTo>
                    <a:pt x="1435" y="725"/>
                    <a:pt x="1092" y="753"/>
                    <a:pt x="824" y="753"/>
                  </a:cubicBezTo>
                  <a:cubicBezTo>
                    <a:pt x="232" y="753"/>
                    <a:pt x="10" y="614"/>
                    <a:pt x="1" y="614"/>
                  </a:cubicBezTo>
                  <a:lnTo>
                    <a:pt x="1" y="614"/>
                  </a:lnTo>
                  <a:cubicBezTo>
                    <a:pt x="1" y="614"/>
                    <a:pt x="130" y="822"/>
                    <a:pt x="797" y="822"/>
                  </a:cubicBezTo>
                  <a:cubicBezTo>
                    <a:pt x="1061" y="822"/>
                    <a:pt x="1410" y="789"/>
                    <a:pt x="1870" y="698"/>
                  </a:cubicBezTo>
                  <a:cubicBezTo>
                    <a:pt x="3348" y="419"/>
                    <a:pt x="3683" y="70"/>
                    <a:pt x="3725" y="1"/>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1" name="Google Shape;2941;p41"/>
            <p:cNvSpPr/>
            <p:nvPr/>
          </p:nvSpPr>
          <p:spPr>
            <a:xfrm>
              <a:off x="7762650" y="4078182"/>
              <a:ext cx="218933" cy="77904"/>
            </a:xfrm>
            <a:custGeom>
              <a:avLst/>
              <a:gdLst/>
              <a:ahLst/>
              <a:cxnLst/>
              <a:rect l="l" t="t" r="r" b="b"/>
              <a:pathLst>
                <a:path w="3215" h="1144" extrusionOk="0">
                  <a:moveTo>
                    <a:pt x="2060" y="211"/>
                  </a:moveTo>
                  <a:cubicBezTo>
                    <a:pt x="2422" y="211"/>
                    <a:pt x="2650" y="331"/>
                    <a:pt x="2316" y="642"/>
                  </a:cubicBezTo>
                  <a:cubicBezTo>
                    <a:pt x="2288" y="670"/>
                    <a:pt x="2260" y="697"/>
                    <a:pt x="2218" y="711"/>
                  </a:cubicBezTo>
                  <a:cubicBezTo>
                    <a:pt x="2107" y="837"/>
                    <a:pt x="1939" y="921"/>
                    <a:pt x="1772" y="948"/>
                  </a:cubicBezTo>
                  <a:cubicBezTo>
                    <a:pt x="1743" y="951"/>
                    <a:pt x="1715" y="952"/>
                    <a:pt x="1686" y="952"/>
                  </a:cubicBezTo>
                  <a:cubicBezTo>
                    <a:pt x="1547" y="952"/>
                    <a:pt x="1409" y="925"/>
                    <a:pt x="1270" y="879"/>
                  </a:cubicBezTo>
                  <a:lnTo>
                    <a:pt x="1186" y="851"/>
                  </a:lnTo>
                  <a:cubicBezTo>
                    <a:pt x="1033" y="781"/>
                    <a:pt x="712" y="628"/>
                    <a:pt x="1158" y="404"/>
                  </a:cubicBezTo>
                  <a:cubicBezTo>
                    <a:pt x="1399" y="287"/>
                    <a:pt x="1772" y="211"/>
                    <a:pt x="2060" y="211"/>
                  </a:cubicBezTo>
                  <a:close/>
                  <a:moveTo>
                    <a:pt x="2267" y="0"/>
                  </a:moveTo>
                  <a:cubicBezTo>
                    <a:pt x="1820" y="0"/>
                    <a:pt x="1236" y="121"/>
                    <a:pt x="865" y="307"/>
                  </a:cubicBezTo>
                  <a:cubicBezTo>
                    <a:pt x="1" y="739"/>
                    <a:pt x="1047" y="1018"/>
                    <a:pt x="1047" y="1018"/>
                  </a:cubicBezTo>
                  <a:cubicBezTo>
                    <a:pt x="1298" y="1102"/>
                    <a:pt x="1549" y="1144"/>
                    <a:pt x="1814" y="1144"/>
                  </a:cubicBezTo>
                  <a:cubicBezTo>
                    <a:pt x="2079" y="1102"/>
                    <a:pt x="2316" y="976"/>
                    <a:pt x="2497" y="781"/>
                  </a:cubicBezTo>
                  <a:cubicBezTo>
                    <a:pt x="3214" y="215"/>
                    <a:pt x="2862" y="0"/>
                    <a:pt x="22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2" name="Google Shape;2942;p41"/>
            <p:cNvSpPr/>
            <p:nvPr/>
          </p:nvSpPr>
          <p:spPr>
            <a:xfrm>
              <a:off x="7811068" y="4092686"/>
              <a:ext cx="131837" cy="43446"/>
            </a:xfrm>
            <a:custGeom>
              <a:avLst/>
              <a:gdLst/>
              <a:ahLst/>
              <a:cxnLst/>
              <a:rect l="l" t="t" r="r" b="b"/>
              <a:pathLst>
                <a:path w="1936" h="638" extrusionOk="0">
                  <a:moveTo>
                    <a:pt x="1360" y="0"/>
                  </a:moveTo>
                  <a:cubicBezTo>
                    <a:pt x="1070" y="0"/>
                    <a:pt x="691" y="80"/>
                    <a:pt x="447" y="205"/>
                  </a:cubicBezTo>
                  <a:cubicBezTo>
                    <a:pt x="1" y="415"/>
                    <a:pt x="322" y="582"/>
                    <a:pt x="475" y="638"/>
                  </a:cubicBezTo>
                  <a:cubicBezTo>
                    <a:pt x="475" y="638"/>
                    <a:pt x="503" y="345"/>
                    <a:pt x="1075" y="233"/>
                  </a:cubicBezTo>
                  <a:cubicBezTo>
                    <a:pt x="1170" y="215"/>
                    <a:pt x="1247" y="207"/>
                    <a:pt x="1311" y="207"/>
                  </a:cubicBezTo>
                  <a:cubicBezTo>
                    <a:pt x="1634" y="207"/>
                    <a:pt x="1605" y="405"/>
                    <a:pt x="1605" y="429"/>
                  </a:cubicBezTo>
                  <a:cubicBezTo>
                    <a:pt x="1936" y="121"/>
                    <a:pt x="1715" y="0"/>
                    <a:pt x="1360" y="0"/>
                  </a:cubicBez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3" name="Google Shape;2943;p41"/>
            <p:cNvSpPr/>
            <p:nvPr/>
          </p:nvSpPr>
          <p:spPr>
            <a:xfrm>
              <a:off x="7805415" y="4080020"/>
              <a:ext cx="151108" cy="74022"/>
            </a:xfrm>
            <a:custGeom>
              <a:avLst/>
              <a:gdLst/>
              <a:ahLst/>
              <a:cxnLst/>
              <a:rect l="l" t="t" r="r" b="b"/>
              <a:pathLst>
                <a:path w="2219" h="1087" extrusionOk="0">
                  <a:moveTo>
                    <a:pt x="1720" y="68"/>
                  </a:moveTo>
                  <a:cubicBezTo>
                    <a:pt x="1790" y="68"/>
                    <a:pt x="1849" y="106"/>
                    <a:pt x="1897" y="154"/>
                  </a:cubicBezTo>
                  <a:cubicBezTo>
                    <a:pt x="2009" y="280"/>
                    <a:pt x="2051" y="503"/>
                    <a:pt x="1409" y="880"/>
                  </a:cubicBezTo>
                  <a:cubicBezTo>
                    <a:pt x="1409" y="880"/>
                    <a:pt x="1238" y="1009"/>
                    <a:pt x="946" y="1009"/>
                  </a:cubicBezTo>
                  <a:cubicBezTo>
                    <a:pt x="760" y="1009"/>
                    <a:pt x="524" y="956"/>
                    <a:pt x="251" y="782"/>
                  </a:cubicBezTo>
                  <a:cubicBezTo>
                    <a:pt x="140" y="712"/>
                    <a:pt x="126" y="573"/>
                    <a:pt x="196" y="475"/>
                  </a:cubicBezTo>
                  <a:cubicBezTo>
                    <a:pt x="321" y="322"/>
                    <a:pt x="670" y="112"/>
                    <a:pt x="1688" y="71"/>
                  </a:cubicBezTo>
                  <a:cubicBezTo>
                    <a:pt x="1699" y="69"/>
                    <a:pt x="1710" y="68"/>
                    <a:pt x="1720" y="68"/>
                  </a:cubicBezTo>
                  <a:close/>
                  <a:moveTo>
                    <a:pt x="1800" y="1"/>
                  </a:moveTo>
                  <a:cubicBezTo>
                    <a:pt x="642" y="57"/>
                    <a:pt x="223" y="294"/>
                    <a:pt x="84" y="489"/>
                  </a:cubicBezTo>
                  <a:cubicBezTo>
                    <a:pt x="0" y="601"/>
                    <a:pt x="28" y="754"/>
                    <a:pt x="140" y="824"/>
                  </a:cubicBezTo>
                  <a:cubicBezTo>
                    <a:pt x="455" y="1025"/>
                    <a:pt x="728" y="1086"/>
                    <a:pt x="943" y="1086"/>
                  </a:cubicBezTo>
                  <a:cubicBezTo>
                    <a:pt x="1281" y="1086"/>
                    <a:pt x="1479" y="935"/>
                    <a:pt x="1479" y="935"/>
                  </a:cubicBezTo>
                  <a:cubicBezTo>
                    <a:pt x="2218" y="517"/>
                    <a:pt x="2176" y="252"/>
                    <a:pt x="2051" y="112"/>
                  </a:cubicBezTo>
                  <a:cubicBezTo>
                    <a:pt x="1981" y="43"/>
                    <a:pt x="1897" y="1"/>
                    <a:pt x="180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4" name="Google Shape;2944;p41"/>
            <p:cNvSpPr/>
            <p:nvPr/>
          </p:nvSpPr>
          <p:spPr>
            <a:xfrm>
              <a:off x="7930783" y="4080020"/>
              <a:ext cx="53252" cy="46647"/>
            </a:xfrm>
            <a:custGeom>
              <a:avLst/>
              <a:gdLst/>
              <a:ahLst/>
              <a:cxnLst/>
              <a:rect l="l" t="t" r="r" b="b"/>
              <a:pathLst>
                <a:path w="782" h="685" extrusionOk="0">
                  <a:moveTo>
                    <a:pt x="0" y="1"/>
                  </a:moveTo>
                  <a:lnTo>
                    <a:pt x="0" y="1"/>
                  </a:lnTo>
                  <a:cubicBezTo>
                    <a:pt x="558" y="154"/>
                    <a:pt x="28" y="684"/>
                    <a:pt x="28" y="684"/>
                  </a:cubicBezTo>
                  <a:cubicBezTo>
                    <a:pt x="782" y="43"/>
                    <a:pt x="1" y="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5" name="Google Shape;2945;p41"/>
            <p:cNvSpPr/>
            <p:nvPr/>
          </p:nvSpPr>
          <p:spPr>
            <a:xfrm>
              <a:off x="7783556" y="4100926"/>
              <a:ext cx="41880" cy="37113"/>
            </a:xfrm>
            <a:custGeom>
              <a:avLst/>
              <a:gdLst/>
              <a:ahLst/>
              <a:cxnLst/>
              <a:rect l="l" t="t" r="r" b="b"/>
              <a:pathLst>
                <a:path w="615" h="545" extrusionOk="0">
                  <a:moveTo>
                    <a:pt x="614" y="1"/>
                  </a:moveTo>
                  <a:cubicBezTo>
                    <a:pt x="614" y="1"/>
                    <a:pt x="1" y="294"/>
                    <a:pt x="503" y="545"/>
                  </a:cubicBezTo>
                  <a:cubicBezTo>
                    <a:pt x="503" y="545"/>
                    <a:pt x="126" y="308"/>
                    <a:pt x="6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6" name="Google Shape;2946;p41"/>
            <p:cNvSpPr/>
            <p:nvPr/>
          </p:nvSpPr>
          <p:spPr>
            <a:xfrm>
              <a:off x="7840554" y="4131366"/>
              <a:ext cx="85530" cy="25741"/>
            </a:xfrm>
            <a:custGeom>
              <a:avLst/>
              <a:gdLst/>
              <a:ahLst/>
              <a:cxnLst/>
              <a:rect l="l" t="t" r="r" b="b"/>
              <a:pathLst>
                <a:path w="1256" h="378" extrusionOk="0">
                  <a:moveTo>
                    <a:pt x="1256" y="0"/>
                  </a:moveTo>
                  <a:lnTo>
                    <a:pt x="1256" y="0"/>
                  </a:lnTo>
                  <a:cubicBezTo>
                    <a:pt x="1007" y="209"/>
                    <a:pt x="694" y="319"/>
                    <a:pt x="378" y="319"/>
                  </a:cubicBezTo>
                  <a:cubicBezTo>
                    <a:pt x="251" y="319"/>
                    <a:pt x="124" y="301"/>
                    <a:pt x="0" y="265"/>
                  </a:cubicBezTo>
                  <a:lnTo>
                    <a:pt x="0" y="265"/>
                  </a:lnTo>
                  <a:cubicBezTo>
                    <a:pt x="163" y="346"/>
                    <a:pt x="316" y="378"/>
                    <a:pt x="455" y="378"/>
                  </a:cubicBezTo>
                  <a:cubicBezTo>
                    <a:pt x="937" y="378"/>
                    <a:pt x="1256" y="0"/>
                    <a:pt x="12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47" name="Google Shape;2947;p41"/>
          <p:cNvSpPr txBox="1">
            <a:spLocks noGrp="1"/>
          </p:cNvSpPr>
          <p:nvPr>
            <p:ph type="sldNum" idx="12"/>
          </p:nvPr>
        </p:nvSpPr>
        <p:spPr>
          <a:xfrm>
            <a:off x="8404384" y="4673651"/>
            <a:ext cx="5487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2</a:t>
            </a:fld>
            <a:endParaRPr/>
          </a:p>
        </p:txBody>
      </p:sp>
      <p:pic>
        <p:nvPicPr>
          <p:cNvPr id="1032" name="Picture 8" descr="Cientificos pensando: Más de 18,979 ilustraciones y dibujos de stock con  licencia libres de regalías | Shutterstock">
            <a:extLst>
              <a:ext uri="{FF2B5EF4-FFF2-40B4-BE49-F238E27FC236}">
                <a16:creationId xmlns:a16="http://schemas.microsoft.com/office/drawing/2014/main" id="{9AE9427D-37F7-4005-9486-B279D941AE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31873" y="763179"/>
            <a:ext cx="2486415" cy="1657611"/>
          </a:xfrm>
          <a:prstGeom prst="rect">
            <a:avLst/>
          </a:prstGeom>
          <a:noFill/>
          <a:extLst>
            <a:ext uri="{909E8E84-426E-40DD-AFC4-6F175D3DCCD1}">
              <a14:hiddenFill xmlns:a14="http://schemas.microsoft.com/office/drawing/2010/main">
                <a:solidFill>
                  <a:srgbClr val="FFFFFF"/>
                </a:solidFill>
              </a14:hiddenFill>
            </a:ext>
          </a:extLst>
        </p:spPr>
      </p:pic>
      <p:sp>
        <p:nvSpPr>
          <p:cNvPr id="13" name="CuadroTexto 12">
            <a:extLst>
              <a:ext uri="{FF2B5EF4-FFF2-40B4-BE49-F238E27FC236}">
                <a16:creationId xmlns:a16="http://schemas.microsoft.com/office/drawing/2014/main" id="{B66AD828-6D66-4CC4-848B-4DD465ED4B54}"/>
              </a:ext>
            </a:extLst>
          </p:cNvPr>
          <p:cNvSpPr txBox="1"/>
          <p:nvPr/>
        </p:nvSpPr>
        <p:spPr>
          <a:xfrm>
            <a:off x="63576" y="2189824"/>
            <a:ext cx="8692444" cy="1569660"/>
          </a:xfrm>
          <a:prstGeom prst="rect">
            <a:avLst/>
          </a:prstGeom>
          <a:noFill/>
        </p:spPr>
        <p:txBody>
          <a:bodyPr wrap="square" rtlCol="0">
            <a:spAutoFit/>
          </a:bodyPr>
          <a:lstStyle/>
          <a:p>
            <a:r>
              <a:rPr lang="es-MX" sz="1600" b="1" dirty="0">
                <a:solidFill>
                  <a:schemeClr val="bg1"/>
                </a:solidFill>
              </a:rPr>
              <a:t>¿Qué muestra una ecuación química?</a:t>
            </a:r>
          </a:p>
          <a:p>
            <a:r>
              <a:rPr lang="es-MX" sz="1600" dirty="0"/>
              <a:t>Una ecuación química muestra:</a:t>
            </a:r>
          </a:p>
          <a:p>
            <a:pPr>
              <a:buFont typeface="Arial" panose="020B0604020202020204" pitchFamily="34" charset="0"/>
              <a:buChar char="•"/>
            </a:pPr>
            <a:r>
              <a:rPr lang="es-MX" sz="1600" b="1" dirty="0">
                <a:solidFill>
                  <a:schemeClr val="bg1"/>
                </a:solidFill>
              </a:rPr>
              <a:t>Reactivos</a:t>
            </a:r>
            <a:r>
              <a:rPr lang="es-MX" sz="1600" dirty="0">
                <a:solidFill>
                  <a:schemeClr val="bg1"/>
                </a:solidFill>
              </a:rPr>
              <a:t>: </a:t>
            </a:r>
            <a:r>
              <a:rPr lang="es-MX" sz="1600" dirty="0"/>
              <a:t>las sustancias que reaccionan entre sí (antes de la flecha).</a:t>
            </a:r>
          </a:p>
          <a:p>
            <a:pPr>
              <a:buFont typeface="Arial" panose="020B0604020202020204" pitchFamily="34" charset="0"/>
              <a:buChar char="•"/>
            </a:pPr>
            <a:r>
              <a:rPr lang="es-MX" sz="1600" b="1" dirty="0">
                <a:solidFill>
                  <a:schemeClr val="bg1"/>
                </a:solidFill>
              </a:rPr>
              <a:t>Productos</a:t>
            </a:r>
            <a:r>
              <a:rPr lang="es-MX" sz="1600" dirty="0">
                <a:solidFill>
                  <a:schemeClr val="bg1"/>
                </a:solidFill>
              </a:rPr>
              <a:t>: </a:t>
            </a:r>
            <a:r>
              <a:rPr lang="es-MX" sz="1600" dirty="0"/>
              <a:t>las sustancias que se forman como resultado (después de la flecha).</a:t>
            </a:r>
          </a:p>
          <a:p>
            <a:pPr>
              <a:buFont typeface="Arial" panose="020B0604020202020204" pitchFamily="34" charset="0"/>
              <a:buChar char="•"/>
            </a:pPr>
            <a:r>
              <a:rPr lang="es-MX" sz="1600" b="1" dirty="0">
                <a:solidFill>
                  <a:schemeClr val="bg1"/>
                </a:solidFill>
              </a:rPr>
              <a:t>Proporciones</a:t>
            </a:r>
            <a:r>
              <a:rPr lang="es-MX" sz="1600" dirty="0"/>
              <a:t>: cuántas unidades (átomos o moléculas) participan, indicadas por los coeficientes estequiométricos.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951"/>
        <p:cNvGrpSpPr/>
        <p:nvPr/>
      </p:nvGrpSpPr>
      <p:grpSpPr>
        <a:xfrm>
          <a:off x="0" y="0"/>
          <a:ext cx="0" cy="0"/>
          <a:chOff x="0" y="0"/>
          <a:chExt cx="0" cy="0"/>
        </a:xfrm>
      </p:grpSpPr>
      <p:sp>
        <p:nvSpPr>
          <p:cNvPr id="2952" name="Google Shape;2952;p42"/>
          <p:cNvSpPr txBox="1">
            <a:spLocks noGrp="1"/>
          </p:cNvSpPr>
          <p:nvPr>
            <p:ph type="title"/>
          </p:nvPr>
        </p:nvSpPr>
        <p:spPr>
          <a:xfrm>
            <a:off x="1864888" y="1742775"/>
            <a:ext cx="2336400" cy="527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BO" sz="1400" dirty="0"/>
              <a:t>M</a:t>
            </a:r>
            <a:r>
              <a:rPr lang="en" sz="1400" dirty="0"/>
              <a:t>etodo de tanteo</a:t>
            </a:r>
            <a:endParaRPr sz="1400" dirty="0"/>
          </a:p>
        </p:txBody>
      </p:sp>
      <p:sp>
        <p:nvSpPr>
          <p:cNvPr id="2953" name="Google Shape;2953;p42"/>
          <p:cNvSpPr txBox="1">
            <a:spLocks noGrp="1"/>
          </p:cNvSpPr>
          <p:nvPr>
            <p:ph type="title" idx="2"/>
          </p:nvPr>
        </p:nvSpPr>
        <p:spPr>
          <a:xfrm>
            <a:off x="2395438" y="1149600"/>
            <a:ext cx="1275300" cy="593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2955" name="Google Shape;2955;p42"/>
          <p:cNvSpPr txBox="1">
            <a:spLocks noGrp="1"/>
          </p:cNvSpPr>
          <p:nvPr>
            <p:ph type="title" idx="3"/>
          </p:nvPr>
        </p:nvSpPr>
        <p:spPr>
          <a:xfrm>
            <a:off x="4942713" y="1742775"/>
            <a:ext cx="2336400" cy="527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BO" sz="1400" dirty="0"/>
              <a:t>M</a:t>
            </a:r>
            <a:r>
              <a:rPr lang="en" sz="1400" dirty="0"/>
              <a:t>etodo del numero de oxidacion</a:t>
            </a:r>
            <a:endParaRPr sz="1400" dirty="0"/>
          </a:p>
        </p:txBody>
      </p:sp>
      <p:sp>
        <p:nvSpPr>
          <p:cNvPr id="2956" name="Google Shape;2956;p42"/>
          <p:cNvSpPr txBox="1">
            <a:spLocks noGrp="1"/>
          </p:cNvSpPr>
          <p:nvPr>
            <p:ph type="title" idx="4"/>
          </p:nvPr>
        </p:nvSpPr>
        <p:spPr>
          <a:xfrm>
            <a:off x="5473263" y="1149600"/>
            <a:ext cx="1275300" cy="593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2958" name="Google Shape;2958;p42"/>
          <p:cNvSpPr txBox="1">
            <a:spLocks noGrp="1"/>
          </p:cNvSpPr>
          <p:nvPr>
            <p:ph type="title" idx="6"/>
          </p:nvPr>
        </p:nvSpPr>
        <p:spPr>
          <a:xfrm>
            <a:off x="3500648" y="3484993"/>
            <a:ext cx="2336400" cy="527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MX" sz="1400" dirty="0"/>
              <a:t>METODO DEL ION-ELECTRON</a:t>
            </a:r>
            <a:endParaRPr sz="1400" dirty="0"/>
          </a:p>
        </p:txBody>
      </p:sp>
      <p:sp>
        <p:nvSpPr>
          <p:cNvPr id="2959" name="Google Shape;2959;p42"/>
          <p:cNvSpPr txBox="1">
            <a:spLocks noGrp="1"/>
          </p:cNvSpPr>
          <p:nvPr>
            <p:ph type="title" idx="7"/>
          </p:nvPr>
        </p:nvSpPr>
        <p:spPr>
          <a:xfrm>
            <a:off x="3934350" y="2731975"/>
            <a:ext cx="1275300" cy="593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03</a:t>
            </a:r>
            <a:endParaRPr dirty="0"/>
          </a:p>
        </p:txBody>
      </p:sp>
      <p:sp>
        <p:nvSpPr>
          <p:cNvPr id="2964" name="Google Shape;2964;p42"/>
          <p:cNvSpPr txBox="1">
            <a:spLocks noGrp="1"/>
          </p:cNvSpPr>
          <p:nvPr>
            <p:ph type="title" idx="15"/>
          </p:nvPr>
        </p:nvSpPr>
        <p:spPr>
          <a:xfrm>
            <a:off x="1033260" y="128455"/>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400" dirty="0"/>
              <a:t>¿CUALES  SON LOS  TIPOS  DE  METODOS DE UNA  IGUALCION QUIMICA?</a:t>
            </a:r>
            <a:endParaRPr sz="2400" dirty="0"/>
          </a:p>
        </p:txBody>
      </p:sp>
      <p:grpSp>
        <p:nvGrpSpPr>
          <p:cNvPr id="2965" name="Google Shape;2965;p42"/>
          <p:cNvGrpSpPr/>
          <p:nvPr/>
        </p:nvGrpSpPr>
        <p:grpSpPr>
          <a:xfrm>
            <a:off x="0" y="133661"/>
            <a:ext cx="1373132" cy="1024825"/>
            <a:chOff x="329400" y="468750"/>
            <a:chExt cx="1373132" cy="1024825"/>
          </a:xfrm>
        </p:grpSpPr>
        <p:sp>
          <p:nvSpPr>
            <p:cNvPr id="2966" name="Google Shape;2966;p42"/>
            <p:cNvSpPr/>
            <p:nvPr/>
          </p:nvSpPr>
          <p:spPr>
            <a:xfrm>
              <a:off x="329400" y="765190"/>
              <a:ext cx="1373132" cy="728382"/>
            </a:xfrm>
            <a:custGeom>
              <a:avLst/>
              <a:gdLst/>
              <a:ahLst/>
              <a:cxnLst/>
              <a:rect l="l" t="t" r="r" b="b"/>
              <a:pathLst>
                <a:path w="12150" h="6445" extrusionOk="0">
                  <a:moveTo>
                    <a:pt x="628" y="0"/>
                  </a:moveTo>
                  <a:cubicBezTo>
                    <a:pt x="628" y="0"/>
                    <a:pt x="0" y="656"/>
                    <a:pt x="558" y="1186"/>
                  </a:cubicBezTo>
                  <a:lnTo>
                    <a:pt x="6319" y="5635"/>
                  </a:lnTo>
                  <a:lnTo>
                    <a:pt x="7365" y="6444"/>
                  </a:lnTo>
                  <a:lnTo>
                    <a:pt x="7407" y="6416"/>
                  </a:lnTo>
                  <a:lnTo>
                    <a:pt x="12122" y="2413"/>
                  </a:lnTo>
                  <a:lnTo>
                    <a:pt x="12122" y="2343"/>
                  </a:lnTo>
                  <a:lnTo>
                    <a:pt x="12122" y="2302"/>
                  </a:lnTo>
                  <a:lnTo>
                    <a:pt x="12122" y="2190"/>
                  </a:lnTo>
                  <a:lnTo>
                    <a:pt x="12136" y="2051"/>
                  </a:lnTo>
                  <a:lnTo>
                    <a:pt x="12136" y="1939"/>
                  </a:lnTo>
                  <a:lnTo>
                    <a:pt x="12150" y="1799"/>
                  </a:lnTo>
                  <a:lnTo>
                    <a:pt x="12150" y="1702"/>
                  </a:lnTo>
                  <a:lnTo>
                    <a:pt x="12150" y="1548"/>
                  </a:lnTo>
                  <a:lnTo>
                    <a:pt x="12150" y="1451"/>
                  </a:lnTo>
                  <a:lnTo>
                    <a:pt x="12150" y="1339"/>
                  </a:lnTo>
                  <a:lnTo>
                    <a:pt x="12150" y="1269"/>
                  </a:lnTo>
                  <a:lnTo>
                    <a:pt x="12150" y="1200"/>
                  </a:lnTo>
                  <a:lnTo>
                    <a:pt x="12150" y="1060"/>
                  </a:lnTo>
                  <a:lnTo>
                    <a:pt x="12150" y="949"/>
                  </a:lnTo>
                  <a:lnTo>
                    <a:pt x="12150" y="893"/>
                  </a:lnTo>
                  <a:lnTo>
                    <a:pt x="8537" y="600"/>
                  </a:lnTo>
                  <a:lnTo>
                    <a:pt x="6207" y="419"/>
                  </a:lnTo>
                  <a:lnTo>
                    <a:pt x="5580" y="377"/>
                  </a:lnTo>
                  <a:lnTo>
                    <a:pt x="5301" y="349"/>
                  </a:lnTo>
                  <a:lnTo>
                    <a:pt x="4562" y="293"/>
                  </a:lnTo>
                  <a:lnTo>
                    <a:pt x="4073" y="265"/>
                  </a:lnTo>
                  <a:lnTo>
                    <a:pt x="698" y="0"/>
                  </a:lnTo>
                  <a:close/>
                </a:path>
              </a:pathLst>
            </a:custGeom>
            <a:gradFill>
              <a:gsLst>
                <a:gs pos="0">
                  <a:srgbClr val="EB667A"/>
                </a:gs>
                <a:gs pos="100000">
                  <a:srgbClr val="B01F3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7" name="Google Shape;2967;p42"/>
            <p:cNvSpPr/>
            <p:nvPr/>
          </p:nvSpPr>
          <p:spPr>
            <a:xfrm>
              <a:off x="1149096" y="866000"/>
              <a:ext cx="553434" cy="627572"/>
            </a:xfrm>
            <a:custGeom>
              <a:avLst/>
              <a:gdLst/>
              <a:ahLst/>
              <a:cxnLst/>
              <a:rect l="l" t="t" r="r" b="b"/>
              <a:pathLst>
                <a:path w="4897" h="5553" extrusionOk="0">
                  <a:moveTo>
                    <a:pt x="4897" y="1"/>
                  </a:moveTo>
                  <a:lnTo>
                    <a:pt x="98" y="4158"/>
                  </a:lnTo>
                  <a:cubicBezTo>
                    <a:pt x="84" y="4171"/>
                    <a:pt x="98" y="4171"/>
                    <a:pt x="84" y="4213"/>
                  </a:cubicBezTo>
                  <a:cubicBezTo>
                    <a:pt x="84" y="4255"/>
                    <a:pt x="70" y="4283"/>
                    <a:pt x="70" y="4339"/>
                  </a:cubicBezTo>
                  <a:cubicBezTo>
                    <a:pt x="56" y="4395"/>
                    <a:pt x="42" y="4464"/>
                    <a:pt x="42" y="4492"/>
                  </a:cubicBezTo>
                  <a:cubicBezTo>
                    <a:pt x="29" y="4534"/>
                    <a:pt x="29" y="4562"/>
                    <a:pt x="29" y="4618"/>
                  </a:cubicBezTo>
                  <a:cubicBezTo>
                    <a:pt x="15" y="4660"/>
                    <a:pt x="1" y="4715"/>
                    <a:pt x="1" y="4757"/>
                  </a:cubicBezTo>
                  <a:lnTo>
                    <a:pt x="1" y="4869"/>
                  </a:lnTo>
                  <a:lnTo>
                    <a:pt x="1" y="5008"/>
                  </a:lnTo>
                  <a:lnTo>
                    <a:pt x="1" y="5106"/>
                  </a:lnTo>
                  <a:cubicBezTo>
                    <a:pt x="1" y="5162"/>
                    <a:pt x="1" y="5204"/>
                    <a:pt x="1" y="5245"/>
                  </a:cubicBezTo>
                  <a:cubicBezTo>
                    <a:pt x="15" y="5273"/>
                    <a:pt x="15" y="5301"/>
                    <a:pt x="15" y="5329"/>
                  </a:cubicBezTo>
                  <a:cubicBezTo>
                    <a:pt x="29" y="5371"/>
                    <a:pt x="29" y="5413"/>
                    <a:pt x="42" y="5441"/>
                  </a:cubicBezTo>
                  <a:cubicBezTo>
                    <a:pt x="56" y="5469"/>
                    <a:pt x="70" y="5497"/>
                    <a:pt x="84" y="5511"/>
                  </a:cubicBezTo>
                  <a:cubicBezTo>
                    <a:pt x="84" y="5524"/>
                    <a:pt x="98" y="5538"/>
                    <a:pt x="112" y="5552"/>
                  </a:cubicBezTo>
                  <a:lnTo>
                    <a:pt x="4869" y="1451"/>
                  </a:lnTo>
                  <a:lnTo>
                    <a:pt x="4869" y="1410"/>
                  </a:lnTo>
                  <a:lnTo>
                    <a:pt x="4869" y="1298"/>
                  </a:lnTo>
                  <a:lnTo>
                    <a:pt x="4883" y="1159"/>
                  </a:lnTo>
                  <a:lnTo>
                    <a:pt x="4883" y="1061"/>
                  </a:lnTo>
                  <a:lnTo>
                    <a:pt x="4897" y="907"/>
                  </a:lnTo>
                  <a:lnTo>
                    <a:pt x="4897" y="810"/>
                  </a:lnTo>
                  <a:lnTo>
                    <a:pt x="4897" y="656"/>
                  </a:lnTo>
                  <a:lnTo>
                    <a:pt x="4897" y="559"/>
                  </a:lnTo>
                  <a:lnTo>
                    <a:pt x="4897" y="419"/>
                  </a:lnTo>
                  <a:lnTo>
                    <a:pt x="4897" y="308"/>
                  </a:lnTo>
                  <a:lnTo>
                    <a:pt x="4897" y="168"/>
                  </a:lnTo>
                  <a:lnTo>
                    <a:pt x="4897" y="57"/>
                  </a:lnTo>
                  <a:lnTo>
                    <a:pt x="489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8" name="Google Shape;2968;p42"/>
            <p:cNvSpPr/>
            <p:nvPr/>
          </p:nvSpPr>
          <p:spPr>
            <a:xfrm>
              <a:off x="1150678" y="872329"/>
              <a:ext cx="551852" cy="484043"/>
            </a:xfrm>
            <a:custGeom>
              <a:avLst/>
              <a:gdLst/>
              <a:ahLst/>
              <a:cxnLst/>
              <a:rect l="l" t="t" r="r" b="b"/>
              <a:pathLst>
                <a:path w="4883" h="4283" extrusionOk="0">
                  <a:moveTo>
                    <a:pt x="4883" y="1"/>
                  </a:moveTo>
                  <a:lnTo>
                    <a:pt x="15" y="4157"/>
                  </a:lnTo>
                  <a:cubicBezTo>
                    <a:pt x="15" y="4199"/>
                    <a:pt x="1" y="4241"/>
                    <a:pt x="1" y="4283"/>
                  </a:cubicBezTo>
                  <a:lnTo>
                    <a:pt x="4883" y="112"/>
                  </a:lnTo>
                  <a:lnTo>
                    <a:pt x="4883" y="1"/>
                  </a:ln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9" name="Google Shape;2969;p42"/>
            <p:cNvSpPr/>
            <p:nvPr/>
          </p:nvSpPr>
          <p:spPr>
            <a:xfrm>
              <a:off x="1145931" y="900696"/>
              <a:ext cx="555017" cy="487208"/>
            </a:xfrm>
            <a:custGeom>
              <a:avLst/>
              <a:gdLst/>
              <a:ahLst/>
              <a:cxnLst/>
              <a:rect l="l" t="t" r="r" b="b"/>
              <a:pathLst>
                <a:path w="4911" h="4311" extrusionOk="0">
                  <a:moveTo>
                    <a:pt x="4911" y="1"/>
                  </a:moveTo>
                  <a:lnTo>
                    <a:pt x="29" y="4185"/>
                  </a:lnTo>
                  <a:cubicBezTo>
                    <a:pt x="15" y="4227"/>
                    <a:pt x="1" y="4269"/>
                    <a:pt x="1" y="4311"/>
                  </a:cubicBezTo>
                  <a:lnTo>
                    <a:pt x="4911" y="112"/>
                  </a:lnTo>
                  <a:lnTo>
                    <a:pt x="4911" y="1"/>
                  </a:ln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0" name="Google Shape;2970;p42"/>
            <p:cNvSpPr/>
            <p:nvPr/>
          </p:nvSpPr>
          <p:spPr>
            <a:xfrm>
              <a:off x="1142767" y="929063"/>
              <a:ext cx="556599" cy="487208"/>
            </a:xfrm>
            <a:custGeom>
              <a:avLst/>
              <a:gdLst/>
              <a:ahLst/>
              <a:cxnLst/>
              <a:rect l="l" t="t" r="r" b="b"/>
              <a:pathLst>
                <a:path w="4925" h="4311" extrusionOk="0">
                  <a:moveTo>
                    <a:pt x="4925" y="1"/>
                  </a:moveTo>
                  <a:lnTo>
                    <a:pt x="1" y="4199"/>
                  </a:lnTo>
                  <a:lnTo>
                    <a:pt x="1" y="4311"/>
                  </a:lnTo>
                  <a:lnTo>
                    <a:pt x="4925" y="112"/>
                  </a:lnTo>
                  <a:lnTo>
                    <a:pt x="4925" y="1"/>
                  </a:ln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1" name="Google Shape;2971;p42"/>
            <p:cNvSpPr/>
            <p:nvPr/>
          </p:nvSpPr>
          <p:spPr>
            <a:xfrm>
              <a:off x="1142767" y="957430"/>
              <a:ext cx="555017" cy="485625"/>
            </a:xfrm>
            <a:custGeom>
              <a:avLst/>
              <a:gdLst/>
              <a:ahLst/>
              <a:cxnLst/>
              <a:rect l="l" t="t" r="r" b="b"/>
              <a:pathLst>
                <a:path w="4911" h="4297" extrusionOk="0">
                  <a:moveTo>
                    <a:pt x="4911" y="1"/>
                  </a:moveTo>
                  <a:lnTo>
                    <a:pt x="1" y="4199"/>
                  </a:lnTo>
                  <a:lnTo>
                    <a:pt x="1" y="4297"/>
                  </a:lnTo>
                  <a:lnTo>
                    <a:pt x="4911" y="98"/>
                  </a:lnTo>
                  <a:lnTo>
                    <a:pt x="4911" y="1"/>
                  </a:ln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2" name="Google Shape;2972;p42"/>
            <p:cNvSpPr/>
            <p:nvPr/>
          </p:nvSpPr>
          <p:spPr>
            <a:xfrm>
              <a:off x="1142767" y="985797"/>
              <a:ext cx="551852" cy="482574"/>
            </a:xfrm>
            <a:custGeom>
              <a:avLst/>
              <a:gdLst/>
              <a:ahLst/>
              <a:cxnLst/>
              <a:rect l="l" t="t" r="r" b="b"/>
              <a:pathLst>
                <a:path w="4883" h="4270" extrusionOk="0">
                  <a:moveTo>
                    <a:pt x="4883" y="1"/>
                  </a:moveTo>
                  <a:lnTo>
                    <a:pt x="1" y="4185"/>
                  </a:lnTo>
                  <a:cubicBezTo>
                    <a:pt x="15" y="4213"/>
                    <a:pt x="15" y="4241"/>
                    <a:pt x="15" y="4269"/>
                  </a:cubicBezTo>
                  <a:lnTo>
                    <a:pt x="4883" y="99"/>
                  </a:lnTo>
                  <a:lnTo>
                    <a:pt x="4883" y="1"/>
                  </a:ln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3" name="Google Shape;2973;p42"/>
            <p:cNvSpPr/>
            <p:nvPr/>
          </p:nvSpPr>
          <p:spPr>
            <a:xfrm>
              <a:off x="1147513" y="1012695"/>
              <a:ext cx="545523" cy="476132"/>
            </a:xfrm>
            <a:custGeom>
              <a:avLst/>
              <a:gdLst/>
              <a:ahLst/>
              <a:cxnLst/>
              <a:rect l="l" t="t" r="r" b="b"/>
              <a:pathLst>
                <a:path w="4827" h="4213" extrusionOk="0">
                  <a:moveTo>
                    <a:pt x="4827" y="0"/>
                  </a:moveTo>
                  <a:lnTo>
                    <a:pt x="1" y="4143"/>
                  </a:lnTo>
                  <a:cubicBezTo>
                    <a:pt x="15" y="4171"/>
                    <a:pt x="29" y="4199"/>
                    <a:pt x="29" y="4213"/>
                  </a:cubicBezTo>
                  <a:lnTo>
                    <a:pt x="4827" y="112"/>
                  </a:lnTo>
                  <a:lnTo>
                    <a:pt x="4827" y="0"/>
                  </a:ln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4" name="Google Shape;2974;p42"/>
            <p:cNvSpPr/>
            <p:nvPr/>
          </p:nvSpPr>
          <p:spPr>
            <a:xfrm>
              <a:off x="392462" y="468750"/>
              <a:ext cx="1310070" cy="867164"/>
            </a:xfrm>
            <a:custGeom>
              <a:avLst/>
              <a:gdLst/>
              <a:ahLst/>
              <a:cxnLst/>
              <a:rect l="l" t="t" r="r" b="b"/>
              <a:pathLst>
                <a:path w="11592" h="7673" extrusionOk="0">
                  <a:moveTo>
                    <a:pt x="4394" y="1"/>
                  </a:moveTo>
                  <a:lnTo>
                    <a:pt x="0" y="2623"/>
                  </a:lnTo>
                  <a:lnTo>
                    <a:pt x="6737" y="7673"/>
                  </a:lnTo>
                  <a:lnTo>
                    <a:pt x="11592" y="3502"/>
                  </a:lnTo>
                  <a:lnTo>
                    <a:pt x="4394" y="1"/>
                  </a:lnTo>
                  <a:close/>
                </a:path>
              </a:pathLst>
            </a:custGeom>
            <a:gradFill>
              <a:gsLst>
                <a:gs pos="0">
                  <a:srgbClr val="EB667A"/>
                </a:gs>
                <a:gs pos="100000">
                  <a:srgbClr val="B01F3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5" name="Google Shape;2975;p42"/>
            <p:cNvSpPr/>
            <p:nvPr/>
          </p:nvSpPr>
          <p:spPr>
            <a:xfrm>
              <a:off x="392462" y="468750"/>
              <a:ext cx="1310070" cy="867164"/>
            </a:xfrm>
            <a:custGeom>
              <a:avLst/>
              <a:gdLst/>
              <a:ahLst/>
              <a:cxnLst/>
              <a:rect l="l" t="t" r="r" b="b"/>
              <a:pathLst>
                <a:path w="11592" h="7673" extrusionOk="0">
                  <a:moveTo>
                    <a:pt x="4394" y="1"/>
                  </a:moveTo>
                  <a:lnTo>
                    <a:pt x="0" y="2623"/>
                  </a:lnTo>
                  <a:lnTo>
                    <a:pt x="6737" y="7673"/>
                  </a:lnTo>
                  <a:lnTo>
                    <a:pt x="11592" y="3502"/>
                  </a:lnTo>
                  <a:lnTo>
                    <a:pt x="6724" y="7603"/>
                  </a:lnTo>
                  <a:lnTo>
                    <a:pt x="56" y="2623"/>
                  </a:lnTo>
                  <a:lnTo>
                    <a:pt x="4394" y="1"/>
                  </a:lnTo>
                  <a:close/>
                </a:path>
              </a:pathLst>
            </a:custGeom>
            <a:solidFill>
              <a:srgbClr val="F94A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6" name="Google Shape;2976;p42"/>
            <p:cNvSpPr/>
            <p:nvPr/>
          </p:nvSpPr>
          <p:spPr>
            <a:xfrm>
              <a:off x="1123893" y="1331060"/>
              <a:ext cx="30062" cy="162516"/>
            </a:xfrm>
            <a:custGeom>
              <a:avLst/>
              <a:gdLst/>
              <a:ahLst/>
              <a:cxnLst/>
              <a:rect l="l" t="t" r="r" b="b"/>
              <a:pathLst>
                <a:path w="266" h="1438" extrusionOk="0">
                  <a:moveTo>
                    <a:pt x="210" y="1"/>
                  </a:moveTo>
                  <a:lnTo>
                    <a:pt x="210" y="1"/>
                  </a:lnTo>
                  <a:cubicBezTo>
                    <a:pt x="210" y="1"/>
                    <a:pt x="0" y="1144"/>
                    <a:pt x="265" y="1437"/>
                  </a:cubicBezTo>
                  <a:cubicBezTo>
                    <a:pt x="265" y="1437"/>
                    <a:pt x="28" y="1172"/>
                    <a:pt x="265" y="43"/>
                  </a:cubicBezTo>
                  <a:lnTo>
                    <a:pt x="210" y="1"/>
                  </a:lnTo>
                  <a:close/>
                </a:path>
              </a:pathLst>
            </a:custGeom>
            <a:solidFill>
              <a:srgbClr val="F94A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7" name="Google Shape;2977;p42"/>
            <p:cNvSpPr/>
            <p:nvPr/>
          </p:nvSpPr>
          <p:spPr>
            <a:xfrm>
              <a:off x="736140" y="569673"/>
              <a:ext cx="682611" cy="622826"/>
            </a:xfrm>
            <a:custGeom>
              <a:avLst/>
              <a:gdLst/>
              <a:ahLst/>
              <a:cxnLst/>
              <a:rect l="l" t="t" r="r" b="b"/>
              <a:pathLst>
                <a:path w="6040" h="5511" extrusionOk="0">
                  <a:moveTo>
                    <a:pt x="1200" y="168"/>
                  </a:moveTo>
                  <a:lnTo>
                    <a:pt x="2316" y="614"/>
                  </a:lnTo>
                  <a:lnTo>
                    <a:pt x="2413" y="1646"/>
                  </a:lnTo>
                  <a:lnTo>
                    <a:pt x="1395" y="2232"/>
                  </a:lnTo>
                  <a:lnTo>
                    <a:pt x="279" y="1786"/>
                  </a:lnTo>
                  <a:lnTo>
                    <a:pt x="181" y="754"/>
                  </a:lnTo>
                  <a:lnTo>
                    <a:pt x="1200" y="168"/>
                  </a:lnTo>
                  <a:close/>
                  <a:moveTo>
                    <a:pt x="2525" y="1772"/>
                  </a:moveTo>
                  <a:lnTo>
                    <a:pt x="2622" y="2790"/>
                  </a:lnTo>
                  <a:lnTo>
                    <a:pt x="3822" y="3278"/>
                  </a:lnTo>
                  <a:lnTo>
                    <a:pt x="4826" y="2693"/>
                  </a:lnTo>
                  <a:lnTo>
                    <a:pt x="5817" y="3139"/>
                  </a:lnTo>
                  <a:lnTo>
                    <a:pt x="4980" y="3739"/>
                  </a:lnTo>
                  <a:lnTo>
                    <a:pt x="3822" y="3278"/>
                  </a:lnTo>
                  <a:lnTo>
                    <a:pt x="2790" y="3878"/>
                  </a:lnTo>
                  <a:lnTo>
                    <a:pt x="1660" y="3432"/>
                  </a:lnTo>
                  <a:lnTo>
                    <a:pt x="1479" y="2372"/>
                  </a:lnTo>
                  <a:lnTo>
                    <a:pt x="2525" y="1772"/>
                  </a:lnTo>
                  <a:close/>
                  <a:moveTo>
                    <a:pt x="1186" y="0"/>
                  </a:moveTo>
                  <a:lnTo>
                    <a:pt x="0" y="684"/>
                  </a:lnTo>
                  <a:lnTo>
                    <a:pt x="112" y="1884"/>
                  </a:lnTo>
                  <a:lnTo>
                    <a:pt x="1311" y="2358"/>
                  </a:lnTo>
                  <a:lnTo>
                    <a:pt x="1562" y="3529"/>
                  </a:lnTo>
                  <a:lnTo>
                    <a:pt x="2720" y="3948"/>
                  </a:lnTo>
                  <a:lnTo>
                    <a:pt x="2818" y="5022"/>
                  </a:lnTo>
                  <a:lnTo>
                    <a:pt x="4017" y="5510"/>
                  </a:lnTo>
                  <a:lnTo>
                    <a:pt x="5119" y="4869"/>
                  </a:lnTo>
                  <a:lnTo>
                    <a:pt x="5022" y="3822"/>
                  </a:lnTo>
                  <a:lnTo>
                    <a:pt x="6040" y="3125"/>
                  </a:lnTo>
                  <a:lnTo>
                    <a:pt x="4910" y="2595"/>
                  </a:lnTo>
                  <a:lnTo>
                    <a:pt x="4798" y="1535"/>
                  </a:lnTo>
                  <a:lnTo>
                    <a:pt x="3599" y="1047"/>
                  </a:lnTo>
                  <a:lnTo>
                    <a:pt x="2581" y="1632"/>
                  </a:lnTo>
                  <a:lnTo>
                    <a:pt x="2483" y="517"/>
                  </a:lnTo>
                  <a:lnTo>
                    <a:pt x="1186" y="0"/>
                  </a:ln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78" name="Google Shape;2978;p42"/>
          <p:cNvGrpSpPr/>
          <p:nvPr/>
        </p:nvGrpSpPr>
        <p:grpSpPr>
          <a:xfrm>
            <a:off x="7355129" y="3975333"/>
            <a:ext cx="1190951" cy="937994"/>
            <a:chOff x="7617330" y="4078182"/>
            <a:chExt cx="639299" cy="503513"/>
          </a:xfrm>
        </p:grpSpPr>
        <p:sp>
          <p:nvSpPr>
            <p:cNvPr id="2979" name="Google Shape;2979;p42"/>
            <p:cNvSpPr/>
            <p:nvPr/>
          </p:nvSpPr>
          <p:spPr>
            <a:xfrm>
              <a:off x="7730372" y="4085264"/>
              <a:ext cx="417029" cy="494456"/>
            </a:xfrm>
            <a:custGeom>
              <a:avLst/>
              <a:gdLst/>
              <a:ahLst/>
              <a:cxnLst/>
              <a:rect l="l" t="t" r="r" b="b"/>
              <a:pathLst>
                <a:path w="6124" h="7261" extrusionOk="0">
                  <a:moveTo>
                    <a:pt x="2662" y="1"/>
                  </a:moveTo>
                  <a:cubicBezTo>
                    <a:pt x="2060" y="1"/>
                    <a:pt x="1284" y="271"/>
                    <a:pt x="1284" y="412"/>
                  </a:cubicBezTo>
                  <a:cubicBezTo>
                    <a:pt x="1270" y="579"/>
                    <a:pt x="1660" y="872"/>
                    <a:pt x="1660" y="872"/>
                  </a:cubicBezTo>
                  <a:lnTo>
                    <a:pt x="2009" y="3272"/>
                  </a:lnTo>
                  <a:lnTo>
                    <a:pt x="1102" y="4220"/>
                  </a:lnTo>
                  <a:lnTo>
                    <a:pt x="363" y="5127"/>
                  </a:lnTo>
                  <a:lnTo>
                    <a:pt x="0" y="5950"/>
                  </a:lnTo>
                  <a:lnTo>
                    <a:pt x="84" y="6494"/>
                  </a:lnTo>
                  <a:lnTo>
                    <a:pt x="502" y="6996"/>
                  </a:lnTo>
                  <a:lnTo>
                    <a:pt x="1549" y="7261"/>
                  </a:lnTo>
                  <a:lnTo>
                    <a:pt x="3599" y="7066"/>
                  </a:lnTo>
                  <a:lnTo>
                    <a:pt x="5343" y="6536"/>
                  </a:lnTo>
                  <a:lnTo>
                    <a:pt x="5956" y="5964"/>
                  </a:lnTo>
                  <a:lnTo>
                    <a:pt x="6124" y="5252"/>
                  </a:lnTo>
                  <a:lnTo>
                    <a:pt x="5747" y="4541"/>
                  </a:lnTo>
                  <a:lnTo>
                    <a:pt x="4952" y="3941"/>
                  </a:lnTo>
                  <a:lnTo>
                    <a:pt x="3669" y="3258"/>
                  </a:lnTo>
                  <a:lnTo>
                    <a:pt x="3292" y="3062"/>
                  </a:lnTo>
                  <a:lnTo>
                    <a:pt x="2957" y="831"/>
                  </a:lnTo>
                  <a:lnTo>
                    <a:pt x="2818" y="677"/>
                  </a:lnTo>
                  <a:cubicBezTo>
                    <a:pt x="2818" y="677"/>
                    <a:pt x="3432" y="49"/>
                    <a:pt x="2818" y="8"/>
                  </a:cubicBezTo>
                  <a:cubicBezTo>
                    <a:pt x="2768" y="3"/>
                    <a:pt x="2716" y="1"/>
                    <a:pt x="26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0" name="Google Shape;2980;p42"/>
            <p:cNvSpPr/>
            <p:nvPr/>
          </p:nvSpPr>
          <p:spPr>
            <a:xfrm>
              <a:off x="7795882" y="4358743"/>
              <a:ext cx="254685" cy="63331"/>
            </a:xfrm>
            <a:custGeom>
              <a:avLst/>
              <a:gdLst/>
              <a:ahLst/>
              <a:cxnLst/>
              <a:rect l="l" t="t" r="r" b="b"/>
              <a:pathLst>
                <a:path w="3740" h="930" extrusionOk="0">
                  <a:moveTo>
                    <a:pt x="3135" y="0"/>
                  </a:moveTo>
                  <a:cubicBezTo>
                    <a:pt x="2487" y="0"/>
                    <a:pt x="1365" y="103"/>
                    <a:pt x="1" y="650"/>
                  </a:cubicBezTo>
                  <a:cubicBezTo>
                    <a:pt x="1" y="650"/>
                    <a:pt x="531" y="930"/>
                    <a:pt x="1333" y="930"/>
                  </a:cubicBezTo>
                  <a:cubicBezTo>
                    <a:pt x="1997" y="930"/>
                    <a:pt x="2848" y="738"/>
                    <a:pt x="3739" y="37"/>
                  </a:cubicBezTo>
                  <a:cubicBezTo>
                    <a:pt x="3709" y="32"/>
                    <a:pt x="3495" y="0"/>
                    <a:pt x="3135" y="0"/>
                  </a:cubicBezTo>
                  <a:close/>
                </a:path>
              </a:pathLst>
            </a:custGeom>
            <a:gradFill>
              <a:gsLst>
                <a:gs pos="0">
                  <a:srgbClr val="FFBA42"/>
                </a:gs>
                <a:gs pos="100000">
                  <a:srgbClr val="B87707"/>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1" name="Google Shape;2981;p42"/>
            <p:cNvSpPr/>
            <p:nvPr/>
          </p:nvSpPr>
          <p:spPr>
            <a:xfrm>
              <a:off x="7739838" y="4361195"/>
              <a:ext cx="391424" cy="208106"/>
            </a:xfrm>
            <a:custGeom>
              <a:avLst/>
              <a:gdLst/>
              <a:ahLst/>
              <a:cxnLst/>
              <a:rect l="l" t="t" r="r" b="b"/>
              <a:pathLst>
                <a:path w="5748" h="3056" extrusionOk="0">
                  <a:moveTo>
                    <a:pt x="182" y="2219"/>
                  </a:moveTo>
                  <a:cubicBezTo>
                    <a:pt x="238" y="2428"/>
                    <a:pt x="377" y="2609"/>
                    <a:pt x="573" y="2707"/>
                  </a:cubicBezTo>
                  <a:cubicBezTo>
                    <a:pt x="1159" y="3055"/>
                    <a:pt x="2233" y="2916"/>
                    <a:pt x="3042" y="2804"/>
                  </a:cubicBezTo>
                  <a:cubicBezTo>
                    <a:pt x="3795" y="2721"/>
                    <a:pt x="4813" y="2372"/>
                    <a:pt x="5357" y="1940"/>
                  </a:cubicBezTo>
                  <a:cubicBezTo>
                    <a:pt x="5594" y="1744"/>
                    <a:pt x="5748" y="1535"/>
                    <a:pt x="5734" y="1326"/>
                  </a:cubicBezTo>
                  <a:cubicBezTo>
                    <a:pt x="5720" y="628"/>
                    <a:pt x="4562" y="1"/>
                    <a:pt x="4562" y="1"/>
                  </a:cubicBezTo>
                  <a:lnTo>
                    <a:pt x="4548" y="15"/>
                  </a:lnTo>
                  <a:cubicBezTo>
                    <a:pt x="4478" y="70"/>
                    <a:pt x="3990" y="391"/>
                    <a:pt x="2693" y="642"/>
                  </a:cubicBezTo>
                  <a:cubicBezTo>
                    <a:pt x="1298" y="921"/>
                    <a:pt x="838" y="628"/>
                    <a:pt x="824" y="614"/>
                  </a:cubicBezTo>
                  <a:lnTo>
                    <a:pt x="824" y="614"/>
                  </a:lnTo>
                  <a:cubicBezTo>
                    <a:pt x="810" y="642"/>
                    <a:pt x="1" y="1633"/>
                    <a:pt x="182" y="2219"/>
                  </a:cubicBezTo>
                  <a:close/>
                </a:path>
              </a:pathLst>
            </a:custGeom>
            <a:gradFill>
              <a:gsLst>
                <a:gs pos="0">
                  <a:srgbClr val="FFBA42"/>
                </a:gs>
                <a:gs pos="100000">
                  <a:srgbClr val="B87707"/>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2" name="Google Shape;2982;p42"/>
            <p:cNvSpPr/>
            <p:nvPr/>
          </p:nvSpPr>
          <p:spPr>
            <a:xfrm>
              <a:off x="8012500" y="4468516"/>
              <a:ext cx="14300" cy="16207"/>
            </a:xfrm>
            <a:custGeom>
              <a:avLst/>
              <a:gdLst/>
              <a:ahLst/>
              <a:cxnLst/>
              <a:rect l="l" t="t" r="r" b="b"/>
              <a:pathLst>
                <a:path w="210" h="238" extrusionOk="0">
                  <a:moveTo>
                    <a:pt x="84" y="1"/>
                  </a:moveTo>
                  <a:cubicBezTo>
                    <a:pt x="28" y="15"/>
                    <a:pt x="0" y="85"/>
                    <a:pt x="14" y="140"/>
                  </a:cubicBezTo>
                  <a:cubicBezTo>
                    <a:pt x="14" y="196"/>
                    <a:pt x="70" y="238"/>
                    <a:pt x="126" y="238"/>
                  </a:cubicBezTo>
                  <a:cubicBezTo>
                    <a:pt x="181" y="224"/>
                    <a:pt x="209" y="168"/>
                    <a:pt x="195" y="112"/>
                  </a:cubicBezTo>
                  <a:cubicBezTo>
                    <a:pt x="195" y="43"/>
                    <a:pt x="140" y="1"/>
                    <a:pt x="84" y="1"/>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3" name="Google Shape;2983;p42"/>
            <p:cNvSpPr/>
            <p:nvPr/>
          </p:nvSpPr>
          <p:spPr>
            <a:xfrm>
              <a:off x="8017199" y="4472330"/>
              <a:ext cx="4835" cy="5788"/>
            </a:xfrm>
            <a:custGeom>
              <a:avLst/>
              <a:gdLst/>
              <a:ahLst/>
              <a:cxnLst/>
              <a:rect l="l" t="t" r="r" b="b"/>
              <a:pathLst>
                <a:path w="71" h="85" extrusionOk="0">
                  <a:moveTo>
                    <a:pt x="29" y="1"/>
                  </a:moveTo>
                  <a:cubicBezTo>
                    <a:pt x="1" y="1"/>
                    <a:pt x="1" y="15"/>
                    <a:pt x="1" y="43"/>
                  </a:cubicBezTo>
                  <a:cubicBezTo>
                    <a:pt x="1" y="56"/>
                    <a:pt x="29" y="84"/>
                    <a:pt x="43" y="84"/>
                  </a:cubicBezTo>
                  <a:cubicBezTo>
                    <a:pt x="57" y="70"/>
                    <a:pt x="71" y="56"/>
                    <a:pt x="71" y="29"/>
                  </a:cubicBezTo>
                  <a:cubicBezTo>
                    <a:pt x="71" y="15"/>
                    <a:pt x="43" y="1"/>
                    <a:pt x="29" y="1"/>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4" name="Google Shape;2984;p42"/>
            <p:cNvSpPr/>
            <p:nvPr/>
          </p:nvSpPr>
          <p:spPr>
            <a:xfrm>
              <a:off x="7998676" y="4465452"/>
              <a:ext cx="7218" cy="6537"/>
            </a:xfrm>
            <a:custGeom>
              <a:avLst/>
              <a:gdLst/>
              <a:ahLst/>
              <a:cxnLst/>
              <a:rect l="l" t="t" r="r" b="b"/>
              <a:pathLst>
                <a:path w="106" h="96" extrusionOk="0">
                  <a:moveTo>
                    <a:pt x="53" y="0"/>
                  </a:moveTo>
                  <a:cubicBezTo>
                    <a:pt x="26" y="0"/>
                    <a:pt x="0" y="21"/>
                    <a:pt x="8" y="60"/>
                  </a:cubicBezTo>
                  <a:cubicBezTo>
                    <a:pt x="8" y="84"/>
                    <a:pt x="27" y="95"/>
                    <a:pt x="48" y="95"/>
                  </a:cubicBezTo>
                  <a:cubicBezTo>
                    <a:pt x="75" y="95"/>
                    <a:pt x="105" y="77"/>
                    <a:pt x="105" y="46"/>
                  </a:cubicBezTo>
                  <a:cubicBezTo>
                    <a:pt x="99" y="14"/>
                    <a:pt x="76" y="0"/>
                    <a:pt x="53"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5" name="Google Shape;2985;p42"/>
            <p:cNvSpPr/>
            <p:nvPr/>
          </p:nvSpPr>
          <p:spPr>
            <a:xfrm>
              <a:off x="8000106" y="4466133"/>
              <a:ext cx="2928" cy="2452"/>
            </a:xfrm>
            <a:custGeom>
              <a:avLst/>
              <a:gdLst/>
              <a:ahLst/>
              <a:cxnLst/>
              <a:rect l="l" t="t" r="r" b="b"/>
              <a:pathLst>
                <a:path w="43" h="36" extrusionOk="0">
                  <a:moveTo>
                    <a:pt x="22" y="1"/>
                  </a:moveTo>
                  <a:cubicBezTo>
                    <a:pt x="11" y="1"/>
                    <a:pt x="1" y="8"/>
                    <a:pt x="1" y="22"/>
                  </a:cubicBezTo>
                  <a:cubicBezTo>
                    <a:pt x="1" y="36"/>
                    <a:pt x="15" y="36"/>
                    <a:pt x="29" y="36"/>
                  </a:cubicBezTo>
                  <a:cubicBezTo>
                    <a:pt x="29" y="36"/>
                    <a:pt x="43" y="22"/>
                    <a:pt x="43" y="22"/>
                  </a:cubicBezTo>
                  <a:cubicBezTo>
                    <a:pt x="43" y="8"/>
                    <a:pt x="32" y="1"/>
                    <a:pt x="22" y="1"/>
                  </a:cubicBezTo>
                  <a:close/>
                </a:path>
              </a:pathLst>
            </a:custGeom>
            <a:solidFill>
              <a:srgbClr val="D81F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6" name="Google Shape;2986;p42"/>
            <p:cNvSpPr/>
            <p:nvPr/>
          </p:nvSpPr>
          <p:spPr>
            <a:xfrm>
              <a:off x="8051860" y="4458302"/>
              <a:ext cx="2928" cy="2247"/>
            </a:xfrm>
            <a:custGeom>
              <a:avLst/>
              <a:gdLst/>
              <a:ahLst/>
              <a:cxnLst/>
              <a:rect l="l" t="t" r="r" b="b"/>
              <a:pathLst>
                <a:path w="43" h="33" extrusionOk="0">
                  <a:moveTo>
                    <a:pt x="22" y="1"/>
                  </a:moveTo>
                  <a:cubicBezTo>
                    <a:pt x="11" y="1"/>
                    <a:pt x="1" y="4"/>
                    <a:pt x="8" y="11"/>
                  </a:cubicBezTo>
                  <a:cubicBezTo>
                    <a:pt x="8" y="25"/>
                    <a:pt x="15" y="32"/>
                    <a:pt x="22" y="32"/>
                  </a:cubicBezTo>
                  <a:cubicBezTo>
                    <a:pt x="29" y="32"/>
                    <a:pt x="36" y="25"/>
                    <a:pt x="36" y="11"/>
                  </a:cubicBezTo>
                  <a:cubicBezTo>
                    <a:pt x="43" y="4"/>
                    <a:pt x="32" y="1"/>
                    <a:pt x="22" y="1"/>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7" name="Google Shape;2987;p42"/>
            <p:cNvSpPr/>
            <p:nvPr/>
          </p:nvSpPr>
          <p:spPr>
            <a:xfrm>
              <a:off x="7816311" y="4447270"/>
              <a:ext cx="16752" cy="9942"/>
            </a:xfrm>
            <a:custGeom>
              <a:avLst/>
              <a:gdLst/>
              <a:ahLst/>
              <a:cxnLst/>
              <a:rect l="l" t="t" r="r" b="b"/>
              <a:pathLst>
                <a:path w="246" h="146" extrusionOk="0">
                  <a:moveTo>
                    <a:pt x="42" y="0"/>
                  </a:moveTo>
                  <a:cubicBezTo>
                    <a:pt x="17" y="0"/>
                    <a:pt x="0" y="17"/>
                    <a:pt x="8" y="62"/>
                  </a:cubicBezTo>
                  <a:cubicBezTo>
                    <a:pt x="8" y="118"/>
                    <a:pt x="63" y="145"/>
                    <a:pt x="133" y="145"/>
                  </a:cubicBezTo>
                  <a:cubicBezTo>
                    <a:pt x="245" y="125"/>
                    <a:pt x="111" y="0"/>
                    <a:pt x="42"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8" name="Google Shape;2988;p42"/>
            <p:cNvSpPr/>
            <p:nvPr/>
          </p:nvSpPr>
          <p:spPr>
            <a:xfrm>
              <a:off x="7819648" y="4447610"/>
              <a:ext cx="5788" cy="4835"/>
            </a:xfrm>
            <a:custGeom>
              <a:avLst/>
              <a:gdLst/>
              <a:ahLst/>
              <a:cxnLst/>
              <a:rect l="l" t="t" r="r" b="b"/>
              <a:pathLst>
                <a:path w="85" h="71" extrusionOk="0">
                  <a:moveTo>
                    <a:pt x="28" y="1"/>
                  </a:moveTo>
                  <a:cubicBezTo>
                    <a:pt x="14" y="1"/>
                    <a:pt x="1" y="29"/>
                    <a:pt x="1" y="43"/>
                  </a:cubicBezTo>
                  <a:cubicBezTo>
                    <a:pt x="1" y="57"/>
                    <a:pt x="14" y="71"/>
                    <a:pt x="42" y="71"/>
                  </a:cubicBezTo>
                  <a:cubicBezTo>
                    <a:pt x="84" y="57"/>
                    <a:pt x="70" y="1"/>
                    <a:pt x="28" y="1"/>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9" name="Google Shape;2989;p42"/>
            <p:cNvSpPr/>
            <p:nvPr/>
          </p:nvSpPr>
          <p:spPr>
            <a:xfrm>
              <a:off x="7797176" y="4509375"/>
              <a:ext cx="15867" cy="15254"/>
            </a:xfrm>
            <a:custGeom>
              <a:avLst/>
              <a:gdLst/>
              <a:ahLst/>
              <a:cxnLst/>
              <a:rect l="l" t="t" r="r" b="b"/>
              <a:pathLst>
                <a:path w="233" h="224" extrusionOk="0">
                  <a:moveTo>
                    <a:pt x="127" y="1"/>
                  </a:moveTo>
                  <a:cubicBezTo>
                    <a:pt x="64" y="1"/>
                    <a:pt x="0" y="48"/>
                    <a:pt x="24" y="126"/>
                  </a:cubicBezTo>
                  <a:cubicBezTo>
                    <a:pt x="24" y="196"/>
                    <a:pt x="79" y="224"/>
                    <a:pt x="135" y="224"/>
                  </a:cubicBezTo>
                  <a:cubicBezTo>
                    <a:pt x="191" y="210"/>
                    <a:pt x="233" y="154"/>
                    <a:pt x="233" y="98"/>
                  </a:cubicBezTo>
                  <a:cubicBezTo>
                    <a:pt x="227" y="31"/>
                    <a:pt x="177" y="1"/>
                    <a:pt x="127" y="1"/>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0" name="Google Shape;2990;p42"/>
            <p:cNvSpPr/>
            <p:nvPr/>
          </p:nvSpPr>
          <p:spPr>
            <a:xfrm>
              <a:off x="7800649" y="4515095"/>
              <a:ext cx="5788" cy="4835"/>
            </a:xfrm>
            <a:custGeom>
              <a:avLst/>
              <a:gdLst/>
              <a:ahLst/>
              <a:cxnLst/>
              <a:rect l="l" t="t" r="r" b="b"/>
              <a:pathLst>
                <a:path w="85" h="71" extrusionOk="0">
                  <a:moveTo>
                    <a:pt x="42" y="0"/>
                  </a:moveTo>
                  <a:cubicBezTo>
                    <a:pt x="14" y="0"/>
                    <a:pt x="1" y="14"/>
                    <a:pt x="14" y="42"/>
                  </a:cubicBezTo>
                  <a:cubicBezTo>
                    <a:pt x="14" y="56"/>
                    <a:pt x="28" y="70"/>
                    <a:pt x="56" y="70"/>
                  </a:cubicBezTo>
                  <a:cubicBezTo>
                    <a:pt x="70" y="70"/>
                    <a:pt x="84" y="42"/>
                    <a:pt x="84" y="28"/>
                  </a:cubicBezTo>
                  <a:cubicBezTo>
                    <a:pt x="70" y="14"/>
                    <a:pt x="56" y="0"/>
                    <a:pt x="42"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1" name="Google Shape;2991;p42"/>
            <p:cNvSpPr/>
            <p:nvPr/>
          </p:nvSpPr>
          <p:spPr>
            <a:xfrm>
              <a:off x="8008687" y="4427726"/>
              <a:ext cx="7627" cy="6946"/>
            </a:xfrm>
            <a:custGeom>
              <a:avLst/>
              <a:gdLst/>
              <a:ahLst/>
              <a:cxnLst/>
              <a:rect l="l" t="t" r="r" b="b"/>
              <a:pathLst>
                <a:path w="112" h="102" extrusionOk="0">
                  <a:moveTo>
                    <a:pt x="42" y="0"/>
                  </a:moveTo>
                  <a:cubicBezTo>
                    <a:pt x="14" y="14"/>
                    <a:pt x="0" y="28"/>
                    <a:pt x="0" y="56"/>
                  </a:cubicBezTo>
                  <a:cubicBezTo>
                    <a:pt x="12" y="79"/>
                    <a:pt x="23" y="101"/>
                    <a:pt x="42" y="101"/>
                  </a:cubicBezTo>
                  <a:cubicBezTo>
                    <a:pt x="46" y="101"/>
                    <a:pt x="51" y="100"/>
                    <a:pt x="56" y="98"/>
                  </a:cubicBezTo>
                  <a:cubicBezTo>
                    <a:pt x="84" y="98"/>
                    <a:pt x="112" y="70"/>
                    <a:pt x="98" y="42"/>
                  </a:cubicBezTo>
                  <a:cubicBezTo>
                    <a:pt x="98" y="14"/>
                    <a:pt x="70" y="0"/>
                    <a:pt x="42"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2" name="Google Shape;2992;p42"/>
            <p:cNvSpPr/>
            <p:nvPr/>
          </p:nvSpPr>
          <p:spPr>
            <a:xfrm>
              <a:off x="8010593" y="4428679"/>
              <a:ext cx="2928" cy="2860"/>
            </a:xfrm>
            <a:custGeom>
              <a:avLst/>
              <a:gdLst/>
              <a:ahLst/>
              <a:cxnLst/>
              <a:rect l="l" t="t" r="r" b="b"/>
              <a:pathLst>
                <a:path w="43" h="42" extrusionOk="0">
                  <a:moveTo>
                    <a:pt x="14" y="0"/>
                  </a:moveTo>
                  <a:cubicBezTo>
                    <a:pt x="0" y="0"/>
                    <a:pt x="0" y="14"/>
                    <a:pt x="0" y="28"/>
                  </a:cubicBezTo>
                  <a:cubicBezTo>
                    <a:pt x="0" y="28"/>
                    <a:pt x="14" y="42"/>
                    <a:pt x="28" y="42"/>
                  </a:cubicBezTo>
                  <a:cubicBezTo>
                    <a:pt x="28" y="42"/>
                    <a:pt x="42" y="28"/>
                    <a:pt x="42" y="14"/>
                  </a:cubicBezTo>
                  <a:cubicBezTo>
                    <a:pt x="28" y="14"/>
                    <a:pt x="28" y="0"/>
                    <a:pt x="14"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3" name="Google Shape;2993;p42"/>
            <p:cNvSpPr/>
            <p:nvPr/>
          </p:nvSpPr>
          <p:spPr>
            <a:xfrm>
              <a:off x="8040965" y="4422823"/>
              <a:ext cx="8308" cy="6810"/>
            </a:xfrm>
            <a:custGeom>
              <a:avLst/>
              <a:gdLst/>
              <a:ahLst/>
              <a:cxnLst/>
              <a:rect l="l" t="t" r="r" b="b"/>
              <a:pathLst>
                <a:path w="122" h="100" extrusionOk="0">
                  <a:moveTo>
                    <a:pt x="56" y="1"/>
                  </a:moveTo>
                  <a:cubicBezTo>
                    <a:pt x="51" y="1"/>
                    <a:pt x="47" y="1"/>
                    <a:pt x="42" y="2"/>
                  </a:cubicBezTo>
                  <a:cubicBezTo>
                    <a:pt x="14" y="2"/>
                    <a:pt x="1" y="30"/>
                    <a:pt x="1" y="58"/>
                  </a:cubicBezTo>
                  <a:cubicBezTo>
                    <a:pt x="1" y="86"/>
                    <a:pt x="28" y="100"/>
                    <a:pt x="56" y="100"/>
                  </a:cubicBezTo>
                  <a:cubicBezTo>
                    <a:pt x="121" y="87"/>
                    <a:pt x="114" y="1"/>
                    <a:pt x="56" y="1"/>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4" name="Google Shape;2994;p42"/>
            <p:cNvSpPr/>
            <p:nvPr/>
          </p:nvSpPr>
          <p:spPr>
            <a:xfrm>
              <a:off x="8042871" y="4423913"/>
              <a:ext cx="2928" cy="2928"/>
            </a:xfrm>
            <a:custGeom>
              <a:avLst/>
              <a:gdLst/>
              <a:ahLst/>
              <a:cxnLst/>
              <a:rect l="l" t="t" r="r" b="b"/>
              <a:pathLst>
                <a:path w="43" h="43" extrusionOk="0">
                  <a:moveTo>
                    <a:pt x="28" y="0"/>
                  </a:moveTo>
                  <a:cubicBezTo>
                    <a:pt x="14" y="0"/>
                    <a:pt x="0" y="14"/>
                    <a:pt x="0" y="14"/>
                  </a:cubicBezTo>
                  <a:cubicBezTo>
                    <a:pt x="0" y="28"/>
                    <a:pt x="14" y="42"/>
                    <a:pt x="28" y="42"/>
                  </a:cubicBezTo>
                  <a:cubicBezTo>
                    <a:pt x="42" y="28"/>
                    <a:pt x="42" y="14"/>
                    <a:pt x="28" y="0"/>
                  </a:cubicBezTo>
                  <a:close/>
                </a:path>
              </a:pathLst>
            </a:custGeom>
            <a:solidFill>
              <a:srgbClr val="D81F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5" name="Google Shape;2995;p42"/>
            <p:cNvSpPr/>
            <p:nvPr/>
          </p:nvSpPr>
          <p:spPr>
            <a:xfrm>
              <a:off x="7890742" y="4467904"/>
              <a:ext cx="19340" cy="17433"/>
            </a:xfrm>
            <a:custGeom>
              <a:avLst/>
              <a:gdLst/>
              <a:ahLst/>
              <a:cxnLst/>
              <a:rect l="l" t="t" r="r" b="b"/>
              <a:pathLst>
                <a:path w="284" h="256" extrusionOk="0">
                  <a:moveTo>
                    <a:pt x="145" y="1"/>
                  </a:moveTo>
                  <a:cubicBezTo>
                    <a:pt x="73" y="1"/>
                    <a:pt x="1" y="55"/>
                    <a:pt x="17" y="149"/>
                  </a:cubicBezTo>
                  <a:cubicBezTo>
                    <a:pt x="29" y="223"/>
                    <a:pt x="84" y="256"/>
                    <a:pt x="140" y="256"/>
                  </a:cubicBezTo>
                  <a:cubicBezTo>
                    <a:pt x="211" y="256"/>
                    <a:pt x="283" y="202"/>
                    <a:pt x="268" y="108"/>
                  </a:cubicBezTo>
                  <a:cubicBezTo>
                    <a:pt x="255" y="34"/>
                    <a:pt x="200" y="1"/>
                    <a:pt x="145" y="1"/>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6" name="Google Shape;2996;p42"/>
            <p:cNvSpPr/>
            <p:nvPr/>
          </p:nvSpPr>
          <p:spPr>
            <a:xfrm>
              <a:off x="8042871" y="4392383"/>
              <a:ext cx="20225" cy="18659"/>
            </a:xfrm>
            <a:custGeom>
              <a:avLst/>
              <a:gdLst/>
              <a:ahLst/>
              <a:cxnLst/>
              <a:rect l="l" t="t" r="r" b="b"/>
              <a:pathLst>
                <a:path w="297" h="274" extrusionOk="0">
                  <a:moveTo>
                    <a:pt x="147" y="1"/>
                  </a:moveTo>
                  <a:cubicBezTo>
                    <a:pt x="140" y="1"/>
                    <a:pt x="133" y="2"/>
                    <a:pt x="126" y="3"/>
                  </a:cubicBezTo>
                  <a:cubicBezTo>
                    <a:pt x="56" y="17"/>
                    <a:pt x="0" y="87"/>
                    <a:pt x="14" y="156"/>
                  </a:cubicBezTo>
                  <a:cubicBezTo>
                    <a:pt x="21" y="237"/>
                    <a:pt x="81" y="273"/>
                    <a:pt x="143" y="273"/>
                  </a:cubicBezTo>
                  <a:cubicBezTo>
                    <a:pt x="219" y="273"/>
                    <a:pt x="297" y="216"/>
                    <a:pt x="265" y="115"/>
                  </a:cubicBezTo>
                  <a:cubicBezTo>
                    <a:pt x="253" y="52"/>
                    <a:pt x="207" y="1"/>
                    <a:pt x="147" y="1"/>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7" name="Google Shape;2997;p42"/>
            <p:cNvSpPr/>
            <p:nvPr/>
          </p:nvSpPr>
          <p:spPr>
            <a:xfrm>
              <a:off x="8049545" y="4396333"/>
              <a:ext cx="5720" cy="5788"/>
            </a:xfrm>
            <a:custGeom>
              <a:avLst/>
              <a:gdLst/>
              <a:ahLst/>
              <a:cxnLst/>
              <a:rect l="l" t="t" r="r" b="b"/>
              <a:pathLst>
                <a:path w="84" h="85" extrusionOk="0">
                  <a:moveTo>
                    <a:pt x="28" y="1"/>
                  </a:moveTo>
                  <a:cubicBezTo>
                    <a:pt x="14" y="1"/>
                    <a:pt x="0" y="29"/>
                    <a:pt x="0" y="57"/>
                  </a:cubicBezTo>
                  <a:cubicBezTo>
                    <a:pt x="0" y="71"/>
                    <a:pt x="28" y="84"/>
                    <a:pt x="42" y="84"/>
                  </a:cubicBezTo>
                  <a:cubicBezTo>
                    <a:pt x="70" y="84"/>
                    <a:pt x="84" y="57"/>
                    <a:pt x="84" y="29"/>
                  </a:cubicBezTo>
                  <a:cubicBezTo>
                    <a:pt x="84" y="15"/>
                    <a:pt x="56" y="1"/>
                    <a:pt x="28" y="1"/>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8" name="Google Shape;2998;p42"/>
            <p:cNvSpPr/>
            <p:nvPr/>
          </p:nvSpPr>
          <p:spPr>
            <a:xfrm>
              <a:off x="7950191" y="4517410"/>
              <a:ext cx="7286" cy="6537"/>
            </a:xfrm>
            <a:custGeom>
              <a:avLst/>
              <a:gdLst/>
              <a:ahLst/>
              <a:cxnLst/>
              <a:rect l="l" t="t" r="r" b="b"/>
              <a:pathLst>
                <a:path w="107" h="96" extrusionOk="0">
                  <a:moveTo>
                    <a:pt x="56" y="1"/>
                  </a:moveTo>
                  <a:cubicBezTo>
                    <a:pt x="28" y="1"/>
                    <a:pt x="1" y="19"/>
                    <a:pt x="8" y="50"/>
                  </a:cubicBezTo>
                  <a:cubicBezTo>
                    <a:pt x="8" y="73"/>
                    <a:pt x="27" y="96"/>
                    <a:pt x="49" y="96"/>
                  </a:cubicBezTo>
                  <a:cubicBezTo>
                    <a:pt x="54" y="96"/>
                    <a:pt x="59" y="94"/>
                    <a:pt x="64" y="92"/>
                  </a:cubicBezTo>
                  <a:cubicBezTo>
                    <a:pt x="78" y="92"/>
                    <a:pt x="106" y="64"/>
                    <a:pt x="106" y="36"/>
                  </a:cubicBezTo>
                  <a:cubicBezTo>
                    <a:pt x="100" y="12"/>
                    <a:pt x="78" y="1"/>
                    <a:pt x="56" y="1"/>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9" name="Google Shape;2999;p42"/>
            <p:cNvSpPr/>
            <p:nvPr/>
          </p:nvSpPr>
          <p:spPr>
            <a:xfrm>
              <a:off x="7952642" y="4518704"/>
              <a:ext cx="2111" cy="1771"/>
            </a:xfrm>
            <a:custGeom>
              <a:avLst/>
              <a:gdLst/>
              <a:ahLst/>
              <a:cxnLst/>
              <a:rect l="l" t="t" r="r" b="b"/>
              <a:pathLst>
                <a:path w="31" h="26" extrusionOk="0">
                  <a:moveTo>
                    <a:pt x="21" y="1"/>
                  </a:moveTo>
                  <a:cubicBezTo>
                    <a:pt x="20" y="1"/>
                    <a:pt x="17" y="2"/>
                    <a:pt x="14" y="3"/>
                  </a:cubicBezTo>
                  <a:cubicBezTo>
                    <a:pt x="0" y="3"/>
                    <a:pt x="0" y="3"/>
                    <a:pt x="0" y="17"/>
                  </a:cubicBezTo>
                  <a:cubicBezTo>
                    <a:pt x="0" y="23"/>
                    <a:pt x="2" y="25"/>
                    <a:pt x="5" y="25"/>
                  </a:cubicBezTo>
                  <a:cubicBezTo>
                    <a:pt x="13" y="25"/>
                    <a:pt x="30" y="1"/>
                    <a:pt x="21" y="1"/>
                  </a:cubicBezTo>
                  <a:close/>
                </a:path>
              </a:pathLst>
            </a:custGeom>
            <a:solidFill>
              <a:srgbClr val="D81F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0" name="Google Shape;3000;p42"/>
            <p:cNvSpPr/>
            <p:nvPr/>
          </p:nvSpPr>
          <p:spPr>
            <a:xfrm>
              <a:off x="7849611" y="4504404"/>
              <a:ext cx="25196" cy="21178"/>
            </a:xfrm>
            <a:custGeom>
              <a:avLst/>
              <a:gdLst/>
              <a:ahLst/>
              <a:cxnLst/>
              <a:rect l="l" t="t" r="r" b="b"/>
              <a:pathLst>
                <a:path w="370" h="311" extrusionOk="0">
                  <a:moveTo>
                    <a:pt x="167" y="1"/>
                  </a:moveTo>
                  <a:cubicBezTo>
                    <a:pt x="79" y="1"/>
                    <a:pt x="0" y="78"/>
                    <a:pt x="21" y="171"/>
                  </a:cubicBezTo>
                  <a:cubicBezTo>
                    <a:pt x="35" y="255"/>
                    <a:pt x="105" y="311"/>
                    <a:pt x="188" y="311"/>
                  </a:cubicBezTo>
                  <a:cubicBezTo>
                    <a:pt x="328" y="283"/>
                    <a:pt x="370" y="116"/>
                    <a:pt x="258" y="32"/>
                  </a:cubicBezTo>
                  <a:cubicBezTo>
                    <a:pt x="229" y="10"/>
                    <a:pt x="197" y="1"/>
                    <a:pt x="167" y="1"/>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1" name="Google Shape;3001;p42"/>
            <p:cNvSpPr/>
            <p:nvPr/>
          </p:nvSpPr>
          <p:spPr>
            <a:xfrm>
              <a:off x="7854514" y="4513937"/>
              <a:ext cx="8580" cy="5039"/>
            </a:xfrm>
            <a:custGeom>
              <a:avLst/>
              <a:gdLst/>
              <a:ahLst/>
              <a:cxnLst/>
              <a:rect l="l" t="t" r="r" b="b"/>
              <a:pathLst>
                <a:path w="126" h="74" extrusionOk="0">
                  <a:moveTo>
                    <a:pt x="22" y="0"/>
                  </a:moveTo>
                  <a:cubicBezTo>
                    <a:pt x="9" y="0"/>
                    <a:pt x="1" y="9"/>
                    <a:pt x="5" y="31"/>
                  </a:cubicBezTo>
                  <a:cubicBezTo>
                    <a:pt x="5" y="59"/>
                    <a:pt x="33" y="73"/>
                    <a:pt x="74" y="73"/>
                  </a:cubicBezTo>
                  <a:cubicBezTo>
                    <a:pt x="125" y="63"/>
                    <a:pt x="57" y="0"/>
                    <a:pt x="22"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2" name="Google Shape;3002;p42"/>
            <p:cNvSpPr/>
            <p:nvPr/>
          </p:nvSpPr>
          <p:spPr>
            <a:xfrm>
              <a:off x="7783011" y="4464362"/>
              <a:ext cx="16820" cy="10147"/>
            </a:xfrm>
            <a:custGeom>
              <a:avLst/>
              <a:gdLst/>
              <a:ahLst/>
              <a:cxnLst/>
              <a:rect l="l" t="t" r="r" b="b"/>
              <a:pathLst>
                <a:path w="247" h="149" extrusionOk="0">
                  <a:moveTo>
                    <a:pt x="43" y="0"/>
                  </a:moveTo>
                  <a:cubicBezTo>
                    <a:pt x="18" y="0"/>
                    <a:pt x="1" y="17"/>
                    <a:pt x="8" y="62"/>
                  </a:cubicBezTo>
                  <a:cubicBezTo>
                    <a:pt x="21" y="110"/>
                    <a:pt x="54" y="148"/>
                    <a:pt x="108" y="148"/>
                  </a:cubicBezTo>
                  <a:cubicBezTo>
                    <a:pt x="116" y="148"/>
                    <a:pt x="125" y="147"/>
                    <a:pt x="134" y="146"/>
                  </a:cubicBezTo>
                  <a:cubicBezTo>
                    <a:pt x="246" y="125"/>
                    <a:pt x="112" y="0"/>
                    <a:pt x="43"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3" name="Google Shape;3003;p42"/>
            <p:cNvSpPr/>
            <p:nvPr/>
          </p:nvSpPr>
          <p:spPr>
            <a:xfrm>
              <a:off x="7786416" y="4465316"/>
              <a:ext cx="4835" cy="5175"/>
            </a:xfrm>
            <a:custGeom>
              <a:avLst/>
              <a:gdLst/>
              <a:ahLst/>
              <a:cxnLst/>
              <a:rect l="l" t="t" r="r" b="b"/>
              <a:pathLst>
                <a:path w="71" h="76" extrusionOk="0">
                  <a:moveTo>
                    <a:pt x="48" y="1"/>
                  </a:moveTo>
                  <a:cubicBezTo>
                    <a:pt x="42" y="1"/>
                    <a:pt x="36" y="2"/>
                    <a:pt x="28" y="6"/>
                  </a:cubicBezTo>
                  <a:cubicBezTo>
                    <a:pt x="14" y="6"/>
                    <a:pt x="0" y="20"/>
                    <a:pt x="0" y="48"/>
                  </a:cubicBezTo>
                  <a:cubicBezTo>
                    <a:pt x="0" y="62"/>
                    <a:pt x="14" y="76"/>
                    <a:pt x="42" y="76"/>
                  </a:cubicBezTo>
                  <a:cubicBezTo>
                    <a:pt x="56" y="62"/>
                    <a:pt x="70" y="48"/>
                    <a:pt x="70" y="34"/>
                  </a:cubicBezTo>
                  <a:cubicBezTo>
                    <a:pt x="70" y="13"/>
                    <a:pt x="63" y="1"/>
                    <a:pt x="48" y="1"/>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4" name="Google Shape;3004;p42"/>
            <p:cNvSpPr/>
            <p:nvPr/>
          </p:nvSpPr>
          <p:spPr>
            <a:xfrm>
              <a:off x="7897960" y="4532732"/>
              <a:ext cx="16820" cy="10147"/>
            </a:xfrm>
            <a:custGeom>
              <a:avLst/>
              <a:gdLst/>
              <a:ahLst/>
              <a:cxnLst/>
              <a:rect l="l" t="t" r="r" b="b"/>
              <a:pathLst>
                <a:path w="247" h="149" extrusionOk="0">
                  <a:moveTo>
                    <a:pt x="43" y="0"/>
                  </a:moveTo>
                  <a:cubicBezTo>
                    <a:pt x="17" y="0"/>
                    <a:pt x="1" y="17"/>
                    <a:pt x="8" y="62"/>
                  </a:cubicBezTo>
                  <a:cubicBezTo>
                    <a:pt x="20" y="111"/>
                    <a:pt x="54" y="149"/>
                    <a:pt x="108" y="149"/>
                  </a:cubicBezTo>
                  <a:cubicBezTo>
                    <a:pt x="116" y="149"/>
                    <a:pt x="125" y="148"/>
                    <a:pt x="134" y="146"/>
                  </a:cubicBezTo>
                  <a:cubicBezTo>
                    <a:pt x="246" y="125"/>
                    <a:pt x="112" y="0"/>
                    <a:pt x="43"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5" name="Google Shape;3005;p42"/>
            <p:cNvSpPr/>
            <p:nvPr/>
          </p:nvSpPr>
          <p:spPr>
            <a:xfrm>
              <a:off x="7900411" y="4534094"/>
              <a:ext cx="5720" cy="4835"/>
            </a:xfrm>
            <a:custGeom>
              <a:avLst/>
              <a:gdLst/>
              <a:ahLst/>
              <a:cxnLst/>
              <a:rect l="l" t="t" r="r" b="b"/>
              <a:pathLst>
                <a:path w="84" h="71" extrusionOk="0">
                  <a:moveTo>
                    <a:pt x="42" y="0"/>
                  </a:moveTo>
                  <a:cubicBezTo>
                    <a:pt x="14" y="0"/>
                    <a:pt x="0" y="14"/>
                    <a:pt x="14" y="42"/>
                  </a:cubicBezTo>
                  <a:cubicBezTo>
                    <a:pt x="14" y="56"/>
                    <a:pt x="28" y="70"/>
                    <a:pt x="56" y="70"/>
                  </a:cubicBezTo>
                  <a:cubicBezTo>
                    <a:pt x="70" y="70"/>
                    <a:pt x="84" y="42"/>
                    <a:pt x="84" y="28"/>
                  </a:cubicBezTo>
                  <a:cubicBezTo>
                    <a:pt x="70" y="0"/>
                    <a:pt x="56" y="0"/>
                    <a:pt x="42"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6" name="Google Shape;3006;p42"/>
            <p:cNvSpPr/>
            <p:nvPr/>
          </p:nvSpPr>
          <p:spPr>
            <a:xfrm>
              <a:off x="8088905" y="4452922"/>
              <a:ext cx="16480" cy="10147"/>
            </a:xfrm>
            <a:custGeom>
              <a:avLst/>
              <a:gdLst/>
              <a:ahLst/>
              <a:cxnLst/>
              <a:rect l="l" t="t" r="r" b="b"/>
              <a:pathLst>
                <a:path w="242" h="149" extrusionOk="0">
                  <a:moveTo>
                    <a:pt x="42" y="1"/>
                  </a:moveTo>
                  <a:cubicBezTo>
                    <a:pt x="17" y="1"/>
                    <a:pt x="0" y="18"/>
                    <a:pt x="8" y="62"/>
                  </a:cubicBezTo>
                  <a:cubicBezTo>
                    <a:pt x="8" y="111"/>
                    <a:pt x="50" y="149"/>
                    <a:pt x="98" y="149"/>
                  </a:cubicBezTo>
                  <a:cubicBezTo>
                    <a:pt x="105" y="149"/>
                    <a:pt x="112" y="148"/>
                    <a:pt x="119" y="146"/>
                  </a:cubicBezTo>
                  <a:cubicBezTo>
                    <a:pt x="242" y="126"/>
                    <a:pt x="111" y="1"/>
                    <a:pt x="42" y="1"/>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7" name="Google Shape;3007;p42"/>
            <p:cNvSpPr/>
            <p:nvPr/>
          </p:nvSpPr>
          <p:spPr>
            <a:xfrm>
              <a:off x="8092174" y="4455033"/>
              <a:ext cx="4903" cy="4086"/>
            </a:xfrm>
            <a:custGeom>
              <a:avLst/>
              <a:gdLst/>
              <a:ahLst/>
              <a:cxnLst/>
              <a:rect l="l" t="t" r="r" b="b"/>
              <a:pathLst>
                <a:path w="72" h="60" extrusionOk="0">
                  <a:moveTo>
                    <a:pt x="56" y="0"/>
                  </a:moveTo>
                  <a:cubicBezTo>
                    <a:pt x="33" y="0"/>
                    <a:pt x="0" y="59"/>
                    <a:pt x="44" y="59"/>
                  </a:cubicBezTo>
                  <a:cubicBezTo>
                    <a:pt x="58" y="45"/>
                    <a:pt x="71" y="31"/>
                    <a:pt x="71" y="18"/>
                  </a:cubicBezTo>
                  <a:cubicBezTo>
                    <a:pt x="68" y="5"/>
                    <a:pt x="63" y="0"/>
                    <a:pt x="56"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8" name="Google Shape;3008;p42"/>
            <p:cNvSpPr/>
            <p:nvPr/>
          </p:nvSpPr>
          <p:spPr>
            <a:xfrm>
              <a:off x="8066161" y="4483906"/>
              <a:ext cx="17569" cy="10351"/>
            </a:xfrm>
            <a:custGeom>
              <a:avLst/>
              <a:gdLst/>
              <a:ahLst/>
              <a:cxnLst/>
              <a:rect l="l" t="t" r="r" b="b"/>
              <a:pathLst>
                <a:path w="258" h="152" extrusionOk="0">
                  <a:moveTo>
                    <a:pt x="39" y="0"/>
                  </a:moveTo>
                  <a:cubicBezTo>
                    <a:pt x="15" y="0"/>
                    <a:pt x="0" y="15"/>
                    <a:pt x="7" y="54"/>
                  </a:cubicBezTo>
                  <a:cubicBezTo>
                    <a:pt x="21" y="110"/>
                    <a:pt x="77" y="151"/>
                    <a:pt x="133" y="151"/>
                  </a:cubicBezTo>
                  <a:cubicBezTo>
                    <a:pt x="258" y="131"/>
                    <a:pt x="110" y="0"/>
                    <a:pt x="39"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9" name="Google Shape;3009;p42"/>
            <p:cNvSpPr/>
            <p:nvPr/>
          </p:nvSpPr>
          <p:spPr>
            <a:xfrm>
              <a:off x="8069429" y="4484656"/>
              <a:ext cx="5788" cy="4835"/>
            </a:xfrm>
            <a:custGeom>
              <a:avLst/>
              <a:gdLst/>
              <a:ahLst/>
              <a:cxnLst/>
              <a:rect l="l" t="t" r="r" b="b"/>
              <a:pathLst>
                <a:path w="85" h="71" extrusionOk="0">
                  <a:moveTo>
                    <a:pt x="29" y="1"/>
                  </a:moveTo>
                  <a:cubicBezTo>
                    <a:pt x="15" y="1"/>
                    <a:pt x="1" y="15"/>
                    <a:pt x="1" y="43"/>
                  </a:cubicBezTo>
                  <a:cubicBezTo>
                    <a:pt x="1" y="57"/>
                    <a:pt x="29" y="71"/>
                    <a:pt x="43" y="71"/>
                  </a:cubicBezTo>
                  <a:cubicBezTo>
                    <a:pt x="71" y="71"/>
                    <a:pt x="85" y="43"/>
                    <a:pt x="71" y="29"/>
                  </a:cubicBezTo>
                  <a:cubicBezTo>
                    <a:pt x="71" y="15"/>
                    <a:pt x="57" y="1"/>
                    <a:pt x="29" y="1"/>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0" name="Google Shape;3010;p42"/>
            <p:cNvSpPr/>
            <p:nvPr/>
          </p:nvSpPr>
          <p:spPr>
            <a:xfrm>
              <a:off x="7911307" y="4423640"/>
              <a:ext cx="16888" cy="10759"/>
            </a:xfrm>
            <a:custGeom>
              <a:avLst/>
              <a:gdLst/>
              <a:ahLst/>
              <a:cxnLst/>
              <a:rect l="l" t="t" r="r" b="b"/>
              <a:pathLst>
                <a:path w="248" h="158" extrusionOk="0">
                  <a:moveTo>
                    <a:pt x="39" y="1"/>
                  </a:moveTo>
                  <a:cubicBezTo>
                    <a:pt x="15" y="1"/>
                    <a:pt x="0" y="17"/>
                    <a:pt x="8" y="60"/>
                  </a:cubicBezTo>
                  <a:cubicBezTo>
                    <a:pt x="8" y="116"/>
                    <a:pt x="63" y="158"/>
                    <a:pt x="133" y="158"/>
                  </a:cubicBezTo>
                  <a:cubicBezTo>
                    <a:pt x="247" y="137"/>
                    <a:pt x="107" y="1"/>
                    <a:pt x="39" y="1"/>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1" name="Google Shape;3011;p42"/>
            <p:cNvSpPr/>
            <p:nvPr/>
          </p:nvSpPr>
          <p:spPr>
            <a:xfrm>
              <a:off x="7798265" y="4426364"/>
              <a:ext cx="16752" cy="10147"/>
            </a:xfrm>
            <a:custGeom>
              <a:avLst/>
              <a:gdLst/>
              <a:ahLst/>
              <a:cxnLst/>
              <a:rect l="l" t="t" r="r" b="b"/>
              <a:pathLst>
                <a:path w="246" h="149" extrusionOk="0">
                  <a:moveTo>
                    <a:pt x="42" y="0"/>
                  </a:moveTo>
                  <a:cubicBezTo>
                    <a:pt x="17" y="0"/>
                    <a:pt x="0" y="17"/>
                    <a:pt x="8" y="62"/>
                  </a:cubicBezTo>
                  <a:cubicBezTo>
                    <a:pt x="8" y="110"/>
                    <a:pt x="50" y="148"/>
                    <a:pt x="106" y="148"/>
                  </a:cubicBezTo>
                  <a:cubicBezTo>
                    <a:pt x="115" y="148"/>
                    <a:pt x="124" y="147"/>
                    <a:pt x="133" y="146"/>
                  </a:cubicBezTo>
                  <a:cubicBezTo>
                    <a:pt x="245" y="125"/>
                    <a:pt x="111" y="0"/>
                    <a:pt x="42"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2" name="Google Shape;3012;p42"/>
            <p:cNvSpPr/>
            <p:nvPr/>
          </p:nvSpPr>
          <p:spPr>
            <a:xfrm>
              <a:off x="7801602" y="4426773"/>
              <a:ext cx="4835" cy="5175"/>
            </a:xfrm>
            <a:custGeom>
              <a:avLst/>
              <a:gdLst/>
              <a:ahLst/>
              <a:cxnLst/>
              <a:rect l="l" t="t" r="r" b="b"/>
              <a:pathLst>
                <a:path w="71" h="76" extrusionOk="0">
                  <a:moveTo>
                    <a:pt x="28" y="0"/>
                  </a:moveTo>
                  <a:cubicBezTo>
                    <a:pt x="14" y="14"/>
                    <a:pt x="0" y="28"/>
                    <a:pt x="0" y="42"/>
                  </a:cubicBezTo>
                  <a:cubicBezTo>
                    <a:pt x="0" y="62"/>
                    <a:pt x="8" y="75"/>
                    <a:pt x="23" y="75"/>
                  </a:cubicBezTo>
                  <a:cubicBezTo>
                    <a:pt x="28" y="75"/>
                    <a:pt x="35" y="74"/>
                    <a:pt x="42" y="70"/>
                  </a:cubicBezTo>
                  <a:cubicBezTo>
                    <a:pt x="56" y="70"/>
                    <a:pt x="70" y="56"/>
                    <a:pt x="70" y="28"/>
                  </a:cubicBezTo>
                  <a:cubicBezTo>
                    <a:pt x="70" y="14"/>
                    <a:pt x="42" y="0"/>
                    <a:pt x="28"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3" name="Google Shape;3013;p42"/>
            <p:cNvSpPr/>
            <p:nvPr/>
          </p:nvSpPr>
          <p:spPr>
            <a:xfrm>
              <a:off x="7822985" y="4530962"/>
              <a:ext cx="16616" cy="10759"/>
            </a:xfrm>
            <a:custGeom>
              <a:avLst/>
              <a:gdLst/>
              <a:ahLst/>
              <a:cxnLst/>
              <a:rect l="l" t="t" r="r" b="b"/>
              <a:pathLst>
                <a:path w="244" h="158" extrusionOk="0">
                  <a:moveTo>
                    <a:pt x="38" y="1"/>
                  </a:moveTo>
                  <a:cubicBezTo>
                    <a:pt x="15" y="1"/>
                    <a:pt x="0" y="17"/>
                    <a:pt x="7" y="60"/>
                  </a:cubicBezTo>
                  <a:cubicBezTo>
                    <a:pt x="7" y="116"/>
                    <a:pt x="63" y="158"/>
                    <a:pt x="119" y="158"/>
                  </a:cubicBezTo>
                  <a:cubicBezTo>
                    <a:pt x="243" y="137"/>
                    <a:pt x="106" y="1"/>
                    <a:pt x="38" y="1"/>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4" name="Google Shape;3014;p42"/>
            <p:cNvSpPr/>
            <p:nvPr/>
          </p:nvSpPr>
          <p:spPr>
            <a:xfrm>
              <a:off x="7826321" y="4532188"/>
              <a:ext cx="4767" cy="4835"/>
            </a:xfrm>
            <a:custGeom>
              <a:avLst/>
              <a:gdLst/>
              <a:ahLst/>
              <a:cxnLst/>
              <a:rect l="l" t="t" r="r" b="b"/>
              <a:pathLst>
                <a:path w="70" h="71" extrusionOk="0">
                  <a:moveTo>
                    <a:pt x="28" y="0"/>
                  </a:moveTo>
                  <a:cubicBezTo>
                    <a:pt x="0" y="0"/>
                    <a:pt x="0" y="14"/>
                    <a:pt x="0" y="42"/>
                  </a:cubicBezTo>
                  <a:cubicBezTo>
                    <a:pt x="0" y="56"/>
                    <a:pt x="14" y="70"/>
                    <a:pt x="42" y="70"/>
                  </a:cubicBezTo>
                  <a:cubicBezTo>
                    <a:pt x="56" y="70"/>
                    <a:pt x="70" y="42"/>
                    <a:pt x="70" y="28"/>
                  </a:cubicBezTo>
                  <a:cubicBezTo>
                    <a:pt x="70" y="0"/>
                    <a:pt x="42" y="0"/>
                    <a:pt x="28"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5" name="Google Shape;3015;p42"/>
            <p:cNvSpPr/>
            <p:nvPr/>
          </p:nvSpPr>
          <p:spPr>
            <a:xfrm>
              <a:off x="7762310" y="4491125"/>
              <a:ext cx="18454" cy="14709"/>
            </a:xfrm>
            <a:custGeom>
              <a:avLst/>
              <a:gdLst/>
              <a:ahLst/>
              <a:cxnLst/>
              <a:rect l="l" t="t" r="r" b="b"/>
              <a:pathLst>
                <a:path w="271" h="216" extrusionOk="0">
                  <a:moveTo>
                    <a:pt x="167" y="1"/>
                  </a:moveTo>
                  <a:cubicBezTo>
                    <a:pt x="160" y="1"/>
                    <a:pt x="152" y="2"/>
                    <a:pt x="145" y="4"/>
                  </a:cubicBezTo>
                  <a:cubicBezTo>
                    <a:pt x="1" y="17"/>
                    <a:pt x="17" y="215"/>
                    <a:pt x="147" y="215"/>
                  </a:cubicBezTo>
                  <a:cubicBezTo>
                    <a:pt x="155" y="215"/>
                    <a:pt x="164" y="215"/>
                    <a:pt x="173" y="213"/>
                  </a:cubicBezTo>
                  <a:cubicBezTo>
                    <a:pt x="229" y="199"/>
                    <a:pt x="271" y="143"/>
                    <a:pt x="257" y="87"/>
                  </a:cubicBezTo>
                  <a:cubicBezTo>
                    <a:pt x="257" y="39"/>
                    <a:pt x="215" y="1"/>
                    <a:pt x="167" y="1"/>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6" name="Google Shape;3016;p42"/>
            <p:cNvSpPr/>
            <p:nvPr/>
          </p:nvSpPr>
          <p:spPr>
            <a:xfrm>
              <a:off x="7767826" y="4496300"/>
              <a:ext cx="6265" cy="4631"/>
            </a:xfrm>
            <a:custGeom>
              <a:avLst/>
              <a:gdLst/>
              <a:ahLst/>
              <a:cxnLst/>
              <a:rect l="l" t="t" r="r" b="b"/>
              <a:pathLst>
                <a:path w="92" h="68" extrusionOk="0">
                  <a:moveTo>
                    <a:pt x="47" y="0"/>
                  </a:moveTo>
                  <a:cubicBezTo>
                    <a:pt x="25" y="0"/>
                    <a:pt x="0" y="15"/>
                    <a:pt x="8" y="39"/>
                  </a:cubicBezTo>
                  <a:cubicBezTo>
                    <a:pt x="22" y="53"/>
                    <a:pt x="36" y="67"/>
                    <a:pt x="50" y="67"/>
                  </a:cubicBezTo>
                  <a:cubicBezTo>
                    <a:pt x="78" y="67"/>
                    <a:pt x="92" y="53"/>
                    <a:pt x="78" y="25"/>
                  </a:cubicBezTo>
                  <a:cubicBezTo>
                    <a:pt x="78" y="8"/>
                    <a:pt x="63" y="0"/>
                    <a:pt x="47"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7" name="Google Shape;3017;p42"/>
            <p:cNvSpPr/>
            <p:nvPr/>
          </p:nvSpPr>
          <p:spPr>
            <a:xfrm>
              <a:off x="7944062" y="4460004"/>
              <a:ext cx="26694" cy="25673"/>
            </a:xfrm>
            <a:custGeom>
              <a:avLst/>
              <a:gdLst/>
              <a:ahLst/>
              <a:cxnLst/>
              <a:rect l="l" t="t" r="r" b="b"/>
              <a:pathLst>
                <a:path w="392" h="377" extrusionOk="0">
                  <a:moveTo>
                    <a:pt x="140" y="0"/>
                  </a:moveTo>
                  <a:cubicBezTo>
                    <a:pt x="57" y="28"/>
                    <a:pt x="1" y="112"/>
                    <a:pt x="29" y="210"/>
                  </a:cubicBezTo>
                  <a:cubicBezTo>
                    <a:pt x="43" y="307"/>
                    <a:pt x="126" y="377"/>
                    <a:pt x="196" y="377"/>
                  </a:cubicBezTo>
                  <a:cubicBezTo>
                    <a:pt x="391" y="293"/>
                    <a:pt x="349" y="14"/>
                    <a:pt x="140"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8" name="Google Shape;3018;p42"/>
            <p:cNvSpPr/>
            <p:nvPr/>
          </p:nvSpPr>
          <p:spPr>
            <a:xfrm>
              <a:off x="7951689" y="4464771"/>
              <a:ext cx="7627" cy="8853"/>
            </a:xfrm>
            <a:custGeom>
              <a:avLst/>
              <a:gdLst/>
              <a:ahLst/>
              <a:cxnLst/>
              <a:rect l="l" t="t" r="r" b="b"/>
              <a:pathLst>
                <a:path w="112" h="130" extrusionOk="0">
                  <a:moveTo>
                    <a:pt x="42" y="0"/>
                  </a:moveTo>
                  <a:cubicBezTo>
                    <a:pt x="14" y="14"/>
                    <a:pt x="0" y="42"/>
                    <a:pt x="0" y="70"/>
                  </a:cubicBezTo>
                  <a:cubicBezTo>
                    <a:pt x="0" y="104"/>
                    <a:pt x="29" y="129"/>
                    <a:pt x="54" y="129"/>
                  </a:cubicBezTo>
                  <a:cubicBezTo>
                    <a:pt x="60" y="129"/>
                    <a:pt x="65" y="128"/>
                    <a:pt x="70" y="126"/>
                  </a:cubicBezTo>
                  <a:cubicBezTo>
                    <a:pt x="98" y="112"/>
                    <a:pt x="112" y="84"/>
                    <a:pt x="112" y="56"/>
                  </a:cubicBezTo>
                  <a:cubicBezTo>
                    <a:pt x="112" y="14"/>
                    <a:pt x="70" y="0"/>
                    <a:pt x="42"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9" name="Google Shape;3019;p42"/>
            <p:cNvSpPr/>
            <p:nvPr/>
          </p:nvSpPr>
          <p:spPr>
            <a:xfrm>
              <a:off x="7983967" y="4498479"/>
              <a:ext cx="12394" cy="10351"/>
            </a:xfrm>
            <a:custGeom>
              <a:avLst/>
              <a:gdLst/>
              <a:ahLst/>
              <a:cxnLst/>
              <a:rect l="l" t="t" r="r" b="b"/>
              <a:pathLst>
                <a:path w="182" h="152" extrusionOk="0">
                  <a:moveTo>
                    <a:pt x="87" y="0"/>
                  </a:moveTo>
                  <a:cubicBezTo>
                    <a:pt x="55" y="0"/>
                    <a:pt x="23" y="16"/>
                    <a:pt x="1" y="49"/>
                  </a:cubicBezTo>
                  <a:cubicBezTo>
                    <a:pt x="1" y="91"/>
                    <a:pt x="29" y="133"/>
                    <a:pt x="70" y="147"/>
                  </a:cubicBezTo>
                  <a:cubicBezTo>
                    <a:pt x="81" y="150"/>
                    <a:pt x="92" y="152"/>
                    <a:pt x="103" y="152"/>
                  </a:cubicBezTo>
                  <a:cubicBezTo>
                    <a:pt x="137" y="152"/>
                    <a:pt x="171" y="136"/>
                    <a:pt x="182" y="105"/>
                  </a:cubicBezTo>
                  <a:cubicBezTo>
                    <a:pt x="182" y="37"/>
                    <a:pt x="136" y="0"/>
                    <a:pt x="87"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0" name="Google Shape;3020;p42"/>
            <p:cNvSpPr/>
            <p:nvPr/>
          </p:nvSpPr>
          <p:spPr>
            <a:xfrm>
              <a:off x="7986827" y="4501408"/>
              <a:ext cx="3882" cy="3677"/>
            </a:xfrm>
            <a:custGeom>
              <a:avLst/>
              <a:gdLst/>
              <a:ahLst/>
              <a:cxnLst/>
              <a:rect l="l" t="t" r="r" b="b"/>
              <a:pathLst>
                <a:path w="57" h="54" extrusionOk="0">
                  <a:moveTo>
                    <a:pt x="21" y="0"/>
                  </a:moveTo>
                  <a:cubicBezTo>
                    <a:pt x="7" y="0"/>
                    <a:pt x="0" y="10"/>
                    <a:pt x="0" y="20"/>
                  </a:cubicBezTo>
                  <a:cubicBezTo>
                    <a:pt x="0" y="34"/>
                    <a:pt x="0" y="48"/>
                    <a:pt x="28" y="48"/>
                  </a:cubicBezTo>
                  <a:cubicBezTo>
                    <a:pt x="32" y="52"/>
                    <a:pt x="37" y="54"/>
                    <a:pt x="40" y="54"/>
                  </a:cubicBezTo>
                  <a:cubicBezTo>
                    <a:pt x="49" y="54"/>
                    <a:pt x="56" y="44"/>
                    <a:pt x="56" y="34"/>
                  </a:cubicBezTo>
                  <a:cubicBezTo>
                    <a:pt x="56" y="20"/>
                    <a:pt x="56" y="6"/>
                    <a:pt x="42" y="6"/>
                  </a:cubicBezTo>
                  <a:cubicBezTo>
                    <a:pt x="34" y="2"/>
                    <a:pt x="27" y="0"/>
                    <a:pt x="21"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1" name="Google Shape;3021;p42"/>
            <p:cNvSpPr/>
            <p:nvPr/>
          </p:nvSpPr>
          <p:spPr>
            <a:xfrm>
              <a:off x="7857442" y="4427249"/>
              <a:ext cx="14505" cy="10351"/>
            </a:xfrm>
            <a:custGeom>
              <a:avLst/>
              <a:gdLst/>
              <a:ahLst/>
              <a:cxnLst/>
              <a:rect l="l" t="t" r="r" b="b"/>
              <a:pathLst>
                <a:path w="213" h="152" extrusionOk="0">
                  <a:moveTo>
                    <a:pt x="102" y="0"/>
                  </a:moveTo>
                  <a:cubicBezTo>
                    <a:pt x="35" y="0"/>
                    <a:pt x="0" y="134"/>
                    <a:pt x="87" y="147"/>
                  </a:cubicBezTo>
                  <a:cubicBezTo>
                    <a:pt x="98" y="150"/>
                    <a:pt x="109" y="152"/>
                    <a:pt x="120" y="152"/>
                  </a:cubicBezTo>
                  <a:cubicBezTo>
                    <a:pt x="154" y="152"/>
                    <a:pt x="188" y="136"/>
                    <a:pt x="199" y="105"/>
                  </a:cubicBezTo>
                  <a:cubicBezTo>
                    <a:pt x="213" y="49"/>
                    <a:pt x="171" y="7"/>
                    <a:pt x="129" y="7"/>
                  </a:cubicBezTo>
                  <a:cubicBezTo>
                    <a:pt x="120" y="2"/>
                    <a:pt x="111" y="0"/>
                    <a:pt x="102"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2" name="Google Shape;3022;p42"/>
            <p:cNvSpPr/>
            <p:nvPr/>
          </p:nvSpPr>
          <p:spPr>
            <a:xfrm>
              <a:off x="7860506" y="4430178"/>
              <a:ext cx="4835" cy="3269"/>
            </a:xfrm>
            <a:custGeom>
              <a:avLst/>
              <a:gdLst/>
              <a:ahLst/>
              <a:cxnLst/>
              <a:rect l="l" t="t" r="r" b="b"/>
              <a:pathLst>
                <a:path w="71" h="48" extrusionOk="0">
                  <a:moveTo>
                    <a:pt x="30" y="0"/>
                  </a:moveTo>
                  <a:cubicBezTo>
                    <a:pt x="21" y="0"/>
                    <a:pt x="14" y="10"/>
                    <a:pt x="14" y="20"/>
                  </a:cubicBezTo>
                  <a:cubicBezTo>
                    <a:pt x="0" y="34"/>
                    <a:pt x="14" y="48"/>
                    <a:pt x="28" y="48"/>
                  </a:cubicBezTo>
                  <a:cubicBezTo>
                    <a:pt x="42" y="48"/>
                    <a:pt x="70" y="48"/>
                    <a:pt x="70" y="34"/>
                  </a:cubicBezTo>
                  <a:cubicBezTo>
                    <a:pt x="70" y="20"/>
                    <a:pt x="70" y="6"/>
                    <a:pt x="42" y="6"/>
                  </a:cubicBezTo>
                  <a:cubicBezTo>
                    <a:pt x="38" y="2"/>
                    <a:pt x="34" y="0"/>
                    <a:pt x="30"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3" name="Google Shape;3023;p42"/>
            <p:cNvSpPr/>
            <p:nvPr/>
          </p:nvSpPr>
          <p:spPr>
            <a:xfrm>
              <a:off x="7843414" y="4481046"/>
              <a:ext cx="13347" cy="10691"/>
            </a:xfrm>
            <a:custGeom>
              <a:avLst/>
              <a:gdLst/>
              <a:ahLst/>
              <a:cxnLst/>
              <a:rect l="l" t="t" r="r" b="b"/>
              <a:pathLst>
                <a:path w="196" h="157" extrusionOk="0">
                  <a:moveTo>
                    <a:pt x="82" y="1"/>
                  </a:moveTo>
                  <a:cubicBezTo>
                    <a:pt x="48" y="1"/>
                    <a:pt x="20" y="24"/>
                    <a:pt x="0" y="54"/>
                  </a:cubicBezTo>
                  <a:cubicBezTo>
                    <a:pt x="0" y="96"/>
                    <a:pt x="28" y="138"/>
                    <a:pt x="84" y="152"/>
                  </a:cubicBezTo>
                  <a:cubicBezTo>
                    <a:pt x="94" y="155"/>
                    <a:pt x="105" y="157"/>
                    <a:pt x="115" y="157"/>
                  </a:cubicBezTo>
                  <a:cubicBezTo>
                    <a:pt x="146" y="157"/>
                    <a:pt x="175" y="141"/>
                    <a:pt x="196" y="110"/>
                  </a:cubicBezTo>
                  <a:cubicBezTo>
                    <a:pt x="196" y="54"/>
                    <a:pt x="168" y="12"/>
                    <a:pt x="126" y="12"/>
                  </a:cubicBezTo>
                  <a:cubicBezTo>
                    <a:pt x="110" y="4"/>
                    <a:pt x="96" y="1"/>
                    <a:pt x="82" y="1"/>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4" name="Google Shape;3024;p42"/>
            <p:cNvSpPr/>
            <p:nvPr/>
          </p:nvSpPr>
          <p:spPr>
            <a:xfrm>
              <a:off x="7617330" y="4125646"/>
              <a:ext cx="639299" cy="456049"/>
            </a:xfrm>
            <a:custGeom>
              <a:avLst/>
              <a:gdLst/>
              <a:ahLst/>
              <a:cxnLst/>
              <a:rect l="l" t="t" r="r" b="b"/>
              <a:pathLst>
                <a:path w="9388" h="6697" extrusionOk="0">
                  <a:moveTo>
                    <a:pt x="4520" y="279"/>
                  </a:moveTo>
                  <a:lnTo>
                    <a:pt x="4882" y="2539"/>
                  </a:lnTo>
                  <a:cubicBezTo>
                    <a:pt x="4882" y="2539"/>
                    <a:pt x="9388" y="4227"/>
                    <a:pt x="7017" y="5803"/>
                  </a:cubicBezTo>
                  <a:cubicBezTo>
                    <a:pt x="7017" y="5803"/>
                    <a:pt x="6403" y="6208"/>
                    <a:pt x="4938" y="6459"/>
                  </a:cubicBezTo>
                  <a:cubicBezTo>
                    <a:pt x="4385" y="6548"/>
                    <a:pt x="3937" y="6576"/>
                    <a:pt x="3594" y="6576"/>
                  </a:cubicBezTo>
                  <a:cubicBezTo>
                    <a:pt x="3029" y="6576"/>
                    <a:pt x="2748" y="6500"/>
                    <a:pt x="2748" y="6500"/>
                  </a:cubicBezTo>
                  <a:cubicBezTo>
                    <a:pt x="0" y="5775"/>
                    <a:pt x="3725" y="2734"/>
                    <a:pt x="3725" y="2734"/>
                  </a:cubicBezTo>
                  <a:lnTo>
                    <a:pt x="3362" y="461"/>
                  </a:lnTo>
                  <a:lnTo>
                    <a:pt x="3362" y="461"/>
                  </a:lnTo>
                  <a:cubicBezTo>
                    <a:pt x="3499" y="515"/>
                    <a:pt x="3642" y="541"/>
                    <a:pt x="3783" y="541"/>
                  </a:cubicBezTo>
                  <a:cubicBezTo>
                    <a:pt x="4045" y="541"/>
                    <a:pt x="4303" y="451"/>
                    <a:pt x="4520" y="279"/>
                  </a:cubicBezTo>
                  <a:close/>
                  <a:moveTo>
                    <a:pt x="4617" y="0"/>
                  </a:moveTo>
                  <a:lnTo>
                    <a:pt x="4422" y="154"/>
                  </a:lnTo>
                  <a:cubicBezTo>
                    <a:pt x="4283" y="265"/>
                    <a:pt x="4101" y="335"/>
                    <a:pt x="3934" y="377"/>
                  </a:cubicBezTo>
                  <a:cubicBezTo>
                    <a:pt x="3885" y="385"/>
                    <a:pt x="3838" y="388"/>
                    <a:pt x="3791" y="388"/>
                  </a:cubicBezTo>
                  <a:cubicBezTo>
                    <a:pt x="3663" y="388"/>
                    <a:pt x="3540" y="362"/>
                    <a:pt x="3418" y="321"/>
                  </a:cubicBezTo>
                  <a:lnTo>
                    <a:pt x="3167" y="196"/>
                  </a:lnTo>
                  <a:lnTo>
                    <a:pt x="3669" y="2679"/>
                  </a:lnTo>
                  <a:cubicBezTo>
                    <a:pt x="3278" y="3013"/>
                    <a:pt x="1367" y="4603"/>
                    <a:pt x="1618" y="5733"/>
                  </a:cubicBezTo>
                  <a:cubicBezTo>
                    <a:pt x="1702" y="6180"/>
                    <a:pt x="2079" y="6487"/>
                    <a:pt x="2720" y="6654"/>
                  </a:cubicBezTo>
                  <a:cubicBezTo>
                    <a:pt x="2736" y="6654"/>
                    <a:pt x="2967" y="6697"/>
                    <a:pt x="3422" y="6697"/>
                  </a:cubicBezTo>
                  <a:cubicBezTo>
                    <a:pt x="3787" y="6697"/>
                    <a:pt x="4295" y="6669"/>
                    <a:pt x="4952" y="6570"/>
                  </a:cubicBezTo>
                  <a:cubicBezTo>
                    <a:pt x="6431" y="6305"/>
                    <a:pt x="7072" y="5943"/>
                    <a:pt x="7100" y="5929"/>
                  </a:cubicBezTo>
                  <a:cubicBezTo>
                    <a:pt x="7658" y="5566"/>
                    <a:pt x="7909" y="5161"/>
                    <a:pt x="7854" y="4715"/>
                  </a:cubicBezTo>
                  <a:cubicBezTo>
                    <a:pt x="7728" y="3557"/>
                    <a:pt x="5413" y="2651"/>
                    <a:pt x="4952" y="2455"/>
                  </a:cubicBezTo>
                  <a:lnTo>
                    <a:pt x="461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5" name="Google Shape;3025;p42"/>
            <p:cNvSpPr/>
            <p:nvPr/>
          </p:nvSpPr>
          <p:spPr>
            <a:xfrm>
              <a:off x="8122682" y="4422959"/>
              <a:ext cx="48485" cy="83624"/>
            </a:xfrm>
            <a:custGeom>
              <a:avLst/>
              <a:gdLst/>
              <a:ahLst/>
              <a:cxnLst/>
              <a:rect l="l" t="t" r="r" b="b"/>
              <a:pathLst>
                <a:path w="712" h="1228" extrusionOk="0">
                  <a:moveTo>
                    <a:pt x="251" y="0"/>
                  </a:moveTo>
                  <a:cubicBezTo>
                    <a:pt x="600" y="656"/>
                    <a:pt x="0" y="1228"/>
                    <a:pt x="0" y="1228"/>
                  </a:cubicBezTo>
                  <a:cubicBezTo>
                    <a:pt x="711" y="600"/>
                    <a:pt x="251" y="1"/>
                    <a:pt x="251"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6" name="Google Shape;3026;p42"/>
            <p:cNvSpPr/>
            <p:nvPr/>
          </p:nvSpPr>
          <p:spPr>
            <a:xfrm>
              <a:off x="7978247" y="4307057"/>
              <a:ext cx="122644" cy="71298"/>
            </a:xfrm>
            <a:custGeom>
              <a:avLst/>
              <a:gdLst/>
              <a:ahLst/>
              <a:cxnLst/>
              <a:rect l="l" t="t" r="r" b="b"/>
              <a:pathLst>
                <a:path w="1801" h="1047" extrusionOk="0">
                  <a:moveTo>
                    <a:pt x="1" y="1"/>
                  </a:moveTo>
                  <a:cubicBezTo>
                    <a:pt x="1" y="1"/>
                    <a:pt x="1368" y="586"/>
                    <a:pt x="1800" y="1047"/>
                  </a:cubicBezTo>
                  <a:cubicBezTo>
                    <a:pt x="1800" y="1047"/>
                    <a:pt x="1382" y="489"/>
                    <a:pt x="1" y="1"/>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7" name="Google Shape;3027;p42"/>
            <p:cNvSpPr/>
            <p:nvPr/>
          </p:nvSpPr>
          <p:spPr>
            <a:xfrm>
              <a:off x="7840554" y="4133272"/>
              <a:ext cx="77018" cy="20838"/>
            </a:xfrm>
            <a:custGeom>
              <a:avLst/>
              <a:gdLst/>
              <a:ahLst/>
              <a:cxnLst/>
              <a:rect l="l" t="t" r="r" b="b"/>
              <a:pathLst>
                <a:path w="1131" h="306" extrusionOk="0">
                  <a:moveTo>
                    <a:pt x="1130" y="0"/>
                  </a:moveTo>
                  <a:cubicBezTo>
                    <a:pt x="1130" y="0"/>
                    <a:pt x="887" y="260"/>
                    <a:pt x="440" y="260"/>
                  </a:cubicBezTo>
                  <a:cubicBezTo>
                    <a:pt x="311" y="260"/>
                    <a:pt x="164" y="238"/>
                    <a:pt x="0" y="181"/>
                  </a:cubicBezTo>
                  <a:lnTo>
                    <a:pt x="0" y="181"/>
                  </a:lnTo>
                  <a:cubicBezTo>
                    <a:pt x="0" y="181"/>
                    <a:pt x="231" y="306"/>
                    <a:pt x="508" y="306"/>
                  </a:cubicBezTo>
                  <a:cubicBezTo>
                    <a:pt x="714" y="306"/>
                    <a:pt x="946" y="237"/>
                    <a:pt x="1130" y="0"/>
                  </a:cubicBezTo>
                  <a:close/>
                </a:path>
              </a:pathLst>
            </a:custGeom>
            <a:solidFill>
              <a:srgbClr val="F9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8" name="Google Shape;3028;p42"/>
            <p:cNvSpPr/>
            <p:nvPr/>
          </p:nvSpPr>
          <p:spPr>
            <a:xfrm>
              <a:off x="7829113" y="4084106"/>
              <a:ext cx="93157" cy="20702"/>
            </a:xfrm>
            <a:custGeom>
              <a:avLst/>
              <a:gdLst/>
              <a:ahLst/>
              <a:cxnLst/>
              <a:rect l="l" t="t" r="r" b="b"/>
              <a:pathLst>
                <a:path w="1368" h="304" extrusionOk="0">
                  <a:moveTo>
                    <a:pt x="1004" y="0"/>
                  </a:moveTo>
                  <a:cubicBezTo>
                    <a:pt x="761" y="0"/>
                    <a:pt x="411" y="59"/>
                    <a:pt x="1" y="304"/>
                  </a:cubicBezTo>
                  <a:cubicBezTo>
                    <a:pt x="350" y="129"/>
                    <a:pt x="737" y="42"/>
                    <a:pt x="1131" y="42"/>
                  </a:cubicBezTo>
                  <a:cubicBezTo>
                    <a:pt x="1210" y="42"/>
                    <a:pt x="1289" y="46"/>
                    <a:pt x="1368" y="52"/>
                  </a:cubicBezTo>
                  <a:cubicBezTo>
                    <a:pt x="1368" y="52"/>
                    <a:pt x="1234" y="0"/>
                    <a:pt x="1004" y="0"/>
                  </a:cubicBezTo>
                  <a:close/>
                </a:path>
              </a:pathLst>
            </a:custGeom>
            <a:solidFill>
              <a:srgbClr val="F9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9" name="Google Shape;3029;p42"/>
            <p:cNvSpPr/>
            <p:nvPr/>
          </p:nvSpPr>
          <p:spPr>
            <a:xfrm>
              <a:off x="7795882" y="4358743"/>
              <a:ext cx="254685" cy="44331"/>
            </a:xfrm>
            <a:custGeom>
              <a:avLst/>
              <a:gdLst/>
              <a:ahLst/>
              <a:cxnLst/>
              <a:rect l="l" t="t" r="r" b="b"/>
              <a:pathLst>
                <a:path w="3740" h="651" extrusionOk="0">
                  <a:moveTo>
                    <a:pt x="3135" y="0"/>
                  </a:moveTo>
                  <a:cubicBezTo>
                    <a:pt x="2487" y="0"/>
                    <a:pt x="1365" y="103"/>
                    <a:pt x="1" y="650"/>
                  </a:cubicBezTo>
                  <a:cubicBezTo>
                    <a:pt x="1" y="650"/>
                    <a:pt x="1117" y="357"/>
                    <a:pt x="1884" y="232"/>
                  </a:cubicBezTo>
                  <a:cubicBezTo>
                    <a:pt x="2651" y="106"/>
                    <a:pt x="3739" y="37"/>
                    <a:pt x="3739" y="37"/>
                  </a:cubicBezTo>
                  <a:cubicBezTo>
                    <a:pt x="3709" y="32"/>
                    <a:pt x="3495" y="0"/>
                    <a:pt x="31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0" name="Google Shape;3030;p42"/>
            <p:cNvSpPr/>
            <p:nvPr/>
          </p:nvSpPr>
          <p:spPr>
            <a:xfrm>
              <a:off x="7852879" y="4375427"/>
              <a:ext cx="51346" cy="32551"/>
            </a:xfrm>
            <a:custGeom>
              <a:avLst/>
              <a:gdLst/>
              <a:ahLst/>
              <a:cxnLst/>
              <a:rect l="l" t="t" r="r" b="b"/>
              <a:pathLst>
                <a:path w="754" h="478" extrusionOk="0">
                  <a:moveTo>
                    <a:pt x="433" y="1"/>
                  </a:moveTo>
                  <a:cubicBezTo>
                    <a:pt x="433" y="1"/>
                    <a:pt x="1" y="154"/>
                    <a:pt x="224" y="336"/>
                  </a:cubicBezTo>
                  <a:cubicBezTo>
                    <a:pt x="358" y="434"/>
                    <a:pt x="514" y="478"/>
                    <a:pt x="682" y="478"/>
                  </a:cubicBezTo>
                  <a:cubicBezTo>
                    <a:pt x="706" y="478"/>
                    <a:pt x="730" y="477"/>
                    <a:pt x="754" y="475"/>
                  </a:cubicBezTo>
                  <a:cubicBezTo>
                    <a:pt x="196" y="405"/>
                    <a:pt x="433" y="1"/>
                    <a:pt x="433" y="1"/>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1" name="Google Shape;3031;p42"/>
            <p:cNvSpPr/>
            <p:nvPr/>
          </p:nvSpPr>
          <p:spPr>
            <a:xfrm>
              <a:off x="7795882" y="4361195"/>
              <a:ext cx="253731" cy="55976"/>
            </a:xfrm>
            <a:custGeom>
              <a:avLst/>
              <a:gdLst/>
              <a:ahLst/>
              <a:cxnLst/>
              <a:rect l="l" t="t" r="r" b="b"/>
              <a:pathLst>
                <a:path w="3726" h="822" extrusionOk="0">
                  <a:moveTo>
                    <a:pt x="3725" y="1"/>
                  </a:moveTo>
                  <a:cubicBezTo>
                    <a:pt x="3655" y="56"/>
                    <a:pt x="3167" y="391"/>
                    <a:pt x="1870" y="642"/>
                  </a:cubicBezTo>
                  <a:cubicBezTo>
                    <a:pt x="1435" y="725"/>
                    <a:pt x="1092" y="753"/>
                    <a:pt x="824" y="753"/>
                  </a:cubicBezTo>
                  <a:cubicBezTo>
                    <a:pt x="232" y="753"/>
                    <a:pt x="10" y="614"/>
                    <a:pt x="1" y="614"/>
                  </a:cubicBezTo>
                  <a:lnTo>
                    <a:pt x="1" y="614"/>
                  </a:lnTo>
                  <a:cubicBezTo>
                    <a:pt x="1" y="614"/>
                    <a:pt x="130" y="822"/>
                    <a:pt x="797" y="822"/>
                  </a:cubicBezTo>
                  <a:cubicBezTo>
                    <a:pt x="1061" y="822"/>
                    <a:pt x="1410" y="789"/>
                    <a:pt x="1870" y="698"/>
                  </a:cubicBezTo>
                  <a:cubicBezTo>
                    <a:pt x="3348" y="419"/>
                    <a:pt x="3683" y="70"/>
                    <a:pt x="3725" y="1"/>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2" name="Google Shape;3032;p42"/>
            <p:cNvSpPr/>
            <p:nvPr/>
          </p:nvSpPr>
          <p:spPr>
            <a:xfrm>
              <a:off x="7762650" y="4078182"/>
              <a:ext cx="218933" cy="77904"/>
            </a:xfrm>
            <a:custGeom>
              <a:avLst/>
              <a:gdLst/>
              <a:ahLst/>
              <a:cxnLst/>
              <a:rect l="l" t="t" r="r" b="b"/>
              <a:pathLst>
                <a:path w="3215" h="1144" extrusionOk="0">
                  <a:moveTo>
                    <a:pt x="2060" y="211"/>
                  </a:moveTo>
                  <a:cubicBezTo>
                    <a:pt x="2422" y="211"/>
                    <a:pt x="2650" y="331"/>
                    <a:pt x="2316" y="642"/>
                  </a:cubicBezTo>
                  <a:cubicBezTo>
                    <a:pt x="2288" y="670"/>
                    <a:pt x="2260" y="697"/>
                    <a:pt x="2218" y="711"/>
                  </a:cubicBezTo>
                  <a:cubicBezTo>
                    <a:pt x="2107" y="837"/>
                    <a:pt x="1939" y="921"/>
                    <a:pt x="1772" y="948"/>
                  </a:cubicBezTo>
                  <a:cubicBezTo>
                    <a:pt x="1743" y="951"/>
                    <a:pt x="1715" y="952"/>
                    <a:pt x="1686" y="952"/>
                  </a:cubicBezTo>
                  <a:cubicBezTo>
                    <a:pt x="1547" y="952"/>
                    <a:pt x="1409" y="925"/>
                    <a:pt x="1270" y="879"/>
                  </a:cubicBezTo>
                  <a:lnTo>
                    <a:pt x="1186" y="851"/>
                  </a:lnTo>
                  <a:cubicBezTo>
                    <a:pt x="1033" y="781"/>
                    <a:pt x="712" y="628"/>
                    <a:pt x="1158" y="404"/>
                  </a:cubicBezTo>
                  <a:cubicBezTo>
                    <a:pt x="1399" y="287"/>
                    <a:pt x="1772" y="211"/>
                    <a:pt x="2060" y="211"/>
                  </a:cubicBezTo>
                  <a:close/>
                  <a:moveTo>
                    <a:pt x="2267" y="0"/>
                  </a:moveTo>
                  <a:cubicBezTo>
                    <a:pt x="1820" y="0"/>
                    <a:pt x="1236" y="121"/>
                    <a:pt x="865" y="307"/>
                  </a:cubicBezTo>
                  <a:cubicBezTo>
                    <a:pt x="1" y="739"/>
                    <a:pt x="1047" y="1018"/>
                    <a:pt x="1047" y="1018"/>
                  </a:cubicBezTo>
                  <a:cubicBezTo>
                    <a:pt x="1298" y="1102"/>
                    <a:pt x="1549" y="1144"/>
                    <a:pt x="1814" y="1144"/>
                  </a:cubicBezTo>
                  <a:cubicBezTo>
                    <a:pt x="2079" y="1102"/>
                    <a:pt x="2316" y="976"/>
                    <a:pt x="2497" y="781"/>
                  </a:cubicBezTo>
                  <a:cubicBezTo>
                    <a:pt x="3214" y="215"/>
                    <a:pt x="2862" y="0"/>
                    <a:pt x="22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3" name="Google Shape;3033;p42"/>
            <p:cNvSpPr/>
            <p:nvPr/>
          </p:nvSpPr>
          <p:spPr>
            <a:xfrm>
              <a:off x="7811068" y="4092686"/>
              <a:ext cx="131837" cy="43446"/>
            </a:xfrm>
            <a:custGeom>
              <a:avLst/>
              <a:gdLst/>
              <a:ahLst/>
              <a:cxnLst/>
              <a:rect l="l" t="t" r="r" b="b"/>
              <a:pathLst>
                <a:path w="1936" h="638" extrusionOk="0">
                  <a:moveTo>
                    <a:pt x="1360" y="0"/>
                  </a:moveTo>
                  <a:cubicBezTo>
                    <a:pt x="1070" y="0"/>
                    <a:pt x="691" y="80"/>
                    <a:pt x="447" y="205"/>
                  </a:cubicBezTo>
                  <a:cubicBezTo>
                    <a:pt x="1" y="415"/>
                    <a:pt x="322" y="582"/>
                    <a:pt x="475" y="638"/>
                  </a:cubicBezTo>
                  <a:cubicBezTo>
                    <a:pt x="475" y="638"/>
                    <a:pt x="503" y="345"/>
                    <a:pt x="1075" y="233"/>
                  </a:cubicBezTo>
                  <a:cubicBezTo>
                    <a:pt x="1170" y="215"/>
                    <a:pt x="1247" y="207"/>
                    <a:pt x="1311" y="207"/>
                  </a:cubicBezTo>
                  <a:cubicBezTo>
                    <a:pt x="1634" y="207"/>
                    <a:pt x="1605" y="405"/>
                    <a:pt x="1605" y="429"/>
                  </a:cubicBezTo>
                  <a:cubicBezTo>
                    <a:pt x="1936" y="121"/>
                    <a:pt x="1715" y="0"/>
                    <a:pt x="1360" y="0"/>
                  </a:cubicBez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4" name="Google Shape;3034;p42"/>
            <p:cNvSpPr/>
            <p:nvPr/>
          </p:nvSpPr>
          <p:spPr>
            <a:xfrm>
              <a:off x="7805415" y="4080020"/>
              <a:ext cx="151108" cy="74022"/>
            </a:xfrm>
            <a:custGeom>
              <a:avLst/>
              <a:gdLst/>
              <a:ahLst/>
              <a:cxnLst/>
              <a:rect l="l" t="t" r="r" b="b"/>
              <a:pathLst>
                <a:path w="2219" h="1087" extrusionOk="0">
                  <a:moveTo>
                    <a:pt x="1720" y="68"/>
                  </a:moveTo>
                  <a:cubicBezTo>
                    <a:pt x="1790" y="68"/>
                    <a:pt x="1849" y="106"/>
                    <a:pt x="1897" y="154"/>
                  </a:cubicBezTo>
                  <a:cubicBezTo>
                    <a:pt x="2009" y="280"/>
                    <a:pt x="2051" y="503"/>
                    <a:pt x="1409" y="880"/>
                  </a:cubicBezTo>
                  <a:cubicBezTo>
                    <a:pt x="1409" y="880"/>
                    <a:pt x="1238" y="1009"/>
                    <a:pt x="946" y="1009"/>
                  </a:cubicBezTo>
                  <a:cubicBezTo>
                    <a:pt x="760" y="1009"/>
                    <a:pt x="524" y="956"/>
                    <a:pt x="251" y="782"/>
                  </a:cubicBezTo>
                  <a:cubicBezTo>
                    <a:pt x="140" y="712"/>
                    <a:pt x="126" y="573"/>
                    <a:pt x="196" y="475"/>
                  </a:cubicBezTo>
                  <a:cubicBezTo>
                    <a:pt x="321" y="322"/>
                    <a:pt x="670" y="112"/>
                    <a:pt x="1688" y="71"/>
                  </a:cubicBezTo>
                  <a:cubicBezTo>
                    <a:pt x="1699" y="69"/>
                    <a:pt x="1710" y="68"/>
                    <a:pt x="1720" y="68"/>
                  </a:cubicBezTo>
                  <a:close/>
                  <a:moveTo>
                    <a:pt x="1800" y="1"/>
                  </a:moveTo>
                  <a:cubicBezTo>
                    <a:pt x="642" y="57"/>
                    <a:pt x="223" y="294"/>
                    <a:pt x="84" y="489"/>
                  </a:cubicBezTo>
                  <a:cubicBezTo>
                    <a:pt x="0" y="601"/>
                    <a:pt x="28" y="754"/>
                    <a:pt x="140" y="824"/>
                  </a:cubicBezTo>
                  <a:cubicBezTo>
                    <a:pt x="455" y="1025"/>
                    <a:pt x="728" y="1086"/>
                    <a:pt x="943" y="1086"/>
                  </a:cubicBezTo>
                  <a:cubicBezTo>
                    <a:pt x="1281" y="1086"/>
                    <a:pt x="1479" y="935"/>
                    <a:pt x="1479" y="935"/>
                  </a:cubicBezTo>
                  <a:cubicBezTo>
                    <a:pt x="2218" y="517"/>
                    <a:pt x="2176" y="252"/>
                    <a:pt x="2051" y="112"/>
                  </a:cubicBezTo>
                  <a:cubicBezTo>
                    <a:pt x="1981" y="43"/>
                    <a:pt x="1897" y="1"/>
                    <a:pt x="180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5" name="Google Shape;3035;p42"/>
            <p:cNvSpPr/>
            <p:nvPr/>
          </p:nvSpPr>
          <p:spPr>
            <a:xfrm>
              <a:off x="7930783" y="4080020"/>
              <a:ext cx="53252" cy="46647"/>
            </a:xfrm>
            <a:custGeom>
              <a:avLst/>
              <a:gdLst/>
              <a:ahLst/>
              <a:cxnLst/>
              <a:rect l="l" t="t" r="r" b="b"/>
              <a:pathLst>
                <a:path w="782" h="685" extrusionOk="0">
                  <a:moveTo>
                    <a:pt x="0" y="1"/>
                  </a:moveTo>
                  <a:lnTo>
                    <a:pt x="0" y="1"/>
                  </a:lnTo>
                  <a:cubicBezTo>
                    <a:pt x="558" y="154"/>
                    <a:pt x="28" y="684"/>
                    <a:pt x="28" y="684"/>
                  </a:cubicBezTo>
                  <a:cubicBezTo>
                    <a:pt x="782" y="43"/>
                    <a:pt x="1" y="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6" name="Google Shape;3036;p42"/>
            <p:cNvSpPr/>
            <p:nvPr/>
          </p:nvSpPr>
          <p:spPr>
            <a:xfrm>
              <a:off x="7783556" y="4100926"/>
              <a:ext cx="41880" cy="37113"/>
            </a:xfrm>
            <a:custGeom>
              <a:avLst/>
              <a:gdLst/>
              <a:ahLst/>
              <a:cxnLst/>
              <a:rect l="l" t="t" r="r" b="b"/>
              <a:pathLst>
                <a:path w="615" h="545" extrusionOk="0">
                  <a:moveTo>
                    <a:pt x="614" y="1"/>
                  </a:moveTo>
                  <a:cubicBezTo>
                    <a:pt x="614" y="1"/>
                    <a:pt x="1" y="294"/>
                    <a:pt x="503" y="545"/>
                  </a:cubicBezTo>
                  <a:cubicBezTo>
                    <a:pt x="503" y="545"/>
                    <a:pt x="126" y="308"/>
                    <a:pt x="6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7" name="Google Shape;3037;p42"/>
            <p:cNvSpPr/>
            <p:nvPr/>
          </p:nvSpPr>
          <p:spPr>
            <a:xfrm>
              <a:off x="7840554" y="4131366"/>
              <a:ext cx="85530" cy="25741"/>
            </a:xfrm>
            <a:custGeom>
              <a:avLst/>
              <a:gdLst/>
              <a:ahLst/>
              <a:cxnLst/>
              <a:rect l="l" t="t" r="r" b="b"/>
              <a:pathLst>
                <a:path w="1256" h="378" extrusionOk="0">
                  <a:moveTo>
                    <a:pt x="1256" y="0"/>
                  </a:moveTo>
                  <a:lnTo>
                    <a:pt x="1256" y="0"/>
                  </a:lnTo>
                  <a:cubicBezTo>
                    <a:pt x="1007" y="209"/>
                    <a:pt x="694" y="319"/>
                    <a:pt x="378" y="319"/>
                  </a:cubicBezTo>
                  <a:cubicBezTo>
                    <a:pt x="251" y="319"/>
                    <a:pt x="124" y="301"/>
                    <a:pt x="0" y="265"/>
                  </a:cubicBezTo>
                  <a:lnTo>
                    <a:pt x="0" y="265"/>
                  </a:lnTo>
                  <a:cubicBezTo>
                    <a:pt x="163" y="346"/>
                    <a:pt x="316" y="378"/>
                    <a:pt x="455" y="378"/>
                  </a:cubicBezTo>
                  <a:cubicBezTo>
                    <a:pt x="937" y="378"/>
                    <a:pt x="1256" y="0"/>
                    <a:pt x="12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CuadroTexto 1">
            <a:extLst>
              <a:ext uri="{FF2B5EF4-FFF2-40B4-BE49-F238E27FC236}">
                <a16:creationId xmlns:a16="http://schemas.microsoft.com/office/drawing/2014/main" id="{42CB46BF-088A-4AEF-A2E4-4F3FF67CF0C0}"/>
              </a:ext>
            </a:extLst>
          </p:cNvPr>
          <p:cNvSpPr txBox="1"/>
          <p:nvPr/>
        </p:nvSpPr>
        <p:spPr>
          <a:xfrm>
            <a:off x="1486482" y="676798"/>
            <a:ext cx="7222849" cy="307777"/>
          </a:xfrm>
          <a:prstGeom prst="rect">
            <a:avLst/>
          </a:prstGeom>
          <a:noFill/>
        </p:spPr>
        <p:txBody>
          <a:bodyPr wrap="square" rtlCol="0">
            <a:spAutoFit/>
          </a:bodyPr>
          <a:lstStyle/>
          <a:p>
            <a:r>
              <a:rPr lang="es-MX" dirty="0"/>
              <a:t>Existen tres métodos principales para igualar una ecuación química las cuales son:</a:t>
            </a:r>
            <a:endParaRPr lang="es-BO"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041"/>
        <p:cNvGrpSpPr/>
        <p:nvPr/>
      </p:nvGrpSpPr>
      <p:grpSpPr>
        <a:xfrm>
          <a:off x="0" y="0"/>
          <a:ext cx="0" cy="0"/>
          <a:chOff x="0" y="0"/>
          <a:chExt cx="0" cy="0"/>
        </a:xfrm>
      </p:grpSpPr>
      <p:sp>
        <p:nvSpPr>
          <p:cNvPr id="3044" name="Google Shape;3044;p43"/>
          <p:cNvSpPr txBox="1">
            <a:spLocks noGrp="1"/>
          </p:cNvSpPr>
          <p:nvPr>
            <p:ph type="subTitle" idx="1"/>
          </p:nvPr>
        </p:nvSpPr>
        <p:spPr>
          <a:xfrm>
            <a:off x="-383125" y="144476"/>
            <a:ext cx="7683428" cy="620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MX" dirty="0"/>
              <a:t>¿Qué es el método de tanteo, para qué sirve y qué pasos se siguen para hacerlo?</a:t>
            </a:r>
            <a:endParaRPr dirty="0"/>
          </a:p>
        </p:txBody>
      </p:sp>
      <p:grpSp>
        <p:nvGrpSpPr>
          <p:cNvPr id="3046" name="Google Shape;3046;p43"/>
          <p:cNvGrpSpPr/>
          <p:nvPr/>
        </p:nvGrpSpPr>
        <p:grpSpPr>
          <a:xfrm>
            <a:off x="1025087" y="2989285"/>
            <a:ext cx="402226" cy="274636"/>
            <a:chOff x="5467216" y="5440421"/>
            <a:chExt cx="149437" cy="102035"/>
          </a:xfrm>
        </p:grpSpPr>
        <p:sp>
          <p:nvSpPr>
            <p:cNvPr id="3047" name="Google Shape;3047;p43"/>
            <p:cNvSpPr/>
            <p:nvPr/>
          </p:nvSpPr>
          <p:spPr>
            <a:xfrm>
              <a:off x="5467216" y="5440421"/>
              <a:ext cx="54565" cy="102035"/>
            </a:xfrm>
            <a:custGeom>
              <a:avLst/>
              <a:gdLst/>
              <a:ahLst/>
              <a:cxnLst/>
              <a:rect l="l" t="t" r="r" b="b"/>
              <a:pathLst>
                <a:path w="754" h="1410" extrusionOk="0">
                  <a:moveTo>
                    <a:pt x="377" y="1"/>
                  </a:moveTo>
                  <a:cubicBezTo>
                    <a:pt x="293" y="29"/>
                    <a:pt x="196" y="56"/>
                    <a:pt x="98" y="84"/>
                  </a:cubicBezTo>
                  <a:cubicBezTo>
                    <a:pt x="84" y="475"/>
                    <a:pt x="56" y="893"/>
                    <a:pt x="1" y="1340"/>
                  </a:cubicBezTo>
                  <a:lnTo>
                    <a:pt x="126" y="1298"/>
                  </a:lnTo>
                  <a:lnTo>
                    <a:pt x="252" y="1242"/>
                  </a:lnTo>
                  <a:cubicBezTo>
                    <a:pt x="266" y="1061"/>
                    <a:pt x="280" y="977"/>
                    <a:pt x="280" y="949"/>
                  </a:cubicBezTo>
                  <a:lnTo>
                    <a:pt x="419" y="893"/>
                  </a:lnTo>
                  <a:lnTo>
                    <a:pt x="419" y="893"/>
                  </a:lnTo>
                  <a:cubicBezTo>
                    <a:pt x="391" y="1130"/>
                    <a:pt x="377" y="1312"/>
                    <a:pt x="377" y="1409"/>
                  </a:cubicBezTo>
                  <a:cubicBezTo>
                    <a:pt x="419" y="1395"/>
                    <a:pt x="447" y="1368"/>
                    <a:pt x="489" y="1354"/>
                  </a:cubicBezTo>
                  <a:cubicBezTo>
                    <a:pt x="517" y="1326"/>
                    <a:pt x="558" y="1312"/>
                    <a:pt x="600" y="1298"/>
                  </a:cubicBezTo>
                  <a:lnTo>
                    <a:pt x="614" y="1298"/>
                  </a:lnTo>
                  <a:cubicBezTo>
                    <a:pt x="628" y="1047"/>
                    <a:pt x="670" y="642"/>
                    <a:pt x="754" y="70"/>
                  </a:cubicBezTo>
                  <a:lnTo>
                    <a:pt x="754" y="70"/>
                  </a:lnTo>
                  <a:cubicBezTo>
                    <a:pt x="670" y="112"/>
                    <a:pt x="572" y="140"/>
                    <a:pt x="489" y="154"/>
                  </a:cubicBezTo>
                  <a:cubicBezTo>
                    <a:pt x="475" y="349"/>
                    <a:pt x="461" y="503"/>
                    <a:pt x="447" y="600"/>
                  </a:cubicBezTo>
                  <a:lnTo>
                    <a:pt x="377" y="642"/>
                  </a:lnTo>
                  <a:lnTo>
                    <a:pt x="321" y="670"/>
                  </a:lnTo>
                  <a:cubicBezTo>
                    <a:pt x="335" y="447"/>
                    <a:pt x="349" y="224"/>
                    <a:pt x="377"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8" name="Google Shape;3048;p43"/>
            <p:cNvSpPr/>
            <p:nvPr/>
          </p:nvSpPr>
          <p:spPr>
            <a:xfrm>
              <a:off x="5520695" y="5498531"/>
              <a:ext cx="30394" cy="35821"/>
            </a:xfrm>
            <a:custGeom>
              <a:avLst/>
              <a:gdLst/>
              <a:ahLst/>
              <a:cxnLst/>
              <a:rect l="l" t="t" r="r" b="b"/>
              <a:pathLst>
                <a:path w="420" h="495" extrusionOk="0">
                  <a:moveTo>
                    <a:pt x="230" y="1"/>
                  </a:moveTo>
                  <a:cubicBezTo>
                    <a:pt x="219" y="1"/>
                    <a:pt x="208" y="3"/>
                    <a:pt x="196" y="7"/>
                  </a:cubicBezTo>
                  <a:cubicBezTo>
                    <a:pt x="126" y="7"/>
                    <a:pt x="57" y="48"/>
                    <a:pt x="15" y="118"/>
                  </a:cubicBezTo>
                  <a:cubicBezTo>
                    <a:pt x="1" y="160"/>
                    <a:pt x="15" y="202"/>
                    <a:pt x="29" y="244"/>
                  </a:cubicBezTo>
                  <a:cubicBezTo>
                    <a:pt x="71" y="230"/>
                    <a:pt x="112" y="216"/>
                    <a:pt x="154" y="216"/>
                  </a:cubicBezTo>
                  <a:cubicBezTo>
                    <a:pt x="168" y="202"/>
                    <a:pt x="168" y="202"/>
                    <a:pt x="154" y="188"/>
                  </a:cubicBezTo>
                  <a:cubicBezTo>
                    <a:pt x="154" y="160"/>
                    <a:pt x="168" y="146"/>
                    <a:pt x="182" y="132"/>
                  </a:cubicBezTo>
                  <a:cubicBezTo>
                    <a:pt x="210" y="132"/>
                    <a:pt x="224" y="146"/>
                    <a:pt x="224" y="174"/>
                  </a:cubicBezTo>
                  <a:cubicBezTo>
                    <a:pt x="224" y="174"/>
                    <a:pt x="224" y="188"/>
                    <a:pt x="224" y="202"/>
                  </a:cubicBezTo>
                  <a:cubicBezTo>
                    <a:pt x="196" y="258"/>
                    <a:pt x="154" y="314"/>
                    <a:pt x="112" y="355"/>
                  </a:cubicBezTo>
                  <a:cubicBezTo>
                    <a:pt x="71" y="383"/>
                    <a:pt x="57" y="439"/>
                    <a:pt x="71" y="495"/>
                  </a:cubicBezTo>
                  <a:cubicBezTo>
                    <a:pt x="94" y="472"/>
                    <a:pt x="134" y="461"/>
                    <a:pt x="193" y="461"/>
                  </a:cubicBezTo>
                  <a:cubicBezTo>
                    <a:pt x="241" y="461"/>
                    <a:pt x="302" y="468"/>
                    <a:pt x="377" y="481"/>
                  </a:cubicBezTo>
                  <a:cubicBezTo>
                    <a:pt x="377" y="425"/>
                    <a:pt x="391" y="383"/>
                    <a:pt x="419" y="355"/>
                  </a:cubicBezTo>
                  <a:cubicBezTo>
                    <a:pt x="387" y="339"/>
                    <a:pt x="354" y="332"/>
                    <a:pt x="321" y="332"/>
                  </a:cubicBezTo>
                  <a:cubicBezTo>
                    <a:pt x="298" y="332"/>
                    <a:pt x="275" y="336"/>
                    <a:pt x="252" y="341"/>
                  </a:cubicBezTo>
                  <a:cubicBezTo>
                    <a:pt x="322" y="286"/>
                    <a:pt x="363" y="216"/>
                    <a:pt x="363" y="132"/>
                  </a:cubicBezTo>
                  <a:cubicBezTo>
                    <a:pt x="363" y="90"/>
                    <a:pt x="336" y="35"/>
                    <a:pt x="294" y="21"/>
                  </a:cubicBezTo>
                  <a:cubicBezTo>
                    <a:pt x="274" y="11"/>
                    <a:pt x="254" y="1"/>
                    <a:pt x="230" y="1"/>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9" name="Google Shape;3049;p43"/>
            <p:cNvSpPr/>
            <p:nvPr/>
          </p:nvSpPr>
          <p:spPr>
            <a:xfrm>
              <a:off x="5553042" y="5464663"/>
              <a:ext cx="63611" cy="70122"/>
            </a:xfrm>
            <a:custGeom>
              <a:avLst/>
              <a:gdLst/>
              <a:ahLst/>
              <a:cxnLst/>
              <a:rect l="l" t="t" r="r" b="b"/>
              <a:pathLst>
                <a:path w="879" h="969" extrusionOk="0">
                  <a:moveTo>
                    <a:pt x="516" y="391"/>
                  </a:moveTo>
                  <a:cubicBezTo>
                    <a:pt x="586" y="391"/>
                    <a:pt x="628" y="419"/>
                    <a:pt x="614" y="489"/>
                  </a:cubicBezTo>
                  <a:cubicBezTo>
                    <a:pt x="614" y="530"/>
                    <a:pt x="586" y="572"/>
                    <a:pt x="558" y="614"/>
                  </a:cubicBezTo>
                  <a:cubicBezTo>
                    <a:pt x="516" y="698"/>
                    <a:pt x="419" y="754"/>
                    <a:pt x="321" y="782"/>
                  </a:cubicBezTo>
                  <a:cubicBezTo>
                    <a:pt x="293" y="782"/>
                    <a:pt x="265" y="740"/>
                    <a:pt x="251" y="684"/>
                  </a:cubicBezTo>
                  <a:cubicBezTo>
                    <a:pt x="265" y="530"/>
                    <a:pt x="377" y="419"/>
                    <a:pt x="516" y="391"/>
                  </a:cubicBezTo>
                  <a:close/>
                  <a:moveTo>
                    <a:pt x="628" y="0"/>
                  </a:moveTo>
                  <a:cubicBezTo>
                    <a:pt x="572" y="0"/>
                    <a:pt x="516" y="14"/>
                    <a:pt x="460" y="42"/>
                  </a:cubicBezTo>
                  <a:cubicBezTo>
                    <a:pt x="377" y="70"/>
                    <a:pt x="307" y="112"/>
                    <a:pt x="237" y="154"/>
                  </a:cubicBezTo>
                  <a:cubicBezTo>
                    <a:pt x="182" y="224"/>
                    <a:pt x="112" y="307"/>
                    <a:pt x="70" y="391"/>
                  </a:cubicBezTo>
                  <a:cubicBezTo>
                    <a:pt x="28" y="489"/>
                    <a:pt x="0" y="600"/>
                    <a:pt x="14" y="698"/>
                  </a:cubicBezTo>
                  <a:cubicBezTo>
                    <a:pt x="28" y="768"/>
                    <a:pt x="56" y="837"/>
                    <a:pt x="112" y="893"/>
                  </a:cubicBezTo>
                  <a:cubicBezTo>
                    <a:pt x="154" y="935"/>
                    <a:pt x="195" y="963"/>
                    <a:pt x="265" y="963"/>
                  </a:cubicBezTo>
                  <a:cubicBezTo>
                    <a:pt x="282" y="967"/>
                    <a:pt x="299" y="969"/>
                    <a:pt x="317" y="969"/>
                  </a:cubicBezTo>
                  <a:cubicBezTo>
                    <a:pt x="362" y="969"/>
                    <a:pt x="411" y="959"/>
                    <a:pt x="460" y="949"/>
                  </a:cubicBezTo>
                  <a:cubicBezTo>
                    <a:pt x="530" y="907"/>
                    <a:pt x="600" y="865"/>
                    <a:pt x="656" y="809"/>
                  </a:cubicBezTo>
                  <a:cubicBezTo>
                    <a:pt x="684" y="782"/>
                    <a:pt x="712" y="754"/>
                    <a:pt x="739" y="726"/>
                  </a:cubicBezTo>
                  <a:cubicBezTo>
                    <a:pt x="767" y="670"/>
                    <a:pt x="795" y="614"/>
                    <a:pt x="823" y="558"/>
                  </a:cubicBezTo>
                  <a:cubicBezTo>
                    <a:pt x="851" y="489"/>
                    <a:pt x="865" y="405"/>
                    <a:pt x="865" y="321"/>
                  </a:cubicBezTo>
                  <a:cubicBezTo>
                    <a:pt x="879" y="251"/>
                    <a:pt x="851" y="182"/>
                    <a:pt x="823" y="126"/>
                  </a:cubicBezTo>
                  <a:cubicBezTo>
                    <a:pt x="781" y="56"/>
                    <a:pt x="712" y="14"/>
                    <a:pt x="628" y="0"/>
                  </a:cubicBez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 name="CuadroTexto 3">
            <a:extLst>
              <a:ext uri="{FF2B5EF4-FFF2-40B4-BE49-F238E27FC236}">
                <a16:creationId xmlns:a16="http://schemas.microsoft.com/office/drawing/2014/main" id="{9966DD31-F56D-4D94-95EA-7F4D8BCDB35B}"/>
              </a:ext>
            </a:extLst>
          </p:cNvPr>
          <p:cNvSpPr txBox="1"/>
          <p:nvPr/>
        </p:nvSpPr>
        <p:spPr>
          <a:xfrm>
            <a:off x="0" y="472219"/>
            <a:ext cx="7320925" cy="738664"/>
          </a:xfrm>
          <a:prstGeom prst="rect">
            <a:avLst/>
          </a:prstGeom>
          <a:noFill/>
        </p:spPr>
        <p:txBody>
          <a:bodyPr wrap="square" rtlCol="0">
            <a:spAutoFit/>
          </a:bodyPr>
          <a:lstStyle/>
          <a:p>
            <a:r>
              <a:rPr lang="es-MX" dirty="0"/>
              <a:t>El método de tanteo es una forma sencilla de igualar o balancear ecuaciones químicas, es decir, hacer que haya la misma cantidad de átomos de cada elemento tanto en los reactivos como en los productos.</a:t>
            </a:r>
            <a:endParaRPr lang="es-BO" dirty="0"/>
          </a:p>
        </p:txBody>
      </p:sp>
      <p:sp>
        <p:nvSpPr>
          <p:cNvPr id="5" name="CuadroTexto 4">
            <a:extLst>
              <a:ext uri="{FF2B5EF4-FFF2-40B4-BE49-F238E27FC236}">
                <a16:creationId xmlns:a16="http://schemas.microsoft.com/office/drawing/2014/main" id="{E357C307-6338-4813-8B29-03826FA8CA53}"/>
              </a:ext>
            </a:extLst>
          </p:cNvPr>
          <p:cNvSpPr txBox="1"/>
          <p:nvPr/>
        </p:nvSpPr>
        <p:spPr>
          <a:xfrm>
            <a:off x="85715" y="1232922"/>
            <a:ext cx="3541587" cy="1384995"/>
          </a:xfrm>
          <a:prstGeom prst="rect">
            <a:avLst/>
          </a:prstGeom>
          <a:noFill/>
        </p:spPr>
        <p:txBody>
          <a:bodyPr wrap="square" rtlCol="0">
            <a:spAutoFit/>
          </a:bodyPr>
          <a:lstStyle/>
          <a:p>
            <a:r>
              <a:rPr lang="es-MX" b="1" u="sng" dirty="0">
                <a:solidFill>
                  <a:schemeClr val="bg1"/>
                </a:solidFill>
              </a:rPr>
              <a:t>Objetivo</a:t>
            </a:r>
          </a:p>
          <a:p>
            <a:r>
              <a:rPr lang="es-MX" dirty="0"/>
              <a:t>Que la ecuación química cumpla con la ley de conservación de la materia, que dice que la materia no se crea ni se destruye, solo se transforma.</a:t>
            </a:r>
          </a:p>
          <a:p>
            <a:r>
              <a:rPr lang="es-MX" dirty="0"/>
              <a:t> </a:t>
            </a:r>
            <a:endParaRPr lang="es-BO" dirty="0"/>
          </a:p>
        </p:txBody>
      </p:sp>
      <p:sp>
        <p:nvSpPr>
          <p:cNvPr id="6" name="CuadroTexto 5">
            <a:extLst>
              <a:ext uri="{FF2B5EF4-FFF2-40B4-BE49-F238E27FC236}">
                <a16:creationId xmlns:a16="http://schemas.microsoft.com/office/drawing/2014/main" id="{B6147A3C-DFB9-4D58-832F-38016067A917}"/>
              </a:ext>
            </a:extLst>
          </p:cNvPr>
          <p:cNvSpPr txBox="1"/>
          <p:nvPr/>
        </p:nvSpPr>
        <p:spPr>
          <a:xfrm>
            <a:off x="4114800" y="1238203"/>
            <a:ext cx="3454400" cy="1169551"/>
          </a:xfrm>
          <a:prstGeom prst="rect">
            <a:avLst/>
          </a:prstGeom>
          <a:noFill/>
        </p:spPr>
        <p:txBody>
          <a:bodyPr wrap="square" rtlCol="0">
            <a:spAutoFit/>
          </a:bodyPr>
          <a:lstStyle/>
          <a:p>
            <a:r>
              <a:rPr lang="es-MX" b="1" u="sng" dirty="0">
                <a:solidFill>
                  <a:schemeClr val="bg1"/>
                </a:solidFill>
              </a:rPr>
              <a:t>Para qué sirve</a:t>
            </a:r>
          </a:p>
          <a:p>
            <a:r>
              <a:rPr lang="es-MX" dirty="0"/>
              <a:t>Sirve para representar correctamente una reacción química y poder calcular cuánta cantidad de cada sustancia se necesita o se forma.</a:t>
            </a:r>
            <a:endParaRPr lang="es-BO" dirty="0"/>
          </a:p>
        </p:txBody>
      </p:sp>
      <p:sp>
        <p:nvSpPr>
          <p:cNvPr id="7" name="CuadroTexto 6">
            <a:extLst>
              <a:ext uri="{FF2B5EF4-FFF2-40B4-BE49-F238E27FC236}">
                <a16:creationId xmlns:a16="http://schemas.microsoft.com/office/drawing/2014/main" id="{AF82ECE1-4266-46FA-B9DC-4FC92292ACC6}"/>
              </a:ext>
            </a:extLst>
          </p:cNvPr>
          <p:cNvSpPr txBox="1"/>
          <p:nvPr/>
        </p:nvSpPr>
        <p:spPr>
          <a:xfrm>
            <a:off x="64322" y="2451101"/>
            <a:ext cx="6644640" cy="2031325"/>
          </a:xfrm>
          <a:prstGeom prst="rect">
            <a:avLst/>
          </a:prstGeom>
          <a:noFill/>
        </p:spPr>
        <p:txBody>
          <a:bodyPr wrap="square" rtlCol="0">
            <a:spAutoFit/>
          </a:bodyPr>
          <a:lstStyle/>
          <a:p>
            <a:r>
              <a:rPr lang="es-MX" b="1" u="sng" dirty="0">
                <a:solidFill>
                  <a:schemeClr val="bg1"/>
                </a:solidFill>
              </a:rPr>
              <a:t>Pasos a seguir:</a:t>
            </a:r>
          </a:p>
          <a:p>
            <a:endParaRPr lang="es-MX" b="1" u="sng" dirty="0">
              <a:solidFill>
                <a:schemeClr val="bg1"/>
              </a:solidFill>
            </a:endParaRPr>
          </a:p>
          <a:p>
            <a:r>
              <a:rPr lang="es-MX" dirty="0"/>
              <a:t>1.Escribe la ecuación sin balancear.</a:t>
            </a:r>
          </a:p>
          <a:p>
            <a:r>
              <a:rPr lang="es-MX" dirty="0"/>
              <a:t>2. Cuenta cuántos átomos hay de cada elemento en ambos lados.</a:t>
            </a:r>
          </a:p>
          <a:p>
            <a:r>
              <a:rPr lang="es-MX" dirty="0"/>
              <a:t>3. Coloca números (coeficientes) delante de las fórmulas para igualar la cantidad de átomos de cada elemento.</a:t>
            </a:r>
          </a:p>
          <a:p>
            <a:r>
              <a:rPr lang="es-MX" dirty="0"/>
              <a:t>4. Ajusta los coeficientes probando (tanteando) hasta que todos los elementos estén balanceados.</a:t>
            </a:r>
          </a:p>
          <a:p>
            <a:r>
              <a:rPr lang="es-MX" dirty="0"/>
              <a:t>5. Verifica que los átomos y las cargas estén iguales en ambos lados.</a:t>
            </a:r>
            <a:endParaRPr lang="es-BO" dirty="0"/>
          </a:p>
        </p:txBody>
      </p:sp>
      <p:pic>
        <p:nvPicPr>
          <p:cNvPr id="1032" name="Picture 8" descr="Método científico: qué es y cómo explicar los pasos fácilmente a tus  alumnos - tekman Education">
            <a:extLst>
              <a:ext uri="{FF2B5EF4-FFF2-40B4-BE49-F238E27FC236}">
                <a16:creationId xmlns:a16="http://schemas.microsoft.com/office/drawing/2014/main" id="{80FFCDCF-3AF3-4DC2-A114-35A74A61B4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8962" y="3395625"/>
            <a:ext cx="2288907" cy="1130148"/>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Vectores de Ninos dudando - Descarga vectores gratis de gran calidad de  Freepik | Freepik">
            <a:extLst>
              <a:ext uri="{FF2B5EF4-FFF2-40B4-BE49-F238E27FC236}">
                <a16:creationId xmlns:a16="http://schemas.microsoft.com/office/drawing/2014/main" id="{EACAA3EF-7EDC-40F4-B7F4-1DA037CF3C3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15603" y="193535"/>
            <a:ext cx="1142682" cy="114268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201"/>
        <p:cNvGrpSpPr/>
        <p:nvPr/>
      </p:nvGrpSpPr>
      <p:grpSpPr>
        <a:xfrm>
          <a:off x="0" y="0"/>
          <a:ext cx="0" cy="0"/>
          <a:chOff x="0" y="0"/>
          <a:chExt cx="0" cy="0"/>
        </a:xfrm>
      </p:grpSpPr>
      <p:sp>
        <p:nvSpPr>
          <p:cNvPr id="3202" name="Google Shape;3202;p44"/>
          <p:cNvSpPr/>
          <p:nvPr/>
        </p:nvSpPr>
        <p:spPr>
          <a:xfrm>
            <a:off x="7485556" y="92600"/>
            <a:ext cx="1465404" cy="1286375"/>
          </a:xfrm>
          <a:prstGeom prst="ellipse">
            <a:avLst/>
          </a:pr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3205" name="Google Shape;3205;p44"/>
          <p:cNvGrpSpPr/>
          <p:nvPr/>
        </p:nvGrpSpPr>
        <p:grpSpPr>
          <a:xfrm>
            <a:off x="7624687" y="343234"/>
            <a:ext cx="1187141" cy="785105"/>
            <a:chOff x="963917" y="1576463"/>
            <a:chExt cx="2666033" cy="2028761"/>
          </a:xfrm>
        </p:grpSpPr>
        <p:sp>
          <p:nvSpPr>
            <p:cNvPr id="3206" name="Google Shape;3206;p44"/>
            <p:cNvSpPr/>
            <p:nvPr/>
          </p:nvSpPr>
          <p:spPr>
            <a:xfrm>
              <a:off x="1368821" y="2418095"/>
              <a:ext cx="1999478" cy="1052527"/>
            </a:xfrm>
            <a:custGeom>
              <a:avLst/>
              <a:gdLst/>
              <a:ahLst/>
              <a:cxnLst/>
              <a:rect l="l" t="t" r="r" b="b"/>
              <a:pathLst>
                <a:path w="23560" h="12402" extrusionOk="0">
                  <a:moveTo>
                    <a:pt x="22346" y="1"/>
                  </a:moveTo>
                  <a:lnTo>
                    <a:pt x="0" y="1688"/>
                  </a:lnTo>
                  <a:lnTo>
                    <a:pt x="182" y="4646"/>
                  </a:lnTo>
                  <a:lnTo>
                    <a:pt x="9360" y="12401"/>
                  </a:lnTo>
                  <a:lnTo>
                    <a:pt x="22486" y="2260"/>
                  </a:lnTo>
                  <a:cubicBezTo>
                    <a:pt x="23560" y="1256"/>
                    <a:pt x="22346" y="1"/>
                    <a:pt x="22346" y="1"/>
                  </a:cubicBezTo>
                  <a:close/>
                </a:path>
              </a:pathLst>
            </a:custGeom>
            <a:gradFill>
              <a:gsLst>
                <a:gs pos="0">
                  <a:srgbClr val="FFBA42"/>
                </a:gs>
                <a:gs pos="100000">
                  <a:srgbClr val="B87707"/>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7" name="Google Shape;3207;p44"/>
            <p:cNvSpPr/>
            <p:nvPr/>
          </p:nvSpPr>
          <p:spPr>
            <a:xfrm>
              <a:off x="1368821" y="2561352"/>
              <a:ext cx="812182" cy="910374"/>
            </a:xfrm>
            <a:custGeom>
              <a:avLst/>
              <a:gdLst/>
              <a:ahLst/>
              <a:cxnLst/>
              <a:rect l="l" t="t" r="r" b="b"/>
              <a:pathLst>
                <a:path w="9570" h="10727" extrusionOk="0">
                  <a:moveTo>
                    <a:pt x="0" y="0"/>
                  </a:moveTo>
                  <a:lnTo>
                    <a:pt x="0" y="126"/>
                  </a:lnTo>
                  <a:lnTo>
                    <a:pt x="14" y="335"/>
                  </a:lnTo>
                  <a:lnTo>
                    <a:pt x="28" y="614"/>
                  </a:lnTo>
                  <a:lnTo>
                    <a:pt x="42" y="810"/>
                  </a:lnTo>
                  <a:lnTo>
                    <a:pt x="56" y="1088"/>
                  </a:lnTo>
                  <a:lnTo>
                    <a:pt x="70" y="1298"/>
                  </a:lnTo>
                  <a:lnTo>
                    <a:pt x="98" y="1577"/>
                  </a:lnTo>
                  <a:lnTo>
                    <a:pt x="112" y="1772"/>
                  </a:lnTo>
                  <a:lnTo>
                    <a:pt x="126" y="2051"/>
                  </a:lnTo>
                  <a:lnTo>
                    <a:pt x="140" y="2260"/>
                  </a:lnTo>
                  <a:lnTo>
                    <a:pt x="168" y="2539"/>
                  </a:lnTo>
                  <a:lnTo>
                    <a:pt x="168" y="2734"/>
                  </a:lnTo>
                  <a:lnTo>
                    <a:pt x="168" y="2832"/>
                  </a:lnTo>
                  <a:lnTo>
                    <a:pt x="9360" y="10727"/>
                  </a:lnTo>
                  <a:cubicBezTo>
                    <a:pt x="9374" y="10699"/>
                    <a:pt x="9402" y="10685"/>
                    <a:pt x="9416" y="10657"/>
                  </a:cubicBezTo>
                  <a:cubicBezTo>
                    <a:pt x="9444" y="10615"/>
                    <a:pt x="9458" y="10560"/>
                    <a:pt x="9472" y="10518"/>
                  </a:cubicBezTo>
                  <a:cubicBezTo>
                    <a:pt x="9499" y="10448"/>
                    <a:pt x="9513" y="10378"/>
                    <a:pt x="9527" y="10295"/>
                  </a:cubicBezTo>
                  <a:cubicBezTo>
                    <a:pt x="9541" y="10253"/>
                    <a:pt x="9541" y="10183"/>
                    <a:pt x="9555" y="10127"/>
                  </a:cubicBezTo>
                  <a:cubicBezTo>
                    <a:pt x="9555" y="10057"/>
                    <a:pt x="9569" y="9974"/>
                    <a:pt x="9569" y="9876"/>
                  </a:cubicBezTo>
                  <a:lnTo>
                    <a:pt x="9569" y="9681"/>
                  </a:lnTo>
                  <a:cubicBezTo>
                    <a:pt x="9569" y="9611"/>
                    <a:pt x="9569" y="9513"/>
                    <a:pt x="9555" y="9416"/>
                  </a:cubicBezTo>
                  <a:cubicBezTo>
                    <a:pt x="9555" y="9346"/>
                    <a:pt x="9541" y="9276"/>
                    <a:pt x="9541" y="9207"/>
                  </a:cubicBezTo>
                  <a:cubicBezTo>
                    <a:pt x="9527" y="9109"/>
                    <a:pt x="9513" y="9011"/>
                    <a:pt x="9499" y="8914"/>
                  </a:cubicBezTo>
                  <a:cubicBezTo>
                    <a:pt x="9499" y="8844"/>
                    <a:pt x="9485" y="8774"/>
                    <a:pt x="9472" y="8690"/>
                  </a:cubicBezTo>
                  <a:cubicBezTo>
                    <a:pt x="9458" y="8621"/>
                    <a:pt x="9444" y="8495"/>
                    <a:pt x="9416" y="8384"/>
                  </a:cubicBezTo>
                  <a:cubicBezTo>
                    <a:pt x="9416" y="8314"/>
                    <a:pt x="9402" y="8230"/>
                    <a:pt x="9374" y="8160"/>
                  </a:cubicBezTo>
                  <a:cubicBezTo>
                    <a:pt x="9374" y="8119"/>
                    <a:pt x="9360" y="8077"/>
                    <a:pt x="9360" y="8035"/>
                  </a:cubicBez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8" name="Google Shape;3208;p44"/>
            <p:cNvSpPr/>
            <p:nvPr/>
          </p:nvSpPr>
          <p:spPr>
            <a:xfrm>
              <a:off x="1370009" y="2572045"/>
              <a:ext cx="799112" cy="700836"/>
            </a:xfrm>
            <a:custGeom>
              <a:avLst/>
              <a:gdLst/>
              <a:ahLst/>
              <a:cxnLst/>
              <a:rect l="l" t="t" r="r" b="b"/>
              <a:pathLst>
                <a:path w="9416" h="8258" extrusionOk="0">
                  <a:moveTo>
                    <a:pt x="0" y="0"/>
                  </a:moveTo>
                  <a:lnTo>
                    <a:pt x="0" y="209"/>
                  </a:lnTo>
                  <a:lnTo>
                    <a:pt x="9416" y="8258"/>
                  </a:lnTo>
                  <a:cubicBezTo>
                    <a:pt x="9402" y="8188"/>
                    <a:pt x="9388" y="8104"/>
                    <a:pt x="9374" y="8034"/>
                  </a:cubicBezTo>
                  <a:lnTo>
                    <a:pt x="0" y="0"/>
                  </a:ln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9" name="Google Shape;3209;p44"/>
            <p:cNvSpPr/>
            <p:nvPr/>
          </p:nvSpPr>
          <p:spPr>
            <a:xfrm>
              <a:off x="1372385" y="2613461"/>
              <a:ext cx="802677" cy="704400"/>
            </a:xfrm>
            <a:custGeom>
              <a:avLst/>
              <a:gdLst/>
              <a:ahLst/>
              <a:cxnLst/>
              <a:rect l="l" t="t" r="r" b="b"/>
              <a:pathLst>
                <a:path w="9458" h="8300" extrusionOk="0">
                  <a:moveTo>
                    <a:pt x="0" y="0"/>
                  </a:moveTo>
                  <a:lnTo>
                    <a:pt x="14" y="196"/>
                  </a:lnTo>
                  <a:lnTo>
                    <a:pt x="9457" y="8300"/>
                  </a:lnTo>
                  <a:cubicBezTo>
                    <a:pt x="9457" y="8230"/>
                    <a:pt x="9443" y="8146"/>
                    <a:pt x="9430" y="8076"/>
                  </a:cubicBezTo>
                  <a:lnTo>
                    <a:pt x="0" y="0"/>
                  </a:ln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0" name="Google Shape;3210;p44"/>
            <p:cNvSpPr/>
            <p:nvPr/>
          </p:nvSpPr>
          <p:spPr>
            <a:xfrm>
              <a:off x="1374761" y="2653688"/>
              <a:ext cx="805053" cy="706777"/>
            </a:xfrm>
            <a:custGeom>
              <a:avLst/>
              <a:gdLst/>
              <a:ahLst/>
              <a:cxnLst/>
              <a:rect l="l" t="t" r="r" b="b"/>
              <a:pathLst>
                <a:path w="9486" h="8328" extrusionOk="0">
                  <a:moveTo>
                    <a:pt x="0" y="0"/>
                  </a:moveTo>
                  <a:lnTo>
                    <a:pt x="14" y="210"/>
                  </a:lnTo>
                  <a:lnTo>
                    <a:pt x="9485" y="8328"/>
                  </a:lnTo>
                  <a:cubicBezTo>
                    <a:pt x="9485" y="8258"/>
                    <a:pt x="9485" y="8188"/>
                    <a:pt x="9471" y="8119"/>
                  </a:cubicBezTo>
                  <a:lnTo>
                    <a:pt x="0" y="0"/>
                  </a:ln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1" name="Google Shape;3211;p44"/>
            <p:cNvSpPr/>
            <p:nvPr/>
          </p:nvSpPr>
          <p:spPr>
            <a:xfrm>
              <a:off x="1377138" y="2695103"/>
              <a:ext cx="803865" cy="704485"/>
            </a:xfrm>
            <a:custGeom>
              <a:avLst/>
              <a:gdLst/>
              <a:ahLst/>
              <a:cxnLst/>
              <a:rect l="l" t="t" r="r" b="b"/>
              <a:pathLst>
                <a:path w="9472" h="8301" extrusionOk="0">
                  <a:moveTo>
                    <a:pt x="0" y="1"/>
                  </a:moveTo>
                  <a:lnTo>
                    <a:pt x="14" y="196"/>
                  </a:lnTo>
                  <a:lnTo>
                    <a:pt x="9471" y="8300"/>
                  </a:lnTo>
                  <a:lnTo>
                    <a:pt x="9471" y="8105"/>
                  </a:lnTo>
                  <a:lnTo>
                    <a:pt x="0" y="1"/>
                  </a:ln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2" name="Google Shape;3212;p44"/>
            <p:cNvSpPr/>
            <p:nvPr/>
          </p:nvSpPr>
          <p:spPr>
            <a:xfrm>
              <a:off x="1379429" y="2735331"/>
              <a:ext cx="800385" cy="699733"/>
            </a:xfrm>
            <a:custGeom>
              <a:avLst/>
              <a:gdLst/>
              <a:ahLst/>
              <a:cxnLst/>
              <a:rect l="l" t="t" r="r" b="b"/>
              <a:pathLst>
                <a:path w="9431" h="8245" extrusionOk="0">
                  <a:moveTo>
                    <a:pt x="1" y="1"/>
                  </a:moveTo>
                  <a:lnTo>
                    <a:pt x="15" y="210"/>
                  </a:lnTo>
                  <a:lnTo>
                    <a:pt x="9402" y="8245"/>
                  </a:lnTo>
                  <a:cubicBezTo>
                    <a:pt x="9416" y="8203"/>
                    <a:pt x="9416" y="8147"/>
                    <a:pt x="9430" y="8077"/>
                  </a:cubicBezTo>
                  <a:lnTo>
                    <a:pt x="1" y="1"/>
                  </a:ln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3" name="Google Shape;3213;p44"/>
            <p:cNvSpPr/>
            <p:nvPr/>
          </p:nvSpPr>
          <p:spPr>
            <a:xfrm>
              <a:off x="1381805" y="2776831"/>
              <a:ext cx="790880" cy="689039"/>
            </a:xfrm>
            <a:custGeom>
              <a:avLst/>
              <a:gdLst/>
              <a:ahLst/>
              <a:cxnLst/>
              <a:rect l="l" t="t" r="r" b="b"/>
              <a:pathLst>
                <a:path w="9319" h="8119" extrusionOk="0">
                  <a:moveTo>
                    <a:pt x="1" y="0"/>
                  </a:moveTo>
                  <a:lnTo>
                    <a:pt x="15" y="195"/>
                  </a:lnTo>
                  <a:lnTo>
                    <a:pt x="9263" y="8118"/>
                  </a:lnTo>
                  <a:cubicBezTo>
                    <a:pt x="9291" y="8076"/>
                    <a:pt x="9305" y="8021"/>
                    <a:pt x="9319" y="7979"/>
                  </a:cubicBezTo>
                  <a:lnTo>
                    <a:pt x="1" y="0"/>
                  </a:ln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4" name="Google Shape;3214;p44"/>
            <p:cNvSpPr/>
            <p:nvPr/>
          </p:nvSpPr>
          <p:spPr>
            <a:xfrm>
              <a:off x="1368821" y="1988410"/>
              <a:ext cx="1896534" cy="1254851"/>
            </a:xfrm>
            <a:custGeom>
              <a:avLst/>
              <a:gdLst/>
              <a:ahLst/>
              <a:cxnLst/>
              <a:rect l="l" t="t" r="r" b="b"/>
              <a:pathLst>
                <a:path w="22347" h="14786" extrusionOk="0">
                  <a:moveTo>
                    <a:pt x="13879" y="0"/>
                  </a:moveTo>
                  <a:lnTo>
                    <a:pt x="0" y="6751"/>
                  </a:lnTo>
                  <a:lnTo>
                    <a:pt x="9360" y="14786"/>
                  </a:lnTo>
                  <a:lnTo>
                    <a:pt x="22346" y="5064"/>
                  </a:lnTo>
                  <a:lnTo>
                    <a:pt x="13879" y="0"/>
                  </a:lnTo>
                  <a:close/>
                </a:path>
              </a:pathLst>
            </a:custGeom>
            <a:solidFill>
              <a:srgbClr val="8A1C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5" name="Google Shape;3215;p44"/>
            <p:cNvSpPr/>
            <p:nvPr/>
          </p:nvSpPr>
          <p:spPr>
            <a:xfrm>
              <a:off x="1368821" y="1988410"/>
              <a:ext cx="1896534" cy="1254851"/>
            </a:xfrm>
            <a:custGeom>
              <a:avLst/>
              <a:gdLst/>
              <a:ahLst/>
              <a:cxnLst/>
              <a:rect l="l" t="t" r="r" b="b"/>
              <a:pathLst>
                <a:path w="22347" h="14786" extrusionOk="0">
                  <a:moveTo>
                    <a:pt x="13879" y="0"/>
                  </a:moveTo>
                  <a:lnTo>
                    <a:pt x="22234" y="5064"/>
                  </a:lnTo>
                  <a:lnTo>
                    <a:pt x="9402" y="14646"/>
                  </a:lnTo>
                  <a:lnTo>
                    <a:pt x="0" y="6751"/>
                  </a:lnTo>
                  <a:lnTo>
                    <a:pt x="9360" y="14786"/>
                  </a:lnTo>
                  <a:lnTo>
                    <a:pt x="22346" y="5064"/>
                  </a:lnTo>
                  <a:lnTo>
                    <a:pt x="1387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6" name="Google Shape;3216;p44"/>
            <p:cNvSpPr/>
            <p:nvPr/>
          </p:nvSpPr>
          <p:spPr>
            <a:xfrm>
              <a:off x="2163097" y="3236135"/>
              <a:ext cx="43961" cy="235592"/>
            </a:xfrm>
            <a:custGeom>
              <a:avLst/>
              <a:gdLst/>
              <a:ahLst/>
              <a:cxnLst/>
              <a:rect l="l" t="t" r="r" b="b"/>
              <a:pathLst>
                <a:path w="518" h="2776" extrusionOk="0">
                  <a:moveTo>
                    <a:pt x="113" y="0"/>
                  </a:moveTo>
                  <a:lnTo>
                    <a:pt x="1" y="84"/>
                  </a:lnTo>
                  <a:cubicBezTo>
                    <a:pt x="461" y="2246"/>
                    <a:pt x="1" y="2776"/>
                    <a:pt x="1" y="2776"/>
                  </a:cubicBezTo>
                  <a:cubicBezTo>
                    <a:pt x="517" y="2204"/>
                    <a:pt x="113" y="0"/>
                    <a:pt x="11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7" name="Google Shape;3217;p44"/>
            <p:cNvSpPr/>
            <p:nvPr/>
          </p:nvSpPr>
          <p:spPr>
            <a:xfrm>
              <a:off x="1780768" y="2134043"/>
              <a:ext cx="987348" cy="902057"/>
            </a:xfrm>
            <a:custGeom>
              <a:avLst/>
              <a:gdLst/>
              <a:ahLst/>
              <a:cxnLst/>
              <a:rect l="l" t="t" r="r" b="b"/>
              <a:pathLst>
                <a:path w="11634" h="10629" extrusionOk="0">
                  <a:moveTo>
                    <a:pt x="9318" y="335"/>
                  </a:moveTo>
                  <a:lnTo>
                    <a:pt x="11285" y="1451"/>
                  </a:lnTo>
                  <a:lnTo>
                    <a:pt x="11090" y="3445"/>
                  </a:lnTo>
                  <a:lnTo>
                    <a:pt x="8942" y="4310"/>
                  </a:lnTo>
                  <a:lnTo>
                    <a:pt x="6989" y="3180"/>
                  </a:lnTo>
                  <a:lnTo>
                    <a:pt x="7170" y="1200"/>
                  </a:lnTo>
                  <a:lnTo>
                    <a:pt x="9318" y="335"/>
                  </a:lnTo>
                  <a:close/>
                  <a:moveTo>
                    <a:pt x="6794" y="3404"/>
                  </a:moveTo>
                  <a:lnTo>
                    <a:pt x="8816" y="4561"/>
                  </a:lnTo>
                  <a:lnTo>
                    <a:pt x="8467" y="6626"/>
                  </a:lnTo>
                  <a:lnTo>
                    <a:pt x="6277" y="7463"/>
                  </a:lnTo>
                  <a:lnTo>
                    <a:pt x="4297" y="6319"/>
                  </a:lnTo>
                  <a:lnTo>
                    <a:pt x="2065" y="7211"/>
                  </a:lnTo>
                  <a:lnTo>
                    <a:pt x="461" y="6068"/>
                  </a:lnTo>
                  <a:lnTo>
                    <a:pt x="2344" y="5189"/>
                  </a:lnTo>
                  <a:lnTo>
                    <a:pt x="4297" y="6319"/>
                  </a:lnTo>
                  <a:lnTo>
                    <a:pt x="6612" y="5384"/>
                  </a:lnTo>
                  <a:lnTo>
                    <a:pt x="6794" y="3404"/>
                  </a:lnTo>
                  <a:close/>
                  <a:moveTo>
                    <a:pt x="9360" y="0"/>
                  </a:moveTo>
                  <a:lnTo>
                    <a:pt x="6849" y="1004"/>
                  </a:lnTo>
                  <a:lnTo>
                    <a:pt x="6654" y="3152"/>
                  </a:lnTo>
                  <a:lnTo>
                    <a:pt x="4701" y="2023"/>
                  </a:lnTo>
                  <a:lnTo>
                    <a:pt x="2372" y="2957"/>
                  </a:lnTo>
                  <a:lnTo>
                    <a:pt x="2190" y="4994"/>
                  </a:lnTo>
                  <a:lnTo>
                    <a:pt x="1" y="6026"/>
                  </a:lnTo>
                  <a:lnTo>
                    <a:pt x="1967" y="7365"/>
                  </a:lnTo>
                  <a:lnTo>
                    <a:pt x="1772" y="9401"/>
                  </a:lnTo>
                  <a:lnTo>
                    <a:pt x="3892" y="10629"/>
                  </a:lnTo>
                  <a:lnTo>
                    <a:pt x="6208" y="9694"/>
                  </a:lnTo>
                  <a:lnTo>
                    <a:pt x="6403" y="7630"/>
                  </a:lnTo>
                  <a:lnTo>
                    <a:pt x="8621" y="6821"/>
                  </a:lnTo>
                  <a:lnTo>
                    <a:pt x="9095" y="4547"/>
                  </a:lnTo>
                  <a:lnTo>
                    <a:pt x="11410" y="3627"/>
                  </a:lnTo>
                  <a:lnTo>
                    <a:pt x="11634" y="1311"/>
                  </a:lnTo>
                  <a:lnTo>
                    <a:pt x="9360" y="0"/>
                  </a:lnTo>
                  <a:close/>
                </a:path>
              </a:pathLst>
            </a:custGeom>
            <a:solidFill>
              <a:srgbClr val="B6CA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8" name="Google Shape;3218;p44"/>
            <p:cNvSpPr/>
            <p:nvPr/>
          </p:nvSpPr>
          <p:spPr>
            <a:xfrm>
              <a:off x="1368821" y="2158824"/>
              <a:ext cx="1999478" cy="1053715"/>
            </a:xfrm>
            <a:custGeom>
              <a:avLst/>
              <a:gdLst/>
              <a:ahLst/>
              <a:cxnLst/>
              <a:rect l="l" t="t" r="r" b="b"/>
              <a:pathLst>
                <a:path w="23560" h="12416" extrusionOk="0">
                  <a:moveTo>
                    <a:pt x="22346" y="1"/>
                  </a:moveTo>
                  <a:lnTo>
                    <a:pt x="0" y="1703"/>
                  </a:lnTo>
                  <a:lnTo>
                    <a:pt x="182" y="4646"/>
                  </a:lnTo>
                  <a:lnTo>
                    <a:pt x="9360" y="12415"/>
                  </a:lnTo>
                  <a:lnTo>
                    <a:pt x="22486" y="2275"/>
                  </a:lnTo>
                  <a:cubicBezTo>
                    <a:pt x="23560" y="1270"/>
                    <a:pt x="22346" y="1"/>
                    <a:pt x="22346" y="1"/>
                  </a:cubicBezTo>
                  <a:close/>
                </a:path>
              </a:pathLst>
            </a:custGeom>
            <a:solidFill>
              <a:srgbClr val="0260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9" name="Google Shape;3219;p44"/>
            <p:cNvSpPr/>
            <p:nvPr/>
          </p:nvSpPr>
          <p:spPr>
            <a:xfrm>
              <a:off x="1368821" y="2303269"/>
              <a:ext cx="810994" cy="909270"/>
            </a:xfrm>
            <a:custGeom>
              <a:avLst/>
              <a:gdLst/>
              <a:ahLst/>
              <a:cxnLst/>
              <a:rect l="l" t="t" r="r" b="b"/>
              <a:pathLst>
                <a:path w="9556" h="10714" extrusionOk="0">
                  <a:moveTo>
                    <a:pt x="0" y="1"/>
                  </a:moveTo>
                  <a:lnTo>
                    <a:pt x="0" y="126"/>
                  </a:lnTo>
                  <a:lnTo>
                    <a:pt x="14" y="335"/>
                  </a:lnTo>
                  <a:lnTo>
                    <a:pt x="28" y="600"/>
                  </a:lnTo>
                  <a:lnTo>
                    <a:pt x="42" y="810"/>
                  </a:lnTo>
                  <a:lnTo>
                    <a:pt x="56" y="1089"/>
                  </a:lnTo>
                  <a:lnTo>
                    <a:pt x="70" y="1298"/>
                  </a:lnTo>
                  <a:lnTo>
                    <a:pt x="84" y="1563"/>
                  </a:lnTo>
                  <a:lnTo>
                    <a:pt x="98" y="1772"/>
                  </a:lnTo>
                  <a:lnTo>
                    <a:pt x="112" y="2051"/>
                  </a:lnTo>
                  <a:lnTo>
                    <a:pt x="126" y="2246"/>
                  </a:lnTo>
                  <a:lnTo>
                    <a:pt x="154" y="2525"/>
                  </a:lnTo>
                  <a:lnTo>
                    <a:pt x="154" y="2735"/>
                  </a:lnTo>
                  <a:lnTo>
                    <a:pt x="154" y="2818"/>
                  </a:lnTo>
                  <a:lnTo>
                    <a:pt x="9346" y="10713"/>
                  </a:lnTo>
                  <a:cubicBezTo>
                    <a:pt x="9374" y="10699"/>
                    <a:pt x="9388" y="10671"/>
                    <a:pt x="9402" y="10643"/>
                  </a:cubicBezTo>
                  <a:cubicBezTo>
                    <a:pt x="9430" y="10602"/>
                    <a:pt x="9444" y="10560"/>
                    <a:pt x="9458" y="10504"/>
                  </a:cubicBezTo>
                  <a:cubicBezTo>
                    <a:pt x="9485" y="10434"/>
                    <a:pt x="9499" y="10365"/>
                    <a:pt x="9513" y="10295"/>
                  </a:cubicBezTo>
                  <a:cubicBezTo>
                    <a:pt x="9513" y="10239"/>
                    <a:pt x="9527" y="10183"/>
                    <a:pt x="9541" y="10113"/>
                  </a:cubicBezTo>
                  <a:cubicBezTo>
                    <a:pt x="9541" y="10058"/>
                    <a:pt x="9555" y="9960"/>
                    <a:pt x="9555" y="9876"/>
                  </a:cubicBezTo>
                  <a:lnTo>
                    <a:pt x="9555" y="9681"/>
                  </a:lnTo>
                  <a:cubicBezTo>
                    <a:pt x="9555" y="9611"/>
                    <a:pt x="9555" y="9500"/>
                    <a:pt x="9541" y="9402"/>
                  </a:cubicBezTo>
                  <a:cubicBezTo>
                    <a:pt x="9541" y="9332"/>
                    <a:pt x="9527" y="9263"/>
                    <a:pt x="9527" y="9193"/>
                  </a:cubicBezTo>
                  <a:cubicBezTo>
                    <a:pt x="9513" y="9123"/>
                    <a:pt x="9499" y="9012"/>
                    <a:pt x="9485" y="8900"/>
                  </a:cubicBezTo>
                  <a:cubicBezTo>
                    <a:pt x="9485" y="8830"/>
                    <a:pt x="9472" y="8760"/>
                    <a:pt x="9458" y="8691"/>
                  </a:cubicBezTo>
                  <a:cubicBezTo>
                    <a:pt x="9444" y="8607"/>
                    <a:pt x="9430" y="8481"/>
                    <a:pt x="9416" y="8384"/>
                  </a:cubicBezTo>
                  <a:cubicBezTo>
                    <a:pt x="9402" y="8300"/>
                    <a:pt x="9388" y="8230"/>
                    <a:pt x="9374" y="8147"/>
                  </a:cubicBezTo>
                  <a:cubicBezTo>
                    <a:pt x="9374" y="8105"/>
                    <a:pt x="9346" y="8063"/>
                    <a:pt x="9346" y="8035"/>
                  </a:cubicBez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0" name="Google Shape;3220;p44"/>
            <p:cNvSpPr/>
            <p:nvPr/>
          </p:nvSpPr>
          <p:spPr>
            <a:xfrm>
              <a:off x="1370009" y="2313963"/>
              <a:ext cx="799112" cy="700836"/>
            </a:xfrm>
            <a:custGeom>
              <a:avLst/>
              <a:gdLst/>
              <a:ahLst/>
              <a:cxnLst/>
              <a:rect l="l" t="t" r="r" b="b"/>
              <a:pathLst>
                <a:path w="9416" h="8258" extrusionOk="0">
                  <a:moveTo>
                    <a:pt x="0" y="0"/>
                  </a:moveTo>
                  <a:lnTo>
                    <a:pt x="0" y="209"/>
                  </a:lnTo>
                  <a:lnTo>
                    <a:pt x="9416" y="8258"/>
                  </a:lnTo>
                  <a:cubicBezTo>
                    <a:pt x="9402" y="8174"/>
                    <a:pt x="9388" y="8104"/>
                    <a:pt x="9374" y="8021"/>
                  </a:cubicBezTo>
                  <a:lnTo>
                    <a:pt x="0" y="0"/>
                  </a:ln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1" name="Google Shape;3221;p44"/>
            <p:cNvSpPr/>
            <p:nvPr/>
          </p:nvSpPr>
          <p:spPr>
            <a:xfrm>
              <a:off x="1372385" y="2354190"/>
              <a:ext cx="802677" cy="704400"/>
            </a:xfrm>
            <a:custGeom>
              <a:avLst/>
              <a:gdLst/>
              <a:ahLst/>
              <a:cxnLst/>
              <a:rect l="l" t="t" r="r" b="b"/>
              <a:pathLst>
                <a:path w="9458" h="8300" extrusionOk="0">
                  <a:moveTo>
                    <a:pt x="0" y="0"/>
                  </a:moveTo>
                  <a:lnTo>
                    <a:pt x="14" y="210"/>
                  </a:lnTo>
                  <a:lnTo>
                    <a:pt x="9457" y="8300"/>
                  </a:lnTo>
                  <a:cubicBezTo>
                    <a:pt x="9457" y="8230"/>
                    <a:pt x="9443" y="8160"/>
                    <a:pt x="9430" y="8077"/>
                  </a:cubicBezTo>
                  <a:lnTo>
                    <a:pt x="0" y="0"/>
                  </a:ln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2" name="Google Shape;3222;p44"/>
            <p:cNvSpPr/>
            <p:nvPr/>
          </p:nvSpPr>
          <p:spPr>
            <a:xfrm>
              <a:off x="1374761" y="2395605"/>
              <a:ext cx="805053" cy="705673"/>
            </a:xfrm>
            <a:custGeom>
              <a:avLst/>
              <a:gdLst/>
              <a:ahLst/>
              <a:cxnLst/>
              <a:rect l="l" t="t" r="r" b="b"/>
              <a:pathLst>
                <a:path w="9486" h="8315" extrusionOk="0">
                  <a:moveTo>
                    <a:pt x="0" y="1"/>
                  </a:moveTo>
                  <a:lnTo>
                    <a:pt x="14" y="210"/>
                  </a:lnTo>
                  <a:lnTo>
                    <a:pt x="9485" y="8314"/>
                  </a:lnTo>
                  <a:cubicBezTo>
                    <a:pt x="9485" y="8244"/>
                    <a:pt x="9471" y="8175"/>
                    <a:pt x="9471" y="8105"/>
                  </a:cubicBezTo>
                  <a:lnTo>
                    <a:pt x="0" y="1"/>
                  </a:ln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3" name="Google Shape;3223;p44"/>
            <p:cNvSpPr/>
            <p:nvPr/>
          </p:nvSpPr>
          <p:spPr>
            <a:xfrm>
              <a:off x="1377138" y="2435833"/>
              <a:ext cx="803865" cy="705673"/>
            </a:xfrm>
            <a:custGeom>
              <a:avLst/>
              <a:gdLst/>
              <a:ahLst/>
              <a:cxnLst/>
              <a:rect l="l" t="t" r="r" b="b"/>
              <a:pathLst>
                <a:path w="9472" h="8315" extrusionOk="0">
                  <a:moveTo>
                    <a:pt x="0" y="1"/>
                  </a:moveTo>
                  <a:lnTo>
                    <a:pt x="14" y="210"/>
                  </a:lnTo>
                  <a:lnTo>
                    <a:pt x="9471" y="8314"/>
                  </a:lnTo>
                  <a:lnTo>
                    <a:pt x="9471" y="8119"/>
                  </a:lnTo>
                  <a:lnTo>
                    <a:pt x="0" y="1"/>
                  </a:ln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4" name="Google Shape;3224;p44"/>
            <p:cNvSpPr/>
            <p:nvPr/>
          </p:nvSpPr>
          <p:spPr>
            <a:xfrm>
              <a:off x="1379429" y="2477333"/>
              <a:ext cx="800385" cy="699648"/>
            </a:xfrm>
            <a:custGeom>
              <a:avLst/>
              <a:gdLst/>
              <a:ahLst/>
              <a:cxnLst/>
              <a:rect l="l" t="t" r="r" b="b"/>
              <a:pathLst>
                <a:path w="9431" h="8244" extrusionOk="0">
                  <a:moveTo>
                    <a:pt x="1" y="0"/>
                  </a:moveTo>
                  <a:lnTo>
                    <a:pt x="15" y="195"/>
                  </a:lnTo>
                  <a:lnTo>
                    <a:pt x="9402" y="8244"/>
                  </a:lnTo>
                  <a:cubicBezTo>
                    <a:pt x="9402" y="8188"/>
                    <a:pt x="9416" y="8132"/>
                    <a:pt x="9430" y="8062"/>
                  </a:cubicBezTo>
                  <a:lnTo>
                    <a:pt x="1" y="0"/>
                  </a:ln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5" name="Google Shape;3225;p44"/>
            <p:cNvSpPr/>
            <p:nvPr/>
          </p:nvSpPr>
          <p:spPr>
            <a:xfrm>
              <a:off x="1381805" y="2517560"/>
              <a:ext cx="790880" cy="689039"/>
            </a:xfrm>
            <a:custGeom>
              <a:avLst/>
              <a:gdLst/>
              <a:ahLst/>
              <a:cxnLst/>
              <a:rect l="l" t="t" r="r" b="b"/>
              <a:pathLst>
                <a:path w="9319" h="8119" extrusionOk="0">
                  <a:moveTo>
                    <a:pt x="1" y="0"/>
                  </a:moveTo>
                  <a:lnTo>
                    <a:pt x="15" y="210"/>
                  </a:lnTo>
                  <a:lnTo>
                    <a:pt x="9263" y="8118"/>
                  </a:lnTo>
                  <a:cubicBezTo>
                    <a:pt x="9277" y="8077"/>
                    <a:pt x="9305" y="8035"/>
                    <a:pt x="9319" y="7979"/>
                  </a:cubicBezTo>
                  <a:lnTo>
                    <a:pt x="1" y="0"/>
                  </a:ln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6" name="Google Shape;3226;p44"/>
            <p:cNvSpPr/>
            <p:nvPr/>
          </p:nvSpPr>
          <p:spPr>
            <a:xfrm>
              <a:off x="1368821" y="1730328"/>
              <a:ext cx="1896534" cy="1253748"/>
            </a:xfrm>
            <a:custGeom>
              <a:avLst/>
              <a:gdLst/>
              <a:ahLst/>
              <a:cxnLst/>
              <a:rect l="l" t="t" r="r" b="b"/>
              <a:pathLst>
                <a:path w="22347" h="14773" extrusionOk="0">
                  <a:moveTo>
                    <a:pt x="13879" y="1"/>
                  </a:moveTo>
                  <a:lnTo>
                    <a:pt x="0" y="6752"/>
                  </a:lnTo>
                  <a:lnTo>
                    <a:pt x="9360" y="14772"/>
                  </a:lnTo>
                  <a:lnTo>
                    <a:pt x="22346" y="5050"/>
                  </a:lnTo>
                  <a:lnTo>
                    <a:pt x="13879" y="1"/>
                  </a:lnTo>
                  <a:close/>
                </a:path>
              </a:pathLst>
            </a:custGeom>
            <a:gradFill>
              <a:gsLst>
                <a:gs pos="0">
                  <a:srgbClr val="11E7FF"/>
                </a:gs>
                <a:gs pos="100000">
                  <a:srgbClr val="067B88"/>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7" name="Google Shape;3227;p44"/>
            <p:cNvSpPr/>
            <p:nvPr/>
          </p:nvSpPr>
          <p:spPr>
            <a:xfrm>
              <a:off x="1368821" y="1730328"/>
              <a:ext cx="1896534" cy="1253748"/>
            </a:xfrm>
            <a:custGeom>
              <a:avLst/>
              <a:gdLst/>
              <a:ahLst/>
              <a:cxnLst/>
              <a:rect l="l" t="t" r="r" b="b"/>
              <a:pathLst>
                <a:path w="22347" h="14773" extrusionOk="0">
                  <a:moveTo>
                    <a:pt x="13879" y="1"/>
                  </a:moveTo>
                  <a:lnTo>
                    <a:pt x="22234" y="5050"/>
                  </a:lnTo>
                  <a:lnTo>
                    <a:pt x="9402" y="14633"/>
                  </a:lnTo>
                  <a:lnTo>
                    <a:pt x="0" y="6752"/>
                  </a:lnTo>
                  <a:lnTo>
                    <a:pt x="0" y="6752"/>
                  </a:lnTo>
                  <a:lnTo>
                    <a:pt x="9360" y="14772"/>
                  </a:lnTo>
                  <a:lnTo>
                    <a:pt x="22346" y="5050"/>
                  </a:lnTo>
                  <a:lnTo>
                    <a:pt x="13879" y="1"/>
                  </a:lnTo>
                  <a:close/>
                </a:path>
              </a:pathLst>
            </a:custGeom>
            <a:solidFill>
              <a:srgbClr val="05F3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8" name="Google Shape;3228;p44"/>
            <p:cNvSpPr/>
            <p:nvPr/>
          </p:nvSpPr>
          <p:spPr>
            <a:xfrm>
              <a:off x="2163097" y="2976864"/>
              <a:ext cx="43961" cy="235677"/>
            </a:xfrm>
            <a:custGeom>
              <a:avLst/>
              <a:gdLst/>
              <a:ahLst/>
              <a:cxnLst/>
              <a:rect l="l" t="t" r="r" b="b"/>
              <a:pathLst>
                <a:path w="518" h="2777" extrusionOk="0">
                  <a:moveTo>
                    <a:pt x="113" y="0"/>
                  </a:moveTo>
                  <a:lnTo>
                    <a:pt x="1" y="84"/>
                  </a:lnTo>
                  <a:cubicBezTo>
                    <a:pt x="461" y="2246"/>
                    <a:pt x="1" y="2776"/>
                    <a:pt x="1" y="2776"/>
                  </a:cubicBezTo>
                  <a:cubicBezTo>
                    <a:pt x="517" y="2204"/>
                    <a:pt x="113" y="1"/>
                    <a:pt x="113" y="0"/>
                  </a:cubicBezTo>
                  <a:close/>
                </a:path>
              </a:pathLst>
            </a:custGeom>
            <a:solidFill>
              <a:srgbClr val="05F3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9" name="Google Shape;3229;p44"/>
            <p:cNvSpPr/>
            <p:nvPr/>
          </p:nvSpPr>
          <p:spPr>
            <a:xfrm>
              <a:off x="1819807" y="1903203"/>
              <a:ext cx="918691" cy="606124"/>
            </a:xfrm>
            <a:custGeom>
              <a:avLst/>
              <a:gdLst/>
              <a:ahLst/>
              <a:cxnLst/>
              <a:rect l="l" t="t" r="r" b="b"/>
              <a:pathLst>
                <a:path w="10825" h="7142" extrusionOk="0">
                  <a:moveTo>
                    <a:pt x="8858" y="0"/>
                  </a:moveTo>
                  <a:lnTo>
                    <a:pt x="6710" y="865"/>
                  </a:lnTo>
                  <a:lnTo>
                    <a:pt x="6529" y="2846"/>
                  </a:lnTo>
                  <a:lnTo>
                    <a:pt x="8482" y="3975"/>
                  </a:lnTo>
                  <a:lnTo>
                    <a:pt x="10630" y="3111"/>
                  </a:lnTo>
                  <a:lnTo>
                    <a:pt x="10825" y="1130"/>
                  </a:lnTo>
                  <a:lnTo>
                    <a:pt x="8858" y="0"/>
                  </a:lnTo>
                  <a:close/>
                  <a:moveTo>
                    <a:pt x="1898" y="4868"/>
                  </a:moveTo>
                  <a:lnTo>
                    <a:pt x="1" y="5733"/>
                  </a:lnTo>
                  <a:lnTo>
                    <a:pt x="1605" y="6891"/>
                  </a:lnTo>
                  <a:lnTo>
                    <a:pt x="3837" y="5998"/>
                  </a:lnTo>
                  <a:lnTo>
                    <a:pt x="1898" y="4868"/>
                  </a:lnTo>
                  <a:close/>
                  <a:moveTo>
                    <a:pt x="6334" y="3083"/>
                  </a:moveTo>
                  <a:lnTo>
                    <a:pt x="6152" y="5063"/>
                  </a:lnTo>
                  <a:lnTo>
                    <a:pt x="3837" y="5998"/>
                  </a:lnTo>
                  <a:lnTo>
                    <a:pt x="5817" y="7142"/>
                  </a:lnTo>
                  <a:lnTo>
                    <a:pt x="8007" y="6305"/>
                  </a:lnTo>
                  <a:lnTo>
                    <a:pt x="8356" y="4240"/>
                  </a:lnTo>
                  <a:lnTo>
                    <a:pt x="6334" y="3083"/>
                  </a:lnTo>
                  <a:close/>
                </a:path>
              </a:pathLst>
            </a:custGeom>
            <a:solidFill>
              <a:srgbClr val="B6CA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0" name="Google Shape;3230;p44"/>
            <p:cNvSpPr/>
            <p:nvPr/>
          </p:nvSpPr>
          <p:spPr>
            <a:xfrm>
              <a:off x="1501384" y="2239364"/>
              <a:ext cx="1720094" cy="1093857"/>
            </a:xfrm>
            <a:custGeom>
              <a:avLst/>
              <a:gdLst/>
              <a:ahLst/>
              <a:cxnLst/>
              <a:rect l="l" t="t" r="r" b="b"/>
              <a:pathLst>
                <a:path w="20268" h="12889" extrusionOk="0">
                  <a:moveTo>
                    <a:pt x="1" y="0"/>
                  </a:moveTo>
                  <a:lnTo>
                    <a:pt x="9318" y="7854"/>
                  </a:lnTo>
                  <a:lnTo>
                    <a:pt x="9904" y="12889"/>
                  </a:lnTo>
                  <a:lnTo>
                    <a:pt x="20268" y="4882"/>
                  </a:lnTo>
                  <a:lnTo>
                    <a:pt x="20268" y="2999"/>
                  </a:lnTo>
                  <a:lnTo>
                    <a:pt x="1" y="0"/>
                  </a:ln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1" name="Google Shape;3231;p44"/>
            <p:cNvSpPr/>
            <p:nvPr/>
          </p:nvSpPr>
          <p:spPr>
            <a:xfrm>
              <a:off x="1358127" y="2006148"/>
              <a:ext cx="1999563" cy="1052442"/>
            </a:xfrm>
            <a:custGeom>
              <a:avLst/>
              <a:gdLst/>
              <a:ahLst/>
              <a:cxnLst/>
              <a:rect l="l" t="t" r="r" b="b"/>
              <a:pathLst>
                <a:path w="23561" h="12401" extrusionOk="0">
                  <a:moveTo>
                    <a:pt x="1214" y="1"/>
                  </a:moveTo>
                  <a:cubicBezTo>
                    <a:pt x="1214" y="1"/>
                    <a:pt x="1" y="1256"/>
                    <a:pt x="1075" y="2260"/>
                  </a:cubicBezTo>
                  <a:lnTo>
                    <a:pt x="12206" y="10853"/>
                  </a:lnTo>
                  <a:lnTo>
                    <a:pt x="14215" y="12401"/>
                  </a:lnTo>
                  <a:lnTo>
                    <a:pt x="14284" y="12345"/>
                  </a:lnTo>
                  <a:lnTo>
                    <a:pt x="23393" y="4645"/>
                  </a:lnTo>
                  <a:lnTo>
                    <a:pt x="23393" y="4520"/>
                  </a:lnTo>
                  <a:lnTo>
                    <a:pt x="23393" y="4422"/>
                  </a:lnTo>
                  <a:lnTo>
                    <a:pt x="23393" y="4213"/>
                  </a:lnTo>
                  <a:lnTo>
                    <a:pt x="23421" y="3948"/>
                  </a:lnTo>
                  <a:lnTo>
                    <a:pt x="23448" y="3725"/>
                  </a:lnTo>
                  <a:lnTo>
                    <a:pt x="23462" y="3460"/>
                  </a:lnTo>
                  <a:lnTo>
                    <a:pt x="23476" y="3251"/>
                  </a:lnTo>
                  <a:lnTo>
                    <a:pt x="23490" y="2972"/>
                  </a:lnTo>
                  <a:lnTo>
                    <a:pt x="23504" y="2776"/>
                  </a:lnTo>
                  <a:lnTo>
                    <a:pt x="23518" y="2553"/>
                  </a:lnTo>
                  <a:lnTo>
                    <a:pt x="23518" y="2497"/>
                  </a:lnTo>
                  <a:lnTo>
                    <a:pt x="23518" y="2414"/>
                  </a:lnTo>
                  <a:lnTo>
                    <a:pt x="23518" y="2288"/>
                  </a:lnTo>
                  <a:lnTo>
                    <a:pt x="23546" y="2009"/>
                  </a:lnTo>
                  <a:lnTo>
                    <a:pt x="23546" y="1814"/>
                  </a:lnTo>
                  <a:lnTo>
                    <a:pt x="23560" y="1688"/>
                  </a:lnTo>
                  <a:lnTo>
                    <a:pt x="16474" y="1172"/>
                  </a:lnTo>
                  <a:lnTo>
                    <a:pt x="11969" y="824"/>
                  </a:lnTo>
                  <a:lnTo>
                    <a:pt x="10755" y="726"/>
                  </a:lnTo>
                  <a:lnTo>
                    <a:pt x="10225" y="684"/>
                  </a:lnTo>
                  <a:lnTo>
                    <a:pt x="8802" y="572"/>
                  </a:lnTo>
                  <a:lnTo>
                    <a:pt x="7840" y="503"/>
                  </a:lnTo>
                  <a:lnTo>
                    <a:pt x="1340" y="15"/>
                  </a:lnTo>
                  <a:lnTo>
                    <a:pt x="1214" y="1"/>
                  </a:lnTo>
                  <a:close/>
                </a:path>
              </a:pathLst>
            </a:custGeom>
            <a:gradFill>
              <a:gsLst>
                <a:gs pos="0">
                  <a:srgbClr val="EB667A"/>
                </a:gs>
                <a:gs pos="100000">
                  <a:srgbClr val="B01F3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2" name="Google Shape;3232;p44"/>
            <p:cNvSpPr/>
            <p:nvPr/>
          </p:nvSpPr>
          <p:spPr>
            <a:xfrm>
              <a:off x="2545511" y="2149404"/>
              <a:ext cx="812182" cy="909186"/>
            </a:xfrm>
            <a:custGeom>
              <a:avLst/>
              <a:gdLst/>
              <a:ahLst/>
              <a:cxnLst/>
              <a:rect l="l" t="t" r="r" b="b"/>
              <a:pathLst>
                <a:path w="9570" h="10713" extrusionOk="0">
                  <a:moveTo>
                    <a:pt x="9569" y="0"/>
                  </a:moveTo>
                  <a:lnTo>
                    <a:pt x="210" y="8035"/>
                  </a:lnTo>
                  <a:cubicBezTo>
                    <a:pt x="210" y="8077"/>
                    <a:pt x="196" y="8118"/>
                    <a:pt x="196" y="8160"/>
                  </a:cubicBezTo>
                  <a:cubicBezTo>
                    <a:pt x="182" y="8230"/>
                    <a:pt x="168" y="8314"/>
                    <a:pt x="154" y="8383"/>
                  </a:cubicBezTo>
                  <a:cubicBezTo>
                    <a:pt x="126" y="8495"/>
                    <a:pt x="112" y="8607"/>
                    <a:pt x="98" y="8690"/>
                  </a:cubicBezTo>
                  <a:cubicBezTo>
                    <a:pt x="84" y="8760"/>
                    <a:pt x="84" y="8844"/>
                    <a:pt x="70" y="8914"/>
                  </a:cubicBezTo>
                  <a:cubicBezTo>
                    <a:pt x="56" y="9011"/>
                    <a:pt x="42" y="9123"/>
                    <a:pt x="42" y="9193"/>
                  </a:cubicBezTo>
                  <a:cubicBezTo>
                    <a:pt x="28" y="9276"/>
                    <a:pt x="14" y="9346"/>
                    <a:pt x="14" y="9402"/>
                  </a:cubicBezTo>
                  <a:cubicBezTo>
                    <a:pt x="0" y="9499"/>
                    <a:pt x="0" y="9611"/>
                    <a:pt x="0" y="9681"/>
                  </a:cubicBezTo>
                  <a:lnTo>
                    <a:pt x="0" y="9876"/>
                  </a:lnTo>
                  <a:cubicBezTo>
                    <a:pt x="14" y="9974"/>
                    <a:pt x="14" y="10057"/>
                    <a:pt x="14" y="10127"/>
                  </a:cubicBezTo>
                  <a:cubicBezTo>
                    <a:pt x="28" y="10183"/>
                    <a:pt x="42" y="10239"/>
                    <a:pt x="42" y="10294"/>
                  </a:cubicBezTo>
                  <a:cubicBezTo>
                    <a:pt x="56" y="10364"/>
                    <a:pt x="70" y="10448"/>
                    <a:pt x="98" y="10518"/>
                  </a:cubicBezTo>
                  <a:cubicBezTo>
                    <a:pt x="112" y="10559"/>
                    <a:pt x="140" y="10601"/>
                    <a:pt x="154" y="10657"/>
                  </a:cubicBezTo>
                  <a:cubicBezTo>
                    <a:pt x="168" y="10671"/>
                    <a:pt x="196" y="10699"/>
                    <a:pt x="210" y="10713"/>
                  </a:cubicBezTo>
                  <a:lnTo>
                    <a:pt x="9402" y="2818"/>
                  </a:lnTo>
                  <a:lnTo>
                    <a:pt x="9402" y="2734"/>
                  </a:lnTo>
                  <a:lnTo>
                    <a:pt x="9416" y="2525"/>
                  </a:lnTo>
                  <a:lnTo>
                    <a:pt x="9430" y="2260"/>
                  </a:lnTo>
                  <a:lnTo>
                    <a:pt x="9444" y="2051"/>
                  </a:lnTo>
                  <a:lnTo>
                    <a:pt x="9457" y="1772"/>
                  </a:lnTo>
                  <a:lnTo>
                    <a:pt x="9471" y="1563"/>
                  </a:lnTo>
                  <a:lnTo>
                    <a:pt x="9485" y="1298"/>
                  </a:lnTo>
                  <a:lnTo>
                    <a:pt x="9499" y="1088"/>
                  </a:lnTo>
                  <a:lnTo>
                    <a:pt x="9513" y="809"/>
                  </a:lnTo>
                  <a:lnTo>
                    <a:pt x="9527" y="600"/>
                  </a:lnTo>
                  <a:lnTo>
                    <a:pt x="9555" y="335"/>
                  </a:lnTo>
                  <a:lnTo>
                    <a:pt x="9555" y="126"/>
                  </a:lnTo>
                  <a:lnTo>
                    <a:pt x="956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3" name="Google Shape;3233;p44"/>
            <p:cNvSpPr/>
            <p:nvPr/>
          </p:nvSpPr>
          <p:spPr>
            <a:xfrm>
              <a:off x="2558496" y="2160013"/>
              <a:ext cx="798009" cy="700921"/>
            </a:xfrm>
            <a:custGeom>
              <a:avLst/>
              <a:gdLst/>
              <a:ahLst/>
              <a:cxnLst/>
              <a:rect l="l" t="t" r="r" b="b"/>
              <a:pathLst>
                <a:path w="9403" h="8259" extrusionOk="0">
                  <a:moveTo>
                    <a:pt x="9402" y="1"/>
                  </a:moveTo>
                  <a:lnTo>
                    <a:pt x="29" y="8035"/>
                  </a:lnTo>
                  <a:cubicBezTo>
                    <a:pt x="15" y="8119"/>
                    <a:pt x="1" y="8189"/>
                    <a:pt x="1" y="8258"/>
                  </a:cubicBezTo>
                  <a:lnTo>
                    <a:pt x="9402" y="210"/>
                  </a:lnTo>
                  <a:lnTo>
                    <a:pt x="9402" y="1"/>
                  </a:ln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4" name="Google Shape;3234;p44"/>
            <p:cNvSpPr/>
            <p:nvPr/>
          </p:nvSpPr>
          <p:spPr>
            <a:xfrm>
              <a:off x="2551452" y="2201513"/>
              <a:ext cx="802677" cy="704400"/>
            </a:xfrm>
            <a:custGeom>
              <a:avLst/>
              <a:gdLst/>
              <a:ahLst/>
              <a:cxnLst/>
              <a:rect l="l" t="t" r="r" b="b"/>
              <a:pathLst>
                <a:path w="9458" h="8300" extrusionOk="0">
                  <a:moveTo>
                    <a:pt x="9457" y="0"/>
                  </a:moveTo>
                  <a:lnTo>
                    <a:pt x="28" y="8076"/>
                  </a:lnTo>
                  <a:cubicBezTo>
                    <a:pt x="14" y="8146"/>
                    <a:pt x="0" y="8230"/>
                    <a:pt x="0" y="8300"/>
                  </a:cubicBezTo>
                  <a:lnTo>
                    <a:pt x="9443" y="195"/>
                  </a:lnTo>
                  <a:lnTo>
                    <a:pt x="9457" y="0"/>
                  </a:ln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5" name="Google Shape;3235;p44"/>
            <p:cNvSpPr/>
            <p:nvPr/>
          </p:nvSpPr>
          <p:spPr>
            <a:xfrm>
              <a:off x="2546699" y="2241740"/>
              <a:ext cx="805053" cy="705588"/>
            </a:xfrm>
            <a:custGeom>
              <a:avLst/>
              <a:gdLst/>
              <a:ahLst/>
              <a:cxnLst/>
              <a:rect l="l" t="t" r="r" b="b"/>
              <a:pathLst>
                <a:path w="9486" h="8314" extrusionOk="0">
                  <a:moveTo>
                    <a:pt x="9485" y="0"/>
                  </a:moveTo>
                  <a:lnTo>
                    <a:pt x="14" y="8105"/>
                  </a:lnTo>
                  <a:cubicBezTo>
                    <a:pt x="0" y="8174"/>
                    <a:pt x="0" y="8258"/>
                    <a:pt x="0" y="8314"/>
                  </a:cubicBezTo>
                  <a:lnTo>
                    <a:pt x="9471" y="210"/>
                  </a:lnTo>
                  <a:lnTo>
                    <a:pt x="9485" y="0"/>
                  </a:ln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6" name="Google Shape;3236;p44"/>
            <p:cNvSpPr/>
            <p:nvPr/>
          </p:nvSpPr>
          <p:spPr>
            <a:xfrm>
              <a:off x="2546699" y="2283156"/>
              <a:ext cx="802677" cy="704400"/>
            </a:xfrm>
            <a:custGeom>
              <a:avLst/>
              <a:gdLst/>
              <a:ahLst/>
              <a:cxnLst/>
              <a:rect l="l" t="t" r="r" b="b"/>
              <a:pathLst>
                <a:path w="9458" h="8300" extrusionOk="0">
                  <a:moveTo>
                    <a:pt x="9457" y="1"/>
                  </a:moveTo>
                  <a:lnTo>
                    <a:pt x="0" y="8105"/>
                  </a:lnTo>
                  <a:lnTo>
                    <a:pt x="0" y="8300"/>
                  </a:lnTo>
                  <a:lnTo>
                    <a:pt x="9443" y="196"/>
                  </a:lnTo>
                  <a:lnTo>
                    <a:pt x="9457" y="1"/>
                  </a:ln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7" name="Google Shape;3237;p44"/>
            <p:cNvSpPr/>
            <p:nvPr/>
          </p:nvSpPr>
          <p:spPr>
            <a:xfrm>
              <a:off x="2546699" y="2323383"/>
              <a:ext cx="800301" cy="699733"/>
            </a:xfrm>
            <a:custGeom>
              <a:avLst/>
              <a:gdLst/>
              <a:ahLst/>
              <a:cxnLst/>
              <a:rect l="l" t="t" r="r" b="b"/>
              <a:pathLst>
                <a:path w="9430" h="8245" extrusionOk="0">
                  <a:moveTo>
                    <a:pt x="9430" y="1"/>
                  </a:moveTo>
                  <a:lnTo>
                    <a:pt x="0" y="8077"/>
                  </a:lnTo>
                  <a:cubicBezTo>
                    <a:pt x="14" y="8133"/>
                    <a:pt x="28" y="8189"/>
                    <a:pt x="28" y="8244"/>
                  </a:cubicBezTo>
                  <a:lnTo>
                    <a:pt x="9416" y="210"/>
                  </a:lnTo>
                  <a:lnTo>
                    <a:pt x="9430" y="1"/>
                  </a:ln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8" name="Google Shape;3238;p44"/>
            <p:cNvSpPr/>
            <p:nvPr/>
          </p:nvSpPr>
          <p:spPr>
            <a:xfrm>
              <a:off x="2553743" y="2363695"/>
              <a:ext cx="790880" cy="690227"/>
            </a:xfrm>
            <a:custGeom>
              <a:avLst/>
              <a:gdLst/>
              <a:ahLst/>
              <a:cxnLst/>
              <a:rect l="l" t="t" r="r" b="b"/>
              <a:pathLst>
                <a:path w="9319" h="8133" extrusionOk="0">
                  <a:moveTo>
                    <a:pt x="9319" y="0"/>
                  </a:moveTo>
                  <a:lnTo>
                    <a:pt x="1" y="7993"/>
                  </a:lnTo>
                  <a:cubicBezTo>
                    <a:pt x="15" y="8034"/>
                    <a:pt x="43" y="8076"/>
                    <a:pt x="57" y="8132"/>
                  </a:cubicBezTo>
                  <a:lnTo>
                    <a:pt x="9305" y="209"/>
                  </a:lnTo>
                  <a:lnTo>
                    <a:pt x="9319" y="0"/>
                  </a:ln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9" name="Google Shape;3239;p44"/>
            <p:cNvSpPr/>
            <p:nvPr/>
          </p:nvSpPr>
          <p:spPr>
            <a:xfrm>
              <a:off x="1461157" y="1576463"/>
              <a:ext cx="1896534" cy="1254851"/>
            </a:xfrm>
            <a:custGeom>
              <a:avLst/>
              <a:gdLst/>
              <a:ahLst/>
              <a:cxnLst/>
              <a:rect l="l" t="t" r="r" b="b"/>
              <a:pathLst>
                <a:path w="22347" h="14786" extrusionOk="0">
                  <a:moveTo>
                    <a:pt x="8467" y="0"/>
                  </a:moveTo>
                  <a:lnTo>
                    <a:pt x="0" y="5050"/>
                  </a:lnTo>
                  <a:lnTo>
                    <a:pt x="12987" y="14786"/>
                  </a:lnTo>
                  <a:lnTo>
                    <a:pt x="22346" y="6751"/>
                  </a:lnTo>
                  <a:lnTo>
                    <a:pt x="8467" y="0"/>
                  </a:lnTo>
                  <a:close/>
                </a:path>
              </a:pathLst>
            </a:custGeom>
            <a:gradFill>
              <a:gsLst>
                <a:gs pos="0">
                  <a:srgbClr val="EB667A"/>
                </a:gs>
                <a:gs pos="100000">
                  <a:srgbClr val="B01F3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0" name="Google Shape;3240;p44"/>
            <p:cNvSpPr/>
            <p:nvPr/>
          </p:nvSpPr>
          <p:spPr>
            <a:xfrm>
              <a:off x="1461157" y="1576463"/>
              <a:ext cx="1896534" cy="1254851"/>
            </a:xfrm>
            <a:custGeom>
              <a:avLst/>
              <a:gdLst/>
              <a:ahLst/>
              <a:cxnLst/>
              <a:rect l="l" t="t" r="r" b="b"/>
              <a:pathLst>
                <a:path w="22347" h="14786" extrusionOk="0">
                  <a:moveTo>
                    <a:pt x="8467" y="0"/>
                  </a:moveTo>
                  <a:lnTo>
                    <a:pt x="0" y="5050"/>
                  </a:lnTo>
                  <a:lnTo>
                    <a:pt x="12987" y="14786"/>
                  </a:lnTo>
                  <a:lnTo>
                    <a:pt x="22346" y="6751"/>
                  </a:lnTo>
                  <a:lnTo>
                    <a:pt x="22346" y="6751"/>
                  </a:lnTo>
                  <a:lnTo>
                    <a:pt x="12945" y="14646"/>
                  </a:lnTo>
                  <a:lnTo>
                    <a:pt x="112" y="5050"/>
                  </a:lnTo>
                  <a:lnTo>
                    <a:pt x="8467" y="0"/>
                  </a:lnTo>
                  <a:close/>
                </a:path>
              </a:pathLst>
            </a:custGeom>
            <a:solidFill>
              <a:srgbClr val="D94B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1" name="Google Shape;3241;p44"/>
            <p:cNvSpPr/>
            <p:nvPr/>
          </p:nvSpPr>
          <p:spPr>
            <a:xfrm>
              <a:off x="2519457" y="2824187"/>
              <a:ext cx="43876" cy="234404"/>
            </a:xfrm>
            <a:custGeom>
              <a:avLst/>
              <a:gdLst/>
              <a:ahLst/>
              <a:cxnLst/>
              <a:rect l="l" t="t" r="r" b="b"/>
              <a:pathLst>
                <a:path w="517" h="2762" extrusionOk="0">
                  <a:moveTo>
                    <a:pt x="405" y="0"/>
                  </a:moveTo>
                  <a:cubicBezTo>
                    <a:pt x="405" y="0"/>
                    <a:pt x="0" y="2204"/>
                    <a:pt x="517" y="2762"/>
                  </a:cubicBezTo>
                  <a:cubicBezTo>
                    <a:pt x="517" y="2762"/>
                    <a:pt x="56" y="2246"/>
                    <a:pt x="517" y="84"/>
                  </a:cubicBezTo>
                  <a:lnTo>
                    <a:pt x="405" y="0"/>
                  </a:lnTo>
                  <a:close/>
                </a:path>
              </a:pathLst>
            </a:custGeom>
            <a:solidFill>
              <a:srgbClr val="D94B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2" name="Google Shape;3242;p44"/>
            <p:cNvSpPr/>
            <p:nvPr/>
          </p:nvSpPr>
          <p:spPr>
            <a:xfrm>
              <a:off x="1958312" y="1723199"/>
              <a:ext cx="987348" cy="900953"/>
            </a:xfrm>
            <a:custGeom>
              <a:avLst/>
              <a:gdLst/>
              <a:ahLst/>
              <a:cxnLst/>
              <a:rect l="l" t="t" r="r" b="b"/>
              <a:pathLst>
                <a:path w="11634" h="10616" extrusionOk="0">
                  <a:moveTo>
                    <a:pt x="2316" y="308"/>
                  </a:moveTo>
                  <a:lnTo>
                    <a:pt x="4464" y="1173"/>
                  </a:lnTo>
                  <a:lnTo>
                    <a:pt x="4646" y="3153"/>
                  </a:lnTo>
                  <a:lnTo>
                    <a:pt x="2679" y="4283"/>
                  </a:lnTo>
                  <a:lnTo>
                    <a:pt x="545" y="3418"/>
                  </a:lnTo>
                  <a:lnTo>
                    <a:pt x="350" y="1438"/>
                  </a:lnTo>
                  <a:lnTo>
                    <a:pt x="2316" y="308"/>
                  </a:lnTo>
                  <a:close/>
                  <a:moveTo>
                    <a:pt x="4841" y="3390"/>
                  </a:moveTo>
                  <a:lnTo>
                    <a:pt x="5022" y="5371"/>
                  </a:lnTo>
                  <a:lnTo>
                    <a:pt x="7338" y="6306"/>
                  </a:lnTo>
                  <a:lnTo>
                    <a:pt x="9291" y="5190"/>
                  </a:lnTo>
                  <a:lnTo>
                    <a:pt x="11188" y="6041"/>
                  </a:lnTo>
                  <a:lnTo>
                    <a:pt x="9570" y="7198"/>
                  </a:lnTo>
                  <a:lnTo>
                    <a:pt x="7338" y="6306"/>
                  </a:lnTo>
                  <a:lnTo>
                    <a:pt x="5357" y="7449"/>
                  </a:lnTo>
                  <a:lnTo>
                    <a:pt x="3181" y="6613"/>
                  </a:lnTo>
                  <a:lnTo>
                    <a:pt x="2832" y="4548"/>
                  </a:lnTo>
                  <a:lnTo>
                    <a:pt x="4841" y="3390"/>
                  </a:lnTo>
                  <a:close/>
                  <a:moveTo>
                    <a:pt x="2288" y="1"/>
                  </a:moveTo>
                  <a:lnTo>
                    <a:pt x="1" y="1312"/>
                  </a:lnTo>
                  <a:lnTo>
                    <a:pt x="224" y="3614"/>
                  </a:lnTo>
                  <a:lnTo>
                    <a:pt x="2526" y="4548"/>
                  </a:lnTo>
                  <a:lnTo>
                    <a:pt x="3000" y="6808"/>
                  </a:lnTo>
                  <a:lnTo>
                    <a:pt x="5232" y="7617"/>
                  </a:lnTo>
                  <a:lnTo>
                    <a:pt x="5427" y="9681"/>
                  </a:lnTo>
                  <a:lnTo>
                    <a:pt x="7742" y="10616"/>
                  </a:lnTo>
                  <a:lnTo>
                    <a:pt x="9862" y="9402"/>
                  </a:lnTo>
                  <a:lnTo>
                    <a:pt x="9667" y="7366"/>
                  </a:lnTo>
                  <a:lnTo>
                    <a:pt x="11634" y="6013"/>
                  </a:lnTo>
                  <a:lnTo>
                    <a:pt x="9444" y="4981"/>
                  </a:lnTo>
                  <a:lnTo>
                    <a:pt x="9263" y="2944"/>
                  </a:lnTo>
                  <a:lnTo>
                    <a:pt x="6947" y="2009"/>
                  </a:lnTo>
                  <a:lnTo>
                    <a:pt x="4980" y="3139"/>
                  </a:lnTo>
                  <a:lnTo>
                    <a:pt x="4785" y="991"/>
                  </a:lnTo>
                  <a:lnTo>
                    <a:pt x="2288" y="1"/>
                  </a:ln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3" name="Google Shape;3243;p44"/>
            <p:cNvSpPr/>
            <p:nvPr/>
          </p:nvSpPr>
          <p:spPr>
            <a:xfrm>
              <a:off x="1358127" y="2006148"/>
              <a:ext cx="1034705" cy="921067"/>
            </a:xfrm>
            <a:custGeom>
              <a:avLst/>
              <a:gdLst/>
              <a:ahLst/>
              <a:cxnLst/>
              <a:rect l="l" t="t" r="r" b="b"/>
              <a:pathLst>
                <a:path w="12192" h="10853" extrusionOk="0">
                  <a:moveTo>
                    <a:pt x="1214" y="1"/>
                  </a:moveTo>
                  <a:cubicBezTo>
                    <a:pt x="1214" y="1"/>
                    <a:pt x="1" y="1256"/>
                    <a:pt x="1075" y="2260"/>
                  </a:cubicBezTo>
                  <a:lnTo>
                    <a:pt x="12192" y="10853"/>
                  </a:lnTo>
                  <a:cubicBezTo>
                    <a:pt x="8021" y="7184"/>
                    <a:pt x="1340" y="126"/>
                    <a:pt x="1214" y="1"/>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4" name="Google Shape;3244;p44"/>
            <p:cNvSpPr/>
            <p:nvPr/>
          </p:nvSpPr>
          <p:spPr>
            <a:xfrm>
              <a:off x="2647267" y="2380244"/>
              <a:ext cx="521002" cy="466517"/>
            </a:xfrm>
            <a:custGeom>
              <a:avLst/>
              <a:gdLst/>
              <a:ahLst/>
              <a:cxnLst/>
              <a:rect l="l" t="t" r="r" b="b"/>
              <a:pathLst>
                <a:path w="6139" h="5497" extrusionOk="0">
                  <a:moveTo>
                    <a:pt x="210" y="0"/>
                  </a:moveTo>
                  <a:lnTo>
                    <a:pt x="1" y="237"/>
                  </a:lnTo>
                  <a:lnTo>
                    <a:pt x="5929" y="5496"/>
                  </a:lnTo>
                  <a:lnTo>
                    <a:pt x="6138" y="5245"/>
                  </a:lnTo>
                  <a:lnTo>
                    <a:pt x="21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5" name="Google Shape;3245;p44"/>
            <p:cNvSpPr/>
            <p:nvPr/>
          </p:nvSpPr>
          <p:spPr>
            <a:xfrm>
              <a:off x="2433061" y="2181060"/>
              <a:ext cx="428581" cy="397519"/>
            </a:xfrm>
            <a:custGeom>
              <a:avLst/>
              <a:gdLst/>
              <a:ahLst/>
              <a:cxnLst/>
              <a:rect l="l" t="t" r="r" b="b"/>
              <a:pathLst>
                <a:path w="5050" h="4684" extrusionOk="0">
                  <a:moveTo>
                    <a:pt x="2531" y="0"/>
                  </a:moveTo>
                  <a:cubicBezTo>
                    <a:pt x="1412" y="0"/>
                    <a:pt x="424" y="803"/>
                    <a:pt x="223" y="1943"/>
                  </a:cubicBezTo>
                  <a:cubicBezTo>
                    <a:pt x="0" y="3212"/>
                    <a:pt x="851" y="4426"/>
                    <a:pt x="2120" y="4649"/>
                  </a:cubicBezTo>
                  <a:cubicBezTo>
                    <a:pt x="2257" y="4673"/>
                    <a:pt x="2392" y="4684"/>
                    <a:pt x="2525" y="4684"/>
                  </a:cubicBezTo>
                  <a:cubicBezTo>
                    <a:pt x="3647" y="4684"/>
                    <a:pt x="4627" y="3873"/>
                    <a:pt x="4826" y="2738"/>
                  </a:cubicBezTo>
                  <a:cubicBezTo>
                    <a:pt x="5050" y="1469"/>
                    <a:pt x="4199" y="255"/>
                    <a:pt x="2915" y="32"/>
                  </a:cubicBezTo>
                  <a:cubicBezTo>
                    <a:pt x="2786" y="11"/>
                    <a:pt x="2658" y="0"/>
                    <a:pt x="2531" y="0"/>
                  </a:cubicBezTo>
                  <a:close/>
                </a:path>
              </a:pathLst>
            </a:custGeom>
            <a:gradFill>
              <a:gsLst>
                <a:gs pos="0">
                  <a:srgbClr val="7BFB19"/>
                </a:gs>
                <a:gs pos="100000">
                  <a:srgbClr val="408808"/>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6" name="Google Shape;3246;p44"/>
            <p:cNvSpPr/>
            <p:nvPr/>
          </p:nvSpPr>
          <p:spPr>
            <a:xfrm>
              <a:off x="2418294" y="2179532"/>
              <a:ext cx="398368" cy="398877"/>
            </a:xfrm>
            <a:custGeom>
              <a:avLst/>
              <a:gdLst/>
              <a:ahLst/>
              <a:cxnLst/>
              <a:rect l="l" t="t" r="r" b="b"/>
              <a:pathLst>
                <a:path w="4694" h="4700" extrusionOk="0">
                  <a:moveTo>
                    <a:pt x="2702" y="1"/>
                  </a:moveTo>
                  <a:cubicBezTo>
                    <a:pt x="1250" y="1"/>
                    <a:pt x="0" y="1404"/>
                    <a:pt x="439" y="2979"/>
                  </a:cubicBezTo>
                  <a:cubicBezTo>
                    <a:pt x="748" y="4095"/>
                    <a:pt x="1726" y="4699"/>
                    <a:pt x="2713" y="4699"/>
                  </a:cubicBezTo>
                  <a:cubicBezTo>
                    <a:pt x="3466" y="4699"/>
                    <a:pt x="4223" y="4349"/>
                    <a:pt x="4694" y="3607"/>
                  </a:cubicBezTo>
                  <a:lnTo>
                    <a:pt x="4694" y="3607"/>
                  </a:lnTo>
                  <a:cubicBezTo>
                    <a:pt x="4682" y="3618"/>
                    <a:pt x="4581" y="3717"/>
                    <a:pt x="4387" y="3717"/>
                  </a:cubicBezTo>
                  <a:cubicBezTo>
                    <a:pt x="4104" y="3717"/>
                    <a:pt x="3623" y="3506"/>
                    <a:pt x="2936" y="2505"/>
                  </a:cubicBezTo>
                  <a:cubicBezTo>
                    <a:pt x="1750" y="775"/>
                    <a:pt x="3759" y="259"/>
                    <a:pt x="3759" y="259"/>
                  </a:cubicBezTo>
                  <a:cubicBezTo>
                    <a:pt x="3409" y="81"/>
                    <a:pt x="3049" y="1"/>
                    <a:pt x="2702" y="1"/>
                  </a:cubicBezTo>
                  <a:close/>
                </a:path>
              </a:pathLst>
            </a:custGeom>
            <a:solidFill>
              <a:srgbClr val="EEE3FF">
                <a:alpha val="81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7" name="Google Shape;3247;p44"/>
            <p:cNvSpPr/>
            <p:nvPr/>
          </p:nvSpPr>
          <p:spPr>
            <a:xfrm>
              <a:off x="2412948" y="2180211"/>
              <a:ext cx="364676" cy="398198"/>
            </a:xfrm>
            <a:custGeom>
              <a:avLst/>
              <a:gdLst/>
              <a:ahLst/>
              <a:cxnLst/>
              <a:rect l="l" t="t" r="r" b="b"/>
              <a:pathLst>
                <a:path w="4297" h="4692" extrusionOk="0">
                  <a:moveTo>
                    <a:pt x="2762" y="0"/>
                  </a:moveTo>
                  <a:cubicBezTo>
                    <a:pt x="1130" y="0"/>
                    <a:pt x="0" y="1632"/>
                    <a:pt x="558" y="3152"/>
                  </a:cubicBezTo>
                  <a:cubicBezTo>
                    <a:pt x="923" y="4132"/>
                    <a:pt x="1840" y="4691"/>
                    <a:pt x="2778" y="4691"/>
                  </a:cubicBezTo>
                  <a:cubicBezTo>
                    <a:pt x="3310" y="4691"/>
                    <a:pt x="3848" y="4512"/>
                    <a:pt x="4296" y="4129"/>
                  </a:cubicBezTo>
                  <a:lnTo>
                    <a:pt x="4296" y="4129"/>
                  </a:lnTo>
                  <a:cubicBezTo>
                    <a:pt x="4288" y="4134"/>
                    <a:pt x="4267" y="4144"/>
                    <a:pt x="4229" y="4144"/>
                  </a:cubicBezTo>
                  <a:cubicBezTo>
                    <a:pt x="4072" y="4144"/>
                    <a:pt x="3620" y="3981"/>
                    <a:pt x="2511" y="2692"/>
                  </a:cubicBezTo>
                  <a:cubicBezTo>
                    <a:pt x="1046" y="990"/>
                    <a:pt x="3125" y="28"/>
                    <a:pt x="3125" y="28"/>
                  </a:cubicBezTo>
                  <a:cubicBezTo>
                    <a:pt x="3013" y="14"/>
                    <a:pt x="2887" y="0"/>
                    <a:pt x="2762" y="0"/>
                  </a:cubicBezTo>
                  <a:close/>
                </a:path>
              </a:pathLst>
            </a:custGeom>
            <a:solidFill>
              <a:srgbClr val="EEE3FF">
                <a:alpha val="81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8" name="Google Shape;3248;p44"/>
            <p:cNvSpPr/>
            <p:nvPr/>
          </p:nvSpPr>
          <p:spPr>
            <a:xfrm>
              <a:off x="2418803" y="2186067"/>
              <a:ext cx="324448" cy="392852"/>
            </a:xfrm>
            <a:custGeom>
              <a:avLst/>
              <a:gdLst/>
              <a:ahLst/>
              <a:cxnLst/>
              <a:rect l="l" t="t" r="r" b="b"/>
              <a:pathLst>
                <a:path w="3823" h="4629" extrusionOk="0">
                  <a:moveTo>
                    <a:pt x="2149" y="1"/>
                  </a:moveTo>
                  <a:cubicBezTo>
                    <a:pt x="768" y="322"/>
                    <a:pt x="1" y="1800"/>
                    <a:pt x="503" y="3125"/>
                  </a:cubicBezTo>
                  <a:cubicBezTo>
                    <a:pt x="860" y="4068"/>
                    <a:pt x="1753" y="4629"/>
                    <a:pt x="2691" y="4629"/>
                  </a:cubicBezTo>
                  <a:cubicBezTo>
                    <a:pt x="3072" y="4629"/>
                    <a:pt x="3460" y="4536"/>
                    <a:pt x="3823" y="4339"/>
                  </a:cubicBezTo>
                  <a:cubicBezTo>
                    <a:pt x="3823" y="4339"/>
                    <a:pt x="3502" y="4227"/>
                    <a:pt x="2470" y="3404"/>
                  </a:cubicBezTo>
                  <a:cubicBezTo>
                    <a:pt x="377" y="1744"/>
                    <a:pt x="2149" y="1"/>
                    <a:pt x="2149" y="1"/>
                  </a:cubicBez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9" name="Google Shape;3249;p44"/>
            <p:cNvSpPr/>
            <p:nvPr/>
          </p:nvSpPr>
          <p:spPr>
            <a:xfrm>
              <a:off x="2749108" y="2289860"/>
              <a:ext cx="71289" cy="57880"/>
            </a:xfrm>
            <a:custGeom>
              <a:avLst/>
              <a:gdLst/>
              <a:ahLst/>
              <a:cxnLst/>
              <a:rect l="l" t="t" r="r" b="b"/>
              <a:pathLst>
                <a:path w="840" h="682" extrusionOk="0">
                  <a:moveTo>
                    <a:pt x="410" y="1"/>
                  </a:moveTo>
                  <a:cubicBezTo>
                    <a:pt x="357" y="1"/>
                    <a:pt x="303" y="11"/>
                    <a:pt x="252" y="33"/>
                  </a:cubicBezTo>
                  <a:cubicBezTo>
                    <a:pt x="0" y="173"/>
                    <a:pt x="42" y="549"/>
                    <a:pt x="307" y="661"/>
                  </a:cubicBezTo>
                  <a:cubicBezTo>
                    <a:pt x="348" y="675"/>
                    <a:pt x="388" y="682"/>
                    <a:pt x="427" y="682"/>
                  </a:cubicBezTo>
                  <a:cubicBezTo>
                    <a:pt x="656" y="682"/>
                    <a:pt x="839" y="453"/>
                    <a:pt x="768" y="214"/>
                  </a:cubicBezTo>
                  <a:cubicBezTo>
                    <a:pt x="696" y="81"/>
                    <a:pt x="556" y="1"/>
                    <a:pt x="410" y="1"/>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0" name="Google Shape;3250;p44"/>
            <p:cNvSpPr/>
            <p:nvPr/>
          </p:nvSpPr>
          <p:spPr>
            <a:xfrm>
              <a:off x="2488650" y="2872646"/>
              <a:ext cx="672490" cy="62887"/>
            </a:xfrm>
            <a:custGeom>
              <a:avLst/>
              <a:gdLst/>
              <a:ahLst/>
              <a:cxnLst/>
              <a:rect l="l" t="t" r="r" b="b"/>
              <a:pathLst>
                <a:path w="7924" h="741" extrusionOk="0">
                  <a:moveTo>
                    <a:pt x="15" y="1"/>
                  </a:moveTo>
                  <a:lnTo>
                    <a:pt x="1" y="322"/>
                  </a:lnTo>
                  <a:lnTo>
                    <a:pt x="7910" y="740"/>
                  </a:lnTo>
                  <a:lnTo>
                    <a:pt x="7924" y="419"/>
                  </a:lnTo>
                  <a:lnTo>
                    <a:pt x="1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1" name="Google Shape;3251;p44"/>
            <p:cNvSpPr/>
            <p:nvPr/>
          </p:nvSpPr>
          <p:spPr>
            <a:xfrm>
              <a:off x="2299310" y="2717593"/>
              <a:ext cx="348042" cy="348126"/>
            </a:xfrm>
            <a:custGeom>
              <a:avLst/>
              <a:gdLst/>
              <a:ahLst/>
              <a:cxnLst/>
              <a:rect l="l" t="t" r="r" b="b"/>
              <a:pathLst>
                <a:path w="4101" h="4102" extrusionOk="0">
                  <a:moveTo>
                    <a:pt x="2050" y="1"/>
                  </a:moveTo>
                  <a:cubicBezTo>
                    <a:pt x="921" y="1"/>
                    <a:pt x="0" y="921"/>
                    <a:pt x="0" y="2051"/>
                  </a:cubicBezTo>
                  <a:cubicBezTo>
                    <a:pt x="0" y="3181"/>
                    <a:pt x="921" y="4102"/>
                    <a:pt x="2050" y="4102"/>
                  </a:cubicBezTo>
                  <a:cubicBezTo>
                    <a:pt x="3180" y="4102"/>
                    <a:pt x="4101" y="3181"/>
                    <a:pt x="4101" y="2051"/>
                  </a:cubicBezTo>
                  <a:cubicBezTo>
                    <a:pt x="4101" y="921"/>
                    <a:pt x="3180" y="1"/>
                    <a:pt x="2050" y="1"/>
                  </a:cubicBezTo>
                  <a:close/>
                </a:path>
              </a:pathLst>
            </a:custGeom>
            <a:gradFill>
              <a:gsLst>
                <a:gs pos="0">
                  <a:srgbClr val="FFBA42"/>
                </a:gs>
                <a:gs pos="100000">
                  <a:srgbClr val="B87707"/>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2" name="Google Shape;3252;p44"/>
            <p:cNvSpPr/>
            <p:nvPr/>
          </p:nvSpPr>
          <p:spPr>
            <a:xfrm>
              <a:off x="2229718" y="2751965"/>
              <a:ext cx="282694" cy="315198"/>
            </a:xfrm>
            <a:custGeom>
              <a:avLst/>
              <a:gdLst/>
              <a:ahLst/>
              <a:cxnLst/>
              <a:rect l="l" t="t" r="r" b="b"/>
              <a:pathLst>
                <a:path w="3331" h="3714" extrusionOk="0">
                  <a:moveTo>
                    <a:pt x="1643" y="0"/>
                  </a:moveTo>
                  <a:cubicBezTo>
                    <a:pt x="1" y="1232"/>
                    <a:pt x="978" y="3714"/>
                    <a:pt x="2828" y="3714"/>
                  </a:cubicBezTo>
                  <a:cubicBezTo>
                    <a:pt x="2989" y="3714"/>
                    <a:pt x="3157" y="3695"/>
                    <a:pt x="3331" y="3655"/>
                  </a:cubicBezTo>
                  <a:lnTo>
                    <a:pt x="3331" y="3641"/>
                  </a:lnTo>
                  <a:cubicBezTo>
                    <a:pt x="3331" y="3641"/>
                    <a:pt x="3330" y="3641"/>
                    <a:pt x="3329" y="3641"/>
                  </a:cubicBezTo>
                  <a:cubicBezTo>
                    <a:pt x="3303" y="3641"/>
                    <a:pt x="3014" y="3616"/>
                    <a:pt x="1992" y="2567"/>
                  </a:cubicBezTo>
                  <a:cubicBezTo>
                    <a:pt x="904" y="1465"/>
                    <a:pt x="1615" y="56"/>
                    <a:pt x="1643"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3" name="Google Shape;3253;p44"/>
            <p:cNvSpPr/>
            <p:nvPr/>
          </p:nvSpPr>
          <p:spPr>
            <a:xfrm>
              <a:off x="2556119" y="2822574"/>
              <a:ext cx="71119" cy="57880"/>
            </a:xfrm>
            <a:custGeom>
              <a:avLst/>
              <a:gdLst/>
              <a:ahLst/>
              <a:cxnLst/>
              <a:rect l="l" t="t" r="r" b="b"/>
              <a:pathLst>
                <a:path w="838" h="682" extrusionOk="0">
                  <a:moveTo>
                    <a:pt x="398" y="0"/>
                  </a:moveTo>
                  <a:cubicBezTo>
                    <a:pt x="344" y="0"/>
                    <a:pt x="290" y="11"/>
                    <a:pt x="238" y="33"/>
                  </a:cubicBezTo>
                  <a:cubicBezTo>
                    <a:pt x="1" y="186"/>
                    <a:pt x="29" y="549"/>
                    <a:pt x="308" y="661"/>
                  </a:cubicBezTo>
                  <a:cubicBezTo>
                    <a:pt x="346" y="675"/>
                    <a:pt x="385" y="681"/>
                    <a:pt x="422" y="681"/>
                  </a:cubicBezTo>
                  <a:cubicBezTo>
                    <a:pt x="646" y="681"/>
                    <a:pt x="838" y="453"/>
                    <a:pt x="754" y="214"/>
                  </a:cubicBezTo>
                  <a:cubicBezTo>
                    <a:pt x="693" y="81"/>
                    <a:pt x="548" y="0"/>
                    <a:pt x="398"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4" name="Google Shape;3254;p44"/>
            <p:cNvSpPr/>
            <p:nvPr/>
          </p:nvSpPr>
          <p:spPr>
            <a:xfrm>
              <a:off x="3193051" y="3065636"/>
              <a:ext cx="79351" cy="351691"/>
            </a:xfrm>
            <a:custGeom>
              <a:avLst/>
              <a:gdLst/>
              <a:ahLst/>
              <a:cxnLst/>
              <a:rect l="l" t="t" r="r" b="b"/>
              <a:pathLst>
                <a:path w="935" h="4144" extrusionOk="0">
                  <a:moveTo>
                    <a:pt x="321" y="1"/>
                  </a:moveTo>
                  <a:lnTo>
                    <a:pt x="0" y="42"/>
                  </a:lnTo>
                  <a:lnTo>
                    <a:pt x="614" y="4143"/>
                  </a:lnTo>
                  <a:lnTo>
                    <a:pt x="935" y="4088"/>
                  </a:lnTo>
                  <a:lnTo>
                    <a:pt x="32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5" name="Google Shape;3255;p44"/>
            <p:cNvSpPr/>
            <p:nvPr/>
          </p:nvSpPr>
          <p:spPr>
            <a:xfrm>
              <a:off x="3131437" y="3350876"/>
              <a:ext cx="279469" cy="254348"/>
            </a:xfrm>
            <a:custGeom>
              <a:avLst/>
              <a:gdLst/>
              <a:ahLst/>
              <a:cxnLst/>
              <a:rect l="l" t="t" r="r" b="b"/>
              <a:pathLst>
                <a:path w="3293" h="2997" extrusionOk="0">
                  <a:moveTo>
                    <a:pt x="1643" y="1"/>
                  </a:moveTo>
                  <a:cubicBezTo>
                    <a:pt x="963" y="1"/>
                    <a:pt x="349" y="468"/>
                    <a:pt x="182" y="1159"/>
                  </a:cubicBezTo>
                  <a:cubicBezTo>
                    <a:pt x="1" y="1954"/>
                    <a:pt x="503" y="2763"/>
                    <a:pt x="1298" y="2958"/>
                  </a:cubicBezTo>
                  <a:cubicBezTo>
                    <a:pt x="1412" y="2984"/>
                    <a:pt x="1526" y="2996"/>
                    <a:pt x="1638" y="2996"/>
                  </a:cubicBezTo>
                  <a:cubicBezTo>
                    <a:pt x="2322" y="2996"/>
                    <a:pt x="2942" y="2538"/>
                    <a:pt x="3097" y="1842"/>
                  </a:cubicBezTo>
                  <a:cubicBezTo>
                    <a:pt x="3293" y="1033"/>
                    <a:pt x="2791" y="224"/>
                    <a:pt x="1996" y="43"/>
                  </a:cubicBezTo>
                  <a:cubicBezTo>
                    <a:pt x="1877" y="15"/>
                    <a:pt x="1759" y="1"/>
                    <a:pt x="1643" y="1"/>
                  </a:cubicBezTo>
                  <a:close/>
                </a:path>
              </a:pathLst>
            </a:custGeom>
            <a:gradFill>
              <a:gsLst>
                <a:gs pos="0">
                  <a:srgbClr val="11E7FF"/>
                </a:gs>
                <a:gs pos="100000">
                  <a:srgbClr val="067B88"/>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6" name="Google Shape;3256;p44"/>
            <p:cNvSpPr/>
            <p:nvPr/>
          </p:nvSpPr>
          <p:spPr>
            <a:xfrm>
              <a:off x="3133814" y="3426663"/>
              <a:ext cx="114911" cy="176524"/>
            </a:xfrm>
            <a:custGeom>
              <a:avLst/>
              <a:gdLst/>
              <a:ahLst/>
              <a:cxnLst/>
              <a:rect l="l" t="t" r="r" b="b"/>
              <a:pathLst>
                <a:path w="1354" h="2080" extrusionOk="0">
                  <a:moveTo>
                    <a:pt x="252" y="1"/>
                  </a:moveTo>
                  <a:lnTo>
                    <a:pt x="252" y="1"/>
                  </a:lnTo>
                  <a:cubicBezTo>
                    <a:pt x="168" y="196"/>
                    <a:pt x="126" y="405"/>
                    <a:pt x="126" y="615"/>
                  </a:cubicBezTo>
                  <a:cubicBezTo>
                    <a:pt x="126" y="1340"/>
                    <a:pt x="642" y="1954"/>
                    <a:pt x="1354" y="2079"/>
                  </a:cubicBezTo>
                  <a:cubicBezTo>
                    <a:pt x="1" y="1479"/>
                    <a:pt x="252" y="43"/>
                    <a:pt x="252" y="1"/>
                  </a:cubicBez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7" name="Google Shape;3257;p44"/>
            <p:cNvSpPr/>
            <p:nvPr/>
          </p:nvSpPr>
          <p:spPr>
            <a:xfrm>
              <a:off x="3331555" y="3418430"/>
              <a:ext cx="56013" cy="45065"/>
            </a:xfrm>
            <a:custGeom>
              <a:avLst/>
              <a:gdLst/>
              <a:ahLst/>
              <a:cxnLst/>
              <a:rect l="l" t="t" r="r" b="b"/>
              <a:pathLst>
                <a:path w="660" h="531" extrusionOk="0">
                  <a:moveTo>
                    <a:pt x="322" y="1"/>
                  </a:moveTo>
                  <a:cubicBezTo>
                    <a:pt x="280" y="1"/>
                    <a:pt x="237" y="10"/>
                    <a:pt x="195" y="28"/>
                  </a:cubicBezTo>
                  <a:cubicBezTo>
                    <a:pt x="0" y="140"/>
                    <a:pt x="28" y="433"/>
                    <a:pt x="251" y="516"/>
                  </a:cubicBezTo>
                  <a:cubicBezTo>
                    <a:pt x="281" y="526"/>
                    <a:pt x="310" y="531"/>
                    <a:pt x="339" y="531"/>
                  </a:cubicBezTo>
                  <a:cubicBezTo>
                    <a:pt x="514" y="531"/>
                    <a:pt x="660" y="360"/>
                    <a:pt x="600" y="168"/>
                  </a:cubicBezTo>
                  <a:cubicBezTo>
                    <a:pt x="549" y="66"/>
                    <a:pt x="438" y="1"/>
                    <a:pt x="322" y="1"/>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8" name="Google Shape;3258;p44"/>
            <p:cNvSpPr/>
            <p:nvPr/>
          </p:nvSpPr>
          <p:spPr>
            <a:xfrm>
              <a:off x="3274694" y="2920003"/>
              <a:ext cx="300770" cy="227445"/>
            </a:xfrm>
            <a:custGeom>
              <a:avLst/>
              <a:gdLst/>
              <a:ahLst/>
              <a:cxnLst/>
              <a:rect l="l" t="t" r="r" b="b"/>
              <a:pathLst>
                <a:path w="3544" h="2680" extrusionOk="0">
                  <a:moveTo>
                    <a:pt x="182" y="1"/>
                  </a:moveTo>
                  <a:lnTo>
                    <a:pt x="1" y="266"/>
                  </a:lnTo>
                  <a:lnTo>
                    <a:pt x="3362" y="2679"/>
                  </a:lnTo>
                  <a:lnTo>
                    <a:pt x="3544" y="2428"/>
                  </a:lnTo>
                  <a:lnTo>
                    <a:pt x="18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9" name="Google Shape;3259;p44"/>
            <p:cNvSpPr/>
            <p:nvPr/>
          </p:nvSpPr>
          <p:spPr>
            <a:xfrm>
              <a:off x="3465307" y="3024220"/>
              <a:ext cx="164643" cy="164643"/>
            </a:xfrm>
            <a:custGeom>
              <a:avLst/>
              <a:gdLst/>
              <a:ahLst/>
              <a:cxnLst/>
              <a:rect l="l" t="t" r="r" b="b"/>
              <a:pathLst>
                <a:path w="1940" h="1940" extrusionOk="0">
                  <a:moveTo>
                    <a:pt x="963" y="0"/>
                  </a:moveTo>
                  <a:cubicBezTo>
                    <a:pt x="433" y="0"/>
                    <a:pt x="0" y="433"/>
                    <a:pt x="0" y="977"/>
                  </a:cubicBezTo>
                  <a:cubicBezTo>
                    <a:pt x="0" y="1507"/>
                    <a:pt x="433" y="1939"/>
                    <a:pt x="963" y="1939"/>
                  </a:cubicBezTo>
                  <a:cubicBezTo>
                    <a:pt x="1507" y="1939"/>
                    <a:pt x="1939" y="1507"/>
                    <a:pt x="1939" y="977"/>
                  </a:cubicBezTo>
                  <a:cubicBezTo>
                    <a:pt x="1939" y="433"/>
                    <a:pt x="1507" y="0"/>
                    <a:pt x="963" y="0"/>
                  </a:cubicBezTo>
                  <a:close/>
                </a:path>
              </a:pathLst>
            </a:custGeom>
            <a:gradFill>
              <a:gsLst>
                <a:gs pos="0">
                  <a:srgbClr val="7BFB19"/>
                </a:gs>
                <a:gs pos="100000">
                  <a:srgbClr val="408808"/>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0" name="Google Shape;3260;p44"/>
            <p:cNvSpPr/>
            <p:nvPr/>
          </p:nvSpPr>
          <p:spPr>
            <a:xfrm>
              <a:off x="3449946" y="3024220"/>
              <a:ext cx="151573" cy="164728"/>
            </a:xfrm>
            <a:custGeom>
              <a:avLst/>
              <a:gdLst/>
              <a:ahLst/>
              <a:cxnLst/>
              <a:rect l="l" t="t" r="r" b="b"/>
              <a:pathLst>
                <a:path w="1786" h="1941" extrusionOk="0">
                  <a:moveTo>
                    <a:pt x="1144" y="0"/>
                  </a:moveTo>
                  <a:cubicBezTo>
                    <a:pt x="474" y="0"/>
                    <a:pt x="0" y="670"/>
                    <a:pt x="237" y="1312"/>
                  </a:cubicBezTo>
                  <a:cubicBezTo>
                    <a:pt x="388" y="1711"/>
                    <a:pt x="764" y="1940"/>
                    <a:pt x="1151" y="1940"/>
                  </a:cubicBezTo>
                  <a:cubicBezTo>
                    <a:pt x="1372" y="1940"/>
                    <a:pt x="1597" y="1865"/>
                    <a:pt x="1785" y="1702"/>
                  </a:cubicBezTo>
                  <a:lnTo>
                    <a:pt x="1785" y="1702"/>
                  </a:lnTo>
                  <a:cubicBezTo>
                    <a:pt x="1779" y="1705"/>
                    <a:pt x="1768" y="1711"/>
                    <a:pt x="1747" y="1711"/>
                  </a:cubicBezTo>
                  <a:cubicBezTo>
                    <a:pt x="1675" y="1711"/>
                    <a:pt x="1492" y="1638"/>
                    <a:pt x="1046" y="1116"/>
                  </a:cubicBezTo>
                  <a:cubicBezTo>
                    <a:pt x="432" y="405"/>
                    <a:pt x="1297" y="14"/>
                    <a:pt x="1297" y="14"/>
                  </a:cubicBezTo>
                  <a:cubicBezTo>
                    <a:pt x="1241" y="0"/>
                    <a:pt x="1200" y="0"/>
                    <a:pt x="1144" y="0"/>
                  </a:cubicBez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1" name="Google Shape;3261;p44"/>
            <p:cNvSpPr/>
            <p:nvPr/>
          </p:nvSpPr>
          <p:spPr>
            <a:xfrm>
              <a:off x="3584885" y="3069030"/>
              <a:ext cx="38615" cy="32080"/>
            </a:xfrm>
            <a:custGeom>
              <a:avLst/>
              <a:gdLst/>
              <a:ahLst/>
              <a:cxnLst/>
              <a:rect l="l" t="t" r="r" b="b"/>
              <a:pathLst>
                <a:path w="455" h="378" extrusionOk="0">
                  <a:moveTo>
                    <a:pt x="218" y="0"/>
                  </a:moveTo>
                  <a:cubicBezTo>
                    <a:pt x="191" y="0"/>
                    <a:pt x="165" y="6"/>
                    <a:pt x="140" y="16"/>
                  </a:cubicBezTo>
                  <a:cubicBezTo>
                    <a:pt x="0" y="100"/>
                    <a:pt x="14" y="309"/>
                    <a:pt x="168" y="365"/>
                  </a:cubicBezTo>
                  <a:cubicBezTo>
                    <a:pt x="191" y="374"/>
                    <a:pt x="214" y="378"/>
                    <a:pt x="237" y="378"/>
                  </a:cubicBezTo>
                  <a:cubicBezTo>
                    <a:pt x="360" y="378"/>
                    <a:pt x="454" y="258"/>
                    <a:pt x="419" y="128"/>
                  </a:cubicBezTo>
                  <a:cubicBezTo>
                    <a:pt x="377" y="45"/>
                    <a:pt x="297" y="0"/>
                    <a:pt x="218"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2" name="Google Shape;3262;p44"/>
            <p:cNvSpPr/>
            <p:nvPr/>
          </p:nvSpPr>
          <p:spPr>
            <a:xfrm>
              <a:off x="2672133" y="2936637"/>
              <a:ext cx="521002" cy="466432"/>
            </a:xfrm>
            <a:custGeom>
              <a:avLst/>
              <a:gdLst/>
              <a:ahLst/>
              <a:cxnLst/>
              <a:rect l="l" t="t" r="r" b="b"/>
              <a:pathLst>
                <a:path w="6139" h="5496" extrusionOk="0">
                  <a:moveTo>
                    <a:pt x="5929" y="0"/>
                  </a:moveTo>
                  <a:lnTo>
                    <a:pt x="1" y="5259"/>
                  </a:lnTo>
                  <a:lnTo>
                    <a:pt x="210" y="5496"/>
                  </a:lnTo>
                  <a:lnTo>
                    <a:pt x="6138" y="237"/>
                  </a:lnTo>
                  <a:lnTo>
                    <a:pt x="592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3" name="Google Shape;3263;p44"/>
            <p:cNvSpPr/>
            <p:nvPr/>
          </p:nvSpPr>
          <p:spPr>
            <a:xfrm>
              <a:off x="2509951" y="3240887"/>
              <a:ext cx="323260" cy="324364"/>
            </a:xfrm>
            <a:custGeom>
              <a:avLst/>
              <a:gdLst/>
              <a:ahLst/>
              <a:cxnLst/>
              <a:rect l="l" t="t" r="r" b="b"/>
              <a:pathLst>
                <a:path w="3809" h="3822" extrusionOk="0">
                  <a:moveTo>
                    <a:pt x="1898" y="0"/>
                  </a:moveTo>
                  <a:cubicBezTo>
                    <a:pt x="852" y="0"/>
                    <a:pt x="1" y="851"/>
                    <a:pt x="1" y="1911"/>
                  </a:cubicBezTo>
                  <a:cubicBezTo>
                    <a:pt x="1" y="2957"/>
                    <a:pt x="852" y="3822"/>
                    <a:pt x="1898" y="3822"/>
                  </a:cubicBezTo>
                  <a:cubicBezTo>
                    <a:pt x="2958" y="3822"/>
                    <a:pt x="3809" y="2957"/>
                    <a:pt x="3809" y="1911"/>
                  </a:cubicBezTo>
                  <a:cubicBezTo>
                    <a:pt x="3809" y="851"/>
                    <a:pt x="2958" y="0"/>
                    <a:pt x="1898" y="0"/>
                  </a:cubicBezTo>
                  <a:close/>
                </a:path>
              </a:pathLst>
            </a:custGeom>
            <a:gradFill>
              <a:gsLst>
                <a:gs pos="0">
                  <a:schemeClr val="lt2"/>
                </a:gs>
                <a:gs pos="100000">
                  <a:schemeClr val="dk2"/>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4" name="Google Shape;3264;p44"/>
            <p:cNvSpPr/>
            <p:nvPr/>
          </p:nvSpPr>
          <p:spPr>
            <a:xfrm>
              <a:off x="2446640" y="3273986"/>
              <a:ext cx="259949" cy="291605"/>
            </a:xfrm>
            <a:custGeom>
              <a:avLst/>
              <a:gdLst/>
              <a:ahLst/>
              <a:cxnLst/>
              <a:rect l="l" t="t" r="r" b="b"/>
              <a:pathLst>
                <a:path w="3063" h="3436" extrusionOk="0">
                  <a:moveTo>
                    <a:pt x="1486" y="1"/>
                  </a:moveTo>
                  <a:lnTo>
                    <a:pt x="1486" y="1"/>
                  </a:lnTo>
                  <a:cubicBezTo>
                    <a:pt x="1" y="1150"/>
                    <a:pt x="907" y="3436"/>
                    <a:pt x="2633" y="3436"/>
                  </a:cubicBezTo>
                  <a:cubicBezTo>
                    <a:pt x="2771" y="3436"/>
                    <a:pt x="2915" y="3421"/>
                    <a:pt x="3062" y="3390"/>
                  </a:cubicBezTo>
                  <a:lnTo>
                    <a:pt x="3062" y="3376"/>
                  </a:lnTo>
                  <a:cubicBezTo>
                    <a:pt x="3062" y="3376"/>
                    <a:pt x="3062" y="3376"/>
                    <a:pt x="3060" y="3376"/>
                  </a:cubicBezTo>
                  <a:cubicBezTo>
                    <a:pt x="3036" y="3376"/>
                    <a:pt x="2774" y="3351"/>
                    <a:pt x="1821" y="2372"/>
                  </a:cubicBezTo>
                  <a:cubicBezTo>
                    <a:pt x="803" y="1354"/>
                    <a:pt x="1458" y="42"/>
                    <a:pt x="1486" y="1"/>
                  </a:cubicBez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5" name="Google Shape;3265;p44"/>
            <p:cNvSpPr/>
            <p:nvPr/>
          </p:nvSpPr>
          <p:spPr>
            <a:xfrm>
              <a:off x="2480417" y="3336703"/>
              <a:ext cx="162267" cy="226257"/>
            </a:xfrm>
            <a:custGeom>
              <a:avLst/>
              <a:gdLst/>
              <a:ahLst/>
              <a:cxnLst/>
              <a:rect l="l" t="t" r="r" b="b"/>
              <a:pathLst>
                <a:path w="1912" h="2666" extrusionOk="0">
                  <a:moveTo>
                    <a:pt x="502" y="1"/>
                  </a:moveTo>
                  <a:cubicBezTo>
                    <a:pt x="0" y="1131"/>
                    <a:pt x="698" y="2442"/>
                    <a:pt x="1911" y="2665"/>
                  </a:cubicBezTo>
                  <a:cubicBezTo>
                    <a:pt x="181" y="1898"/>
                    <a:pt x="488" y="57"/>
                    <a:pt x="502" y="1"/>
                  </a:cubicBez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6" name="Google Shape;3266;p44"/>
            <p:cNvSpPr/>
            <p:nvPr/>
          </p:nvSpPr>
          <p:spPr>
            <a:xfrm>
              <a:off x="2738415" y="3326858"/>
              <a:ext cx="71289" cy="57965"/>
            </a:xfrm>
            <a:custGeom>
              <a:avLst/>
              <a:gdLst/>
              <a:ahLst/>
              <a:cxnLst/>
              <a:rect l="l" t="t" r="r" b="b"/>
              <a:pathLst>
                <a:path w="840" h="683" extrusionOk="0">
                  <a:moveTo>
                    <a:pt x="408" y="1"/>
                  </a:moveTo>
                  <a:cubicBezTo>
                    <a:pt x="356" y="1"/>
                    <a:pt x="303" y="11"/>
                    <a:pt x="252" y="33"/>
                  </a:cubicBezTo>
                  <a:cubicBezTo>
                    <a:pt x="1" y="187"/>
                    <a:pt x="43" y="563"/>
                    <a:pt x="308" y="661"/>
                  </a:cubicBezTo>
                  <a:cubicBezTo>
                    <a:pt x="350" y="676"/>
                    <a:pt x="391" y="682"/>
                    <a:pt x="432" y="682"/>
                  </a:cubicBezTo>
                  <a:cubicBezTo>
                    <a:pt x="659" y="682"/>
                    <a:pt x="839" y="465"/>
                    <a:pt x="768" y="228"/>
                  </a:cubicBezTo>
                  <a:cubicBezTo>
                    <a:pt x="696" y="84"/>
                    <a:pt x="555" y="1"/>
                    <a:pt x="408" y="1"/>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7" name="Google Shape;3267;p44"/>
            <p:cNvSpPr/>
            <p:nvPr/>
          </p:nvSpPr>
          <p:spPr>
            <a:xfrm>
              <a:off x="2934969" y="2695103"/>
              <a:ext cx="454635" cy="416615"/>
            </a:xfrm>
            <a:custGeom>
              <a:avLst/>
              <a:gdLst/>
              <a:ahLst/>
              <a:cxnLst/>
              <a:rect l="l" t="t" r="r" b="b"/>
              <a:pathLst>
                <a:path w="5357" h="4909" extrusionOk="0">
                  <a:moveTo>
                    <a:pt x="2902" y="1"/>
                  </a:moveTo>
                  <a:cubicBezTo>
                    <a:pt x="2706" y="1"/>
                    <a:pt x="2511" y="29"/>
                    <a:pt x="2330" y="70"/>
                  </a:cubicBezTo>
                  <a:cubicBezTo>
                    <a:pt x="1995" y="140"/>
                    <a:pt x="1688" y="294"/>
                    <a:pt x="1409" y="503"/>
                  </a:cubicBezTo>
                  <a:cubicBezTo>
                    <a:pt x="1074" y="754"/>
                    <a:pt x="823" y="1075"/>
                    <a:pt x="656" y="1451"/>
                  </a:cubicBezTo>
                  <a:cubicBezTo>
                    <a:pt x="0" y="2916"/>
                    <a:pt x="907" y="4590"/>
                    <a:pt x="2469" y="4869"/>
                  </a:cubicBezTo>
                  <a:cubicBezTo>
                    <a:pt x="2620" y="4895"/>
                    <a:pt x="2770" y="4908"/>
                    <a:pt x="2919" y="4908"/>
                  </a:cubicBezTo>
                  <a:cubicBezTo>
                    <a:pt x="3323" y="4908"/>
                    <a:pt x="3717" y="4811"/>
                    <a:pt x="4073" y="4618"/>
                  </a:cubicBezTo>
                  <a:cubicBezTo>
                    <a:pt x="4227" y="4534"/>
                    <a:pt x="4366" y="4436"/>
                    <a:pt x="4506" y="4325"/>
                  </a:cubicBezTo>
                  <a:cubicBezTo>
                    <a:pt x="4687" y="4157"/>
                    <a:pt x="4855" y="3962"/>
                    <a:pt x="4980" y="3753"/>
                  </a:cubicBezTo>
                  <a:cubicBezTo>
                    <a:pt x="5092" y="3585"/>
                    <a:pt x="5175" y="3404"/>
                    <a:pt x="5245" y="3209"/>
                  </a:cubicBezTo>
                  <a:cubicBezTo>
                    <a:pt x="5301" y="3028"/>
                    <a:pt x="5329" y="2846"/>
                    <a:pt x="5343" y="2651"/>
                  </a:cubicBezTo>
                  <a:lnTo>
                    <a:pt x="5343" y="2456"/>
                  </a:lnTo>
                  <a:lnTo>
                    <a:pt x="5357" y="2456"/>
                  </a:lnTo>
                  <a:cubicBezTo>
                    <a:pt x="5343" y="1675"/>
                    <a:pt x="4980" y="949"/>
                    <a:pt x="4352" y="489"/>
                  </a:cubicBezTo>
                  <a:cubicBezTo>
                    <a:pt x="4241" y="405"/>
                    <a:pt x="4129" y="335"/>
                    <a:pt x="4004" y="266"/>
                  </a:cubicBezTo>
                  <a:cubicBezTo>
                    <a:pt x="3780" y="154"/>
                    <a:pt x="3529" y="70"/>
                    <a:pt x="3278" y="29"/>
                  </a:cubicBezTo>
                  <a:cubicBezTo>
                    <a:pt x="3153" y="15"/>
                    <a:pt x="3027" y="1"/>
                    <a:pt x="2902" y="1"/>
                  </a:cubicBezTo>
                  <a:close/>
                </a:path>
              </a:pathLst>
            </a:custGeom>
            <a:gradFill>
              <a:gsLst>
                <a:gs pos="0">
                  <a:srgbClr val="EB667A"/>
                </a:gs>
                <a:gs pos="100000">
                  <a:srgbClr val="B01F35"/>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8" name="Google Shape;3268;p44"/>
            <p:cNvSpPr/>
            <p:nvPr/>
          </p:nvSpPr>
          <p:spPr>
            <a:xfrm>
              <a:off x="2939721" y="2701044"/>
              <a:ext cx="339809" cy="411523"/>
            </a:xfrm>
            <a:custGeom>
              <a:avLst/>
              <a:gdLst/>
              <a:ahLst/>
              <a:cxnLst/>
              <a:rect l="l" t="t" r="r" b="b"/>
              <a:pathLst>
                <a:path w="4004" h="4849" extrusionOk="0">
                  <a:moveTo>
                    <a:pt x="2260" y="0"/>
                  </a:moveTo>
                  <a:lnTo>
                    <a:pt x="2260" y="0"/>
                  </a:lnTo>
                  <a:cubicBezTo>
                    <a:pt x="823" y="335"/>
                    <a:pt x="0" y="1883"/>
                    <a:pt x="530" y="3264"/>
                  </a:cubicBezTo>
                  <a:cubicBezTo>
                    <a:pt x="918" y="4258"/>
                    <a:pt x="1858" y="4848"/>
                    <a:pt x="2835" y="4848"/>
                  </a:cubicBezTo>
                  <a:cubicBezTo>
                    <a:pt x="3230" y="4848"/>
                    <a:pt x="3630" y="4752"/>
                    <a:pt x="4003" y="4548"/>
                  </a:cubicBezTo>
                  <a:cubicBezTo>
                    <a:pt x="4003" y="4548"/>
                    <a:pt x="3683" y="4422"/>
                    <a:pt x="2609" y="3571"/>
                  </a:cubicBezTo>
                  <a:cubicBezTo>
                    <a:pt x="405" y="1828"/>
                    <a:pt x="2260" y="1"/>
                    <a:pt x="2260" y="0"/>
                  </a:cubicBez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9" name="Google Shape;3269;p44"/>
            <p:cNvSpPr/>
            <p:nvPr/>
          </p:nvSpPr>
          <p:spPr>
            <a:xfrm>
              <a:off x="3284199" y="2805601"/>
              <a:ext cx="91233" cy="90469"/>
            </a:xfrm>
            <a:custGeom>
              <a:avLst/>
              <a:gdLst/>
              <a:ahLst/>
              <a:cxnLst/>
              <a:rect l="l" t="t" r="r" b="b"/>
              <a:pathLst>
                <a:path w="1075" h="1066" extrusionOk="0">
                  <a:moveTo>
                    <a:pt x="427" y="0"/>
                  </a:moveTo>
                  <a:cubicBezTo>
                    <a:pt x="360" y="0"/>
                    <a:pt x="296" y="17"/>
                    <a:pt x="237" y="52"/>
                  </a:cubicBezTo>
                  <a:cubicBezTo>
                    <a:pt x="28" y="177"/>
                    <a:pt x="0" y="498"/>
                    <a:pt x="154" y="763"/>
                  </a:cubicBezTo>
                  <a:cubicBezTo>
                    <a:pt x="274" y="954"/>
                    <a:pt x="468" y="1066"/>
                    <a:pt x="640" y="1066"/>
                  </a:cubicBezTo>
                  <a:cubicBezTo>
                    <a:pt x="706" y="1066"/>
                    <a:pt x="769" y="1049"/>
                    <a:pt x="823" y="1014"/>
                  </a:cubicBezTo>
                  <a:cubicBezTo>
                    <a:pt x="1032" y="889"/>
                    <a:pt x="1074" y="568"/>
                    <a:pt x="907" y="303"/>
                  </a:cubicBezTo>
                  <a:cubicBezTo>
                    <a:pt x="786" y="112"/>
                    <a:pt x="600" y="0"/>
                    <a:pt x="427"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0" name="Google Shape;3270;p44"/>
            <p:cNvSpPr/>
            <p:nvPr/>
          </p:nvSpPr>
          <p:spPr>
            <a:xfrm>
              <a:off x="1368821" y="2197948"/>
              <a:ext cx="414408" cy="684287"/>
            </a:xfrm>
            <a:custGeom>
              <a:avLst/>
              <a:gdLst/>
              <a:ahLst/>
              <a:cxnLst/>
              <a:rect l="l" t="t" r="r" b="b"/>
              <a:pathLst>
                <a:path w="4883" h="8063" extrusionOk="0">
                  <a:moveTo>
                    <a:pt x="949" y="0"/>
                  </a:moveTo>
                  <a:lnTo>
                    <a:pt x="1563" y="488"/>
                  </a:lnTo>
                  <a:lnTo>
                    <a:pt x="0" y="1242"/>
                  </a:lnTo>
                  <a:lnTo>
                    <a:pt x="154" y="6821"/>
                  </a:lnTo>
                  <a:lnTo>
                    <a:pt x="1284" y="8063"/>
                  </a:lnTo>
                  <a:lnTo>
                    <a:pt x="4882" y="907"/>
                  </a:lnTo>
                  <a:lnTo>
                    <a:pt x="949" y="0"/>
                  </a:ln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1" name="Google Shape;3271;p44"/>
            <p:cNvSpPr/>
            <p:nvPr/>
          </p:nvSpPr>
          <p:spPr>
            <a:xfrm>
              <a:off x="1211391" y="1658105"/>
              <a:ext cx="925820" cy="616817"/>
            </a:xfrm>
            <a:custGeom>
              <a:avLst/>
              <a:gdLst/>
              <a:ahLst/>
              <a:cxnLst/>
              <a:rect l="l" t="t" r="r" b="b"/>
              <a:pathLst>
                <a:path w="10909" h="7268" extrusionOk="0">
                  <a:moveTo>
                    <a:pt x="10908" y="1"/>
                  </a:moveTo>
                  <a:lnTo>
                    <a:pt x="0" y="5692"/>
                  </a:lnTo>
                  <a:lnTo>
                    <a:pt x="84" y="5817"/>
                  </a:lnTo>
                  <a:lnTo>
                    <a:pt x="6737" y="7268"/>
                  </a:lnTo>
                  <a:lnTo>
                    <a:pt x="10252" y="2219"/>
                  </a:lnTo>
                  <a:lnTo>
                    <a:pt x="1090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2" name="Google Shape;3272;p44"/>
            <p:cNvSpPr/>
            <p:nvPr/>
          </p:nvSpPr>
          <p:spPr>
            <a:xfrm>
              <a:off x="1211391" y="1603705"/>
              <a:ext cx="925820" cy="635742"/>
            </a:xfrm>
            <a:custGeom>
              <a:avLst/>
              <a:gdLst/>
              <a:ahLst/>
              <a:cxnLst/>
              <a:rect l="l" t="t" r="r" b="b"/>
              <a:pathLst>
                <a:path w="10909" h="7491" extrusionOk="0">
                  <a:moveTo>
                    <a:pt x="4715" y="0"/>
                  </a:moveTo>
                  <a:lnTo>
                    <a:pt x="3892" y="1702"/>
                  </a:lnTo>
                  <a:lnTo>
                    <a:pt x="0" y="6333"/>
                  </a:lnTo>
                  <a:lnTo>
                    <a:pt x="6668" y="7490"/>
                  </a:lnTo>
                  <a:lnTo>
                    <a:pt x="10113" y="2762"/>
                  </a:lnTo>
                  <a:lnTo>
                    <a:pt x="10908" y="642"/>
                  </a:lnTo>
                  <a:lnTo>
                    <a:pt x="4715" y="0"/>
                  </a:lnTo>
                  <a:close/>
                </a:path>
              </a:pathLst>
            </a:custGeom>
            <a:gradFill>
              <a:gsLst>
                <a:gs pos="0">
                  <a:srgbClr val="454860"/>
                </a:gs>
                <a:gs pos="100000">
                  <a:srgbClr val="0F101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3" name="Google Shape;3273;p44"/>
            <p:cNvSpPr/>
            <p:nvPr/>
          </p:nvSpPr>
          <p:spPr>
            <a:xfrm>
              <a:off x="1541611" y="1603705"/>
              <a:ext cx="595600" cy="234404"/>
            </a:xfrm>
            <a:custGeom>
              <a:avLst/>
              <a:gdLst/>
              <a:ahLst/>
              <a:cxnLst/>
              <a:rect l="l" t="t" r="r" b="b"/>
              <a:pathLst>
                <a:path w="7018" h="2762" extrusionOk="0">
                  <a:moveTo>
                    <a:pt x="824" y="0"/>
                  </a:moveTo>
                  <a:lnTo>
                    <a:pt x="1" y="1702"/>
                  </a:lnTo>
                  <a:lnTo>
                    <a:pt x="6222" y="2762"/>
                  </a:lnTo>
                  <a:lnTo>
                    <a:pt x="7017" y="642"/>
                  </a:lnTo>
                  <a:lnTo>
                    <a:pt x="82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4" name="Google Shape;3274;p44"/>
            <p:cNvSpPr/>
            <p:nvPr/>
          </p:nvSpPr>
          <p:spPr>
            <a:xfrm>
              <a:off x="1919272" y="1848718"/>
              <a:ext cx="75872" cy="42688"/>
            </a:xfrm>
            <a:custGeom>
              <a:avLst/>
              <a:gdLst/>
              <a:ahLst/>
              <a:cxnLst/>
              <a:rect l="l" t="t" r="r" b="b"/>
              <a:pathLst>
                <a:path w="894" h="503" extrusionOk="0">
                  <a:moveTo>
                    <a:pt x="321" y="0"/>
                  </a:moveTo>
                  <a:lnTo>
                    <a:pt x="14" y="293"/>
                  </a:lnTo>
                  <a:lnTo>
                    <a:pt x="1" y="405"/>
                  </a:lnTo>
                  <a:lnTo>
                    <a:pt x="600" y="503"/>
                  </a:lnTo>
                  <a:lnTo>
                    <a:pt x="893" y="182"/>
                  </a:lnTo>
                  <a:lnTo>
                    <a:pt x="879" y="112"/>
                  </a:lnTo>
                  <a:lnTo>
                    <a:pt x="32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5" name="Google Shape;3275;p44"/>
            <p:cNvSpPr/>
            <p:nvPr/>
          </p:nvSpPr>
          <p:spPr>
            <a:xfrm>
              <a:off x="1919272" y="1858223"/>
              <a:ext cx="75872" cy="33183"/>
            </a:xfrm>
            <a:custGeom>
              <a:avLst/>
              <a:gdLst/>
              <a:ahLst/>
              <a:cxnLst/>
              <a:rect l="l" t="t" r="r" b="b"/>
              <a:pathLst>
                <a:path w="894" h="391" extrusionOk="0">
                  <a:moveTo>
                    <a:pt x="879" y="0"/>
                  </a:moveTo>
                  <a:lnTo>
                    <a:pt x="572" y="293"/>
                  </a:lnTo>
                  <a:lnTo>
                    <a:pt x="14" y="181"/>
                  </a:lnTo>
                  <a:lnTo>
                    <a:pt x="1" y="293"/>
                  </a:lnTo>
                  <a:lnTo>
                    <a:pt x="600" y="391"/>
                  </a:lnTo>
                  <a:lnTo>
                    <a:pt x="893" y="70"/>
                  </a:lnTo>
                  <a:lnTo>
                    <a:pt x="879" y="0"/>
                  </a:lnTo>
                  <a:close/>
                </a:path>
              </a:pathLst>
            </a:custGeom>
            <a:solidFill>
              <a:srgbClr val="6E3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6" name="Google Shape;3276;p44"/>
            <p:cNvSpPr/>
            <p:nvPr/>
          </p:nvSpPr>
          <p:spPr>
            <a:xfrm>
              <a:off x="1824560" y="1833357"/>
              <a:ext cx="75872" cy="42688"/>
            </a:xfrm>
            <a:custGeom>
              <a:avLst/>
              <a:gdLst/>
              <a:ahLst/>
              <a:cxnLst/>
              <a:rect l="l" t="t" r="r" b="b"/>
              <a:pathLst>
                <a:path w="894" h="503" extrusionOk="0">
                  <a:moveTo>
                    <a:pt x="308" y="0"/>
                  </a:moveTo>
                  <a:lnTo>
                    <a:pt x="15" y="293"/>
                  </a:lnTo>
                  <a:lnTo>
                    <a:pt x="1" y="391"/>
                  </a:lnTo>
                  <a:lnTo>
                    <a:pt x="600" y="502"/>
                  </a:lnTo>
                  <a:lnTo>
                    <a:pt x="893" y="167"/>
                  </a:lnTo>
                  <a:lnTo>
                    <a:pt x="879" y="98"/>
                  </a:lnTo>
                  <a:lnTo>
                    <a:pt x="308" y="0"/>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7" name="Google Shape;3277;p44"/>
            <p:cNvSpPr/>
            <p:nvPr/>
          </p:nvSpPr>
          <p:spPr>
            <a:xfrm>
              <a:off x="1824560" y="1841589"/>
              <a:ext cx="75872" cy="34456"/>
            </a:xfrm>
            <a:custGeom>
              <a:avLst/>
              <a:gdLst/>
              <a:ahLst/>
              <a:cxnLst/>
              <a:rect l="l" t="t" r="r" b="b"/>
              <a:pathLst>
                <a:path w="894" h="406" extrusionOk="0">
                  <a:moveTo>
                    <a:pt x="879" y="1"/>
                  </a:moveTo>
                  <a:lnTo>
                    <a:pt x="573" y="294"/>
                  </a:lnTo>
                  <a:lnTo>
                    <a:pt x="15" y="196"/>
                  </a:lnTo>
                  <a:lnTo>
                    <a:pt x="1" y="294"/>
                  </a:lnTo>
                  <a:lnTo>
                    <a:pt x="600" y="405"/>
                  </a:lnTo>
                  <a:lnTo>
                    <a:pt x="893" y="70"/>
                  </a:lnTo>
                  <a:lnTo>
                    <a:pt x="87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8" name="Google Shape;3278;p44"/>
            <p:cNvSpPr/>
            <p:nvPr/>
          </p:nvSpPr>
          <p:spPr>
            <a:xfrm>
              <a:off x="1729848" y="1817911"/>
              <a:ext cx="75872" cy="41500"/>
            </a:xfrm>
            <a:custGeom>
              <a:avLst/>
              <a:gdLst/>
              <a:ahLst/>
              <a:cxnLst/>
              <a:rect l="l" t="t" r="r" b="b"/>
              <a:pathLst>
                <a:path w="894" h="489" extrusionOk="0">
                  <a:moveTo>
                    <a:pt x="308" y="1"/>
                  </a:moveTo>
                  <a:lnTo>
                    <a:pt x="15" y="280"/>
                  </a:lnTo>
                  <a:lnTo>
                    <a:pt x="1" y="391"/>
                  </a:lnTo>
                  <a:lnTo>
                    <a:pt x="587" y="489"/>
                  </a:lnTo>
                  <a:lnTo>
                    <a:pt x="893" y="168"/>
                  </a:lnTo>
                  <a:lnTo>
                    <a:pt x="880" y="98"/>
                  </a:lnTo>
                  <a:lnTo>
                    <a:pt x="308" y="1"/>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9" name="Google Shape;3279;p44"/>
            <p:cNvSpPr/>
            <p:nvPr/>
          </p:nvSpPr>
          <p:spPr>
            <a:xfrm>
              <a:off x="1729848" y="1826228"/>
              <a:ext cx="75872" cy="33183"/>
            </a:xfrm>
            <a:custGeom>
              <a:avLst/>
              <a:gdLst/>
              <a:ahLst/>
              <a:cxnLst/>
              <a:rect l="l" t="t" r="r" b="b"/>
              <a:pathLst>
                <a:path w="894" h="391" extrusionOk="0">
                  <a:moveTo>
                    <a:pt x="880" y="0"/>
                  </a:moveTo>
                  <a:lnTo>
                    <a:pt x="573" y="293"/>
                  </a:lnTo>
                  <a:lnTo>
                    <a:pt x="15" y="182"/>
                  </a:lnTo>
                  <a:lnTo>
                    <a:pt x="1" y="293"/>
                  </a:lnTo>
                  <a:lnTo>
                    <a:pt x="587" y="391"/>
                  </a:lnTo>
                  <a:lnTo>
                    <a:pt x="893" y="70"/>
                  </a:lnTo>
                  <a:lnTo>
                    <a:pt x="88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0" name="Google Shape;3280;p44"/>
            <p:cNvSpPr/>
            <p:nvPr/>
          </p:nvSpPr>
          <p:spPr>
            <a:xfrm>
              <a:off x="1633947" y="1801362"/>
              <a:ext cx="77060" cy="42688"/>
            </a:xfrm>
            <a:custGeom>
              <a:avLst/>
              <a:gdLst/>
              <a:ahLst/>
              <a:cxnLst/>
              <a:rect l="l" t="t" r="r" b="b"/>
              <a:pathLst>
                <a:path w="908" h="503" extrusionOk="0">
                  <a:moveTo>
                    <a:pt x="322" y="0"/>
                  </a:moveTo>
                  <a:lnTo>
                    <a:pt x="29" y="293"/>
                  </a:lnTo>
                  <a:lnTo>
                    <a:pt x="1" y="391"/>
                  </a:lnTo>
                  <a:lnTo>
                    <a:pt x="601" y="503"/>
                  </a:lnTo>
                  <a:lnTo>
                    <a:pt x="908" y="168"/>
                  </a:lnTo>
                  <a:lnTo>
                    <a:pt x="894" y="98"/>
                  </a:lnTo>
                  <a:lnTo>
                    <a:pt x="322" y="0"/>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1" name="Google Shape;3281;p44"/>
            <p:cNvSpPr/>
            <p:nvPr/>
          </p:nvSpPr>
          <p:spPr>
            <a:xfrm>
              <a:off x="1633947" y="1809679"/>
              <a:ext cx="77060" cy="34371"/>
            </a:xfrm>
            <a:custGeom>
              <a:avLst/>
              <a:gdLst/>
              <a:ahLst/>
              <a:cxnLst/>
              <a:rect l="l" t="t" r="r" b="b"/>
              <a:pathLst>
                <a:path w="908" h="405" extrusionOk="0">
                  <a:moveTo>
                    <a:pt x="894" y="0"/>
                  </a:moveTo>
                  <a:lnTo>
                    <a:pt x="587" y="293"/>
                  </a:lnTo>
                  <a:lnTo>
                    <a:pt x="29" y="195"/>
                  </a:lnTo>
                  <a:lnTo>
                    <a:pt x="1" y="293"/>
                  </a:lnTo>
                  <a:lnTo>
                    <a:pt x="601" y="405"/>
                  </a:lnTo>
                  <a:lnTo>
                    <a:pt x="908" y="70"/>
                  </a:lnTo>
                  <a:lnTo>
                    <a:pt x="89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2" name="Google Shape;3282;p44"/>
            <p:cNvSpPr/>
            <p:nvPr/>
          </p:nvSpPr>
          <p:spPr>
            <a:xfrm>
              <a:off x="1539320" y="1786001"/>
              <a:ext cx="75787" cy="42688"/>
            </a:xfrm>
            <a:custGeom>
              <a:avLst/>
              <a:gdLst/>
              <a:ahLst/>
              <a:cxnLst/>
              <a:rect l="l" t="t" r="r" b="b"/>
              <a:pathLst>
                <a:path w="893" h="503" extrusionOk="0">
                  <a:moveTo>
                    <a:pt x="321" y="0"/>
                  </a:moveTo>
                  <a:lnTo>
                    <a:pt x="28" y="279"/>
                  </a:lnTo>
                  <a:lnTo>
                    <a:pt x="0" y="391"/>
                  </a:lnTo>
                  <a:lnTo>
                    <a:pt x="600" y="502"/>
                  </a:lnTo>
                  <a:lnTo>
                    <a:pt x="893" y="168"/>
                  </a:lnTo>
                  <a:lnTo>
                    <a:pt x="893" y="98"/>
                  </a:lnTo>
                  <a:lnTo>
                    <a:pt x="321" y="0"/>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3" name="Google Shape;3283;p44"/>
            <p:cNvSpPr/>
            <p:nvPr/>
          </p:nvSpPr>
          <p:spPr>
            <a:xfrm>
              <a:off x="1539320" y="1794233"/>
              <a:ext cx="75787" cy="34456"/>
            </a:xfrm>
            <a:custGeom>
              <a:avLst/>
              <a:gdLst/>
              <a:ahLst/>
              <a:cxnLst/>
              <a:rect l="l" t="t" r="r" b="b"/>
              <a:pathLst>
                <a:path w="893" h="406" extrusionOk="0">
                  <a:moveTo>
                    <a:pt x="893" y="1"/>
                  </a:moveTo>
                  <a:lnTo>
                    <a:pt x="572" y="294"/>
                  </a:lnTo>
                  <a:lnTo>
                    <a:pt x="28" y="182"/>
                  </a:lnTo>
                  <a:lnTo>
                    <a:pt x="0" y="294"/>
                  </a:lnTo>
                  <a:lnTo>
                    <a:pt x="600" y="405"/>
                  </a:lnTo>
                  <a:lnTo>
                    <a:pt x="893" y="71"/>
                  </a:lnTo>
                  <a:lnTo>
                    <a:pt x="89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4" name="Google Shape;3284;p44"/>
            <p:cNvSpPr/>
            <p:nvPr/>
          </p:nvSpPr>
          <p:spPr>
            <a:xfrm>
              <a:off x="1864787" y="1918564"/>
              <a:ext cx="75872" cy="42688"/>
            </a:xfrm>
            <a:custGeom>
              <a:avLst/>
              <a:gdLst/>
              <a:ahLst/>
              <a:cxnLst/>
              <a:rect l="l" t="t" r="r" b="b"/>
              <a:pathLst>
                <a:path w="894" h="503" extrusionOk="0">
                  <a:moveTo>
                    <a:pt x="322" y="0"/>
                  </a:moveTo>
                  <a:lnTo>
                    <a:pt x="15" y="293"/>
                  </a:lnTo>
                  <a:lnTo>
                    <a:pt x="1" y="391"/>
                  </a:lnTo>
                  <a:lnTo>
                    <a:pt x="601" y="503"/>
                  </a:lnTo>
                  <a:lnTo>
                    <a:pt x="894" y="168"/>
                  </a:lnTo>
                  <a:lnTo>
                    <a:pt x="880" y="98"/>
                  </a:lnTo>
                  <a:lnTo>
                    <a:pt x="322" y="0"/>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5" name="Google Shape;3285;p44"/>
            <p:cNvSpPr/>
            <p:nvPr/>
          </p:nvSpPr>
          <p:spPr>
            <a:xfrm>
              <a:off x="1864787" y="1926881"/>
              <a:ext cx="75872" cy="34371"/>
            </a:xfrm>
            <a:custGeom>
              <a:avLst/>
              <a:gdLst/>
              <a:ahLst/>
              <a:cxnLst/>
              <a:rect l="l" t="t" r="r" b="b"/>
              <a:pathLst>
                <a:path w="894" h="405" extrusionOk="0">
                  <a:moveTo>
                    <a:pt x="880" y="0"/>
                  </a:moveTo>
                  <a:lnTo>
                    <a:pt x="573" y="293"/>
                  </a:lnTo>
                  <a:lnTo>
                    <a:pt x="15" y="195"/>
                  </a:lnTo>
                  <a:lnTo>
                    <a:pt x="1" y="293"/>
                  </a:lnTo>
                  <a:lnTo>
                    <a:pt x="601" y="405"/>
                  </a:lnTo>
                  <a:lnTo>
                    <a:pt x="894" y="70"/>
                  </a:lnTo>
                  <a:lnTo>
                    <a:pt x="88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6" name="Google Shape;3286;p44"/>
            <p:cNvSpPr/>
            <p:nvPr/>
          </p:nvSpPr>
          <p:spPr>
            <a:xfrm>
              <a:off x="1770075" y="1902015"/>
              <a:ext cx="75872" cy="42688"/>
            </a:xfrm>
            <a:custGeom>
              <a:avLst/>
              <a:gdLst/>
              <a:ahLst/>
              <a:cxnLst/>
              <a:rect l="l" t="t" r="r" b="b"/>
              <a:pathLst>
                <a:path w="894" h="503" extrusionOk="0">
                  <a:moveTo>
                    <a:pt x="308" y="0"/>
                  </a:moveTo>
                  <a:lnTo>
                    <a:pt x="15" y="293"/>
                  </a:lnTo>
                  <a:lnTo>
                    <a:pt x="1" y="405"/>
                  </a:lnTo>
                  <a:lnTo>
                    <a:pt x="601" y="502"/>
                  </a:lnTo>
                  <a:lnTo>
                    <a:pt x="894" y="181"/>
                  </a:lnTo>
                  <a:lnTo>
                    <a:pt x="880" y="112"/>
                  </a:lnTo>
                  <a:lnTo>
                    <a:pt x="308" y="0"/>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7" name="Google Shape;3287;p44"/>
            <p:cNvSpPr/>
            <p:nvPr/>
          </p:nvSpPr>
          <p:spPr>
            <a:xfrm>
              <a:off x="1770075" y="1911435"/>
              <a:ext cx="75872" cy="33268"/>
            </a:xfrm>
            <a:custGeom>
              <a:avLst/>
              <a:gdLst/>
              <a:ahLst/>
              <a:cxnLst/>
              <a:rect l="l" t="t" r="r" b="b"/>
              <a:pathLst>
                <a:path w="894" h="392" extrusionOk="0">
                  <a:moveTo>
                    <a:pt x="880" y="1"/>
                  </a:moveTo>
                  <a:lnTo>
                    <a:pt x="573" y="294"/>
                  </a:lnTo>
                  <a:lnTo>
                    <a:pt x="15" y="182"/>
                  </a:lnTo>
                  <a:lnTo>
                    <a:pt x="1" y="294"/>
                  </a:lnTo>
                  <a:lnTo>
                    <a:pt x="601" y="391"/>
                  </a:lnTo>
                  <a:lnTo>
                    <a:pt x="894" y="70"/>
                  </a:lnTo>
                  <a:lnTo>
                    <a:pt x="88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8" name="Google Shape;3288;p44"/>
            <p:cNvSpPr/>
            <p:nvPr/>
          </p:nvSpPr>
          <p:spPr>
            <a:xfrm>
              <a:off x="1675448" y="1886569"/>
              <a:ext cx="75787" cy="42688"/>
            </a:xfrm>
            <a:custGeom>
              <a:avLst/>
              <a:gdLst/>
              <a:ahLst/>
              <a:cxnLst/>
              <a:rect l="l" t="t" r="r" b="b"/>
              <a:pathLst>
                <a:path w="893" h="503" extrusionOk="0">
                  <a:moveTo>
                    <a:pt x="307" y="1"/>
                  </a:moveTo>
                  <a:lnTo>
                    <a:pt x="14" y="294"/>
                  </a:lnTo>
                  <a:lnTo>
                    <a:pt x="0" y="391"/>
                  </a:lnTo>
                  <a:lnTo>
                    <a:pt x="586" y="503"/>
                  </a:lnTo>
                  <a:lnTo>
                    <a:pt x="893" y="168"/>
                  </a:lnTo>
                  <a:lnTo>
                    <a:pt x="879" y="98"/>
                  </a:lnTo>
                  <a:lnTo>
                    <a:pt x="307" y="1"/>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9" name="Google Shape;3289;p44"/>
            <p:cNvSpPr/>
            <p:nvPr/>
          </p:nvSpPr>
          <p:spPr>
            <a:xfrm>
              <a:off x="1675448" y="1894886"/>
              <a:ext cx="75787" cy="34371"/>
            </a:xfrm>
            <a:custGeom>
              <a:avLst/>
              <a:gdLst/>
              <a:ahLst/>
              <a:cxnLst/>
              <a:rect l="l" t="t" r="r" b="b"/>
              <a:pathLst>
                <a:path w="893" h="405" extrusionOk="0">
                  <a:moveTo>
                    <a:pt x="879" y="0"/>
                  </a:moveTo>
                  <a:lnTo>
                    <a:pt x="572" y="293"/>
                  </a:lnTo>
                  <a:lnTo>
                    <a:pt x="14" y="196"/>
                  </a:lnTo>
                  <a:lnTo>
                    <a:pt x="0" y="293"/>
                  </a:lnTo>
                  <a:lnTo>
                    <a:pt x="586" y="405"/>
                  </a:lnTo>
                  <a:lnTo>
                    <a:pt x="893" y="70"/>
                  </a:lnTo>
                  <a:lnTo>
                    <a:pt x="87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0" name="Google Shape;3290;p44"/>
            <p:cNvSpPr/>
            <p:nvPr/>
          </p:nvSpPr>
          <p:spPr>
            <a:xfrm>
              <a:off x="1579547" y="1870020"/>
              <a:ext cx="75787" cy="42688"/>
            </a:xfrm>
            <a:custGeom>
              <a:avLst/>
              <a:gdLst/>
              <a:ahLst/>
              <a:cxnLst/>
              <a:rect l="l" t="t" r="r" b="b"/>
              <a:pathLst>
                <a:path w="893" h="503" extrusionOk="0">
                  <a:moveTo>
                    <a:pt x="321" y="1"/>
                  </a:moveTo>
                  <a:lnTo>
                    <a:pt x="28" y="293"/>
                  </a:lnTo>
                  <a:lnTo>
                    <a:pt x="0" y="405"/>
                  </a:lnTo>
                  <a:lnTo>
                    <a:pt x="600" y="503"/>
                  </a:lnTo>
                  <a:lnTo>
                    <a:pt x="893" y="182"/>
                  </a:lnTo>
                  <a:lnTo>
                    <a:pt x="893" y="112"/>
                  </a:lnTo>
                  <a:lnTo>
                    <a:pt x="321" y="1"/>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1" name="Google Shape;3291;p44"/>
            <p:cNvSpPr/>
            <p:nvPr/>
          </p:nvSpPr>
          <p:spPr>
            <a:xfrm>
              <a:off x="1579547" y="1879525"/>
              <a:ext cx="75787" cy="33183"/>
            </a:xfrm>
            <a:custGeom>
              <a:avLst/>
              <a:gdLst/>
              <a:ahLst/>
              <a:cxnLst/>
              <a:rect l="l" t="t" r="r" b="b"/>
              <a:pathLst>
                <a:path w="893" h="391" extrusionOk="0">
                  <a:moveTo>
                    <a:pt x="893" y="0"/>
                  </a:moveTo>
                  <a:lnTo>
                    <a:pt x="586" y="293"/>
                  </a:lnTo>
                  <a:lnTo>
                    <a:pt x="28" y="181"/>
                  </a:lnTo>
                  <a:lnTo>
                    <a:pt x="0" y="293"/>
                  </a:lnTo>
                  <a:lnTo>
                    <a:pt x="600" y="391"/>
                  </a:lnTo>
                  <a:lnTo>
                    <a:pt x="893" y="70"/>
                  </a:lnTo>
                  <a:lnTo>
                    <a:pt x="89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2" name="Google Shape;3292;p44"/>
            <p:cNvSpPr/>
            <p:nvPr/>
          </p:nvSpPr>
          <p:spPr>
            <a:xfrm>
              <a:off x="1484835" y="1854659"/>
              <a:ext cx="75872" cy="42688"/>
            </a:xfrm>
            <a:custGeom>
              <a:avLst/>
              <a:gdLst/>
              <a:ahLst/>
              <a:cxnLst/>
              <a:rect l="l" t="t" r="r" b="b"/>
              <a:pathLst>
                <a:path w="894" h="503" extrusionOk="0">
                  <a:moveTo>
                    <a:pt x="321" y="0"/>
                  </a:moveTo>
                  <a:lnTo>
                    <a:pt x="28" y="293"/>
                  </a:lnTo>
                  <a:lnTo>
                    <a:pt x="0" y="391"/>
                  </a:lnTo>
                  <a:lnTo>
                    <a:pt x="600" y="502"/>
                  </a:lnTo>
                  <a:lnTo>
                    <a:pt x="893" y="168"/>
                  </a:lnTo>
                  <a:lnTo>
                    <a:pt x="879" y="98"/>
                  </a:lnTo>
                  <a:lnTo>
                    <a:pt x="321" y="0"/>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3" name="Google Shape;3293;p44"/>
            <p:cNvSpPr/>
            <p:nvPr/>
          </p:nvSpPr>
          <p:spPr>
            <a:xfrm>
              <a:off x="1484835" y="1862891"/>
              <a:ext cx="75872" cy="34456"/>
            </a:xfrm>
            <a:custGeom>
              <a:avLst/>
              <a:gdLst/>
              <a:ahLst/>
              <a:cxnLst/>
              <a:rect l="l" t="t" r="r" b="b"/>
              <a:pathLst>
                <a:path w="894" h="406" extrusionOk="0">
                  <a:moveTo>
                    <a:pt x="879" y="1"/>
                  </a:moveTo>
                  <a:lnTo>
                    <a:pt x="572" y="294"/>
                  </a:lnTo>
                  <a:lnTo>
                    <a:pt x="28" y="196"/>
                  </a:lnTo>
                  <a:lnTo>
                    <a:pt x="0" y="294"/>
                  </a:lnTo>
                  <a:lnTo>
                    <a:pt x="600" y="405"/>
                  </a:lnTo>
                  <a:lnTo>
                    <a:pt x="893" y="71"/>
                  </a:lnTo>
                  <a:lnTo>
                    <a:pt x="87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4" name="Google Shape;3294;p44"/>
            <p:cNvSpPr/>
            <p:nvPr/>
          </p:nvSpPr>
          <p:spPr>
            <a:xfrm>
              <a:off x="1715675" y="1971861"/>
              <a:ext cx="75872" cy="42688"/>
            </a:xfrm>
            <a:custGeom>
              <a:avLst/>
              <a:gdLst/>
              <a:ahLst/>
              <a:cxnLst/>
              <a:rect l="l" t="t" r="r" b="b"/>
              <a:pathLst>
                <a:path w="894" h="503" extrusionOk="0">
                  <a:moveTo>
                    <a:pt x="307" y="0"/>
                  </a:moveTo>
                  <a:lnTo>
                    <a:pt x="14" y="293"/>
                  </a:lnTo>
                  <a:lnTo>
                    <a:pt x="0" y="391"/>
                  </a:lnTo>
                  <a:lnTo>
                    <a:pt x="600" y="502"/>
                  </a:lnTo>
                  <a:lnTo>
                    <a:pt x="893" y="167"/>
                  </a:lnTo>
                  <a:lnTo>
                    <a:pt x="879" y="98"/>
                  </a:lnTo>
                  <a:lnTo>
                    <a:pt x="307" y="0"/>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5" name="Google Shape;3295;p44"/>
            <p:cNvSpPr/>
            <p:nvPr/>
          </p:nvSpPr>
          <p:spPr>
            <a:xfrm>
              <a:off x="1715675" y="1980093"/>
              <a:ext cx="75872" cy="34456"/>
            </a:xfrm>
            <a:custGeom>
              <a:avLst/>
              <a:gdLst/>
              <a:ahLst/>
              <a:cxnLst/>
              <a:rect l="l" t="t" r="r" b="b"/>
              <a:pathLst>
                <a:path w="894" h="406" extrusionOk="0">
                  <a:moveTo>
                    <a:pt x="879" y="1"/>
                  </a:moveTo>
                  <a:lnTo>
                    <a:pt x="572" y="294"/>
                  </a:lnTo>
                  <a:lnTo>
                    <a:pt x="14" y="196"/>
                  </a:lnTo>
                  <a:lnTo>
                    <a:pt x="0" y="294"/>
                  </a:lnTo>
                  <a:lnTo>
                    <a:pt x="600" y="405"/>
                  </a:lnTo>
                  <a:lnTo>
                    <a:pt x="893" y="70"/>
                  </a:lnTo>
                  <a:lnTo>
                    <a:pt x="87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6" name="Google Shape;3296;p44"/>
            <p:cNvSpPr/>
            <p:nvPr/>
          </p:nvSpPr>
          <p:spPr>
            <a:xfrm>
              <a:off x="1619774" y="1955227"/>
              <a:ext cx="77060" cy="42688"/>
            </a:xfrm>
            <a:custGeom>
              <a:avLst/>
              <a:gdLst/>
              <a:ahLst/>
              <a:cxnLst/>
              <a:rect l="l" t="t" r="r" b="b"/>
              <a:pathLst>
                <a:path w="908" h="503" extrusionOk="0">
                  <a:moveTo>
                    <a:pt x="321" y="1"/>
                  </a:moveTo>
                  <a:lnTo>
                    <a:pt x="28" y="294"/>
                  </a:lnTo>
                  <a:lnTo>
                    <a:pt x="1" y="405"/>
                  </a:lnTo>
                  <a:lnTo>
                    <a:pt x="600" y="503"/>
                  </a:lnTo>
                  <a:lnTo>
                    <a:pt x="907" y="168"/>
                  </a:lnTo>
                  <a:lnTo>
                    <a:pt x="893" y="112"/>
                  </a:lnTo>
                  <a:lnTo>
                    <a:pt x="321" y="1"/>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7" name="Google Shape;3297;p44"/>
            <p:cNvSpPr/>
            <p:nvPr/>
          </p:nvSpPr>
          <p:spPr>
            <a:xfrm>
              <a:off x="1619774" y="1964732"/>
              <a:ext cx="77060" cy="33183"/>
            </a:xfrm>
            <a:custGeom>
              <a:avLst/>
              <a:gdLst/>
              <a:ahLst/>
              <a:cxnLst/>
              <a:rect l="l" t="t" r="r" b="b"/>
              <a:pathLst>
                <a:path w="908" h="391" extrusionOk="0">
                  <a:moveTo>
                    <a:pt x="893" y="0"/>
                  </a:moveTo>
                  <a:lnTo>
                    <a:pt x="586" y="293"/>
                  </a:lnTo>
                  <a:lnTo>
                    <a:pt x="28" y="182"/>
                  </a:lnTo>
                  <a:lnTo>
                    <a:pt x="1" y="293"/>
                  </a:lnTo>
                  <a:lnTo>
                    <a:pt x="600" y="391"/>
                  </a:lnTo>
                  <a:lnTo>
                    <a:pt x="907" y="56"/>
                  </a:lnTo>
                  <a:lnTo>
                    <a:pt x="89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8" name="Google Shape;3298;p44"/>
            <p:cNvSpPr/>
            <p:nvPr/>
          </p:nvSpPr>
          <p:spPr>
            <a:xfrm>
              <a:off x="1525062" y="1939866"/>
              <a:ext cx="75872" cy="42688"/>
            </a:xfrm>
            <a:custGeom>
              <a:avLst/>
              <a:gdLst/>
              <a:ahLst/>
              <a:cxnLst/>
              <a:rect l="l" t="t" r="r" b="b"/>
              <a:pathLst>
                <a:path w="894" h="503" extrusionOk="0">
                  <a:moveTo>
                    <a:pt x="321" y="0"/>
                  </a:moveTo>
                  <a:lnTo>
                    <a:pt x="29" y="293"/>
                  </a:lnTo>
                  <a:lnTo>
                    <a:pt x="1" y="391"/>
                  </a:lnTo>
                  <a:lnTo>
                    <a:pt x="600" y="503"/>
                  </a:lnTo>
                  <a:lnTo>
                    <a:pt x="893" y="168"/>
                  </a:lnTo>
                  <a:lnTo>
                    <a:pt x="893" y="98"/>
                  </a:lnTo>
                  <a:lnTo>
                    <a:pt x="321" y="0"/>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9" name="Google Shape;3299;p44"/>
            <p:cNvSpPr/>
            <p:nvPr/>
          </p:nvSpPr>
          <p:spPr>
            <a:xfrm>
              <a:off x="1525062" y="1948183"/>
              <a:ext cx="75872" cy="34371"/>
            </a:xfrm>
            <a:custGeom>
              <a:avLst/>
              <a:gdLst/>
              <a:ahLst/>
              <a:cxnLst/>
              <a:rect l="l" t="t" r="r" b="b"/>
              <a:pathLst>
                <a:path w="894" h="405" extrusionOk="0">
                  <a:moveTo>
                    <a:pt x="893" y="0"/>
                  </a:moveTo>
                  <a:lnTo>
                    <a:pt x="586" y="293"/>
                  </a:lnTo>
                  <a:lnTo>
                    <a:pt x="29" y="195"/>
                  </a:lnTo>
                  <a:lnTo>
                    <a:pt x="1" y="293"/>
                  </a:lnTo>
                  <a:lnTo>
                    <a:pt x="600" y="405"/>
                  </a:lnTo>
                  <a:lnTo>
                    <a:pt x="893" y="70"/>
                  </a:lnTo>
                  <a:lnTo>
                    <a:pt x="89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0" name="Google Shape;3300;p44"/>
            <p:cNvSpPr/>
            <p:nvPr/>
          </p:nvSpPr>
          <p:spPr>
            <a:xfrm>
              <a:off x="1430350" y="1923317"/>
              <a:ext cx="75872" cy="42688"/>
            </a:xfrm>
            <a:custGeom>
              <a:avLst/>
              <a:gdLst/>
              <a:ahLst/>
              <a:cxnLst/>
              <a:rect l="l" t="t" r="r" b="b"/>
              <a:pathLst>
                <a:path w="894" h="503" extrusionOk="0">
                  <a:moveTo>
                    <a:pt x="322" y="0"/>
                  </a:moveTo>
                  <a:lnTo>
                    <a:pt x="29" y="293"/>
                  </a:lnTo>
                  <a:lnTo>
                    <a:pt x="1" y="405"/>
                  </a:lnTo>
                  <a:lnTo>
                    <a:pt x="601" y="502"/>
                  </a:lnTo>
                  <a:lnTo>
                    <a:pt x="893" y="182"/>
                  </a:lnTo>
                  <a:lnTo>
                    <a:pt x="880" y="112"/>
                  </a:lnTo>
                  <a:lnTo>
                    <a:pt x="322" y="0"/>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1" name="Google Shape;3301;p44"/>
            <p:cNvSpPr/>
            <p:nvPr/>
          </p:nvSpPr>
          <p:spPr>
            <a:xfrm>
              <a:off x="1430350" y="1932737"/>
              <a:ext cx="75872" cy="33268"/>
            </a:xfrm>
            <a:custGeom>
              <a:avLst/>
              <a:gdLst/>
              <a:ahLst/>
              <a:cxnLst/>
              <a:rect l="l" t="t" r="r" b="b"/>
              <a:pathLst>
                <a:path w="894" h="392" extrusionOk="0">
                  <a:moveTo>
                    <a:pt x="880" y="1"/>
                  </a:moveTo>
                  <a:lnTo>
                    <a:pt x="573" y="294"/>
                  </a:lnTo>
                  <a:lnTo>
                    <a:pt x="29" y="182"/>
                  </a:lnTo>
                  <a:lnTo>
                    <a:pt x="1" y="294"/>
                  </a:lnTo>
                  <a:lnTo>
                    <a:pt x="601" y="391"/>
                  </a:lnTo>
                  <a:lnTo>
                    <a:pt x="893" y="71"/>
                  </a:lnTo>
                  <a:lnTo>
                    <a:pt x="88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2" name="Google Shape;3302;p44"/>
            <p:cNvSpPr/>
            <p:nvPr/>
          </p:nvSpPr>
          <p:spPr>
            <a:xfrm>
              <a:off x="1661190" y="2040519"/>
              <a:ext cx="75872" cy="42688"/>
            </a:xfrm>
            <a:custGeom>
              <a:avLst/>
              <a:gdLst/>
              <a:ahLst/>
              <a:cxnLst/>
              <a:rect l="l" t="t" r="r" b="b"/>
              <a:pathLst>
                <a:path w="894" h="503" extrusionOk="0">
                  <a:moveTo>
                    <a:pt x="308" y="0"/>
                  </a:moveTo>
                  <a:lnTo>
                    <a:pt x="15" y="293"/>
                  </a:lnTo>
                  <a:lnTo>
                    <a:pt x="1" y="405"/>
                  </a:lnTo>
                  <a:lnTo>
                    <a:pt x="601" y="502"/>
                  </a:lnTo>
                  <a:lnTo>
                    <a:pt x="893" y="167"/>
                  </a:lnTo>
                  <a:lnTo>
                    <a:pt x="879" y="98"/>
                  </a:lnTo>
                  <a:lnTo>
                    <a:pt x="308" y="0"/>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3" name="Google Shape;3303;p44"/>
            <p:cNvSpPr/>
            <p:nvPr/>
          </p:nvSpPr>
          <p:spPr>
            <a:xfrm>
              <a:off x="1661190" y="2048751"/>
              <a:ext cx="75872" cy="34456"/>
            </a:xfrm>
            <a:custGeom>
              <a:avLst/>
              <a:gdLst/>
              <a:ahLst/>
              <a:cxnLst/>
              <a:rect l="l" t="t" r="r" b="b"/>
              <a:pathLst>
                <a:path w="894" h="406" extrusionOk="0">
                  <a:moveTo>
                    <a:pt x="879" y="1"/>
                  </a:moveTo>
                  <a:lnTo>
                    <a:pt x="573" y="308"/>
                  </a:lnTo>
                  <a:lnTo>
                    <a:pt x="15" y="196"/>
                  </a:lnTo>
                  <a:lnTo>
                    <a:pt x="1" y="308"/>
                  </a:lnTo>
                  <a:lnTo>
                    <a:pt x="601" y="405"/>
                  </a:lnTo>
                  <a:lnTo>
                    <a:pt x="893" y="70"/>
                  </a:lnTo>
                  <a:lnTo>
                    <a:pt x="87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4" name="Google Shape;3304;p44"/>
            <p:cNvSpPr/>
            <p:nvPr/>
          </p:nvSpPr>
          <p:spPr>
            <a:xfrm>
              <a:off x="1566477" y="2025073"/>
              <a:ext cx="75872" cy="42688"/>
            </a:xfrm>
            <a:custGeom>
              <a:avLst/>
              <a:gdLst/>
              <a:ahLst/>
              <a:cxnLst/>
              <a:rect l="l" t="t" r="r" b="b"/>
              <a:pathLst>
                <a:path w="894" h="503" extrusionOk="0">
                  <a:moveTo>
                    <a:pt x="308" y="1"/>
                  </a:moveTo>
                  <a:lnTo>
                    <a:pt x="15" y="280"/>
                  </a:lnTo>
                  <a:lnTo>
                    <a:pt x="1" y="391"/>
                  </a:lnTo>
                  <a:lnTo>
                    <a:pt x="587" y="503"/>
                  </a:lnTo>
                  <a:lnTo>
                    <a:pt x="894" y="168"/>
                  </a:lnTo>
                  <a:lnTo>
                    <a:pt x="880" y="98"/>
                  </a:lnTo>
                  <a:lnTo>
                    <a:pt x="308" y="1"/>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5" name="Google Shape;3305;p44"/>
            <p:cNvSpPr/>
            <p:nvPr/>
          </p:nvSpPr>
          <p:spPr>
            <a:xfrm>
              <a:off x="1566477" y="2033390"/>
              <a:ext cx="75872" cy="34371"/>
            </a:xfrm>
            <a:custGeom>
              <a:avLst/>
              <a:gdLst/>
              <a:ahLst/>
              <a:cxnLst/>
              <a:rect l="l" t="t" r="r" b="b"/>
              <a:pathLst>
                <a:path w="894" h="405" extrusionOk="0">
                  <a:moveTo>
                    <a:pt x="880" y="0"/>
                  </a:moveTo>
                  <a:lnTo>
                    <a:pt x="573" y="293"/>
                  </a:lnTo>
                  <a:lnTo>
                    <a:pt x="15" y="182"/>
                  </a:lnTo>
                  <a:lnTo>
                    <a:pt x="1" y="293"/>
                  </a:lnTo>
                  <a:lnTo>
                    <a:pt x="587" y="405"/>
                  </a:lnTo>
                  <a:lnTo>
                    <a:pt x="894" y="70"/>
                  </a:lnTo>
                  <a:lnTo>
                    <a:pt x="88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6" name="Google Shape;3306;p44"/>
            <p:cNvSpPr/>
            <p:nvPr/>
          </p:nvSpPr>
          <p:spPr>
            <a:xfrm>
              <a:off x="1470662" y="2008524"/>
              <a:ext cx="75787" cy="42688"/>
            </a:xfrm>
            <a:custGeom>
              <a:avLst/>
              <a:gdLst/>
              <a:ahLst/>
              <a:cxnLst/>
              <a:rect l="l" t="t" r="r" b="b"/>
              <a:pathLst>
                <a:path w="893" h="503" extrusionOk="0">
                  <a:moveTo>
                    <a:pt x="321" y="0"/>
                  </a:moveTo>
                  <a:lnTo>
                    <a:pt x="28" y="293"/>
                  </a:lnTo>
                  <a:lnTo>
                    <a:pt x="0" y="391"/>
                  </a:lnTo>
                  <a:lnTo>
                    <a:pt x="600" y="503"/>
                  </a:lnTo>
                  <a:lnTo>
                    <a:pt x="893" y="168"/>
                  </a:lnTo>
                  <a:lnTo>
                    <a:pt x="893" y="112"/>
                  </a:lnTo>
                  <a:lnTo>
                    <a:pt x="321" y="0"/>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7" name="Google Shape;3307;p44"/>
            <p:cNvSpPr/>
            <p:nvPr/>
          </p:nvSpPr>
          <p:spPr>
            <a:xfrm>
              <a:off x="1470662" y="2018029"/>
              <a:ext cx="75787" cy="33183"/>
            </a:xfrm>
            <a:custGeom>
              <a:avLst/>
              <a:gdLst/>
              <a:ahLst/>
              <a:cxnLst/>
              <a:rect l="l" t="t" r="r" b="b"/>
              <a:pathLst>
                <a:path w="893" h="391" extrusionOk="0">
                  <a:moveTo>
                    <a:pt x="893" y="0"/>
                  </a:moveTo>
                  <a:lnTo>
                    <a:pt x="572" y="279"/>
                  </a:lnTo>
                  <a:lnTo>
                    <a:pt x="28" y="181"/>
                  </a:lnTo>
                  <a:lnTo>
                    <a:pt x="0" y="279"/>
                  </a:lnTo>
                  <a:lnTo>
                    <a:pt x="600" y="391"/>
                  </a:lnTo>
                  <a:lnTo>
                    <a:pt x="893" y="56"/>
                  </a:lnTo>
                  <a:lnTo>
                    <a:pt x="89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8" name="Google Shape;3308;p44"/>
            <p:cNvSpPr/>
            <p:nvPr/>
          </p:nvSpPr>
          <p:spPr>
            <a:xfrm>
              <a:off x="1375950" y="1993163"/>
              <a:ext cx="75787" cy="42688"/>
            </a:xfrm>
            <a:custGeom>
              <a:avLst/>
              <a:gdLst/>
              <a:ahLst/>
              <a:cxnLst/>
              <a:rect l="l" t="t" r="r" b="b"/>
              <a:pathLst>
                <a:path w="893" h="503" extrusionOk="0">
                  <a:moveTo>
                    <a:pt x="321" y="0"/>
                  </a:moveTo>
                  <a:lnTo>
                    <a:pt x="14" y="293"/>
                  </a:lnTo>
                  <a:lnTo>
                    <a:pt x="0" y="391"/>
                  </a:lnTo>
                  <a:lnTo>
                    <a:pt x="600" y="502"/>
                  </a:lnTo>
                  <a:lnTo>
                    <a:pt x="893" y="168"/>
                  </a:lnTo>
                  <a:lnTo>
                    <a:pt x="879" y="98"/>
                  </a:lnTo>
                  <a:lnTo>
                    <a:pt x="321" y="0"/>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9" name="Google Shape;3309;p44"/>
            <p:cNvSpPr/>
            <p:nvPr/>
          </p:nvSpPr>
          <p:spPr>
            <a:xfrm>
              <a:off x="1375950" y="2001395"/>
              <a:ext cx="75787" cy="34456"/>
            </a:xfrm>
            <a:custGeom>
              <a:avLst/>
              <a:gdLst/>
              <a:ahLst/>
              <a:cxnLst/>
              <a:rect l="l" t="t" r="r" b="b"/>
              <a:pathLst>
                <a:path w="893" h="406" extrusionOk="0">
                  <a:moveTo>
                    <a:pt x="879" y="1"/>
                  </a:moveTo>
                  <a:lnTo>
                    <a:pt x="572" y="294"/>
                  </a:lnTo>
                  <a:lnTo>
                    <a:pt x="14" y="196"/>
                  </a:lnTo>
                  <a:lnTo>
                    <a:pt x="0" y="294"/>
                  </a:lnTo>
                  <a:lnTo>
                    <a:pt x="600" y="405"/>
                  </a:lnTo>
                  <a:lnTo>
                    <a:pt x="893" y="71"/>
                  </a:lnTo>
                  <a:lnTo>
                    <a:pt x="87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0" name="Google Shape;3310;p44"/>
            <p:cNvSpPr/>
            <p:nvPr/>
          </p:nvSpPr>
          <p:spPr>
            <a:xfrm>
              <a:off x="1701417" y="1987222"/>
              <a:ext cx="181277" cy="181192"/>
            </a:xfrm>
            <a:custGeom>
              <a:avLst/>
              <a:gdLst/>
              <a:ahLst/>
              <a:cxnLst/>
              <a:rect l="l" t="t" r="r" b="b"/>
              <a:pathLst>
                <a:path w="2136" h="2135" extrusionOk="0">
                  <a:moveTo>
                    <a:pt x="1591" y="0"/>
                  </a:moveTo>
                  <a:lnTo>
                    <a:pt x="15" y="1925"/>
                  </a:lnTo>
                  <a:lnTo>
                    <a:pt x="1" y="2023"/>
                  </a:lnTo>
                  <a:lnTo>
                    <a:pt x="601" y="2135"/>
                  </a:lnTo>
                  <a:lnTo>
                    <a:pt x="880" y="1800"/>
                  </a:lnTo>
                  <a:lnTo>
                    <a:pt x="2135" y="112"/>
                  </a:lnTo>
                  <a:lnTo>
                    <a:pt x="1591" y="0"/>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1" name="Google Shape;3311;p44"/>
            <p:cNvSpPr/>
            <p:nvPr/>
          </p:nvSpPr>
          <p:spPr>
            <a:xfrm>
              <a:off x="1701417" y="1996727"/>
              <a:ext cx="182465" cy="172875"/>
            </a:xfrm>
            <a:custGeom>
              <a:avLst/>
              <a:gdLst/>
              <a:ahLst/>
              <a:cxnLst/>
              <a:rect l="l" t="t" r="r" b="b"/>
              <a:pathLst>
                <a:path w="2150" h="2037" extrusionOk="0">
                  <a:moveTo>
                    <a:pt x="2135" y="0"/>
                  </a:moveTo>
                  <a:lnTo>
                    <a:pt x="573" y="1925"/>
                  </a:lnTo>
                  <a:lnTo>
                    <a:pt x="15" y="1827"/>
                  </a:lnTo>
                  <a:lnTo>
                    <a:pt x="1" y="1925"/>
                  </a:lnTo>
                  <a:lnTo>
                    <a:pt x="601" y="2037"/>
                  </a:lnTo>
                  <a:lnTo>
                    <a:pt x="2149" y="70"/>
                  </a:lnTo>
                  <a:lnTo>
                    <a:pt x="213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2" name="Google Shape;3312;p44"/>
            <p:cNvSpPr/>
            <p:nvPr/>
          </p:nvSpPr>
          <p:spPr>
            <a:xfrm>
              <a:off x="1606790" y="2109177"/>
              <a:ext cx="75787" cy="42688"/>
            </a:xfrm>
            <a:custGeom>
              <a:avLst/>
              <a:gdLst/>
              <a:ahLst/>
              <a:cxnLst/>
              <a:rect l="l" t="t" r="r" b="b"/>
              <a:pathLst>
                <a:path w="893" h="503" extrusionOk="0">
                  <a:moveTo>
                    <a:pt x="307" y="0"/>
                  </a:moveTo>
                  <a:lnTo>
                    <a:pt x="14" y="293"/>
                  </a:lnTo>
                  <a:lnTo>
                    <a:pt x="0" y="405"/>
                  </a:lnTo>
                  <a:lnTo>
                    <a:pt x="586" y="502"/>
                  </a:lnTo>
                  <a:lnTo>
                    <a:pt x="893" y="181"/>
                  </a:lnTo>
                  <a:lnTo>
                    <a:pt x="879" y="112"/>
                  </a:lnTo>
                  <a:lnTo>
                    <a:pt x="307" y="0"/>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3" name="Google Shape;3313;p44"/>
            <p:cNvSpPr/>
            <p:nvPr/>
          </p:nvSpPr>
          <p:spPr>
            <a:xfrm>
              <a:off x="1606790" y="2118597"/>
              <a:ext cx="75787" cy="33268"/>
            </a:xfrm>
            <a:custGeom>
              <a:avLst/>
              <a:gdLst/>
              <a:ahLst/>
              <a:cxnLst/>
              <a:rect l="l" t="t" r="r" b="b"/>
              <a:pathLst>
                <a:path w="893" h="392" extrusionOk="0">
                  <a:moveTo>
                    <a:pt x="879" y="1"/>
                  </a:moveTo>
                  <a:lnTo>
                    <a:pt x="572" y="294"/>
                  </a:lnTo>
                  <a:lnTo>
                    <a:pt x="14" y="182"/>
                  </a:lnTo>
                  <a:lnTo>
                    <a:pt x="0" y="294"/>
                  </a:lnTo>
                  <a:lnTo>
                    <a:pt x="586" y="391"/>
                  </a:lnTo>
                  <a:lnTo>
                    <a:pt x="893" y="70"/>
                  </a:lnTo>
                  <a:lnTo>
                    <a:pt x="87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4" name="Google Shape;3314;p44"/>
            <p:cNvSpPr/>
            <p:nvPr/>
          </p:nvSpPr>
          <p:spPr>
            <a:xfrm>
              <a:off x="1512077" y="2093731"/>
              <a:ext cx="75787" cy="42688"/>
            </a:xfrm>
            <a:custGeom>
              <a:avLst/>
              <a:gdLst/>
              <a:ahLst/>
              <a:cxnLst/>
              <a:rect l="l" t="t" r="r" b="b"/>
              <a:pathLst>
                <a:path w="893" h="503" extrusionOk="0">
                  <a:moveTo>
                    <a:pt x="307" y="1"/>
                  </a:moveTo>
                  <a:lnTo>
                    <a:pt x="14" y="294"/>
                  </a:lnTo>
                  <a:lnTo>
                    <a:pt x="0" y="391"/>
                  </a:lnTo>
                  <a:lnTo>
                    <a:pt x="586" y="503"/>
                  </a:lnTo>
                  <a:lnTo>
                    <a:pt x="893" y="168"/>
                  </a:lnTo>
                  <a:lnTo>
                    <a:pt x="879" y="98"/>
                  </a:lnTo>
                  <a:lnTo>
                    <a:pt x="307" y="1"/>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5" name="Google Shape;3315;p44"/>
            <p:cNvSpPr/>
            <p:nvPr/>
          </p:nvSpPr>
          <p:spPr>
            <a:xfrm>
              <a:off x="1512077" y="2102048"/>
              <a:ext cx="75787" cy="34371"/>
            </a:xfrm>
            <a:custGeom>
              <a:avLst/>
              <a:gdLst/>
              <a:ahLst/>
              <a:cxnLst/>
              <a:rect l="l" t="t" r="r" b="b"/>
              <a:pathLst>
                <a:path w="893" h="405" extrusionOk="0">
                  <a:moveTo>
                    <a:pt x="879" y="0"/>
                  </a:moveTo>
                  <a:lnTo>
                    <a:pt x="572" y="293"/>
                  </a:lnTo>
                  <a:lnTo>
                    <a:pt x="14" y="196"/>
                  </a:lnTo>
                  <a:lnTo>
                    <a:pt x="0" y="293"/>
                  </a:lnTo>
                  <a:lnTo>
                    <a:pt x="586" y="405"/>
                  </a:lnTo>
                  <a:lnTo>
                    <a:pt x="893" y="70"/>
                  </a:lnTo>
                  <a:lnTo>
                    <a:pt x="87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6" name="Google Shape;3316;p44"/>
            <p:cNvSpPr/>
            <p:nvPr/>
          </p:nvSpPr>
          <p:spPr>
            <a:xfrm>
              <a:off x="1416177" y="2078370"/>
              <a:ext cx="75872" cy="42688"/>
            </a:xfrm>
            <a:custGeom>
              <a:avLst/>
              <a:gdLst/>
              <a:ahLst/>
              <a:cxnLst/>
              <a:rect l="l" t="t" r="r" b="b"/>
              <a:pathLst>
                <a:path w="894" h="503" extrusionOk="0">
                  <a:moveTo>
                    <a:pt x="321" y="0"/>
                  </a:moveTo>
                  <a:lnTo>
                    <a:pt x="28" y="279"/>
                  </a:lnTo>
                  <a:lnTo>
                    <a:pt x="0" y="391"/>
                  </a:lnTo>
                  <a:lnTo>
                    <a:pt x="600" y="503"/>
                  </a:lnTo>
                  <a:lnTo>
                    <a:pt x="893" y="168"/>
                  </a:lnTo>
                  <a:lnTo>
                    <a:pt x="893" y="98"/>
                  </a:lnTo>
                  <a:lnTo>
                    <a:pt x="321" y="0"/>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7" name="Google Shape;3317;p44"/>
            <p:cNvSpPr/>
            <p:nvPr/>
          </p:nvSpPr>
          <p:spPr>
            <a:xfrm>
              <a:off x="1416177" y="2086687"/>
              <a:ext cx="75872" cy="34371"/>
            </a:xfrm>
            <a:custGeom>
              <a:avLst/>
              <a:gdLst/>
              <a:ahLst/>
              <a:cxnLst/>
              <a:rect l="l" t="t" r="r" b="b"/>
              <a:pathLst>
                <a:path w="894" h="405" extrusionOk="0">
                  <a:moveTo>
                    <a:pt x="893" y="0"/>
                  </a:moveTo>
                  <a:lnTo>
                    <a:pt x="572" y="293"/>
                  </a:lnTo>
                  <a:lnTo>
                    <a:pt x="28" y="181"/>
                  </a:lnTo>
                  <a:lnTo>
                    <a:pt x="0" y="293"/>
                  </a:lnTo>
                  <a:lnTo>
                    <a:pt x="600" y="405"/>
                  </a:lnTo>
                  <a:lnTo>
                    <a:pt x="893" y="70"/>
                  </a:lnTo>
                  <a:lnTo>
                    <a:pt x="89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8" name="Google Shape;3318;p44"/>
            <p:cNvSpPr/>
            <p:nvPr/>
          </p:nvSpPr>
          <p:spPr>
            <a:xfrm>
              <a:off x="1321465" y="2061821"/>
              <a:ext cx="75872" cy="42688"/>
            </a:xfrm>
            <a:custGeom>
              <a:avLst/>
              <a:gdLst/>
              <a:ahLst/>
              <a:cxnLst/>
              <a:rect l="l" t="t" r="r" b="b"/>
              <a:pathLst>
                <a:path w="894" h="503" extrusionOk="0">
                  <a:moveTo>
                    <a:pt x="321" y="0"/>
                  </a:moveTo>
                  <a:lnTo>
                    <a:pt x="14" y="293"/>
                  </a:lnTo>
                  <a:lnTo>
                    <a:pt x="0" y="391"/>
                  </a:lnTo>
                  <a:lnTo>
                    <a:pt x="600" y="502"/>
                  </a:lnTo>
                  <a:lnTo>
                    <a:pt x="893" y="168"/>
                  </a:lnTo>
                  <a:lnTo>
                    <a:pt x="879" y="98"/>
                  </a:lnTo>
                  <a:lnTo>
                    <a:pt x="321" y="0"/>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9" name="Google Shape;3319;p44"/>
            <p:cNvSpPr/>
            <p:nvPr/>
          </p:nvSpPr>
          <p:spPr>
            <a:xfrm>
              <a:off x="1321465" y="2070053"/>
              <a:ext cx="75872" cy="34456"/>
            </a:xfrm>
            <a:custGeom>
              <a:avLst/>
              <a:gdLst/>
              <a:ahLst/>
              <a:cxnLst/>
              <a:rect l="l" t="t" r="r" b="b"/>
              <a:pathLst>
                <a:path w="894" h="406" extrusionOk="0">
                  <a:moveTo>
                    <a:pt x="879" y="1"/>
                  </a:moveTo>
                  <a:lnTo>
                    <a:pt x="572" y="294"/>
                  </a:lnTo>
                  <a:lnTo>
                    <a:pt x="14" y="196"/>
                  </a:lnTo>
                  <a:lnTo>
                    <a:pt x="0" y="294"/>
                  </a:lnTo>
                  <a:lnTo>
                    <a:pt x="600" y="405"/>
                  </a:lnTo>
                  <a:lnTo>
                    <a:pt x="893" y="71"/>
                  </a:lnTo>
                  <a:lnTo>
                    <a:pt x="87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0" name="Google Shape;3320;p44"/>
            <p:cNvSpPr/>
            <p:nvPr/>
          </p:nvSpPr>
          <p:spPr>
            <a:xfrm>
              <a:off x="1321465" y="2075994"/>
              <a:ext cx="75872" cy="29704"/>
            </a:xfrm>
            <a:custGeom>
              <a:avLst/>
              <a:gdLst/>
              <a:ahLst/>
              <a:cxnLst/>
              <a:rect l="l" t="t" r="r" b="b"/>
              <a:pathLst>
                <a:path w="894" h="350" extrusionOk="0">
                  <a:moveTo>
                    <a:pt x="0" y="224"/>
                  </a:moveTo>
                  <a:lnTo>
                    <a:pt x="586" y="307"/>
                  </a:lnTo>
                  <a:lnTo>
                    <a:pt x="893" y="1"/>
                  </a:lnTo>
                  <a:lnTo>
                    <a:pt x="600" y="349"/>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1" name="Google Shape;3321;p44"/>
            <p:cNvSpPr/>
            <p:nvPr/>
          </p:nvSpPr>
          <p:spPr>
            <a:xfrm>
              <a:off x="1211391" y="1838025"/>
              <a:ext cx="858265" cy="413220"/>
            </a:xfrm>
            <a:custGeom>
              <a:avLst/>
              <a:gdLst/>
              <a:ahLst/>
              <a:cxnLst/>
              <a:rect l="l" t="t" r="r" b="b"/>
              <a:pathLst>
                <a:path w="10113" h="4869" extrusionOk="0">
                  <a:moveTo>
                    <a:pt x="0" y="3572"/>
                  </a:moveTo>
                  <a:cubicBezTo>
                    <a:pt x="0" y="3572"/>
                    <a:pt x="6263" y="4632"/>
                    <a:pt x="6626" y="4534"/>
                  </a:cubicBezTo>
                  <a:cubicBezTo>
                    <a:pt x="7002" y="4450"/>
                    <a:pt x="10113" y="1"/>
                    <a:pt x="10113" y="1"/>
                  </a:cubicBezTo>
                  <a:lnTo>
                    <a:pt x="6696" y="4869"/>
                  </a:ln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2" name="Google Shape;3322;p44"/>
            <p:cNvSpPr/>
            <p:nvPr/>
          </p:nvSpPr>
          <p:spPr>
            <a:xfrm>
              <a:off x="2069573" y="1658105"/>
              <a:ext cx="67639" cy="188321"/>
            </a:xfrm>
            <a:custGeom>
              <a:avLst/>
              <a:gdLst/>
              <a:ahLst/>
              <a:cxnLst/>
              <a:rect l="l" t="t" r="r" b="b"/>
              <a:pathLst>
                <a:path w="797" h="2219" extrusionOk="0">
                  <a:moveTo>
                    <a:pt x="796" y="1"/>
                  </a:moveTo>
                  <a:lnTo>
                    <a:pt x="1" y="2121"/>
                  </a:lnTo>
                  <a:lnTo>
                    <a:pt x="140" y="2219"/>
                  </a:lnTo>
                  <a:lnTo>
                    <a:pt x="79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3" name="Google Shape;3323;p44"/>
            <p:cNvSpPr/>
            <p:nvPr/>
          </p:nvSpPr>
          <p:spPr>
            <a:xfrm>
              <a:off x="3174126" y="3356816"/>
              <a:ext cx="153950" cy="203767"/>
            </a:xfrm>
            <a:custGeom>
              <a:avLst/>
              <a:gdLst/>
              <a:ahLst/>
              <a:cxnLst/>
              <a:rect l="l" t="t" r="r" b="b"/>
              <a:pathLst>
                <a:path w="1814" h="2401" extrusionOk="0">
                  <a:moveTo>
                    <a:pt x="1186" y="1"/>
                  </a:moveTo>
                  <a:cubicBezTo>
                    <a:pt x="1067" y="11"/>
                    <a:pt x="949" y="21"/>
                    <a:pt x="831" y="21"/>
                  </a:cubicBezTo>
                  <a:cubicBezTo>
                    <a:pt x="782" y="21"/>
                    <a:pt x="733" y="19"/>
                    <a:pt x="684" y="15"/>
                  </a:cubicBezTo>
                  <a:cubicBezTo>
                    <a:pt x="488" y="684"/>
                    <a:pt x="265" y="1396"/>
                    <a:pt x="0" y="2121"/>
                  </a:cubicBezTo>
                  <a:lnTo>
                    <a:pt x="223" y="2107"/>
                  </a:lnTo>
                  <a:lnTo>
                    <a:pt x="474" y="2065"/>
                  </a:lnTo>
                  <a:lnTo>
                    <a:pt x="628" y="1563"/>
                  </a:lnTo>
                  <a:lnTo>
                    <a:pt x="893" y="1535"/>
                  </a:lnTo>
                  <a:lnTo>
                    <a:pt x="893" y="1535"/>
                  </a:lnTo>
                  <a:cubicBezTo>
                    <a:pt x="781" y="1814"/>
                    <a:pt x="697" y="2107"/>
                    <a:pt x="614" y="2400"/>
                  </a:cubicBezTo>
                  <a:cubicBezTo>
                    <a:pt x="684" y="2386"/>
                    <a:pt x="753" y="2358"/>
                    <a:pt x="823" y="2344"/>
                  </a:cubicBezTo>
                  <a:cubicBezTo>
                    <a:pt x="893" y="2316"/>
                    <a:pt x="962" y="2302"/>
                    <a:pt x="1032" y="2289"/>
                  </a:cubicBezTo>
                  <a:lnTo>
                    <a:pt x="1074" y="2289"/>
                  </a:lnTo>
                  <a:cubicBezTo>
                    <a:pt x="1200" y="1870"/>
                    <a:pt x="1437" y="1187"/>
                    <a:pt x="1813" y="252"/>
                  </a:cubicBezTo>
                  <a:lnTo>
                    <a:pt x="1813" y="252"/>
                  </a:lnTo>
                  <a:cubicBezTo>
                    <a:pt x="1646" y="280"/>
                    <a:pt x="1479" y="308"/>
                    <a:pt x="1297" y="308"/>
                  </a:cubicBezTo>
                  <a:cubicBezTo>
                    <a:pt x="1200" y="629"/>
                    <a:pt x="1130" y="894"/>
                    <a:pt x="1060" y="1061"/>
                  </a:cubicBezTo>
                  <a:cubicBezTo>
                    <a:pt x="1018" y="1075"/>
                    <a:pt x="962" y="1103"/>
                    <a:pt x="921" y="1103"/>
                  </a:cubicBezTo>
                  <a:cubicBezTo>
                    <a:pt x="921" y="1103"/>
                    <a:pt x="879" y="1103"/>
                    <a:pt x="809" y="1117"/>
                  </a:cubicBezTo>
                  <a:cubicBezTo>
                    <a:pt x="921" y="740"/>
                    <a:pt x="1046" y="364"/>
                    <a:pt x="11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4" name="Google Shape;3324;p44"/>
            <p:cNvSpPr/>
            <p:nvPr/>
          </p:nvSpPr>
          <p:spPr>
            <a:xfrm>
              <a:off x="3290140" y="3492350"/>
              <a:ext cx="60426" cy="75277"/>
            </a:xfrm>
            <a:custGeom>
              <a:avLst/>
              <a:gdLst/>
              <a:ahLst/>
              <a:cxnLst/>
              <a:rect l="l" t="t" r="r" b="b"/>
              <a:pathLst>
                <a:path w="712" h="887" extrusionOk="0">
                  <a:moveTo>
                    <a:pt x="389" y="1"/>
                  </a:moveTo>
                  <a:cubicBezTo>
                    <a:pt x="275" y="1"/>
                    <a:pt x="167" y="55"/>
                    <a:pt x="98" y="148"/>
                  </a:cubicBezTo>
                  <a:cubicBezTo>
                    <a:pt x="56" y="203"/>
                    <a:pt x="42" y="287"/>
                    <a:pt x="56" y="357"/>
                  </a:cubicBezTo>
                  <a:cubicBezTo>
                    <a:pt x="80" y="353"/>
                    <a:pt x="105" y="351"/>
                    <a:pt x="129" y="351"/>
                  </a:cubicBezTo>
                  <a:cubicBezTo>
                    <a:pt x="187" y="351"/>
                    <a:pt x="244" y="361"/>
                    <a:pt x="293" y="371"/>
                  </a:cubicBezTo>
                  <a:cubicBezTo>
                    <a:pt x="307" y="357"/>
                    <a:pt x="307" y="329"/>
                    <a:pt x="293" y="315"/>
                  </a:cubicBezTo>
                  <a:cubicBezTo>
                    <a:pt x="307" y="273"/>
                    <a:pt x="321" y="245"/>
                    <a:pt x="363" y="231"/>
                  </a:cubicBezTo>
                  <a:cubicBezTo>
                    <a:pt x="391" y="245"/>
                    <a:pt x="405" y="273"/>
                    <a:pt x="405" y="301"/>
                  </a:cubicBezTo>
                  <a:cubicBezTo>
                    <a:pt x="405" y="315"/>
                    <a:pt x="391" y="343"/>
                    <a:pt x="391" y="357"/>
                  </a:cubicBezTo>
                  <a:cubicBezTo>
                    <a:pt x="307" y="440"/>
                    <a:pt x="223" y="510"/>
                    <a:pt x="126" y="566"/>
                  </a:cubicBezTo>
                  <a:cubicBezTo>
                    <a:pt x="42" y="608"/>
                    <a:pt x="0" y="705"/>
                    <a:pt x="14" y="789"/>
                  </a:cubicBezTo>
                  <a:cubicBezTo>
                    <a:pt x="36" y="778"/>
                    <a:pt x="64" y="773"/>
                    <a:pt x="99" y="773"/>
                  </a:cubicBezTo>
                  <a:cubicBezTo>
                    <a:pt x="197" y="773"/>
                    <a:pt x="345" y="815"/>
                    <a:pt x="530" y="887"/>
                  </a:cubicBezTo>
                  <a:cubicBezTo>
                    <a:pt x="558" y="817"/>
                    <a:pt x="614" y="747"/>
                    <a:pt x="670" y="692"/>
                  </a:cubicBezTo>
                  <a:cubicBezTo>
                    <a:pt x="600" y="650"/>
                    <a:pt x="502" y="622"/>
                    <a:pt x="418" y="608"/>
                  </a:cubicBezTo>
                  <a:cubicBezTo>
                    <a:pt x="586" y="510"/>
                    <a:pt x="670" y="413"/>
                    <a:pt x="697" y="315"/>
                  </a:cubicBezTo>
                  <a:cubicBezTo>
                    <a:pt x="711" y="217"/>
                    <a:pt x="683" y="134"/>
                    <a:pt x="614" y="78"/>
                  </a:cubicBezTo>
                  <a:cubicBezTo>
                    <a:pt x="558" y="36"/>
                    <a:pt x="516" y="22"/>
                    <a:pt x="460" y="8"/>
                  </a:cubicBezTo>
                  <a:cubicBezTo>
                    <a:pt x="436" y="3"/>
                    <a:pt x="412" y="1"/>
                    <a:pt x="38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5" name="Google Shape;3325;p44"/>
            <p:cNvSpPr/>
            <p:nvPr/>
          </p:nvSpPr>
          <p:spPr>
            <a:xfrm>
              <a:off x="3358798" y="3453735"/>
              <a:ext cx="140880" cy="133327"/>
            </a:xfrm>
            <a:custGeom>
              <a:avLst/>
              <a:gdLst/>
              <a:ahLst/>
              <a:cxnLst/>
              <a:rect l="l" t="t" r="r" b="b"/>
              <a:pathLst>
                <a:path w="1660" h="1571" extrusionOk="0">
                  <a:moveTo>
                    <a:pt x="990" y="630"/>
                  </a:moveTo>
                  <a:cubicBezTo>
                    <a:pt x="1116" y="672"/>
                    <a:pt x="1158" y="728"/>
                    <a:pt x="1130" y="840"/>
                  </a:cubicBezTo>
                  <a:cubicBezTo>
                    <a:pt x="1088" y="923"/>
                    <a:pt x="1046" y="979"/>
                    <a:pt x="976" y="1035"/>
                  </a:cubicBezTo>
                  <a:cubicBezTo>
                    <a:pt x="862" y="1150"/>
                    <a:pt x="712" y="1218"/>
                    <a:pt x="548" y="1218"/>
                  </a:cubicBezTo>
                  <a:cubicBezTo>
                    <a:pt x="533" y="1218"/>
                    <a:pt x="518" y="1217"/>
                    <a:pt x="502" y="1216"/>
                  </a:cubicBezTo>
                  <a:cubicBezTo>
                    <a:pt x="446" y="1188"/>
                    <a:pt x="418" y="1133"/>
                    <a:pt x="418" y="1035"/>
                  </a:cubicBezTo>
                  <a:cubicBezTo>
                    <a:pt x="460" y="895"/>
                    <a:pt x="544" y="798"/>
                    <a:pt x="656" y="714"/>
                  </a:cubicBezTo>
                  <a:cubicBezTo>
                    <a:pt x="753" y="658"/>
                    <a:pt x="865" y="630"/>
                    <a:pt x="990" y="630"/>
                  </a:cubicBezTo>
                  <a:close/>
                  <a:moveTo>
                    <a:pt x="1161" y="1"/>
                  </a:moveTo>
                  <a:cubicBezTo>
                    <a:pt x="1117" y="1"/>
                    <a:pt x="1073" y="5"/>
                    <a:pt x="1032" y="17"/>
                  </a:cubicBezTo>
                  <a:cubicBezTo>
                    <a:pt x="893" y="31"/>
                    <a:pt x="753" y="72"/>
                    <a:pt x="614" y="128"/>
                  </a:cubicBezTo>
                  <a:cubicBezTo>
                    <a:pt x="474" y="226"/>
                    <a:pt x="335" y="338"/>
                    <a:pt x="223" y="463"/>
                  </a:cubicBezTo>
                  <a:cubicBezTo>
                    <a:pt x="112" y="603"/>
                    <a:pt x="28" y="784"/>
                    <a:pt x="0" y="965"/>
                  </a:cubicBezTo>
                  <a:cubicBezTo>
                    <a:pt x="0" y="1091"/>
                    <a:pt x="28" y="1230"/>
                    <a:pt x="98" y="1342"/>
                  </a:cubicBezTo>
                  <a:cubicBezTo>
                    <a:pt x="140" y="1426"/>
                    <a:pt x="223" y="1481"/>
                    <a:pt x="321" y="1523"/>
                  </a:cubicBezTo>
                  <a:cubicBezTo>
                    <a:pt x="405" y="1555"/>
                    <a:pt x="496" y="1570"/>
                    <a:pt x="584" y="1570"/>
                  </a:cubicBezTo>
                  <a:cubicBezTo>
                    <a:pt x="613" y="1570"/>
                    <a:pt x="642" y="1568"/>
                    <a:pt x="670" y="1565"/>
                  </a:cubicBezTo>
                  <a:cubicBezTo>
                    <a:pt x="809" y="1537"/>
                    <a:pt x="949" y="1481"/>
                    <a:pt x="1074" y="1398"/>
                  </a:cubicBezTo>
                  <a:cubicBezTo>
                    <a:pt x="1130" y="1370"/>
                    <a:pt x="1186" y="1328"/>
                    <a:pt x="1228" y="1286"/>
                  </a:cubicBezTo>
                  <a:cubicBezTo>
                    <a:pt x="1311" y="1216"/>
                    <a:pt x="1381" y="1133"/>
                    <a:pt x="1437" y="1049"/>
                  </a:cubicBezTo>
                  <a:cubicBezTo>
                    <a:pt x="1520" y="937"/>
                    <a:pt x="1590" y="798"/>
                    <a:pt x="1632" y="658"/>
                  </a:cubicBezTo>
                  <a:cubicBezTo>
                    <a:pt x="1660" y="547"/>
                    <a:pt x="1660" y="421"/>
                    <a:pt x="1632" y="310"/>
                  </a:cubicBezTo>
                  <a:cubicBezTo>
                    <a:pt x="1590" y="170"/>
                    <a:pt x="1479" y="59"/>
                    <a:pt x="1339" y="17"/>
                  </a:cubicBezTo>
                  <a:cubicBezTo>
                    <a:pt x="1283" y="9"/>
                    <a:pt x="1222" y="1"/>
                    <a:pt x="116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6" name="Google Shape;3326;p44"/>
            <p:cNvSpPr/>
            <p:nvPr/>
          </p:nvSpPr>
          <p:spPr>
            <a:xfrm>
              <a:off x="1233881" y="2155345"/>
              <a:ext cx="80539" cy="108970"/>
            </a:xfrm>
            <a:custGeom>
              <a:avLst/>
              <a:gdLst/>
              <a:ahLst/>
              <a:cxnLst/>
              <a:rect l="l" t="t" r="r" b="b"/>
              <a:pathLst>
                <a:path w="949" h="1284" extrusionOk="0">
                  <a:moveTo>
                    <a:pt x="712" y="0"/>
                  </a:moveTo>
                  <a:cubicBezTo>
                    <a:pt x="475" y="70"/>
                    <a:pt x="237" y="126"/>
                    <a:pt x="0" y="168"/>
                  </a:cubicBezTo>
                  <a:lnTo>
                    <a:pt x="112" y="851"/>
                  </a:lnTo>
                  <a:cubicBezTo>
                    <a:pt x="168" y="795"/>
                    <a:pt x="237" y="753"/>
                    <a:pt x="307" y="725"/>
                  </a:cubicBezTo>
                  <a:cubicBezTo>
                    <a:pt x="353" y="715"/>
                    <a:pt x="395" y="710"/>
                    <a:pt x="432" y="710"/>
                  </a:cubicBezTo>
                  <a:cubicBezTo>
                    <a:pt x="539" y="710"/>
                    <a:pt x="604" y="754"/>
                    <a:pt x="614" y="837"/>
                  </a:cubicBezTo>
                  <a:cubicBezTo>
                    <a:pt x="614" y="910"/>
                    <a:pt x="571" y="951"/>
                    <a:pt x="486" y="951"/>
                  </a:cubicBezTo>
                  <a:cubicBezTo>
                    <a:pt x="474" y="951"/>
                    <a:pt x="461" y="950"/>
                    <a:pt x="447" y="949"/>
                  </a:cubicBezTo>
                  <a:cubicBezTo>
                    <a:pt x="377" y="921"/>
                    <a:pt x="321" y="893"/>
                    <a:pt x="265" y="851"/>
                  </a:cubicBezTo>
                  <a:cubicBezTo>
                    <a:pt x="210" y="935"/>
                    <a:pt x="140" y="1004"/>
                    <a:pt x="70" y="1088"/>
                  </a:cubicBezTo>
                  <a:cubicBezTo>
                    <a:pt x="196" y="1200"/>
                    <a:pt x="363" y="1269"/>
                    <a:pt x="544" y="1283"/>
                  </a:cubicBezTo>
                  <a:cubicBezTo>
                    <a:pt x="642" y="1283"/>
                    <a:pt x="740" y="1228"/>
                    <a:pt x="823" y="1158"/>
                  </a:cubicBezTo>
                  <a:cubicBezTo>
                    <a:pt x="907" y="1046"/>
                    <a:pt x="949" y="907"/>
                    <a:pt x="949" y="781"/>
                  </a:cubicBezTo>
                  <a:cubicBezTo>
                    <a:pt x="935" y="684"/>
                    <a:pt x="893" y="586"/>
                    <a:pt x="823" y="530"/>
                  </a:cubicBezTo>
                  <a:cubicBezTo>
                    <a:pt x="726" y="446"/>
                    <a:pt x="600" y="405"/>
                    <a:pt x="475" y="405"/>
                  </a:cubicBezTo>
                  <a:cubicBezTo>
                    <a:pt x="419" y="405"/>
                    <a:pt x="377" y="419"/>
                    <a:pt x="335" y="419"/>
                  </a:cubicBezTo>
                  <a:lnTo>
                    <a:pt x="321" y="377"/>
                  </a:lnTo>
                  <a:cubicBezTo>
                    <a:pt x="475" y="335"/>
                    <a:pt x="628" y="307"/>
                    <a:pt x="781" y="307"/>
                  </a:cubicBezTo>
                  <a:cubicBezTo>
                    <a:pt x="754" y="209"/>
                    <a:pt x="726" y="98"/>
                    <a:pt x="71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7" name="Google Shape;3327;p44"/>
            <p:cNvSpPr/>
            <p:nvPr/>
          </p:nvSpPr>
          <p:spPr>
            <a:xfrm>
              <a:off x="963917" y="2061821"/>
              <a:ext cx="113807" cy="170753"/>
            </a:xfrm>
            <a:custGeom>
              <a:avLst/>
              <a:gdLst/>
              <a:ahLst/>
              <a:cxnLst/>
              <a:rect l="l" t="t" r="r" b="b"/>
              <a:pathLst>
                <a:path w="1341" h="2012" extrusionOk="0">
                  <a:moveTo>
                    <a:pt x="1033" y="0"/>
                  </a:moveTo>
                  <a:cubicBezTo>
                    <a:pt x="963" y="28"/>
                    <a:pt x="894" y="70"/>
                    <a:pt x="824" y="112"/>
                  </a:cubicBezTo>
                  <a:cubicBezTo>
                    <a:pt x="712" y="168"/>
                    <a:pt x="615" y="237"/>
                    <a:pt x="531" y="321"/>
                  </a:cubicBezTo>
                  <a:cubicBezTo>
                    <a:pt x="406" y="447"/>
                    <a:pt x="294" y="586"/>
                    <a:pt x="196" y="739"/>
                  </a:cubicBezTo>
                  <a:cubicBezTo>
                    <a:pt x="140" y="851"/>
                    <a:pt x="85" y="949"/>
                    <a:pt x="57" y="1060"/>
                  </a:cubicBezTo>
                  <a:cubicBezTo>
                    <a:pt x="1" y="1256"/>
                    <a:pt x="1" y="1465"/>
                    <a:pt x="57" y="1646"/>
                  </a:cubicBezTo>
                  <a:cubicBezTo>
                    <a:pt x="85" y="1716"/>
                    <a:pt x="113" y="1772"/>
                    <a:pt x="154" y="1827"/>
                  </a:cubicBezTo>
                  <a:cubicBezTo>
                    <a:pt x="196" y="1855"/>
                    <a:pt x="224" y="1897"/>
                    <a:pt x="266" y="1911"/>
                  </a:cubicBezTo>
                  <a:cubicBezTo>
                    <a:pt x="375" y="1972"/>
                    <a:pt x="506" y="2011"/>
                    <a:pt x="630" y="2011"/>
                  </a:cubicBezTo>
                  <a:cubicBezTo>
                    <a:pt x="648" y="2011"/>
                    <a:pt x="666" y="2011"/>
                    <a:pt x="684" y="2009"/>
                  </a:cubicBezTo>
                  <a:cubicBezTo>
                    <a:pt x="824" y="1981"/>
                    <a:pt x="950" y="1939"/>
                    <a:pt x="1061" y="1855"/>
                  </a:cubicBezTo>
                  <a:cubicBezTo>
                    <a:pt x="1159" y="1800"/>
                    <a:pt x="1256" y="1730"/>
                    <a:pt x="1340" y="1646"/>
                  </a:cubicBezTo>
                  <a:lnTo>
                    <a:pt x="1103" y="1228"/>
                  </a:lnTo>
                  <a:cubicBezTo>
                    <a:pt x="1103" y="1242"/>
                    <a:pt x="1089" y="1270"/>
                    <a:pt x="1047" y="1311"/>
                  </a:cubicBezTo>
                  <a:cubicBezTo>
                    <a:pt x="977" y="1409"/>
                    <a:pt x="880" y="1479"/>
                    <a:pt x="754" y="1507"/>
                  </a:cubicBezTo>
                  <a:lnTo>
                    <a:pt x="684" y="1507"/>
                  </a:lnTo>
                  <a:cubicBezTo>
                    <a:pt x="573" y="1465"/>
                    <a:pt x="531" y="1339"/>
                    <a:pt x="573" y="1158"/>
                  </a:cubicBezTo>
                  <a:cubicBezTo>
                    <a:pt x="601" y="1046"/>
                    <a:pt x="671" y="949"/>
                    <a:pt x="754" y="865"/>
                  </a:cubicBezTo>
                  <a:cubicBezTo>
                    <a:pt x="838" y="795"/>
                    <a:pt x="936" y="739"/>
                    <a:pt x="1061" y="712"/>
                  </a:cubicBezTo>
                  <a:lnTo>
                    <a:pt x="103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8" name="Google Shape;3328;p44"/>
            <p:cNvSpPr/>
            <p:nvPr/>
          </p:nvSpPr>
          <p:spPr>
            <a:xfrm>
              <a:off x="1093001" y="2002583"/>
              <a:ext cx="105405" cy="208435"/>
            </a:xfrm>
            <a:custGeom>
              <a:avLst/>
              <a:gdLst/>
              <a:ahLst/>
              <a:cxnLst/>
              <a:rect l="l" t="t" r="r" b="b"/>
              <a:pathLst>
                <a:path w="1242" h="2456" extrusionOk="0">
                  <a:moveTo>
                    <a:pt x="1144" y="1"/>
                  </a:moveTo>
                  <a:cubicBezTo>
                    <a:pt x="1005" y="98"/>
                    <a:pt x="851" y="182"/>
                    <a:pt x="698" y="238"/>
                  </a:cubicBezTo>
                  <a:cubicBezTo>
                    <a:pt x="726" y="587"/>
                    <a:pt x="754" y="852"/>
                    <a:pt x="768" y="1047"/>
                  </a:cubicBezTo>
                  <a:cubicBezTo>
                    <a:pt x="726" y="1075"/>
                    <a:pt x="684" y="1103"/>
                    <a:pt x="642" y="1117"/>
                  </a:cubicBezTo>
                  <a:lnTo>
                    <a:pt x="544" y="1186"/>
                  </a:lnTo>
                  <a:cubicBezTo>
                    <a:pt x="516" y="796"/>
                    <a:pt x="475" y="405"/>
                    <a:pt x="475" y="15"/>
                  </a:cubicBezTo>
                  <a:cubicBezTo>
                    <a:pt x="321" y="98"/>
                    <a:pt x="168" y="168"/>
                    <a:pt x="0" y="238"/>
                  </a:cubicBezTo>
                  <a:cubicBezTo>
                    <a:pt x="84" y="921"/>
                    <a:pt x="140" y="1661"/>
                    <a:pt x="182" y="2442"/>
                  </a:cubicBezTo>
                  <a:lnTo>
                    <a:pt x="377" y="2330"/>
                  </a:lnTo>
                  <a:lnTo>
                    <a:pt x="600" y="2205"/>
                  </a:lnTo>
                  <a:cubicBezTo>
                    <a:pt x="572" y="1898"/>
                    <a:pt x="558" y="1730"/>
                    <a:pt x="558" y="1675"/>
                  </a:cubicBezTo>
                  <a:lnTo>
                    <a:pt x="782" y="1549"/>
                  </a:lnTo>
                  <a:cubicBezTo>
                    <a:pt x="795" y="1981"/>
                    <a:pt x="823" y="2288"/>
                    <a:pt x="851" y="2456"/>
                  </a:cubicBezTo>
                  <a:cubicBezTo>
                    <a:pt x="907" y="2400"/>
                    <a:pt x="991" y="2344"/>
                    <a:pt x="1033" y="2316"/>
                  </a:cubicBezTo>
                  <a:cubicBezTo>
                    <a:pt x="1074" y="2274"/>
                    <a:pt x="1130" y="2233"/>
                    <a:pt x="1200" y="2191"/>
                  </a:cubicBezTo>
                  <a:lnTo>
                    <a:pt x="1242" y="2163"/>
                  </a:lnTo>
                  <a:cubicBezTo>
                    <a:pt x="1186" y="1730"/>
                    <a:pt x="1158" y="1005"/>
                    <a:pt x="114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9" name="Google Shape;3329;p44"/>
            <p:cNvSpPr/>
            <p:nvPr/>
          </p:nvSpPr>
          <p:spPr>
            <a:xfrm>
              <a:off x="1567666" y="2274839"/>
              <a:ext cx="112534" cy="170838"/>
            </a:xfrm>
            <a:custGeom>
              <a:avLst/>
              <a:gdLst/>
              <a:ahLst/>
              <a:cxnLst/>
              <a:rect l="l" t="t" r="r" b="b"/>
              <a:pathLst>
                <a:path w="1326" h="2013" extrusionOk="0">
                  <a:moveTo>
                    <a:pt x="1033" y="1"/>
                  </a:moveTo>
                  <a:cubicBezTo>
                    <a:pt x="949" y="29"/>
                    <a:pt x="880" y="71"/>
                    <a:pt x="824" y="113"/>
                  </a:cubicBezTo>
                  <a:cubicBezTo>
                    <a:pt x="712" y="168"/>
                    <a:pt x="615" y="238"/>
                    <a:pt x="531" y="336"/>
                  </a:cubicBezTo>
                  <a:cubicBezTo>
                    <a:pt x="405" y="461"/>
                    <a:pt x="294" y="601"/>
                    <a:pt x="196" y="740"/>
                  </a:cubicBezTo>
                  <a:cubicBezTo>
                    <a:pt x="140" y="852"/>
                    <a:pt x="84" y="949"/>
                    <a:pt x="57" y="1075"/>
                  </a:cubicBezTo>
                  <a:cubicBezTo>
                    <a:pt x="1" y="1256"/>
                    <a:pt x="1" y="1466"/>
                    <a:pt x="57" y="1647"/>
                  </a:cubicBezTo>
                  <a:cubicBezTo>
                    <a:pt x="71" y="1717"/>
                    <a:pt x="112" y="1772"/>
                    <a:pt x="154" y="1828"/>
                  </a:cubicBezTo>
                  <a:cubicBezTo>
                    <a:pt x="182" y="1856"/>
                    <a:pt x="224" y="1898"/>
                    <a:pt x="266" y="1926"/>
                  </a:cubicBezTo>
                  <a:cubicBezTo>
                    <a:pt x="375" y="1974"/>
                    <a:pt x="494" y="2012"/>
                    <a:pt x="624" y="2012"/>
                  </a:cubicBezTo>
                  <a:cubicBezTo>
                    <a:pt x="644" y="2012"/>
                    <a:pt x="664" y="2011"/>
                    <a:pt x="684" y="2010"/>
                  </a:cubicBezTo>
                  <a:cubicBezTo>
                    <a:pt x="810" y="1982"/>
                    <a:pt x="935" y="1940"/>
                    <a:pt x="1047" y="1856"/>
                  </a:cubicBezTo>
                  <a:cubicBezTo>
                    <a:pt x="1159" y="1800"/>
                    <a:pt x="1242" y="1731"/>
                    <a:pt x="1326" y="1647"/>
                  </a:cubicBezTo>
                  <a:lnTo>
                    <a:pt x="1089" y="1228"/>
                  </a:lnTo>
                  <a:cubicBezTo>
                    <a:pt x="1075" y="1256"/>
                    <a:pt x="1061" y="1284"/>
                    <a:pt x="1047" y="1312"/>
                  </a:cubicBezTo>
                  <a:cubicBezTo>
                    <a:pt x="963" y="1410"/>
                    <a:pt x="866" y="1479"/>
                    <a:pt x="754" y="1507"/>
                  </a:cubicBezTo>
                  <a:lnTo>
                    <a:pt x="670" y="1507"/>
                  </a:lnTo>
                  <a:cubicBezTo>
                    <a:pt x="559" y="1466"/>
                    <a:pt x="531" y="1340"/>
                    <a:pt x="559" y="1159"/>
                  </a:cubicBezTo>
                  <a:cubicBezTo>
                    <a:pt x="601" y="1047"/>
                    <a:pt x="670" y="949"/>
                    <a:pt x="754" y="866"/>
                  </a:cubicBezTo>
                  <a:cubicBezTo>
                    <a:pt x="838" y="796"/>
                    <a:pt x="935" y="740"/>
                    <a:pt x="1047" y="726"/>
                  </a:cubicBezTo>
                  <a:lnTo>
                    <a:pt x="103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0" name="Google Shape;3330;p44"/>
            <p:cNvSpPr/>
            <p:nvPr/>
          </p:nvSpPr>
          <p:spPr>
            <a:xfrm>
              <a:off x="1696749" y="2215686"/>
              <a:ext cx="104217" cy="208435"/>
            </a:xfrm>
            <a:custGeom>
              <a:avLst/>
              <a:gdLst/>
              <a:ahLst/>
              <a:cxnLst/>
              <a:rect l="l" t="t" r="r" b="b"/>
              <a:pathLst>
                <a:path w="1228" h="2456" extrusionOk="0">
                  <a:moveTo>
                    <a:pt x="1144" y="0"/>
                  </a:moveTo>
                  <a:cubicBezTo>
                    <a:pt x="991" y="98"/>
                    <a:pt x="851" y="182"/>
                    <a:pt x="684" y="238"/>
                  </a:cubicBezTo>
                  <a:cubicBezTo>
                    <a:pt x="726" y="586"/>
                    <a:pt x="739" y="851"/>
                    <a:pt x="753" y="1047"/>
                  </a:cubicBezTo>
                  <a:lnTo>
                    <a:pt x="642" y="1116"/>
                  </a:lnTo>
                  <a:cubicBezTo>
                    <a:pt x="600" y="1144"/>
                    <a:pt x="572" y="1158"/>
                    <a:pt x="544" y="1186"/>
                  </a:cubicBezTo>
                  <a:cubicBezTo>
                    <a:pt x="502" y="796"/>
                    <a:pt x="474" y="405"/>
                    <a:pt x="474" y="14"/>
                  </a:cubicBezTo>
                  <a:cubicBezTo>
                    <a:pt x="321" y="98"/>
                    <a:pt x="168" y="168"/>
                    <a:pt x="0" y="224"/>
                  </a:cubicBezTo>
                  <a:cubicBezTo>
                    <a:pt x="70" y="921"/>
                    <a:pt x="140" y="1660"/>
                    <a:pt x="168" y="2442"/>
                  </a:cubicBezTo>
                  <a:lnTo>
                    <a:pt x="377" y="2330"/>
                  </a:lnTo>
                  <a:lnTo>
                    <a:pt x="586" y="2190"/>
                  </a:lnTo>
                  <a:cubicBezTo>
                    <a:pt x="558" y="1898"/>
                    <a:pt x="544" y="1730"/>
                    <a:pt x="544" y="1674"/>
                  </a:cubicBezTo>
                  <a:lnTo>
                    <a:pt x="767" y="1549"/>
                  </a:lnTo>
                  <a:cubicBezTo>
                    <a:pt x="795" y="1981"/>
                    <a:pt x="823" y="2288"/>
                    <a:pt x="851" y="2455"/>
                  </a:cubicBezTo>
                  <a:cubicBezTo>
                    <a:pt x="907" y="2414"/>
                    <a:pt x="963" y="2358"/>
                    <a:pt x="1018" y="2316"/>
                  </a:cubicBezTo>
                  <a:cubicBezTo>
                    <a:pt x="1074" y="2274"/>
                    <a:pt x="1130" y="2232"/>
                    <a:pt x="1200" y="2190"/>
                  </a:cubicBezTo>
                  <a:lnTo>
                    <a:pt x="1228" y="2163"/>
                  </a:lnTo>
                  <a:cubicBezTo>
                    <a:pt x="1186" y="1730"/>
                    <a:pt x="1158" y="1019"/>
                    <a:pt x="114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1" name="Google Shape;3331;p44"/>
            <p:cNvSpPr/>
            <p:nvPr/>
          </p:nvSpPr>
          <p:spPr>
            <a:xfrm>
              <a:off x="1265791" y="2476824"/>
              <a:ext cx="100738" cy="122464"/>
            </a:xfrm>
            <a:custGeom>
              <a:avLst/>
              <a:gdLst/>
              <a:ahLst/>
              <a:cxnLst/>
              <a:rect l="l" t="t" r="r" b="b"/>
              <a:pathLst>
                <a:path w="1187" h="1443" extrusionOk="0">
                  <a:moveTo>
                    <a:pt x="646" y="1"/>
                  </a:moveTo>
                  <a:cubicBezTo>
                    <a:pt x="622" y="1"/>
                    <a:pt x="597" y="3"/>
                    <a:pt x="573" y="6"/>
                  </a:cubicBezTo>
                  <a:cubicBezTo>
                    <a:pt x="350" y="6"/>
                    <a:pt x="140" y="146"/>
                    <a:pt x="43" y="355"/>
                  </a:cubicBezTo>
                  <a:cubicBezTo>
                    <a:pt x="1" y="480"/>
                    <a:pt x="15" y="606"/>
                    <a:pt x="71" y="718"/>
                  </a:cubicBezTo>
                  <a:cubicBezTo>
                    <a:pt x="196" y="662"/>
                    <a:pt x="322" y="648"/>
                    <a:pt x="461" y="648"/>
                  </a:cubicBezTo>
                  <a:cubicBezTo>
                    <a:pt x="461" y="606"/>
                    <a:pt x="447" y="578"/>
                    <a:pt x="433" y="550"/>
                  </a:cubicBezTo>
                  <a:cubicBezTo>
                    <a:pt x="433" y="494"/>
                    <a:pt x="461" y="439"/>
                    <a:pt x="503" y="411"/>
                  </a:cubicBezTo>
                  <a:cubicBezTo>
                    <a:pt x="573" y="411"/>
                    <a:pt x="615" y="439"/>
                    <a:pt x="615" y="494"/>
                  </a:cubicBezTo>
                  <a:cubicBezTo>
                    <a:pt x="615" y="522"/>
                    <a:pt x="601" y="550"/>
                    <a:pt x="601" y="578"/>
                  </a:cubicBezTo>
                  <a:cubicBezTo>
                    <a:pt x="517" y="745"/>
                    <a:pt x="405" y="899"/>
                    <a:pt x="266" y="1038"/>
                  </a:cubicBezTo>
                  <a:cubicBezTo>
                    <a:pt x="140" y="1136"/>
                    <a:pt x="99" y="1289"/>
                    <a:pt x="154" y="1443"/>
                  </a:cubicBezTo>
                  <a:cubicBezTo>
                    <a:pt x="228" y="1386"/>
                    <a:pt x="358" y="1357"/>
                    <a:pt x="545" y="1357"/>
                  </a:cubicBezTo>
                  <a:cubicBezTo>
                    <a:pt x="679" y="1357"/>
                    <a:pt x="841" y="1372"/>
                    <a:pt x="1033" y="1401"/>
                  </a:cubicBezTo>
                  <a:cubicBezTo>
                    <a:pt x="1047" y="1262"/>
                    <a:pt x="1103" y="1136"/>
                    <a:pt x="1187" y="1024"/>
                  </a:cubicBezTo>
                  <a:cubicBezTo>
                    <a:pt x="1096" y="997"/>
                    <a:pt x="1001" y="982"/>
                    <a:pt x="903" y="982"/>
                  </a:cubicBezTo>
                  <a:cubicBezTo>
                    <a:pt x="849" y="982"/>
                    <a:pt x="795" y="987"/>
                    <a:pt x="740" y="996"/>
                  </a:cubicBezTo>
                  <a:cubicBezTo>
                    <a:pt x="977" y="773"/>
                    <a:pt x="1089" y="578"/>
                    <a:pt x="1075" y="411"/>
                  </a:cubicBezTo>
                  <a:cubicBezTo>
                    <a:pt x="1075" y="257"/>
                    <a:pt x="991" y="118"/>
                    <a:pt x="852" y="48"/>
                  </a:cubicBezTo>
                  <a:cubicBezTo>
                    <a:pt x="789" y="17"/>
                    <a:pt x="718" y="1"/>
                    <a:pt x="64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2" name="Google Shape;3332;p44"/>
            <p:cNvSpPr/>
            <p:nvPr/>
          </p:nvSpPr>
          <p:spPr>
            <a:xfrm>
              <a:off x="1004229" y="2406299"/>
              <a:ext cx="112534" cy="169650"/>
            </a:xfrm>
            <a:custGeom>
              <a:avLst/>
              <a:gdLst/>
              <a:ahLst/>
              <a:cxnLst/>
              <a:rect l="l" t="t" r="r" b="b"/>
              <a:pathLst>
                <a:path w="1326" h="1999" extrusionOk="0">
                  <a:moveTo>
                    <a:pt x="1032" y="0"/>
                  </a:moveTo>
                  <a:cubicBezTo>
                    <a:pt x="963" y="14"/>
                    <a:pt x="893" y="56"/>
                    <a:pt x="823" y="98"/>
                  </a:cubicBezTo>
                  <a:cubicBezTo>
                    <a:pt x="712" y="154"/>
                    <a:pt x="614" y="237"/>
                    <a:pt x="530" y="321"/>
                  </a:cubicBezTo>
                  <a:cubicBezTo>
                    <a:pt x="405" y="447"/>
                    <a:pt x="293" y="586"/>
                    <a:pt x="209" y="740"/>
                  </a:cubicBezTo>
                  <a:cubicBezTo>
                    <a:pt x="140" y="837"/>
                    <a:pt x="98" y="949"/>
                    <a:pt x="56" y="1060"/>
                  </a:cubicBezTo>
                  <a:cubicBezTo>
                    <a:pt x="0" y="1242"/>
                    <a:pt x="0" y="1451"/>
                    <a:pt x="56" y="1646"/>
                  </a:cubicBezTo>
                  <a:cubicBezTo>
                    <a:pt x="70" y="1702"/>
                    <a:pt x="112" y="1758"/>
                    <a:pt x="154" y="1814"/>
                  </a:cubicBezTo>
                  <a:cubicBezTo>
                    <a:pt x="182" y="1855"/>
                    <a:pt x="223" y="1883"/>
                    <a:pt x="265" y="1911"/>
                  </a:cubicBezTo>
                  <a:cubicBezTo>
                    <a:pt x="370" y="1969"/>
                    <a:pt x="484" y="1998"/>
                    <a:pt x="608" y="1998"/>
                  </a:cubicBezTo>
                  <a:cubicBezTo>
                    <a:pt x="633" y="1998"/>
                    <a:pt x="658" y="1997"/>
                    <a:pt x="684" y="1995"/>
                  </a:cubicBezTo>
                  <a:cubicBezTo>
                    <a:pt x="809" y="1967"/>
                    <a:pt x="935" y="1925"/>
                    <a:pt x="1046" y="1855"/>
                  </a:cubicBezTo>
                  <a:cubicBezTo>
                    <a:pt x="1158" y="1786"/>
                    <a:pt x="1242" y="1716"/>
                    <a:pt x="1325" y="1632"/>
                  </a:cubicBezTo>
                  <a:lnTo>
                    <a:pt x="1088" y="1214"/>
                  </a:lnTo>
                  <a:cubicBezTo>
                    <a:pt x="1088" y="1228"/>
                    <a:pt x="1074" y="1256"/>
                    <a:pt x="1046" y="1297"/>
                  </a:cubicBezTo>
                  <a:cubicBezTo>
                    <a:pt x="963" y="1395"/>
                    <a:pt x="865" y="1465"/>
                    <a:pt x="753" y="1507"/>
                  </a:cubicBezTo>
                  <a:lnTo>
                    <a:pt x="670" y="1507"/>
                  </a:lnTo>
                  <a:cubicBezTo>
                    <a:pt x="558" y="1451"/>
                    <a:pt x="530" y="1325"/>
                    <a:pt x="558" y="1158"/>
                  </a:cubicBezTo>
                  <a:cubicBezTo>
                    <a:pt x="600" y="1046"/>
                    <a:pt x="656" y="935"/>
                    <a:pt x="753" y="865"/>
                  </a:cubicBezTo>
                  <a:cubicBezTo>
                    <a:pt x="837" y="781"/>
                    <a:pt x="935" y="726"/>
                    <a:pt x="1046" y="712"/>
                  </a:cubicBezTo>
                  <a:lnTo>
                    <a:pt x="103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3" name="Google Shape;3333;p44"/>
            <p:cNvSpPr/>
            <p:nvPr/>
          </p:nvSpPr>
          <p:spPr>
            <a:xfrm>
              <a:off x="1132040" y="2345873"/>
              <a:ext cx="105490" cy="209623"/>
            </a:xfrm>
            <a:custGeom>
              <a:avLst/>
              <a:gdLst/>
              <a:ahLst/>
              <a:cxnLst/>
              <a:rect l="l" t="t" r="r" b="b"/>
              <a:pathLst>
                <a:path w="1243" h="2470" extrusionOk="0">
                  <a:moveTo>
                    <a:pt x="1144" y="1"/>
                  </a:moveTo>
                  <a:cubicBezTo>
                    <a:pt x="1005" y="98"/>
                    <a:pt x="852" y="182"/>
                    <a:pt x="698" y="252"/>
                  </a:cubicBezTo>
                  <a:cubicBezTo>
                    <a:pt x="726" y="601"/>
                    <a:pt x="754" y="866"/>
                    <a:pt x="768" y="1047"/>
                  </a:cubicBezTo>
                  <a:cubicBezTo>
                    <a:pt x="726" y="1075"/>
                    <a:pt x="684" y="1103"/>
                    <a:pt x="656" y="1131"/>
                  </a:cubicBezTo>
                  <a:cubicBezTo>
                    <a:pt x="642" y="1131"/>
                    <a:pt x="614" y="1145"/>
                    <a:pt x="559" y="1186"/>
                  </a:cubicBezTo>
                  <a:cubicBezTo>
                    <a:pt x="517" y="796"/>
                    <a:pt x="489" y="405"/>
                    <a:pt x="489" y="15"/>
                  </a:cubicBezTo>
                  <a:cubicBezTo>
                    <a:pt x="335" y="98"/>
                    <a:pt x="168" y="168"/>
                    <a:pt x="1" y="238"/>
                  </a:cubicBezTo>
                  <a:cubicBezTo>
                    <a:pt x="84" y="921"/>
                    <a:pt x="140" y="1661"/>
                    <a:pt x="182" y="2442"/>
                  </a:cubicBezTo>
                  <a:lnTo>
                    <a:pt x="377" y="2330"/>
                  </a:lnTo>
                  <a:lnTo>
                    <a:pt x="600" y="2205"/>
                  </a:lnTo>
                  <a:cubicBezTo>
                    <a:pt x="573" y="1912"/>
                    <a:pt x="559" y="1730"/>
                    <a:pt x="559" y="1689"/>
                  </a:cubicBezTo>
                  <a:lnTo>
                    <a:pt x="782" y="1563"/>
                  </a:lnTo>
                  <a:cubicBezTo>
                    <a:pt x="810" y="1982"/>
                    <a:pt x="824" y="2288"/>
                    <a:pt x="866" y="2470"/>
                  </a:cubicBezTo>
                  <a:cubicBezTo>
                    <a:pt x="907" y="2414"/>
                    <a:pt x="977" y="2358"/>
                    <a:pt x="1033" y="2316"/>
                  </a:cubicBezTo>
                  <a:cubicBezTo>
                    <a:pt x="1089" y="2274"/>
                    <a:pt x="1144" y="2233"/>
                    <a:pt x="1214" y="2191"/>
                  </a:cubicBezTo>
                  <a:lnTo>
                    <a:pt x="1242" y="2177"/>
                  </a:lnTo>
                  <a:cubicBezTo>
                    <a:pt x="1186" y="1744"/>
                    <a:pt x="1158" y="1019"/>
                    <a:pt x="114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4" name="Google Shape;3334;p44"/>
            <p:cNvSpPr/>
            <p:nvPr/>
          </p:nvSpPr>
          <p:spPr>
            <a:xfrm>
              <a:off x="1362880" y="2236988"/>
              <a:ext cx="163455" cy="95985"/>
            </a:xfrm>
            <a:custGeom>
              <a:avLst/>
              <a:gdLst/>
              <a:ahLst/>
              <a:cxnLst/>
              <a:rect l="l" t="t" r="r" b="b"/>
              <a:pathLst>
                <a:path w="1926" h="1131" extrusionOk="0">
                  <a:moveTo>
                    <a:pt x="1" y="1"/>
                  </a:moveTo>
                  <a:lnTo>
                    <a:pt x="1" y="1"/>
                  </a:lnTo>
                  <a:cubicBezTo>
                    <a:pt x="1" y="1"/>
                    <a:pt x="15" y="15"/>
                    <a:pt x="70" y="56"/>
                  </a:cubicBezTo>
                  <a:cubicBezTo>
                    <a:pt x="126" y="98"/>
                    <a:pt x="196" y="140"/>
                    <a:pt x="280" y="210"/>
                  </a:cubicBezTo>
                  <a:cubicBezTo>
                    <a:pt x="447" y="321"/>
                    <a:pt x="684" y="475"/>
                    <a:pt x="935" y="614"/>
                  </a:cubicBezTo>
                  <a:cubicBezTo>
                    <a:pt x="1172" y="754"/>
                    <a:pt x="1409" y="893"/>
                    <a:pt x="1605" y="977"/>
                  </a:cubicBezTo>
                  <a:cubicBezTo>
                    <a:pt x="1702" y="1033"/>
                    <a:pt x="1786" y="1061"/>
                    <a:pt x="1842" y="1089"/>
                  </a:cubicBezTo>
                  <a:cubicBezTo>
                    <a:pt x="1898" y="1116"/>
                    <a:pt x="1926" y="1130"/>
                    <a:pt x="1926" y="1130"/>
                  </a:cubicBezTo>
                  <a:lnTo>
                    <a:pt x="1856" y="1061"/>
                  </a:lnTo>
                  <a:cubicBezTo>
                    <a:pt x="1800" y="1033"/>
                    <a:pt x="1730" y="977"/>
                    <a:pt x="1647" y="921"/>
                  </a:cubicBezTo>
                  <a:cubicBezTo>
                    <a:pt x="1465" y="796"/>
                    <a:pt x="1228" y="642"/>
                    <a:pt x="991" y="503"/>
                  </a:cubicBezTo>
                  <a:cubicBezTo>
                    <a:pt x="754" y="363"/>
                    <a:pt x="503" y="238"/>
                    <a:pt x="321" y="140"/>
                  </a:cubicBezTo>
                  <a:cubicBezTo>
                    <a:pt x="224" y="98"/>
                    <a:pt x="140" y="56"/>
                    <a:pt x="84" y="42"/>
                  </a:cubicBez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5" name="Google Shape;3335;p44"/>
            <p:cNvSpPr/>
            <p:nvPr/>
          </p:nvSpPr>
          <p:spPr>
            <a:xfrm>
              <a:off x="1381805" y="2435833"/>
              <a:ext cx="170584" cy="83000"/>
            </a:xfrm>
            <a:custGeom>
              <a:avLst/>
              <a:gdLst/>
              <a:ahLst/>
              <a:cxnLst/>
              <a:rect l="l" t="t" r="r" b="b"/>
              <a:pathLst>
                <a:path w="2010" h="978" extrusionOk="0">
                  <a:moveTo>
                    <a:pt x="2009" y="1"/>
                  </a:moveTo>
                  <a:lnTo>
                    <a:pt x="1912" y="29"/>
                  </a:lnTo>
                  <a:cubicBezTo>
                    <a:pt x="1856" y="57"/>
                    <a:pt x="1772" y="85"/>
                    <a:pt x="1675" y="113"/>
                  </a:cubicBezTo>
                  <a:cubicBezTo>
                    <a:pt x="1479" y="196"/>
                    <a:pt x="1228" y="308"/>
                    <a:pt x="977" y="433"/>
                  </a:cubicBezTo>
                  <a:cubicBezTo>
                    <a:pt x="726" y="545"/>
                    <a:pt x="475" y="684"/>
                    <a:pt x="294" y="782"/>
                  </a:cubicBezTo>
                  <a:cubicBezTo>
                    <a:pt x="210" y="838"/>
                    <a:pt x="126" y="894"/>
                    <a:pt x="85" y="922"/>
                  </a:cubicBezTo>
                  <a:lnTo>
                    <a:pt x="1" y="977"/>
                  </a:lnTo>
                  <a:lnTo>
                    <a:pt x="85" y="935"/>
                  </a:lnTo>
                  <a:cubicBezTo>
                    <a:pt x="154" y="922"/>
                    <a:pt x="238" y="894"/>
                    <a:pt x="336" y="852"/>
                  </a:cubicBezTo>
                  <a:cubicBezTo>
                    <a:pt x="517" y="768"/>
                    <a:pt x="768" y="657"/>
                    <a:pt x="1033" y="545"/>
                  </a:cubicBezTo>
                  <a:cubicBezTo>
                    <a:pt x="1284" y="419"/>
                    <a:pt x="1535" y="294"/>
                    <a:pt x="1703" y="182"/>
                  </a:cubicBezTo>
                  <a:cubicBezTo>
                    <a:pt x="1800" y="126"/>
                    <a:pt x="1870" y="85"/>
                    <a:pt x="1926" y="57"/>
                  </a:cubicBezTo>
                  <a:lnTo>
                    <a:pt x="200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6" name="Google Shape;3336;p44"/>
            <p:cNvSpPr/>
            <p:nvPr/>
          </p:nvSpPr>
          <p:spPr>
            <a:xfrm>
              <a:off x="2874628" y="2959127"/>
              <a:ext cx="135024" cy="201475"/>
            </a:xfrm>
            <a:custGeom>
              <a:avLst/>
              <a:gdLst/>
              <a:ahLst/>
              <a:cxnLst/>
              <a:rect l="l" t="t" r="r" b="b"/>
              <a:pathLst>
                <a:path w="1591" h="2374" extrusionOk="0">
                  <a:moveTo>
                    <a:pt x="795" y="0"/>
                  </a:moveTo>
                  <a:cubicBezTo>
                    <a:pt x="725" y="56"/>
                    <a:pt x="656" y="112"/>
                    <a:pt x="600" y="182"/>
                  </a:cubicBezTo>
                  <a:cubicBezTo>
                    <a:pt x="488" y="265"/>
                    <a:pt x="405" y="377"/>
                    <a:pt x="335" y="488"/>
                  </a:cubicBezTo>
                  <a:cubicBezTo>
                    <a:pt x="223" y="670"/>
                    <a:pt x="140" y="851"/>
                    <a:pt x="84" y="1046"/>
                  </a:cubicBezTo>
                  <a:cubicBezTo>
                    <a:pt x="42" y="1172"/>
                    <a:pt x="14" y="1311"/>
                    <a:pt x="14" y="1451"/>
                  </a:cubicBezTo>
                  <a:cubicBezTo>
                    <a:pt x="0" y="1674"/>
                    <a:pt x="42" y="1897"/>
                    <a:pt x="167" y="2106"/>
                  </a:cubicBezTo>
                  <a:cubicBezTo>
                    <a:pt x="209" y="2176"/>
                    <a:pt x="265" y="2232"/>
                    <a:pt x="321" y="2274"/>
                  </a:cubicBezTo>
                  <a:cubicBezTo>
                    <a:pt x="363" y="2302"/>
                    <a:pt x="419" y="2330"/>
                    <a:pt x="474" y="2344"/>
                  </a:cubicBezTo>
                  <a:cubicBezTo>
                    <a:pt x="546" y="2363"/>
                    <a:pt x="623" y="2373"/>
                    <a:pt x="700" y="2373"/>
                  </a:cubicBezTo>
                  <a:cubicBezTo>
                    <a:pt x="790" y="2373"/>
                    <a:pt x="880" y="2360"/>
                    <a:pt x="963" y="2330"/>
                  </a:cubicBezTo>
                  <a:cubicBezTo>
                    <a:pt x="1102" y="2260"/>
                    <a:pt x="1228" y="2176"/>
                    <a:pt x="1339" y="2065"/>
                  </a:cubicBezTo>
                  <a:cubicBezTo>
                    <a:pt x="1437" y="1967"/>
                    <a:pt x="1520" y="1869"/>
                    <a:pt x="1590" y="1744"/>
                  </a:cubicBezTo>
                  <a:lnTo>
                    <a:pt x="1214" y="1353"/>
                  </a:lnTo>
                  <a:cubicBezTo>
                    <a:pt x="1200" y="1381"/>
                    <a:pt x="1186" y="1423"/>
                    <a:pt x="1172" y="1451"/>
                  </a:cubicBezTo>
                  <a:cubicBezTo>
                    <a:pt x="1116" y="1590"/>
                    <a:pt x="1018" y="1688"/>
                    <a:pt x="907" y="1758"/>
                  </a:cubicBezTo>
                  <a:lnTo>
                    <a:pt x="823" y="1786"/>
                  </a:lnTo>
                  <a:cubicBezTo>
                    <a:pt x="684" y="1758"/>
                    <a:pt x="600" y="1646"/>
                    <a:pt x="600" y="1437"/>
                  </a:cubicBezTo>
                  <a:cubicBezTo>
                    <a:pt x="614" y="1297"/>
                    <a:pt x="656" y="1158"/>
                    <a:pt x="725" y="1046"/>
                  </a:cubicBezTo>
                  <a:cubicBezTo>
                    <a:pt x="795" y="935"/>
                    <a:pt x="893" y="851"/>
                    <a:pt x="1018" y="795"/>
                  </a:cubicBezTo>
                  <a:lnTo>
                    <a:pt x="79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7" name="Google Shape;3337;p44"/>
            <p:cNvSpPr/>
            <p:nvPr/>
          </p:nvSpPr>
          <p:spPr>
            <a:xfrm>
              <a:off x="2961023" y="2879775"/>
              <a:ext cx="161079" cy="253414"/>
            </a:xfrm>
            <a:custGeom>
              <a:avLst/>
              <a:gdLst/>
              <a:ahLst/>
              <a:cxnLst/>
              <a:rect l="l" t="t" r="r" b="b"/>
              <a:pathLst>
                <a:path w="1898" h="2986" extrusionOk="0">
                  <a:moveTo>
                    <a:pt x="1200" y="1"/>
                  </a:moveTo>
                  <a:cubicBezTo>
                    <a:pt x="1060" y="140"/>
                    <a:pt x="921" y="280"/>
                    <a:pt x="767" y="391"/>
                  </a:cubicBezTo>
                  <a:cubicBezTo>
                    <a:pt x="893" y="768"/>
                    <a:pt x="991" y="1047"/>
                    <a:pt x="1060" y="1256"/>
                  </a:cubicBezTo>
                  <a:cubicBezTo>
                    <a:pt x="1019" y="1312"/>
                    <a:pt x="991" y="1354"/>
                    <a:pt x="949" y="1382"/>
                  </a:cubicBezTo>
                  <a:cubicBezTo>
                    <a:pt x="921" y="1409"/>
                    <a:pt x="893" y="1451"/>
                    <a:pt x="865" y="1479"/>
                  </a:cubicBezTo>
                  <a:cubicBezTo>
                    <a:pt x="712" y="1061"/>
                    <a:pt x="572" y="628"/>
                    <a:pt x="461" y="196"/>
                  </a:cubicBezTo>
                  <a:cubicBezTo>
                    <a:pt x="307" y="321"/>
                    <a:pt x="154" y="447"/>
                    <a:pt x="0" y="559"/>
                  </a:cubicBezTo>
                  <a:cubicBezTo>
                    <a:pt x="279" y="1312"/>
                    <a:pt x="544" y="2121"/>
                    <a:pt x="809" y="2986"/>
                  </a:cubicBezTo>
                  <a:lnTo>
                    <a:pt x="991" y="2804"/>
                  </a:lnTo>
                  <a:lnTo>
                    <a:pt x="1200" y="2595"/>
                  </a:lnTo>
                  <a:cubicBezTo>
                    <a:pt x="1088" y="2274"/>
                    <a:pt x="1032" y="2093"/>
                    <a:pt x="1019" y="2037"/>
                  </a:cubicBezTo>
                  <a:lnTo>
                    <a:pt x="1228" y="1828"/>
                  </a:lnTo>
                  <a:cubicBezTo>
                    <a:pt x="1367" y="2302"/>
                    <a:pt x="1493" y="2623"/>
                    <a:pt x="1563" y="2818"/>
                  </a:cubicBezTo>
                  <a:cubicBezTo>
                    <a:pt x="1618" y="2749"/>
                    <a:pt x="1660" y="2679"/>
                    <a:pt x="1716" y="2609"/>
                  </a:cubicBezTo>
                  <a:cubicBezTo>
                    <a:pt x="1758" y="2539"/>
                    <a:pt x="1814" y="2484"/>
                    <a:pt x="1869" y="2414"/>
                  </a:cubicBezTo>
                  <a:lnTo>
                    <a:pt x="1897" y="2386"/>
                  </a:lnTo>
                  <a:cubicBezTo>
                    <a:pt x="1730" y="1912"/>
                    <a:pt x="1493" y="1117"/>
                    <a:pt x="120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8" name="Google Shape;3338;p44"/>
            <p:cNvSpPr/>
            <p:nvPr/>
          </p:nvSpPr>
          <p:spPr>
            <a:xfrm>
              <a:off x="3143319" y="3011490"/>
              <a:ext cx="84104" cy="92590"/>
            </a:xfrm>
            <a:custGeom>
              <a:avLst/>
              <a:gdLst/>
              <a:ahLst/>
              <a:cxnLst/>
              <a:rect l="l" t="t" r="r" b="b"/>
              <a:pathLst>
                <a:path w="991" h="1091" extrusionOk="0">
                  <a:moveTo>
                    <a:pt x="521" y="0"/>
                  </a:moveTo>
                  <a:cubicBezTo>
                    <a:pt x="488" y="0"/>
                    <a:pt x="453" y="8"/>
                    <a:pt x="419" y="25"/>
                  </a:cubicBezTo>
                  <a:cubicBezTo>
                    <a:pt x="251" y="67"/>
                    <a:pt x="98" y="178"/>
                    <a:pt x="0" y="332"/>
                  </a:cubicBezTo>
                  <a:cubicBezTo>
                    <a:pt x="42" y="415"/>
                    <a:pt x="112" y="471"/>
                    <a:pt x="196" y="527"/>
                  </a:cubicBezTo>
                  <a:cubicBezTo>
                    <a:pt x="265" y="401"/>
                    <a:pt x="335" y="332"/>
                    <a:pt x="391" y="332"/>
                  </a:cubicBezTo>
                  <a:cubicBezTo>
                    <a:pt x="433" y="332"/>
                    <a:pt x="461" y="374"/>
                    <a:pt x="447" y="415"/>
                  </a:cubicBezTo>
                  <a:cubicBezTo>
                    <a:pt x="419" y="471"/>
                    <a:pt x="363" y="513"/>
                    <a:pt x="321" y="541"/>
                  </a:cubicBezTo>
                  <a:cubicBezTo>
                    <a:pt x="321" y="597"/>
                    <a:pt x="349" y="639"/>
                    <a:pt x="391" y="694"/>
                  </a:cubicBezTo>
                  <a:cubicBezTo>
                    <a:pt x="461" y="660"/>
                    <a:pt x="516" y="642"/>
                    <a:pt x="560" y="642"/>
                  </a:cubicBezTo>
                  <a:cubicBezTo>
                    <a:pt x="604" y="642"/>
                    <a:pt x="635" y="660"/>
                    <a:pt x="656" y="694"/>
                  </a:cubicBezTo>
                  <a:cubicBezTo>
                    <a:pt x="684" y="792"/>
                    <a:pt x="628" y="862"/>
                    <a:pt x="475" y="862"/>
                  </a:cubicBezTo>
                  <a:cubicBezTo>
                    <a:pt x="405" y="848"/>
                    <a:pt x="321" y="820"/>
                    <a:pt x="265" y="778"/>
                  </a:cubicBezTo>
                  <a:cubicBezTo>
                    <a:pt x="224" y="848"/>
                    <a:pt x="196" y="918"/>
                    <a:pt x="182" y="1001"/>
                  </a:cubicBezTo>
                  <a:cubicBezTo>
                    <a:pt x="288" y="1059"/>
                    <a:pt x="400" y="1090"/>
                    <a:pt x="510" y="1090"/>
                  </a:cubicBezTo>
                  <a:cubicBezTo>
                    <a:pt x="560" y="1090"/>
                    <a:pt x="608" y="1084"/>
                    <a:pt x="656" y="1071"/>
                  </a:cubicBezTo>
                  <a:cubicBezTo>
                    <a:pt x="768" y="1043"/>
                    <a:pt x="865" y="973"/>
                    <a:pt x="921" y="876"/>
                  </a:cubicBezTo>
                  <a:cubicBezTo>
                    <a:pt x="991" y="750"/>
                    <a:pt x="977" y="583"/>
                    <a:pt x="865" y="485"/>
                  </a:cubicBezTo>
                  <a:cubicBezTo>
                    <a:pt x="809" y="457"/>
                    <a:pt x="740" y="429"/>
                    <a:pt x="684" y="429"/>
                  </a:cubicBezTo>
                  <a:cubicBezTo>
                    <a:pt x="740" y="360"/>
                    <a:pt x="754" y="276"/>
                    <a:pt x="754" y="192"/>
                  </a:cubicBezTo>
                  <a:cubicBezTo>
                    <a:pt x="722" y="76"/>
                    <a:pt x="626" y="0"/>
                    <a:pt x="52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9" name="Google Shape;3339;p44"/>
            <p:cNvSpPr/>
            <p:nvPr/>
          </p:nvSpPr>
          <p:spPr>
            <a:xfrm>
              <a:off x="1597284" y="1603705"/>
              <a:ext cx="389542" cy="421452"/>
            </a:xfrm>
            <a:custGeom>
              <a:avLst/>
              <a:gdLst/>
              <a:ahLst/>
              <a:cxnLst/>
              <a:rect l="l" t="t" r="r" b="b"/>
              <a:pathLst>
                <a:path w="4590" h="4966" extrusionOk="0">
                  <a:moveTo>
                    <a:pt x="168" y="0"/>
                  </a:moveTo>
                  <a:lnTo>
                    <a:pt x="1" y="335"/>
                  </a:lnTo>
                  <a:lnTo>
                    <a:pt x="4171" y="4687"/>
                  </a:lnTo>
                  <a:lnTo>
                    <a:pt x="4241" y="4966"/>
                  </a:lnTo>
                  <a:lnTo>
                    <a:pt x="4590" y="4464"/>
                  </a:lnTo>
                  <a:lnTo>
                    <a:pt x="4520" y="4213"/>
                  </a:lnTo>
                  <a:lnTo>
                    <a:pt x="531" y="42"/>
                  </a:lnTo>
                  <a:lnTo>
                    <a:pt x="168" y="0"/>
                  </a:ln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0" name="Google Shape;3340;p44"/>
            <p:cNvSpPr/>
            <p:nvPr/>
          </p:nvSpPr>
          <p:spPr>
            <a:xfrm>
              <a:off x="1726283" y="1615502"/>
              <a:ext cx="294915" cy="339809"/>
            </a:xfrm>
            <a:custGeom>
              <a:avLst/>
              <a:gdLst/>
              <a:ahLst/>
              <a:cxnLst/>
              <a:rect l="l" t="t" r="r" b="b"/>
              <a:pathLst>
                <a:path w="3475" h="4004" extrusionOk="0">
                  <a:moveTo>
                    <a:pt x="1" y="1"/>
                  </a:moveTo>
                  <a:lnTo>
                    <a:pt x="3237" y="3739"/>
                  </a:lnTo>
                  <a:lnTo>
                    <a:pt x="3293" y="4004"/>
                  </a:lnTo>
                  <a:lnTo>
                    <a:pt x="3474" y="3739"/>
                  </a:lnTo>
                  <a:lnTo>
                    <a:pt x="3418" y="3488"/>
                  </a:lnTo>
                  <a:lnTo>
                    <a:pt x="405" y="42"/>
                  </a:lnTo>
                  <a:lnTo>
                    <a:pt x="1" y="1"/>
                  </a:ln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 name="CuadroTexto 5">
            <a:extLst>
              <a:ext uri="{FF2B5EF4-FFF2-40B4-BE49-F238E27FC236}">
                <a16:creationId xmlns:a16="http://schemas.microsoft.com/office/drawing/2014/main" id="{DAA6E5D0-AD7A-46F4-A701-14C3CB73D468}"/>
              </a:ext>
            </a:extLst>
          </p:cNvPr>
          <p:cNvSpPr txBox="1"/>
          <p:nvPr/>
        </p:nvSpPr>
        <p:spPr>
          <a:xfrm>
            <a:off x="40628" y="140139"/>
            <a:ext cx="2377440" cy="307777"/>
          </a:xfrm>
          <a:prstGeom prst="rect">
            <a:avLst/>
          </a:prstGeom>
          <a:noFill/>
        </p:spPr>
        <p:txBody>
          <a:bodyPr wrap="square" rtlCol="0">
            <a:spAutoFit/>
          </a:bodyPr>
          <a:lstStyle/>
          <a:p>
            <a:r>
              <a:rPr lang="es-MX" b="1" u="sng" dirty="0">
                <a:solidFill>
                  <a:schemeClr val="bg1"/>
                </a:solidFill>
              </a:rPr>
              <a:t>Ejemplo:</a:t>
            </a:r>
            <a:endParaRPr lang="es-BO" b="1" u="sng" dirty="0">
              <a:solidFill>
                <a:schemeClr val="bg1"/>
              </a:solidFill>
            </a:endParaRPr>
          </a:p>
        </p:txBody>
      </p:sp>
      <p:sp>
        <p:nvSpPr>
          <p:cNvPr id="15" name="CuadroTexto 14">
            <a:extLst>
              <a:ext uri="{FF2B5EF4-FFF2-40B4-BE49-F238E27FC236}">
                <a16:creationId xmlns:a16="http://schemas.microsoft.com/office/drawing/2014/main" id="{7321CCA7-80B8-47C1-A34E-2D8AD8F63B2F}"/>
              </a:ext>
            </a:extLst>
          </p:cNvPr>
          <p:cNvSpPr txBox="1"/>
          <p:nvPr/>
        </p:nvSpPr>
        <p:spPr>
          <a:xfrm>
            <a:off x="40628" y="456957"/>
            <a:ext cx="2533618" cy="523220"/>
          </a:xfrm>
          <a:prstGeom prst="rect">
            <a:avLst/>
          </a:prstGeom>
          <a:noFill/>
        </p:spPr>
        <p:txBody>
          <a:bodyPr wrap="square" rtlCol="0">
            <a:spAutoFit/>
          </a:bodyPr>
          <a:lstStyle/>
          <a:p>
            <a:r>
              <a:rPr lang="es-MX" u="sng" dirty="0">
                <a:solidFill>
                  <a:schemeClr val="bg1"/>
                </a:solidFill>
              </a:rPr>
              <a:t>Ejercicio 1 :</a:t>
            </a:r>
          </a:p>
          <a:p>
            <a:r>
              <a:rPr lang="es-BO" b="0" i="0" dirty="0">
                <a:solidFill>
                  <a:srgbClr val="404040"/>
                </a:solidFill>
                <a:effectLst/>
                <a:latin typeface="DroidSerif"/>
              </a:rPr>
              <a:t>Balancea la siguiente ecuación:</a:t>
            </a:r>
            <a:endParaRPr lang="es-BO" dirty="0"/>
          </a:p>
        </p:txBody>
      </p:sp>
      <p:pic>
        <p:nvPicPr>
          <p:cNvPr id="2060" name="Picture 12" descr="estilo tamaño 16px negrita FeS subíndice negrita 2 negrita más negrita O subíndice negrita 2 negrita flecha derecha negrita Fe subíndice negrita 2 negrita O subíndice negrita 3 negrita espacio negrita más negrita SO subíndice negrita 2 fin estilo">
            <a:extLst>
              <a:ext uri="{FF2B5EF4-FFF2-40B4-BE49-F238E27FC236}">
                <a16:creationId xmlns:a16="http://schemas.microsoft.com/office/drawing/2014/main" id="{714F259F-E106-425A-99D1-C14F58FA86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07041" y="958663"/>
            <a:ext cx="1981200" cy="152400"/>
          </a:xfrm>
          <a:prstGeom prst="rect">
            <a:avLst/>
          </a:prstGeom>
          <a:noFill/>
          <a:extLst>
            <a:ext uri="{909E8E84-426E-40DD-AFC4-6F175D3DCCD1}">
              <a14:hiddenFill xmlns:a14="http://schemas.microsoft.com/office/drawing/2010/main">
                <a:solidFill>
                  <a:srgbClr val="FFFFFF"/>
                </a:solidFill>
              </a14:hiddenFill>
            </a:ext>
          </a:extLst>
        </p:spPr>
      </p:pic>
      <p:sp>
        <p:nvSpPr>
          <p:cNvPr id="163" name="CuadroTexto 162">
            <a:extLst>
              <a:ext uri="{FF2B5EF4-FFF2-40B4-BE49-F238E27FC236}">
                <a16:creationId xmlns:a16="http://schemas.microsoft.com/office/drawing/2014/main" id="{F6938918-84D8-46E4-9B33-C0B1050A7627}"/>
              </a:ext>
            </a:extLst>
          </p:cNvPr>
          <p:cNvSpPr txBox="1"/>
          <p:nvPr/>
        </p:nvSpPr>
        <p:spPr>
          <a:xfrm>
            <a:off x="-15851" y="1422761"/>
            <a:ext cx="4023360" cy="1169551"/>
          </a:xfrm>
          <a:prstGeom prst="rect">
            <a:avLst/>
          </a:prstGeom>
          <a:noFill/>
        </p:spPr>
        <p:txBody>
          <a:bodyPr wrap="square">
            <a:spAutoFit/>
          </a:bodyPr>
          <a:lstStyle/>
          <a:p>
            <a:pPr algn="l"/>
            <a:r>
              <a:rPr lang="es-MX" b="0" i="0" dirty="0">
                <a:solidFill>
                  <a:srgbClr val="404040"/>
                </a:solidFill>
                <a:effectLst/>
                <a:latin typeface="DroidSerif"/>
              </a:rPr>
              <a:t>Hay un hierro Fe en la izquierda y 2 hierro Fe en la derecha. Escribimos un 2 delante de FeS</a:t>
            </a:r>
            <a:r>
              <a:rPr lang="es-MX" b="0" i="0" baseline="-25000" dirty="0">
                <a:solidFill>
                  <a:srgbClr val="404040"/>
                </a:solidFill>
                <a:effectLst/>
                <a:latin typeface="DroidSerif"/>
              </a:rPr>
              <a:t>2</a:t>
            </a:r>
            <a:r>
              <a:rPr lang="es-MX" b="0" i="0" dirty="0">
                <a:solidFill>
                  <a:srgbClr val="404040"/>
                </a:solidFill>
                <a:effectLst/>
                <a:latin typeface="DroidSerif"/>
              </a:rPr>
              <a:t> y revisamos la cantidad de elementos de ambos lados:</a:t>
            </a:r>
          </a:p>
          <a:p>
            <a:br>
              <a:rPr lang="es-MX" b="0" i="0" dirty="0">
                <a:solidFill>
                  <a:srgbClr val="404040"/>
                </a:solidFill>
                <a:effectLst/>
                <a:latin typeface="DroidSerif"/>
              </a:rPr>
            </a:br>
            <a:endParaRPr lang="es-BO" dirty="0"/>
          </a:p>
        </p:txBody>
      </p:sp>
      <p:pic>
        <p:nvPicPr>
          <p:cNvPr id="2062" name="Picture 14" descr="negrita 2 negrita FeS subíndice negrita 2 negrita más negrita O subíndice negrita 2 negrita flecha derecha negrita Fe subíndice negrita 2 negrita O subíndice negrita 3 negrita más negrita SO subíndice negrita 2 negrita Fe negrita espacio negrita espacio negrita espacio negrita 2 negrita espacio negrita espacio negrita espacio negrita espacio negrita espacio negrita espacio negrita flecha derecha negrita espacio negrita espacio negrita espacio negrita espacio negrita espacio negrita espacio negrita espacio negrita 2 negrita S negrita espacio negrita espacio negrita espacio negrita espacio negrita espacio negrita espacio negrita 4 negrita espacio negrita espacio negrita espacio negrita espacio negrita espacio negrita espacio negrita espacio negrita flecha derecha negrita espacio negrita espacio negrita espacio negrita espacio negrita espacio negrita espacio negrita 1 negrita O negrita espacio negrita espacio negrita espacio negrita espacio negrita espacio negrita 2 negrita espacio negrita espacio negrita espacio negrita espacio negrita espacio negrita espacio negrita espacio negrita espacio negrita espacio negrita flecha derecha negrita espacio negrita espacio negrita espacio negrita espacio negrita espacio negrita 5">
            <a:extLst>
              <a:ext uri="{FF2B5EF4-FFF2-40B4-BE49-F238E27FC236}">
                <a16:creationId xmlns:a16="http://schemas.microsoft.com/office/drawing/2014/main" id="{EE38B630-1D19-4E51-B04C-C5F324AF91C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67532" y="1358236"/>
            <a:ext cx="2038350" cy="847725"/>
          </a:xfrm>
          <a:prstGeom prst="rect">
            <a:avLst/>
          </a:prstGeom>
          <a:noFill/>
          <a:extLst>
            <a:ext uri="{909E8E84-426E-40DD-AFC4-6F175D3DCCD1}">
              <a14:hiddenFill xmlns:a14="http://schemas.microsoft.com/office/drawing/2010/main">
                <a:solidFill>
                  <a:srgbClr val="FFFFFF"/>
                </a:solidFill>
              </a14:hiddenFill>
            </a:ext>
          </a:extLst>
        </p:spPr>
      </p:pic>
      <p:sp>
        <p:nvSpPr>
          <p:cNvPr id="166" name="CuadroTexto 165">
            <a:extLst>
              <a:ext uri="{FF2B5EF4-FFF2-40B4-BE49-F238E27FC236}">
                <a16:creationId xmlns:a16="http://schemas.microsoft.com/office/drawing/2014/main" id="{FC56221D-051A-44DB-A0E0-E01A7C9BB97F}"/>
              </a:ext>
            </a:extLst>
          </p:cNvPr>
          <p:cNvSpPr txBox="1"/>
          <p:nvPr/>
        </p:nvSpPr>
        <p:spPr>
          <a:xfrm>
            <a:off x="0" y="2612427"/>
            <a:ext cx="3515360" cy="738664"/>
          </a:xfrm>
          <a:prstGeom prst="rect">
            <a:avLst/>
          </a:prstGeom>
          <a:noFill/>
        </p:spPr>
        <p:txBody>
          <a:bodyPr wrap="square">
            <a:spAutoFit/>
          </a:bodyPr>
          <a:lstStyle/>
          <a:p>
            <a:r>
              <a:rPr lang="es-MX" b="0" i="0" dirty="0">
                <a:solidFill>
                  <a:srgbClr val="404040"/>
                </a:solidFill>
                <a:effectLst/>
                <a:latin typeface="DroidSerif"/>
              </a:rPr>
              <a:t>Tenemos del lado izquierdo 4 azufre S y 1 S del lado derecho. Ponemos un 4 delante del SO</a:t>
            </a:r>
            <a:r>
              <a:rPr lang="es-MX" b="0" i="0" baseline="-25000" dirty="0">
                <a:solidFill>
                  <a:srgbClr val="404040"/>
                </a:solidFill>
                <a:effectLst/>
                <a:latin typeface="DroidSerif"/>
              </a:rPr>
              <a:t>2</a:t>
            </a:r>
            <a:r>
              <a:rPr lang="es-MX" b="0" i="0" dirty="0">
                <a:solidFill>
                  <a:srgbClr val="404040"/>
                </a:solidFill>
                <a:effectLst/>
                <a:latin typeface="DroidSerif"/>
              </a:rPr>
              <a:t> y volvemos a revisar:</a:t>
            </a:r>
            <a:endParaRPr lang="es-BO" dirty="0"/>
          </a:p>
        </p:txBody>
      </p:sp>
      <p:pic>
        <p:nvPicPr>
          <p:cNvPr id="2064" name="Picture 16" descr="negrita 2 negrita FeS subíndice negrita 2 negrita más negrita O subíndice negrita 2 negrita flecha derecha negrita Fe subíndice negrita 2 negrita O subíndice negrita 3 negrita más negrita 4 negrita SO subíndice negrita 2 negrita Fe negrita espacio negrita espacio negrita espacio negrita 2 negrita espacio negrita espacio negrita espacio negrita espacio negrita espacio negrita espacio negrita flecha derecha negrita espacio negrita espacio negrita espacio negrita espacio negrita espacio negrita espacio negrita espacio negrita 2 negrita S negrita espacio negrita espacio negrita espacio negrita espacio negrita espacio negrita espacio negrita 4 negrita espacio negrita espacio negrita espacio negrita espacio negrita espacio negrita espacio negrita espacio negrita flecha derecha negrita espacio negrita espacio negrita espacio negrita espacio negrita espacio negrita espacio negrita 4 negrita O negrita espacio negrita espacio negrita espacio negrita espacio negrita espacio negrita 2 negrita espacio negrita espacio negrita espacio negrita espacio negrita espacio negrita espacio negrita espacio negrita espacio negrita espacio negrita flecha derecha negrita espacio negrita espacio negrita espacio negrita espacio negrita espacio negrita 11">
            <a:extLst>
              <a:ext uri="{FF2B5EF4-FFF2-40B4-BE49-F238E27FC236}">
                <a16:creationId xmlns:a16="http://schemas.microsoft.com/office/drawing/2014/main" id="{531719E0-B626-4605-AC85-575296AE8A0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07166" y="2667335"/>
            <a:ext cx="2019300" cy="838200"/>
          </a:xfrm>
          <a:prstGeom prst="rect">
            <a:avLst/>
          </a:prstGeom>
          <a:noFill/>
          <a:extLst>
            <a:ext uri="{909E8E84-426E-40DD-AFC4-6F175D3DCCD1}">
              <a14:hiddenFill xmlns:a14="http://schemas.microsoft.com/office/drawing/2010/main">
                <a:solidFill>
                  <a:srgbClr val="FFFFFF"/>
                </a:solidFill>
              </a14:hiddenFill>
            </a:ext>
          </a:extLst>
        </p:spPr>
      </p:pic>
      <p:sp>
        <p:nvSpPr>
          <p:cNvPr id="169" name="CuadroTexto 168">
            <a:extLst>
              <a:ext uri="{FF2B5EF4-FFF2-40B4-BE49-F238E27FC236}">
                <a16:creationId xmlns:a16="http://schemas.microsoft.com/office/drawing/2014/main" id="{9AA0C1BA-7547-478F-8FBD-C728BBA43B0D}"/>
              </a:ext>
            </a:extLst>
          </p:cNvPr>
          <p:cNvSpPr txBox="1"/>
          <p:nvPr/>
        </p:nvSpPr>
        <p:spPr>
          <a:xfrm>
            <a:off x="0" y="3859253"/>
            <a:ext cx="6329692" cy="1600438"/>
          </a:xfrm>
          <a:prstGeom prst="rect">
            <a:avLst/>
          </a:prstGeom>
          <a:noFill/>
        </p:spPr>
        <p:txBody>
          <a:bodyPr wrap="square">
            <a:spAutoFit/>
          </a:bodyPr>
          <a:lstStyle/>
          <a:p>
            <a:pPr algn="l"/>
            <a:r>
              <a:rPr lang="es-MX" b="0" i="0" dirty="0">
                <a:solidFill>
                  <a:srgbClr val="404040"/>
                </a:solidFill>
                <a:effectLst/>
                <a:latin typeface="DroidSerif"/>
              </a:rPr>
              <a:t>Ya están balanceados el azufre S y el hierro Fe, pero existen 11 oxígenos O del lado derecho y 2 del lado izquierdo. Si ponemos 5 ½ delante del O</a:t>
            </a:r>
            <a:r>
              <a:rPr lang="es-MX" b="0" i="0" baseline="-25000" dirty="0">
                <a:solidFill>
                  <a:srgbClr val="404040"/>
                </a:solidFill>
                <a:effectLst/>
                <a:latin typeface="DroidSerif"/>
              </a:rPr>
              <a:t>2</a:t>
            </a:r>
            <a:r>
              <a:rPr lang="es-MX" b="0" i="0" dirty="0">
                <a:solidFill>
                  <a:srgbClr val="404040"/>
                </a:solidFill>
                <a:effectLst/>
                <a:latin typeface="DroidSerif"/>
              </a:rPr>
              <a:t> podríamos tener balanceada la ecuación, pero sería un coeficiente fraccionario. En cambio, si multiplicamos todos los coeficientes por 2, tendremos la ecuación balanceada como verás a continuación:</a:t>
            </a:r>
          </a:p>
          <a:p>
            <a:br>
              <a:rPr lang="es-MX" b="0" i="0" dirty="0">
                <a:solidFill>
                  <a:srgbClr val="404040"/>
                </a:solidFill>
                <a:effectLst/>
                <a:latin typeface="DroidSerif"/>
              </a:rPr>
            </a:br>
            <a:endParaRPr lang="es-BO" dirty="0"/>
          </a:p>
        </p:txBody>
      </p:sp>
      <p:pic>
        <p:nvPicPr>
          <p:cNvPr id="2066" name="Picture 18" descr="negrita 4 negrita FeS subíndice negrita 2 negrita más negrita 11 negrita O subíndice negrita 2 negrita flecha derecha negrita 2 negrita Fe subíndice negrita 2 negrita O subíndice negrita 3 negrita más negrita 8 negrita SO subíndice negrita 2 negrita Fe negrita espacio negrita espacio negrita espacio negrita 4 negrita espacio negrita espacio negrita espacio negrita espacio negrita espacio negrita espacio negrita flecha derecha negrita espacio negrita espacio negrita espacio negrita espacio negrita espacio negrita espacio negrita espacio negrita 4 negrita S negrita espacio negrita espacio negrita espacio negrita espacio negrita espacio negrita 8 negrita espacio negrita espacio negrita espacio negrita espacio negrita espacio negrita espacio negrita espacio negrita flecha derecha negrita espacio negrita espacio negrita espacio negrita espacio negrita espacio negrita espacio negrita 8 negrita O negrita espacio negrita espacio negrita espacio negrita espacio negrita espacio negrita 22 negrita espacio negrita espacio negrita espacio negrita espacio negrita flecha derecha negrita espacio negrita espacio negrita espacio negrita espacio negrita espacio negrita 22">
            <a:extLst>
              <a:ext uri="{FF2B5EF4-FFF2-40B4-BE49-F238E27FC236}">
                <a16:creationId xmlns:a16="http://schemas.microsoft.com/office/drawing/2014/main" id="{57B7F90B-0F34-4EA5-B346-6B8CB24F970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46510" y="3964293"/>
            <a:ext cx="2333625" cy="838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682"/>
        <p:cNvGrpSpPr/>
        <p:nvPr/>
      </p:nvGrpSpPr>
      <p:grpSpPr>
        <a:xfrm>
          <a:off x="0" y="0"/>
          <a:ext cx="0" cy="0"/>
          <a:chOff x="0" y="0"/>
          <a:chExt cx="0" cy="0"/>
        </a:xfrm>
      </p:grpSpPr>
      <p:sp>
        <p:nvSpPr>
          <p:cNvPr id="4685" name="Google Shape;4685;p52"/>
          <p:cNvSpPr/>
          <p:nvPr/>
        </p:nvSpPr>
        <p:spPr>
          <a:xfrm>
            <a:off x="7884355" y="89996"/>
            <a:ext cx="1158045" cy="1062479"/>
          </a:xfrm>
          <a:prstGeom prst="ellipse">
            <a:avLst/>
          </a:prstGeom>
          <a:gradFill>
            <a:gsLst>
              <a:gs pos="0">
                <a:srgbClr val="EEE3FF">
                  <a:alpha val="5490"/>
                </a:srgbClr>
              </a:gs>
              <a:gs pos="100000">
                <a:srgbClr val="EEE3FF">
                  <a:alpha val="18431"/>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86" name="Google Shape;4686;p52"/>
          <p:cNvGrpSpPr/>
          <p:nvPr/>
        </p:nvGrpSpPr>
        <p:grpSpPr>
          <a:xfrm>
            <a:off x="8011550" y="237263"/>
            <a:ext cx="903654" cy="678308"/>
            <a:chOff x="963917" y="1576463"/>
            <a:chExt cx="2666033" cy="2028761"/>
          </a:xfrm>
        </p:grpSpPr>
        <p:sp>
          <p:nvSpPr>
            <p:cNvPr id="4687" name="Google Shape;4687;p52"/>
            <p:cNvSpPr/>
            <p:nvPr/>
          </p:nvSpPr>
          <p:spPr>
            <a:xfrm>
              <a:off x="1368821" y="2418095"/>
              <a:ext cx="1999478" cy="1052527"/>
            </a:xfrm>
            <a:custGeom>
              <a:avLst/>
              <a:gdLst/>
              <a:ahLst/>
              <a:cxnLst/>
              <a:rect l="l" t="t" r="r" b="b"/>
              <a:pathLst>
                <a:path w="23560" h="12402" extrusionOk="0">
                  <a:moveTo>
                    <a:pt x="22346" y="1"/>
                  </a:moveTo>
                  <a:lnTo>
                    <a:pt x="0" y="1688"/>
                  </a:lnTo>
                  <a:lnTo>
                    <a:pt x="182" y="4646"/>
                  </a:lnTo>
                  <a:lnTo>
                    <a:pt x="9360" y="12401"/>
                  </a:lnTo>
                  <a:lnTo>
                    <a:pt x="22486" y="2260"/>
                  </a:lnTo>
                  <a:cubicBezTo>
                    <a:pt x="23560" y="1256"/>
                    <a:pt x="22346" y="1"/>
                    <a:pt x="22346" y="1"/>
                  </a:cubicBezTo>
                  <a:close/>
                </a:path>
              </a:pathLst>
            </a:custGeom>
            <a:gradFill>
              <a:gsLst>
                <a:gs pos="0">
                  <a:srgbClr val="FFBA42"/>
                </a:gs>
                <a:gs pos="100000">
                  <a:srgbClr val="B87707"/>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8" name="Google Shape;4688;p52"/>
            <p:cNvSpPr/>
            <p:nvPr/>
          </p:nvSpPr>
          <p:spPr>
            <a:xfrm>
              <a:off x="1368821" y="2561352"/>
              <a:ext cx="812182" cy="910374"/>
            </a:xfrm>
            <a:custGeom>
              <a:avLst/>
              <a:gdLst/>
              <a:ahLst/>
              <a:cxnLst/>
              <a:rect l="l" t="t" r="r" b="b"/>
              <a:pathLst>
                <a:path w="9570" h="10727" extrusionOk="0">
                  <a:moveTo>
                    <a:pt x="0" y="0"/>
                  </a:moveTo>
                  <a:lnTo>
                    <a:pt x="0" y="126"/>
                  </a:lnTo>
                  <a:lnTo>
                    <a:pt x="14" y="335"/>
                  </a:lnTo>
                  <a:lnTo>
                    <a:pt x="28" y="614"/>
                  </a:lnTo>
                  <a:lnTo>
                    <a:pt x="42" y="810"/>
                  </a:lnTo>
                  <a:lnTo>
                    <a:pt x="56" y="1088"/>
                  </a:lnTo>
                  <a:lnTo>
                    <a:pt x="70" y="1298"/>
                  </a:lnTo>
                  <a:lnTo>
                    <a:pt x="98" y="1577"/>
                  </a:lnTo>
                  <a:lnTo>
                    <a:pt x="112" y="1772"/>
                  </a:lnTo>
                  <a:lnTo>
                    <a:pt x="126" y="2051"/>
                  </a:lnTo>
                  <a:lnTo>
                    <a:pt x="140" y="2260"/>
                  </a:lnTo>
                  <a:lnTo>
                    <a:pt x="168" y="2539"/>
                  </a:lnTo>
                  <a:lnTo>
                    <a:pt x="168" y="2734"/>
                  </a:lnTo>
                  <a:lnTo>
                    <a:pt x="168" y="2832"/>
                  </a:lnTo>
                  <a:lnTo>
                    <a:pt x="9360" y="10727"/>
                  </a:lnTo>
                  <a:cubicBezTo>
                    <a:pt x="9374" y="10699"/>
                    <a:pt x="9402" y="10685"/>
                    <a:pt x="9416" y="10657"/>
                  </a:cubicBezTo>
                  <a:cubicBezTo>
                    <a:pt x="9444" y="10615"/>
                    <a:pt x="9458" y="10560"/>
                    <a:pt x="9472" y="10518"/>
                  </a:cubicBezTo>
                  <a:cubicBezTo>
                    <a:pt x="9499" y="10448"/>
                    <a:pt x="9513" y="10378"/>
                    <a:pt x="9527" y="10295"/>
                  </a:cubicBezTo>
                  <a:cubicBezTo>
                    <a:pt x="9541" y="10253"/>
                    <a:pt x="9541" y="10183"/>
                    <a:pt x="9555" y="10127"/>
                  </a:cubicBezTo>
                  <a:cubicBezTo>
                    <a:pt x="9555" y="10057"/>
                    <a:pt x="9569" y="9974"/>
                    <a:pt x="9569" y="9876"/>
                  </a:cubicBezTo>
                  <a:lnTo>
                    <a:pt x="9569" y="9681"/>
                  </a:lnTo>
                  <a:cubicBezTo>
                    <a:pt x="9569" y="9611"/>
                    <a:pt x="9569" y="9513"/>
                    <a:pt x="9555" y="9416"/>
                  </a:cubicBezTo>
                  <a:cubicBezTo>
                    <a:pt x="9555" y="9346"/>
                    <a:pt x="9541" y="9276"/>
                    <a:pt x="9541" y="9207"/>
                  </a:cubicBezTo>
                  <a:cubicBezTo>
                    <a:pt x="9527" y="9109"/>
                    <a:pt x="9513" y="9011"/>
                    <a:pt x="9499" y="8914"/>
                  </a:cubicBezTo>
                  <a:cubicBezTo>
                    <a:pt x="9499" y="8844"/>
                    <a:pt x="9485" y="8774"/>
                    <a:pt x="9472" y="8690"/>
                  </a:cubicBezTo>
                  <a:cubicBezTo>
                    <a:pt x="9458" y="8621"/>
                    <a:pt x="9444" y="8495"/>
                    <a:pt x="9416" y="8384"/>
                  </a:cubicBezTo>
                  <a:cubicBezTo>
                    <a:pt x="9416" y="8314"/>
                    <a:pt x="9402" y="8230"/>
                    <a:pt x="9374" y="8160"/>
                  </a:cubicBezTo>
                  <a:cubicBezTo>
                    <a:pt x="9374" y="8119"/>
                    <a:pt x="9360" y="8077"/>
                    <a:pt x="9360" y="8035"/>
                  </a:cubicBez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9" name="Google Shape;4689;p52"/>
            <p:cNvSpPr/>
            <p:nvPr/>
          </p:nvSpPr>
          <p:spPr>
            <a:xfrm>
              <a:off x="1370009" y="2572045"/>
              <a:ext cx="799112" cy="700836"/>
            </a:xfrm>
            <a:custGeom>
              <a:avLst/>
              <a:gdLst/>
              <a:ahLst/>
              <a:cxnLst/>
              <a:rect l="l" t="t" r="r" b="b"/>
              <a:pathLst>
                <a:path w="9416" h="8258" extrusionOk="0">
                  <a:moveTo>
                    <a:pt x="0" y="0"/>
                  </a:moveTo>
                  <a:lnTo>
                    <a:pt x="0" y="209"/>
                  </a:lnTo>
                  <a:lnTo>
                    <a:pt x="9416" y="8258"/>
                  </a:lnTo>
                  <a:cubicBezTo>
                    <a:pt x="9402" y="8188"/>
                    <a:pt x="9388" y="8104"/>
                    <a:pt x="9374" y="8034"/>
                  </a:cubicBezTo>
                  <a:lnTo>
                    <a:pt x="0" y="0"/>
                  </a:ln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0" name="Google Shape;4690;p52"/>
            <p:cNvSpPr/>
            <p:nvPr/>
          </p:nvSpPr>
          <p:spPr>
            <a:xfrm>
              <a:off x="1372385" y="2613461"/>
              <a:ext cx="802677" cy="704400"/>
            </a:xfrm>
            <a:custGeom>
              <a:avLst/>
              <a:gdLst/>
              <a:ahLst/>
              <a:cxnLst/>
              <a:rect l="l" t="t" r="r" b="b"/>
              <a:pathLst>
                <a:path w="9458" h="8300" extrusionOk="0">
                  <a:moveTo>
                    <a:pt x="0" y="0"/>
                  </a:moveTo>
                  <a:lnTo>
                    <a:pt x="14" y="196"/>
                  </a:lnTo>
                  <a:lnTo>
                    <a:pt x="9457" y="8300"/>
                  </a:lnTo>
                  <a:cubicBezTo>
                    <a:pt x="9457" y="8230"/>
                    <a:pt x="9443" y="8146"/>
                    <a:pt x="9430" y="8076"/>
                  </a:cubicBezTo>
                  <a:lnTo>
                    <a:pt x="0" y="0"/>
                  </a:ln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1" name="Google Shape;4691;p52"/>
            <p:cNvSpPr/>
            <p:nvPr/>
          </p:nvSpPr>
          <p:spPr>
            <a:xfrm>
              <a:off x="1374761" y="2653688"/>
              <a:ext cx="805053" cy="706777"/>
            </a:xfrm>
            <a:custGeom>
              <a:avLst/>
              <a:gdLst/>
              <a:ahLst/>
              <a:cxnLst/>
              <a:rect l="l" t="t" r="r" b="b"/>
              <a:pathLst>
                <a:path w="9486" h="8328" extrusionOk="0">
                  <a:moveTo>
                    <a:pt x="0" y="0"/>
                  </a:moveTo>
                  <a:lnTo>
                    <a:pt x="14" y="210"/>
                  </a:lnTo>
                  <a:lnTo>
                    <a:pt x="9485" y="8328"/>
                  </a:lnTo>
                  <a:cubicBezTo>
                    <a:pt x="9485" y="8258"/>
                    <a:pt x="9485" y="8188"/>
                    <a:pt x="9471" y="8119"/>
                  </a:cubicBezTo>
                  <a:lnTo>
                    <a:pt x="0" y="0"/>
                  </a:ln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2" name="Google Shape;4692;p52"/>
            <p:cNvSpPr/>
            <p:nvPr/>
          </p:nvSpPr>
          <p:spPr>
            <a:xfrm>
              <a:off x="1377138" y="2695103"/>
              <a:ext cx="803865" cy="704485"/>
            </a:xfrm>
            <a:custGeom>
              <a:avLst/>
              <a:gdLst/>
              <a:ahLst/>
              <a:cxnLst/>
              <a:rect l="l" t="t" r="r" b="b"/>
              <a:pathLst>
                <a:path w="9472" h="8301" extrusionOk="0">
                  <a:moveTo>
                    <a:pt x="0" y="1"/>
                  </a:moveTo>
                  <a:lnTo>
                    <a:pt x="14" y="196"/>
                  </a:lnTo>
                  <a:lnTo>
                    <a:pt x="9471" y="8300"/>
                  </a:lnTo>
                  <a:lnTo>
                    <a:pt x="9471" y="8105"/>
                  </a:lnTo>
                  <a:lnTo>
                    <a:pt x="0" y="1"/>
                  </a:ln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3" name="Google Shape;4693;p52"/>
            <p:cNvSpPr/>
            <p:nvPr/>
          </p:nvSpPr>
          <p:spPr>
            <a:xfrm>
              <a:off x="1379429" y="2735331"/>
              <a:ext cx="800385" cy="699733"/>
            </a:xfrm>
            <a:custGeom>
              <a:avLst/>
              <a:gdLst/>
              <a:ahLst/>
              <a:cxnLst/>
              <a:rect l="l" t="t" r="r" b="b"/>
              <a:pathLst>
                <a:path w="9431" h="8245" extrusionOk="0">
                  <a:moveTo>
                    <a:pt x="1" y="1"/>
                  </a:moveTo>
                  <a:lnTo>
                    <a:pt x="15" y="210"/>
                  </a:lnTo>
                  <a:lnTo>
                    <a:pt x="9402" y="8245"/>
                  </a:lnTo>
                  <a:cubicBezTo>
                    <a:pt x="9416" y="8203"/>
                    <a:pt x="9416" y="8147"/>
                    <a:pt x="9430" y="8077"/>
                  </a:cubicBezTo>
                  <a:lnTo>
                    <a:pt x="1" y="1"/>
                  </a:ln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4" name="Google Shape;4694;p52"/>
            <p:cNvSpPr/>
            <p:nvPr/>
          </p:nvSpPr>
          <p:spPr>
            <a:xfrm>
              <a:off x="1381805" y="2776831"/>
              <a:ext cx="790880" cy="689039"/>
            </a:xfrm>
            <a:custGeom>
              <a:avLst/>
              <a:gdLst/>
              <a:ahLst/>
              <a:cxnLst/>
              <a:rect l="l" t="t" r="r" b="b"/>
              <a:pathLst>
                <a:path w="9319" h="8119" extrusionOk="0">
                  <a:moveTo>
                    <a:pt x="1" y="0"/>
                  </a:moveTo>
                  <a:lnTo>
                    <a:pt x="15" y="195"/>
                  </a:lnTo>
                  <a:lnTo>
                    <a:pt x="9263" y="8118"/>
                  </a:lnTo>
                  <a:cubicBezTo>
                    <a:pt x="9291" y="8076"/>
                    <a:pt x="9305" y="8021"/>
                    <a:pt x="9319" y="7979"/>
                  </a:cubicBezTo>
                  <a:lnTo>
                    <a:pt x="1" y="0"/>
                  </a:ln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5" name="Google Shape;4695;p52"/>
            <p:cNvSpPr/>
            <p:nvPr/>
          </p:nvSpPr>
          <p:spPr>
            <a:xfrm>
              <a:off x="1368821" y="1988410"/>
              <a:ext cx="1896534" cy="1254851"/>
            </a:xfrm>
            <a:custGeom>
              <a:avLst/>
              <a:gdLst/>
              <a:ahLst/>
              <a:cxnLst/>
              <a:rect l="l" t="t" r="r" b="b"/>
              <a:pathLst>
                <a:path w="22347" h="14786" extrusionOk="0">
                  <a:moveTo>
                    <a:pt x="13879" y="0"/>
                  </a:moveTo>
                  <a:lnTo>
                    <a:pt x="0" y="6751"/>
                  </a:lnTo>
                  <a:lnTo>
                    <a:pt x="9360" y="14786"/>
                  </a:lnTo>
                  <a:lnTo>
                    <a:pt x="22346" y="5064"/>
                  </a:lnTo>
                  <a:lnTo>
                    <a:pt x="13879" y="0"/>
                  </a:lnTo>
                  <a:close/>
                </a:path>
              </a:pathLst>
            </a:custGeom>
            <a:solidFill>
              <a:srgbClr val="8A1C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6" name="Google Shape;4696;p52"/>
            <p:cNvSpPr/>
            <p:nvPr/>
          </p:nvSpPr>
          <p:spPr>
            <a:xfrm>
              <a:off x="1368821" y="1988410"/>
              <a:ext cx="1896534" cy="1254851"/>
            </a:xfrm>
            <a:custGeom>
              <a:avLst/>
              <a:gdLst/>
              <a:ahLst/>
              <a:cxnLst/>
              <a:rect l="l" t="t" r="r" b="b"/>
              <a:pathLst>
                <a:path w="22347" h="14786" extrusionOk="0">
                  <a:moveTo>
                    <a:pt x="13879" y="0"/>
                  </a:moveTo>
                  <a:lnTo>
                    <a:pt x="22234" y="5064"/>
                  </a:lnTo>
                  <a:lnTo>
                    <a:pt x="9402" y="14646"/>
                  </a:lnTo>
                  <a:lnTo>
                    <a:pt x="0" y="6751"/>
                  </a:lnTo>
                  <a:lnTo>
                    <a:pt x="9360" y="14786"/>
                  </a:lnTo>
                  <a:lnTo>
                    <a:pt x="22346" y="5064"/>
                  </a:lnTo>
                  <a:lnTo>
                    <a:pt x="1387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7" name="Google Shape;4697;p52"/>
            <p:cNvSpPr/>
            <p:nvPr/>
          </p:nvSpPr>
          <p:spPr>
            <a:xfrm>
              <a:off x="2163097" y="3236135"/>
              <a:ext cx="43961" cy="235592"/>
            </a:xfrm>
            <a:custGeom>
              <a:avLst/>
              <a:gdLst/>
              <a:ahLst/>
              <a:cxnLst/>
              <a:rect l="l" t="t" r="r" b="b"/>
              <a:pathLst>
                <a:path w="518" h="2776" extrusionOk="0">
                  <a:moveTo>
                    <a:pt x="113" y="0"/>
                  </a:moveTo>
                  <a:lnTo>
                    <a:pt x="1" y="84"/>
                  </a:lnTo>
                  <a:cubicBezTo>
                    <a:pt x="461" y="2246"/>
                    <a:pt x="1" y="2776"/>
                    <a:pt x="1" y="2776"/>
                  </a:cubicBezTo>
                  <a:cubicBezTo>
                    <a:pt x="517" y="2204"/>
                    <a:pt x="113" y="0"/>
                    <a:pt x="11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8" name="Google Shape;4698;p52"/>
            <p:cNvSpPr/>
            <p:nvPr/>
          </p:nvSpPr>
          <p:spPr>
            <a:xfrm>
              <a:off x="1780768" y="2134043"/>
              <a:ext cx="987348" cy="902057"/>
            </a:xfrm>
            <a:custGeom>
              <a:avLst/>
              <a:gdLst/>
              <a:ahLst/>
              <a:cxnLst/>
              <a:rect l="l" t="t" r="r" b="b"/>
              <a:pathLst>
                <a:path w="11634" h="10629" extrusionOk="0">
                  <a:moveTo>
                    <a:pt x="9318" y="335"/>
                  </a:moveTo>
                  <a:lnTo>
                    <a:pt x="11285" y="1451"/>
                  </a:lnTo>
                  <a:lnTo>
                    <a:pt x="11090" y="3445"/>
                  </a:lnTo>
                  <a:lnTo>
                    <a:pt x="8942" y="4310"/>
                  </a:lnTo>
                  <a:lnTo>
                    <a:pt x="6989" y="3180"/>
                  </a:lnTo>
                  <a:lnTo>
                    <a:pt x="7170" y="1200"/>
                  </a:lnTo>
                  <a:lnTo>
                    <a:pt x="9318" y="335"/>
                  </a:lnTo>
                  <a:close/>
                  <a:moveTo>
                    <a:pt x="6794" y="3404"/>
                  </a:moveTo>
                  <a:lnTo>
                    <a:pt x="8816" y="4561"/>
                  </a:lnTo>
                  <a:lnTo>
                    <a:pt x="8467" y="6626"/>
                  </a:lnTo>
                  <a:lnTo>
                    <a:pt x="6277" y="7463"/>
                  </a:lnTo>
                  <a:lnTo>
                    <a:pt x="4297" y="6319"/>
                  </a:lnTo>
                  <a:lnTo>
                    <a:pt x="2065" y="7211"/>
                  </a:lnTo>
                  <a:lnTo>
                    <a:pt x="461" y="6068"/>
                  </a:lnTo>
                  <a:lnTo>
                    <a:pt x="2344" y="5189"/>
                  </a:lnTo>
                  <a:lnTo>
                    <a:pt x="4297" y="6319"/>
                  </a:lnTo>
                  <a:lnTo>
                    <a:pt x="6612" y="5384"/>
                  </a:lnTo>
                  <a:lnTo>
                    <a:pt x="6794" y="3404"/>
                  </a:lnTo>
                  <a:close/>
                  <a:moveTo>
                    <a:pt x="9360" y="0"/>
                  </a:moveTo>
                  <a:lnTo>
                    <a:pt x="6849" y="1004"/>
                  </a:lnTo>
                  <a:lnTo>
                    <a:pt x="6654" y="3152"/>
                  </a:lnTo>
                  <a:lnTo>
                    <a:pt x="4701" y="2023"/>
                  </a:lnTo>
                  <a:lnTo>
                    <a:pt x="2372" y="2957"/>
                  </a:lnTo>
                  <a:lnTo>
                    <a:pt x="2190" y="4994"/>
                  </a:lnTo>
                  <a:lnTo>
                    <a:pt x="1" y="6026"/>
                  </a:lnTo>
                  <a:lnTo>
                    <a:pt x="1967" y="7365"/>
                  </a:lnTo>
                  <a:lnTo>
                    <a:pt x="1772" y="9401"/>
                  </a:lnTo>
                  <a:lnTo>
                    <a:pt x="3892" y="10629"/>
                  </a:lnTo>
                  <a:lnTo>
                    <a:pt x="6208" y="9694"/>
                  </a:lnTo>
                  <a:lnTo>
                    <a:pt x="6403" y="7630"/>
                  </a:lnTo>
                  <a:lnTo>
                    <a:pt x="8621" y="6821"/>
                  </a:lnTo>
                  <a:lnTo>
                    <a:pt x="9095" y="4547"/>
                  </a:lnTo>
                  <a:lnTo>
                    <a:pt x="11410" y="3627"/>
                  </a:lnTo>
                  <a:lnTo>
                    <a:pt x="11634" y="1311"/>
                  </a:lnTo>
                  <a:lnTo>
                    <a:pt x="9360" y="0"/>
                  </a:lnTo>
                  <a:close/>
                </a:path>
              </a:pathLst>
            </a:custGeom>
            <a:solidFill>
              <a:srgbClr val="B6CA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9" name="Google Shape;4699;p52"/>
            <p:cNvSpPr/>
            <p:nvPr/>
          </p:nvSpPr>
          <p:spPr>
            <a:xfrm>
              <a:off x="1368821" y="2158824"/>
              <a:ext cx="1999478" cy="1053715"/>
            </a:xfrm>
            <a:custGeom>
              <a:avLst/>
              <a:gdLst/>
              <a:ahLst/>
              <a:cxnLst/>
              <a:rect l="l" t="t" r="r" b="b"/>
              <a:pathLst>
                <a:path w="23560" h="12416" extrusionOk="0">
                  <a:moveTo>
                    <a:pt x="22346" y="1"/>
                  </a:moveTo>
                  <a:lnTo>
                    <a:pt x="0" y="1703"/>
                  </a:lnTo>
                  <a:lnTo>
                    <a:pt x="182" y="4646"/>
                  </a:lnTo>
                  <a:lnTo>
                    <a:pt x="9360" y="12415"/>
                  </a:lnTo>
                  <a:lnTo>
                    <a:pt x="22486" y="2275"/>
                  </a:lnTo>
                  <a:cubicBezTo>
                    <a:pt x="23560" y="1270"/>
                    <a:pt x="22346" y="1"/>
                    <a:pt x="22346" y="1"/>
                  </a:cubicBezTo>
                  <a:close/>
                </a:path>
              </a:pathLst>
            </a:custGeom>
            <a:solidFill>
              <a:srgbClr val="0260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0" name="Google Shape;4700;p52"/>
            <p:cNvSpPr/>
            <p:nvPr/>
          </p:nvSpPr>
          <p:spPr>
            <a:xfrm>
              <a:off x="1368821" y="2303269"/>
              <a:ext cx="810994" cy="909270"/>
            </a:xfrm>
            <a:custGeom>
              <a:avLst/>
              <a:gdLst/>
              <a:ahLst/>
              <a:cxnLst/>
              <a:rect l="l" t="t" r="r" b="b"/>
              <a:pathLst>
                <a:path w="9556" h="10714" extrusionOk="0">
                  <a:moveTo>
                    <a:pt x="0" y="1"/>
                  </a:moveTo>
                  <a:lnTo>
                    <a:pt x="0" y="126"/>
                  </a:lnTo>
                  <a:lnTo>
                    <a:pt x="14" y="335"/>
                  </a:lnTo>
                  <a:lnTo>
                    <a:pt x="28" y="600"/>
                  </a:lnTo>
                  <a:lnTo>
                    <a:pt x="42" y="810"/>
                  </a:lnTo>
                  <a:lnTo>
                    <a:pt x="56" y="1089"/>
                  </a:lnTo>
                  <a:lnTo>
                    <a:pt x="70" y="1298"/>
                  </a:lnTo>
                  <a:lnTo>
                    <a:pt x="84" y="1563"/>
                  </a:lnTo>
                  <a:lnTo>
                    <a:pt x="98" y="1772"/>
                  </a:lnTo>
                  <a:lnTo>
                    <a:pt x="112" y="2051"/>
                  </a:lnTo>
                  <a:lnTo>
                    <a:pt x="126" y="2246"/>
                  </a:lnTo>
                  <a:lnTo>
                    <a:pt x="154" y="2525"/>
                  </a:lnTo>
                  <a:lnTo>
                    <a:pt x="154" y="2735"/>
                  </a:lnTo>
                  <a:lnTo>
                    <a:pt x="154" y="2818"/>
                  </a:lnTo>
                  <a:lnTo>
                    <a:pt x="9346" y="10713"/>
                  </a:lnTo>
                  <a:cubicBezTo>
                    <a:pt x="9374" y="10699"/>
                    <a:pt x="9388" y="10671"/>
                    <a:pt x="9402" y="10643"/>
                  </a:cubicBezTo>
                  <a:cubicBezTo>
                    <a:pt x="9430" y="10602"/>
                    <a:pt x="9444" y="10560"/>
                    <a:pt x="9458" y="10504"/>
                  </a:cubicBezTo>
                  <a:cubicBezTo>
                    <a:pt x="9485" y="10434"/>
                    <a:pt x="9499" y="10365"/>
                    <a:pt x="9513" y="10295"/>
                  </a:cubicBezTo>
                  <a:cubicBezTo>
                    <a:pt x="9513" y="10239"/>
                    <a:pt x="9527" y="10183"/>
                    <a:pt x="9541" y="10113"/>
                  </a:cubicBezTo>
                  <a:cubicBezTo>
                    <a:pt x="9541" y="10058"/>
                    <a:pt x="9555" y="9960"/>
                    <a:pt x="9555" y="9876"/>
                  </a:cubicBezTo>
                  <a:lnTo>
                    <a:pt x="9555" y="9681"/>
                  </a:lnTo>
                  <a:cubicBezTo>
                    <a:pt x="9555" y="9611"/>
                    <a:pt x="9555" y="9500"/>
                    <a:pt x="9541" y="9402"/>
                  </a:cubicBezTo>
                  <a:cubicBezTo>
                    <a:pt x="9541" y="9332"/>
                    <a:pt x="9527" y="9263"/>
                    <a:pt x="9527" y="9193"/>
                  </a:cubicBezTo>
                  <a:cubicBezTo>
                    <a:pt x="9513" y="9123"/>
                    <a:pt x="9499" y="9012"/>
                    <a:pt x="9485" y="8900"/>
                  </a:cubicBezTo>
                  <a:cubicBezTo>
                    <a:pt x="9485" y="8830"/>
                    <a:pt x="9472" y="8760"/>
                    <a:pt x="9458" y="8691"/>
                  </a:cubicBezTo>
                  <a:cubicBezTo>
                    <a:pt x="9444" y="8607"/>
                    <a:pt x="9430" y="8481"/>
                    <a:pt x="9416" y="8384"/>
                  </a:cubicBezTo>
                  <a:cubicBezTo>
                    <a:pt x="9402" y="8300"/>
                    <a:pt x="9388" y="8230"/>
                    <a:pt x="9374" y="8147"/>
                  </a:cubicBezTo>
                  <a:cubicBezTo>
                    <a:pt x="9374" y="8105"/>
                    <a:pt x="9346" y="8063"/>
                    <a:pt x="9346" y="8035"/>
                  </a:cubicBez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1" name="Google Shape;4701;p52"/>
            <p:cNvSpPr/>
            <p:nvPr/>
          </p:nvSpPr>
          <p:spPr>
            <a:xfrm>
              <a:off x="1370009" y="2313963"/>
              <a:ext cx="799112" cy="700836"/>
            </a:xfrm>
            <a:custGeom>
              <a:avLst/>
              <a:gdLst/>
              <a:ahLst/>
              <a:cxnLst/>
              <a:rect l="l" t="t" r="r" b="b"/>
              <a:pathLst>
                <a:path w="9416" h="8258" extrusionOk="0">
                  <a:moveTo>
                    <a:pt x="0" y="0"/>
                  </a:moveTo>
                  <a:lnTo>
                    <a:pt x="0" y="209"/>
                  </a:lnTo>
                  <a:lnTo>
                    <a:pt x="9416" y="8258"/>
                  </a:lnTo>
                  <a:cubicBezTo>
                    <a:pt x="9402" y="8174"/>
                    <a:pt x="9388" y="8104"/>
                    <a:pt x="9374" y="8021"/>
                  </a:cubicBezTo>
                  <a:lnTo>
                    <a:pt x="0" y="0"/>
                  </a:ln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2" name="Google Shape;4702;p52"/>
            <p:cNvSpPr/>
            <p:nvPr/>
          </p:nvSpPr>
          <p:spPr>
            <a:xfrm>
              <a:off x="1372385" y="2354190"/>
              <a:ext cx="802677" cy="704400"/>
            </a:xfrm>
            <a:custGeom>
              <a:avLst/>
              <a:gdLst/>
              <a:ahLst/>
              <a:cxnLst/>
              <a:rect l="l" t="t" r="r" b="b"/>
              <a:pathLst>
                <a:path w="9458" h="8300" extrusionOk="0">
                  <a:moveTo>
                    <a:pt x="0" y="0"/>
                  </a:moveTo>
                  <a:lnTo>
                    <a:pt x="14" y="210"/>
                  </a:lnTo>
                  <a:lnTo>
                    <a:pt x="9457" y="8300"/>
                  </a:lnTo>
                  <a:cubicBezTo>
                    <a:pt x="9457" y="8230"/>
                    <a:pt x="9443" y="8160"/>
                    <a:pt x="9430" y="8077"/>
                  </a:cubicBezTo>
                  <a:lnTo>
                    <a:pt x="0" y="0"/>
                  </a:ln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3" name="Google Shape;4703;p52"/>
            <p:cNvSpPr/>
            <p:nvPr/>
          </p:nvSpPr>
          <p:spPr>
            <a:xfrm>
              <a:off x="1374761" y="2395605"/>
              <a:ext cx="805053" cy="705673"/>
            </a:xfrm>
            <a:custGeom>
              <a:avLst/>
              <a:gdLst/>
              <a:ahLst/>
              <a:cxnLst/>
              <a:rect l="l" t="t" r="r" b="b"/>
              <a:pathLst>
                <a:path w="9486" h="8315" extrusionOk="0">
                  <a:moveTo>
                    <a:pt x="0" y="1"/>
                  </a:moveTo>
                  <a:lnTo>
                    <a:pt x="14" y="210"/>
                  </a:lnTo>
                  <a:lnTo>
                    <a:pt x="9485" y="8314"/>
                  </a:lnTo>
                  <a:cubicBezTo>
                    <a:pt x="9485" y="8244"/>
                    <a:pt x="9471" y="8175"/>
                    <a:pt x="9471" y="8105"/>
                  </a:cubicBezTo>
                  <a:lnTo>
                    <a:pt x="0" y="1"/>
                  </a:ln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4" name="Google Shape;4704;p52"/>
            <p:cNvSpPr/>
            <p:nvPr/>
          </p:nvSpPr>
          <p:spPr>
            <a:xfrm>
              <a:off x="1377138" y="2435833"/>
              <a:ext cx="803865" cy="705673"/>
            </a:xfrm>
            <a:custGeom>
              <a:avLst/>
              <a:gdLst/>
              <a:ahLst/>
              <a:cxnLst/>
              <a:rect l="l" t="t" r="r" b="b"/>
              <a:pathLst>
                <a:path w="9472" h="8315" extrusionOk="0">
                  <a:moveTo>
                    <a:pt x="0" y="1"/>
                  </a:moveTo>
                  <a:lnTo>
                    <a:pt x="14" y="210"/>
                  </a:lnTo>
                  <a:lnTo>
                    <a:pt x="9471" y="8314"/>
                  </a:lnTo>
                  <a:lnTo>
                    <a:pt x="9471" y="8119"/>
                  </a:lnTo>
                  <a:lnTo>
                    <a:pt x="0" y="1"/>
                  </a:ln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5" name="Google Shape;4705;p52"/>
            <p:cNvSpPr/>
            <p:nvPr/>
          </p:nvSpPr>
          <p:spPr>
            <a:xfrm>
              <a:off x="1379429" y="2477333"/>
              <a:ext cx="800385" cy="699648"/>
            </a:xfrm>
            <a:custGeom>
              <a:avLst/>
              <a:gdLst/>
              <a:ahLst/>
              <a:cxnLst/>
              <a:rect l="l" t="t" r="r" b="b"/>
              <a:pathLst>
                <a:path w="9431" h="8244" extrusionOk="0">
                  <a:moveTo>
                    <a:pt x="1" y="0"/>
                  </a:moveTo>
                  <a:lnTo>
                    <a:pt x="15" y="195"/>
                  </a:lnTo>
                  <a:lnTo>
                    <a:pt x="9402" y="8244"/>
                  </a:lnTo>
                  <a:cubicBezTo>
                    <a:pt x="9402" y="8188"/>
                    <a:pt x="9416" y="8132"/>
                    <a:pt x="9430" y="8062"/>
                  </a:cubicBezTo>
                  <a:lnTo>
                    <a:pt x="1" y="0"/>
                  </a:ln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6" name="Google Shape;4706;p52"/>
            <p:cNvSpPr/>
            <p:nvPr/>
          </p:nvSpPr>
          <p:spPr>
            <a:xfrm>
              <a:off x="1381805" y="2517560"/>
              <a:ext cx="790880" cy="689039"/>
            </a:xfrm>
            <a:custGeom>
              <a:avLst/>
              <a:gdLst/>
              <a:ahLst/>
              <a:cxnLst/>
              <a:rect l="l" t="t" r="r" b="b"/>
              <a:pathLst>
                <a:path w="9319" h="8119" extrusionOk="0">
                  <a:moveTo>
                    <a:pt x="1" y="0"/>
                  </a:moveTo>
                  <a:lnTo>
                    <a:pt x="15" y="210"/>
                  </a:lnTo>
                  <a:lnTo>
                    <a:pt x="9263" y="8118"/>
                  </a:lnTo>
                  <a:cubicBezTo>
                    <a:pt x="9277" y="8077"/>
                    <a:pt x="9305" y="8035"/>
                    <a:pt x="9319" y="7979"/>
                  </a:cubicBezTo>
                  <a:lnTo>
                    <a:pt x="1" y="0"/>
                  </a:ln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7" name="Google Shape;4707;p52"/>
            <p:cNvSpPr/>
            <p:nvPr/>
          </p:nvSpPr>
          <p:spPr>
            <a:xfrm>
              <a:off x="1368821" y="1730328"/>
              <a:ext cx="1896534" cy="1253748"/>
            </a:xfrm>
            <a:custGeom>
              <a:avLst/>
              <a:gdLst/>
              <a:ahLst/>
              <a:cxnLst/>
              <a:rect l="l" t="t" r="r" b="b"/>
              <a:pathLst>
                <a:path w="22347" h="14773" extrusionOk="0">
                  <a:moveTo>
                    <a:pt x="13879" y="1"/>
                  </a:moveTo>
                  <a:lnTo>
                    <a:pt x="0" y="6752"/>
                  </a:lnTo>
                  <a:lnTo>
                    <a:pt x="9360" y="14772"/>
                  </a:lnTo>
                  <a:lnTo>
                    <a:pt x="22346" y="5050"/>
                  </a:lnTo>
                  <a:lnTo>
                    <a:pt x="13879" y="1"/>
                  </a:lnTo>
                  <a:close/>
                </a:path>
              </a:pathLst>
            </a:custGeom>
            <a:gradFill>
              <a:gsLst>
                <a:gs pos="0">
                  <a:srgbClr val="11E7FF"/>
                </a:gs>
                <a:gs pos="100000">
                  <a:srgbClr val="067B88"/>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8" name="Google Shape;4708;p52"/>
            <p:cNvSpPr/>
            <p:nvPr/>
          </p:nvSpPr>
          <p:spPr>
            <a:xfrm>
              <a:off x="1368821" y="1730328"/>
              <a:ext cx="1896534" cy="1253748"/>
            </a:xfrm>
            <a:custGeom>
              <a:avLst/>
              <a:gdLst/>
              <a:ahLst/>
              <a:cxnLst/>
              <a:rect l="l" t="t" r="r" b="b"/>
              <a:pathLst>
                <a:path w="22347" h="14773" extrusionOk="0">
                  <a:moveTo>
                    <a:pt x="13879" y="1"/>
                  </a:moveTo>
                  <a:lnTo>
                    <a:pt x="22234" y="5050"/>
                  </a:lnTo>
                  <a:lnTo>
                    <a:pt x="9402" y="14633"/>
                  </a:lnTo>
                  <a:lnTo>
                    <a:pt x="0" y="6752"/>
                  </a:lnTo>
                  <a:lnTo>
                    <a:pt x="0" y="6752"/>
                  </a:lnTo>
                  <a:lnTo>
                    <a:pt x="9360" y="14772"/>
                  </a:lnTo>
                  <a:lnTo>
                    <a:pt x="22346" y="5050"/>
                  </a:lnTo>
                  <a:lnTo>
                    <a:pt x="13879" y="1"/>
                  </a:lnTo>
                  <a:close/>
                </a:path>
              </a:pathLst>
            </a:custGeom>
            <a:solidFill>
              <a:srgbClr val="05F3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9" name="Google Shape;4709;p52"/>
            <p:cNvSpPr/>
            <p:nvPr/>
          </p:nvSpPr>
          <p:spPr>
            <a:xfrm>
              <a:off x="2163097" y="2976864"/>
              <a:ext cx="43961" cy="235677"/>
            </a:xfrm>
            <a:custGeom>
              <a:avLst/>
              <a:gdLst/>
              <a:ahLst/>
              <a:cxnLst/>
              <a:rect l="l" t="t" r="r" b="b"/>
              <a:pathLst>
                <a:path w="518" h="2777" extrusionOk="0">
                  <a:moveTo>
                    <a:pt x="113" y="0"/>
                  </a:moveTo>
                  <a:lnTo>
                    <a:pt x="1" y="84"/>
                  </a:lnTo>
                  <a:cubicBezTo>
                    <a:pt x="461" y="2246"/>
                    <a:pt x="1" y="2776"/>
                    <a:pt x="1" y="2776"/>
                  </a:cubicBezTo>
                  <a:cubicBezTo>
                    <a:pt x="517" y="2204"/>
                    <a:pt x="113" y="1"/>
                    <a:pt x="113" y="0"/>
                  </a:cubicBezTo>
                  <a:close/>
                </a:path>
              </a:pathLst>
            </a:custGeom>
            <a:solidFill>
              <a:srgbClr val="05F3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0" name="Google Shape;4710;p52"/>
            <p:cNvSpPr/>
            <p:nvPr/>
          </p:nvSpPr>
          <p:spPr>
            <a:xfrm>
              <a:off x="1819807" y="1903203"/>
              <a:ext cx="918691" cy="606124"/>
            </a:xfrm>
            <a:custGeom>
              <a:avLst/>
              <a:gdLst/>
              <a:ahLst/>
              <a:cxnLst/>
              <a:rect l="l" t="t" r="r" b="b"/>
              <a:pathLst>
                <a:path w="10825" h="7142" extrusionOk="0">
                  <a:moveTo>
                    <a:pt x="8858" y="0"/>
                  </a:moveTo>
                  <a:lnTo>
                    <a:pt x="6710" y="865"/>
                  </a:lnTo>
                  <a:lnTo>
                    <a:pt x="6529" y="2846"/>
                  </a:lnTo>
                  <a:lnTo>
                    <a:pt x="8482" y="3975"/>
                  </a:lnTo>
                  <a:lnTo>
                    <a:pt x="10630" y="3111"/>
                  </a:lnTo>
                  <a:lnTo>
                    <a:pt x="10825" y="1130"/>
                  </a:lnTo>
                  <a:lnTo>
                    <a:pt x="8858" y="0"/>
                  </a:lnTo>
                  <a:close/>
                  <a:moveTo>
                    <a:pt x="1898" y="4868"/>
                  </a:moveTo>
                  <a:lnTo>
                    <a:pt x="1" y="5733"/>
                  </a:lnTo>
                  <a:lnTo>
                    <a:pt x="1605" y="6891"/>
                  </a:lnTo>
                  <a:lnTo>
                    <a:pt x="3837" y="5998"/>
                  </a:lnTo>
                  <a:lnTo>
                    <a:pt x="1898" y="4868"/>
                  </a:lnTo>
                  <a:close/>
                  <a:moveTo>
                    <a:pt x="6334" y="3083"/>
                  </a:moveTo>
                  <a:lnTo>
                    <a:pt x="6152" y="5063"/>
                  </a:lnTo>
                  <a:lnTo>
                    <a:pt x="3837" y="5998"/>
                  </a:lnTo>
                  <a:lnTo>
                    <a:pt x="5817" y="7142"/>
                  </a:lnTo>
                  <a:lnTo>
                    <a:pt x="8007" y="6305"/>
                  </a:lnTo>
                  <a:lnTo>
                    <a:pt x="8356" y="4240"/>
                  </a:lnTo>
                  <a:lnTo>
                    <a:pt x="6334" y="3083"/>
                  </a:lnTo>
                  <a:close/>
                </a:path>
              </a:pathLst>
            </a:custGeom>
            <a:solidFill>
              <a:srgbClr val="B6CA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1" name="Google Shape;4711;p52"/>
            <p:cNvSpPr/>
            <p:nvPr/>
          </p:nvSpPr>
          <p:spPr>
            <a:xfrm>
              <a:off x="1501384" y="2239364"/>
              <a:ext cx="1720094" cy="1093857"/>
            </a:xfrm>
            <a:custGeom>
              <a:avLst/>
              <a:gdLst/>
              <a:ahLst/>
              <a:cxnLst/>
              <a:rect l="l" t="t" r="r" b="b"/>
              <a:pathLst>
                <a:path w="20268" h="12889" extrusionOk="0">
                  <a:moveTo>
                    <a:pt x="1" y="0"/>
                  </a:moveTo>
                  <a:lnTo>
                    <a:pt x="9318" y="7854"/>
                  </a:lnTo>
                  <a:lnTo>
                    <a:pt x="9904" y="12889"/>
                  </a:lnTo>
                  <a:lnTo>
                    <a:pt x="20268" y="4882"/>
                  </a:lnTo>
                  <a:lnTo>
                    <a:pt x="20268" y="2999"/>
                  </a:lnTo>
                  <a:lnTo>
                    <a:pt x="1" y="0"/>
                  </a:ln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2" name="Google Shape;4712;p52"/>
            <p:cNvSpPr/>
            <p:nvPr/>
          </p:nvSpPr>
          <p:spPr>
            <a:xfrm>
              <a:off x="1358127" y="2006148"/>
              <a:ext cx="1999563" cy="1052442"/>
            </a:xfrm>
            <a:custGeom>
              <a:avLst/>
              <a:gdLst/>
              <a:ahLst/>
              <a:cxnLst/>
              <a:rect l="l" t="t" r="r" b="b"/>
              <a:pathLst>
                <a:path w="23561" h="12401" extrusionOk="0">
                  <a:moveTo>
                    <a:pt x="1214" y="1"/>
                  </a:moveTo>
                  <a:cubicBezTo>
                    <a:pt x="1214" y="1"/>
                    <a:pt x="1" y="1256"/>
                    <a:pt x="1075" y="2260"/>
                  </a:cubicBezTo>
                  <a:lnTo>
                    <a:pt x="12206" y="10853"/>
                  </a:lnTo>
                  <a:lnTo>
                    <a:pt x="14215" y="12401"/>
                  </a:lnTo>
                  <a:lnTo>
                    <a:pt x="14284" y="12345"/>
                  </a:lnTo>
                  <a:lnTo>
                    <a:pt x="23393" y="4645"/>
                  </a:lnTo>
                  <a:lnTo>
                    <a:pt x="23393" y="4520"/>
                  </a:lnTo>
                  <a:lnTo>
                    <a:pt x="23393" y="4422"/>
                  </a:lnTo>
                  <a:lnTo>
                    <a:pt x="23393" y="4213"/>
                  </a:lnTo>
                  <a:lnTo>
                    <a:pt x="23421" y="3948"/>
                  </a:lnTo>
                  <a:lnTo>
                    <a:pt x="23448" y="3725"/>
                  </a:lnTo>
                  <a:lnTo>
                    <a:pt x="23462" y="3460"/>
                  </a:lnTo>
                  <a:lnTo>
                    <a:pt x="23476" y="3251"/>
                  </a:lnTo>
                  <a:lnTo>
                    <a:pt x="23490" y="2972"/>
                  </a:lnTo>
                  <a:lnTo>
                    <a:pt x="23504" y="2776"/>
                  </a:lnTo>
                  <a:lnTo>
                    <a:pt x="23518" y="2553"/>
                  </a:lnTo>
                  <a:lnTo>
                    <a:pt x="23518" y="2497"/>
                  </a:lnTo>
                  <a:lnTo>
                    <a:pt x="23518" y="2414"/>
                  </a:lnTo>
                  <a:lnTo>
                    <a:pt x="23518" y="2288"/>
                  </a:lnTo>
                  <a:lnTo>
                    <a:pt x="23546" y="2009"/>
                  </a:lnTo>
                  <a:lnTo>
                    <a:pt x="23546" y="1814"/>
                  </a:lnTo>
                  <a:lnTo>
                    <a:pt x="23560" y="1688"/>
                  </a:lnTo>
                  <a:lnTo>
                    <a:pt x="16474" y="1172"/>
                  </a:lnTo>
                  <a:lnTo>
                    <a:pt x="11969" y="824"/>
                  </a:lnTo>
                  <a:lnTo>
                    <a:pt x="10755" y="726"/>
                  </a:lnTo>
                  <a:lnTo>
                    <a:pt x="10225" y="684"/>
                  </a:lnTo>
                  <a:lnTo>
                    <a:pt x="8802" y="572"/>
                  </a:lnTo>
                  <a:lnTo>
                    <a:pt x="7840" y="503"/>
                  </a:lnTo>
                  <a:lnTo>
                    <a:pt x="1340" y="15"/>
                  </a:lnTo>
                  <a:lnTo>
                    <a:pt x="1214" y="1"/>
                  </a:lnTo>
                  <a:close/>
                </a:path>
              </a:pathLst>
            </a:custGeom>
            <a:gradFill>
              <a:gsLst>
                <a:gs pos="0">
                  <a:srgbClr val="EB667A"/>
                </a:gs>
                <a:gs pos="100000">
                  <a:srgbClr val="B01F3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3" name="Google Shape;4713;p52"/>
            <p:cNvSpPr/>
            <p:nvPr/>
          </p:nvSpPr>
          <p:spPr>
            <a:xfrm>
              <a:off x="2545511" y="2149404"/>
              <a:ext cx="812182" cy="909186"/>
            </a:xfrm>
            <a:custGeom>
              <a:avLst/>
              <a:gdLst/>
              <a:ahLst/>
              <a:cxnLst/>
              <a:rect l="l" t="t" r="r" b="b"/>
              <a:pathLst>
                <a:path w="9570" h="10713" extrusionOk="0">
                  <a:moveTo>
                    <a:pt x="9569" y="0"/>
                  </a:moveTo>
                  <a:lnTo>
                    <a:pt x="210" y="8035"/>
                  </a:lnTo>
                  <a:cubicBezTo>
                    <a:pt x="210" y="8077"/>
                    <a:pt x="196" y="8118"/>
                    <a:pt x="196" y="8160"/>
                  </a:cubicBezTo>
                  <a:cubicBezTo>
                    <a:pt x="182" y="8230"/>
                    <a:pt x="168" y="8314"/>
                    <a:pt x="154" y="8383"/>
                  </a:cubicBezTo>
                  <a:cubicBezTo>
                    <a:pt x="126" y="8495"/>
                    <a:pt x="112" y="8607"/>
                    <a:pt x="98" y="8690"/>
                  </a:cubicBezTo>
                  <a:cubicBezTo>
                    <a:pt x="84" y="8760"/>
                    <a:pt x="84" y="8844"/>
                    <a:pt x="70" y="8914"/>
                  </a:cubicBezTo>
                  <a:cubicBezTo>
                    <a:pt x="56" y="9011"/>
                    <a:pt x="42" y="9123"/>
                    <a:pt x="42" y="9193"/>
                  </a:cubicBezTo>
                  <a:cubicBezTo>
                    <a:pt x="28" y="9276"/>
                    <a:pt x="14" y="9346"/>
                    <a:pt x="14" y="9402"/>
                  </a:cubicBezTo>
                  <a:cubicBezTo>
                    <a:pt x="0" y="9499"/>
                    <a:pt x="0" y="9611"/>
                    <a:pt x="0" y="9681"/>
                  </a:cubicBezTo>
                  <a:lnTo>
                    <a:pt x="0" y="9876"/>
                  </a:lnTo>
                  <a:cubicBezTo>
                    <a:pt x="14" y="9974"/>
                    <a:pt x="14" y="10057"/>
                    <a:pt x="14" y="10127"/>
                  </a:cubicBezTo>
                  <a:cubicBezTo>
                    <a:pt x="28" y="10183"/>
                    <a:pt x="42" y="10239"/>
                    <a:pt x="42" y="10294"/>
                  </a:cubicBezTo>
                  <a:cubicBezTo>
                    <a:pt x="56" y="10364"/>
                    <a:pt x="70" y="10448"/>
                    <a:pt x="98" y="10518"/>
                  </a:cubicBezTo>
                  <a:cubicBezTo>
                    <a:pt x="112" y="10559"/>
                    <a:pt x="140" y="10601"/>
                    <a:pt x="154" y="10657"/>
                  </a:cubicBezTo>
                  <a:cubicBezTo>
                    <a:pt x="168" y="10671"/>
                    <a:pt x="196" y="10699"/>
                    <a:pt x="210" y="10713"/>
                  </a:cubicBezTo>
                  <a:lnTo>
                    <a:pt x="9402" y="2818"/>
                  </a:lnTo>
                  <a:lnTo>
                    <a:pt x="9402" y="2734"/>
                  </a:lnTo>
                  <a:lnTo>
                    <a:pt x="9416" y="2525"/>
                  </a:lnTo>
                  <a:lnTo>
                    <a:pt x="9430" y="2260"/>
                  </a:lnTo>
                  <a:lnTo>
                    <a:pt x="9444" y="2051"/>
                  </a:lnTo>
                  <a:lnTo>
                    <a:pt x="9457" y="1772"/>
                  </a:lnTo>
                  <a:lnTo>
                    <a:pt x="9471" y="1563"/>
                  </a:lnTo>
                  <a:lnTo>
                    <a:pt x="9485" y="1298"/>
                  </a:lnTo>
                  <a:lnTo>
                    <a:pt x="9499" y="1088"/>
                  </a:lnTo>
                  <a:lnTo>
                    <a:pt x="9513" y="809"/>
                  </a:lnTo>
                  <a:lnTo>
                    <a:pt x="9527" y="600"/>
                  </a:lnTo>
                  <a:lnTo>
                    <a:pt x="9555" y="335"/>
                  </a:lnTo>
                  <a:lnTo>
                    <a:pt x="9555" y="126"/>
                  </a:lnTo>
                  <a:lnTo>
                    <a:pt x="956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4" name="Google Shape;4714;p52"/>
            <p:cNvSpPr/>
            <p:nvPr/>
          </p:nvSpPr>
          <p:spPr>
            <a:xfrm>
              <a:off x="2558496" y="2160013"/>
              <a:ext cx="798009" cy="700921"/>
            </a:xfrm>
            <a:custGeom>
              <a:avLst/>
              <a:gdLst/>
              <a:ahLst/>
              <a:cxnLst/>
              <a:rect l="l" t="t" r="r" b="b"/>
              <a:pathLst>
                <a:path w="9403" h="8259" extrusionOk="0">
                  <a:moveTo>
                    <a:pt x="9402" y="1"/>
                  </a:moveTo>
                  <a:lnTo>
                    <a:pt x="29" y="8035"/>
                  </a:lnTo>
                  <a:cubicBezTo>
                    <a:pt x="15" y="8119"/>
                    <a:pt x="1" y="8189"/>
                    <a:pt x="1" y="8258"/>
                  </a:cubicBezTo>
                  <a:lnTo>
                    <a:pt x="9402" y="210"/>
                  </a:lnTo>
                  <a:lnTo>
                    <a:pt x="9402" y="1"/>
                  </a:ln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5" name="Google Shape;4715;p52"/>
            <p:cNvSpPr/>
            <p:nvPr/>
          </p:nvSpPr>
          <p:spPr>
            <a:xfrm>
              <a:off x="2551452" y="2201513"/>
              <a:ext cx="802677" cy="704400"/>
            </a:xfrm>
            <a:custGeom>
              <a:avLst/>
              <a:gdLst/>
              <a:ahLst/>
              <a:cxnLst/>
              <a:rect l="l" t="t" r="r" b="b"/>
              <a:pathLst>
                <a:path w="9458" h="8300" extrusionOk="0">
                  <a:moveTo>
                    <a:pt x="9457" y="0"/>
                  </a:moveTo>
                  <a:lnTo>
                    <a:pt x="28" y="8076"/>
                  </a:lnTo>
                  <a:cubicBezTo>
                    <a:pt x="14" y="8146"/>
                    <a:pt x="0" y="8230"/>
                    <a:pt x="0" y="8300"/>
                  </a:cubicBezTo>
                  <a:lnTo>
                    <a:pt x="9443" y="195"/>
                  </a:lnTo>
                  <a:lnTo>
                    <a:pt x="9457" y="0"/>
                  </a:ln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6" name="Google Shape;4716;p52"/>
            <p:cNvSpPr/>
            <p:nvPr/>
          </p:nvSpPr>
          <p:spPr>
            <a:xfrm>
              <a:off x="2546699" y="2241740"/>
              <a:ext cx="805053" cy="705588"/>
            </a:xfrm>
            <a:custGeom>
              <a:avLst/>
              <a:gdLst/>
              <a:ahLst/>
              <a:cxnLst/>
              <a:rect l="l" t="t" r="r" b="b"/>
              <a:pathLst>
                <a:path w="9486" h="8314" extrusionOk="0">
                  <a:moveTo>
                    <a:pt x="9485" y="0"/>
                  </a:moveTo>
                  <a:lnTo>
                    <a:pt x="14" y="8105"/>
                  </a:lnTo>
                  <a:cubicBezTo>
                    <a:pt x="0" y="8174"/>
                    <a:pt x="0" y="8258"/>
                    <a:pt x="0" y="8314"/>
                  </a:cubicBezTo>
                  <a:lnTo>
                    <a:pt x="9471" y="210"/>
                  </a:lnTo>
                  <a:lnTo>
                    <a:pt x="9485" y="0"/>
                  </a:ln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7" name="Google Shape;4717;p52"/>
            <p:cNvSpPr/>
            <p:nvPr/>
          </p:nvSpPr>
          <p:spPr>
            <a:xfrm>
              <a:off x="2546699" y="2283156"/>
              <a:ext cx="802677" cy="704400"/>
            </a:xfrm>
            <a:custGeom>
              <a:avLst/>
              <a:gdLst/>
              <a:ahLst/>
              <a:cxnLst/>
              <a:rect l="l" t="t" r="r" b="b"/>
              <a:pathLst>
                <a:path w="9458" h="8300" extrusionOk="0">
                  <a:moveTo>
                    <a:pt x="9457" y="1"/>
                  </a:moveTo>
                  <a:lnTo>
                    <a:pt x="0" y="8105"/>
                  </a:lnTo>
                  <a:lnTo>
                    <a:pt x="0" y="8300"/>
                  </a:lnTo>
                  <a:lnTo>
                    <a:pt x="9443" y="196"/>
                  </a:lnTo>
                  <a:lnTo>
                    <a:pt x="9457" y="1"/>
                  </a:ln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8" name="Google Shape;4718;p52"/>
            <p:cNvSpPr/>
            <p:nvPr/>
          </p:nvSpPr>
          <p:spPr>
            <a:xfrm>
              <a:off x="2546699" y="2323383"/>
              <a:ext cx="800301" cy="699733"/>
            </a:xfrm>
            <a:custGeom>
              <a:avLst/>
              <a:gdLst/>
              <a:ahLst/>
              <a:cxnLst/>
              <a:rect l="l" t="t" r="r" b="b"/>
              <a:pathLst>
                <a:path w="9430" h="8245" extrusionOk="0">
                  <a:moveTo>
                    <a:pt x="9430" y="1"/>
                  </a:moveTo>
                  <a:lnTo>
                    <a:pt x="0" y="8077"/>
                  </a:lnTo>
                  <a:cubicBezTo>
                    <a:pt x="14" y="8133"/>
                    <a:pt x="28" y="8189"/>
                    <a:pt x="28" y="8244"/>
                  </a:cubicBezTo>
                  <a:lnTo>
                    <a:pt x="9416" y="210"/>
                  </a:lnTo>
                  <a:lnTo>
                    <a:pt x="9430" y="1"/>
                  </a:ln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9" name="Google Shape;4719;p52"/>
            <p:cNvSpPr/>
            <p:nvPr/>
          </p:nvSpPr>
          <p:spPr>
            <a:xfrm>
              <a:off x="2553743" y="2363695"/>
              <a:ext cx="790880" cy="690227"/>
            </a:xfrm>
            <a:custGeom>
              <a:avLst/>
              <a:gdLst/>
              <a:ahLst/>
              <a:cxnLst/>
              <a:rect l="l" t="t" r="r" b="b"/>
              <a:pathLst>
                <a:path w="9319" h="8133" extrusionOk="0">
                  <a:moveTo>
                    <a:pt x="9319" y="0"/>
                  </a:moveTo>
                  <a:lnTo>
                    <a:pt x="1" y="7993"/>
                  </a:lnTo>
                  <a:cubicBezTo>
                    <a:pt x="15" y="8034"/>
                    <a:pt x="43" y="8076"/>
                    <a:pt x="57" y="8132"/>
                  </a:cubicBezTo>
                  <a:lnTo>
                    <a:pt x="9305" y="209"/>
                  </a:lnTo>
                  <a:lnTo>
                    <a:pt x="9319" y="0"/>
                  </a:ln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0" name="Google Shape;4720;p52"/>
            <p:cNvSpPr/>
            <p:nvPr/>
          </p:nvSpPr>
          <p:spPr>
            <a:xfrm>
              <a:off x="1461157" y="1576463"/>
              <a:ext cx="1896534" cy="1254850"/>
            </a:xfrm>
            <a:custGeom>
              <a:avLst/>
              <a:gdLst/>
              <a:ahLst/>
              <a:cxnLst/>
              <a:rect l="l" t="t" r="r" b="b"/>
              <a:pathLst>
                <a:path w="22347" h="14786" extrusionOk="0">
                  <a:moveTo>
                    <a:pt x="8467" y="0"/>
                  </a:moveTo>
                  <a:lnTo>
                    <a:pt x="0" y="5050"/>
                  </a:lnTo>
                  <a:lnTo>
                    <a:pt x="12987" y="14786"/>
                  </a:lnTo>
                  <a:lnTo>
                    <a:pt x="22346" y="6751"/>
                  </a:lnTo>
                  <a:lnTo>
                    <a:pt x="8467" y="0"/>
                  </a:lnTo>
                  <a:close/>
                </a:path>
              </a:pathLst>
            </a:custGeom>
            <a:gradFill>
              <a:gsLst>
                <a:gs pos="0">
                  <a:srgbClr val="EB667A"/>
                </a:gs>
                <a:gs pos="100000">
                  <a:srgbClr val="B01F3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1" name="Google Shape;4721;p52"/>
            <p:cNvSpPr/>
            <p:nvPr/>
          </p:nvSpPr>
          <p:spPr>
            <a:xfrm>
              <a:off x="1461157" y="1576463"/>
              <a:ext cx="1896534" cy="1254851"/>
            </a:xfrm>
            <a:custGeom>
              <a:avLst/>
              <a:gdLst/>
              <a:ahLst/>
              <a:cxnLst/>
              <a:rect l="l" t="t" r="r" b="b"/>
              <a:pathLst>
                <a:path w="22347" h="14786" extrusionOk="0">
                  <a:moveTo>
                    <a:pt x="8467" y="0"/>
                  </a:moveTo>
                  <a:lnTo>
                    <a:pt x="0" y="5050"/>
                  </a:lnTo>
                  <a:lnTo>
                    <a:pt x="12987" y="14786"/>
                  </a:lnTo>
                  <a:lnTo>
                    <a:pt x="22346" y="6751"/>
                  </a:lnTo>
                  <a:lnTo>
                    <a:pt x="22346" y="6751"/>
                  </a:lnTo>
                  <a:lnTo>
                    <a:pt x="12945" y="14646"/>
                  </a:lnTo>
                  <a:lnTo>
                    <a:pt x="112" y="5050"/>
                  </a:lnTo>
                  <a:lnTo>
                    <a:pt x="8467" y="0"/>
                  </a:lnTo>
                  <a:close/>
                </a:path>
              </a:pathLst>
            </a:custGeom>
            <a:solidFill>
              <a:srgbClr val="D94B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2" name="Google Shape;4722;p52"/>
            <p:cNvSpPr/>
            <p:nvPr/>
          </p:nvSpPr>
          <p:spPr>
            <a:xfrm>
              <a:off x="2519457" y="2824187"/>
              <a:ext cx="43876" cy="234404"/>
            </a:xfrm>
            <a:custGeom>
              <a:avLst/>
              <a:gdLst/>
              <a:ahLst/>
              <a:cxnLst/>
              <a:rect l="l" t="t" r="r" b="b"/>
              <a:pathLst>
                <a:path w="517" h="2762" extrusionOk="0">
                  <a:moveTo>
                    <a:pt x="405" y="0"/>
                  </a:moveTo>
                  <a:cubicBezTo>
                    <a:pt x="405" y="0"/>
                    <a:pt x="0" y="2204"/>
                    <a:pt x="517" y="2762"/>
                  </a:cubicBezTo>
                  <a:cubicBezTo>
                    <a:pt x="517" y="2762"/>
                    <a:pt x="56" y="2246"/>
                    <a:pt x="517" y="84"/>
                  </a:cubicBezTo>
                  <a:lnTo>
                    <a:pt x="405" y="0"/>
                  </a:lnTo>
                  <a:close/>
                </a:path>
              </a:pathLst>
            </a:custGeom>
            <a:solidFill>
              <a:srgbClr val="D94B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3" name="Google Shape;4723;p52"/>
            <p:cNvSpPr/>
            <p:nvPr/>
          </p:nvSpPr>
          <p:spPr>
            <a:xfrm>
              <a:off x="1958312" y="1723199"/>
              <a:ext cx="987348" cy="900953"/>
            </a:xfrm>
            <a:custGeom>
              <a:avLst/>
              <a:gdLst/>
              <a:ahLst/>
              <a:cxnLst/>
              <a:rect l="l" t="t" r="r" b="b"/>
              <a:pathLst>
                <a:path w="11634" h="10616" extrusionOk="0">
                  <a:moveTo>
                    <a:pt x="2316" y="308"/>
                  </a:moveTo>
                  <a:lnTo>
                    <a:pt x="4464" y="1173"/>
                  </a:lnTo>
                  <a:lnTo>
                    <a:pt x="4646" y="3153"/>
                  </a:lnTo>
                  <a:lnTo>
                    <a:pt x="2679" y="4283"/>
                  </a:lnTo>
                  <a:lnTo>
                    <a:pt x="545" y="3418"/>
                  </a:lnTo>
                  <a:lnTo>
                    <a:pt x="350" y="1438"/>
                  </a:lnTo>
                  <a:lnTo>
                    <a:pt x="2316" y="308"/>
                  </a:lnTo>
                  <a:close/>
                  <a:moveTo>
                    <a:pt x="4841" y="3390"/>
                  </a:moveTo>
                  <a:lnTo>
                    <a:pt x="5022" y="5371"/>
                  </a:lnTo>
                  <a:lnTo>
                    <a:pt x="7338" y="6306"/>
                  </a:lnTo>
                  <a:lnTo>
                    <a:pt x="9291" y="5190"/>
                  </a:lnTo>
                  <a:lnTo>
                    <a:pt x="11188" y="6041"/>
                  </a:lnTo>
                  <a:lnTo>
                    <a:pt x="9570" y="7198"/>
                  </a:lnTo>
                  <a:lnTo>
                    <a:pt x="7338" y="6306"/>
                  </a:lnTo>
                  <a:lnTo>
                    <a:pt x="5357" y="7449"/>
                  </a:lnTo>
                  <a:lnTo>
                    <a:pt x="3181" y="6613"/>
                  </a:lnTo>
                  <a:lnTo>
                    <a:pt x="2832" y="4548"/>
                  </a:lnTo>
                  <a:lnTo>
                    <a:pt x="4841" y="3390"/>
                  </a:lnTo>
                  <a:close/>
                  <a:moveTo>
                    <a:pt x="2288" y="1"/>
                  </a:moveTo>
                  <a:lnTo>
                    <a:pt x="1" y="1312"/>
                  </a:lnTo>
                  <a:lnTo>
                    <a:pt x="224" y="3614"/>
                  </a:lnTo>
                  <a:lnTo>
                    <a:pt x="2526" y="4548"/>
                  </a:lnTo>
                  <a:lnTo>
                    <a:pt x="3000" y="6808"/>
                  </a:lnTo>
                  <a:lnTo>
                    <a:pt x="5232" y="7617"/>
                  </a:lnTo>
                  <a:lnTo>
                    <a:pt x="5427" y="9681"/>
                  </a:lnTo>
                  <a:lnTo>
                    <a:pt x="7742" y="10616"/>
                  </a:lnTo>
                  <a:lnTo>
                    <a:pt x="9862" y="9402"/>
                  </a:lnTo>
                  <a:lnTo>
                    <a:pt x="9667" y="7366"/>
                  </a:lnTo>
                  <a:lnTo>
                    <a:pt x="11634" y="6013"/>
                  </a:lnTo>
                  <a:lnTo>
                    <a:pt x="9444" y="4981"/>
                  </a:lnTo>
                  <a:lnTo>
                    <a:pt x="9263" y="2944"/>
                  </a:lnTo>
                  <a:lnTo>
                    <a:pt x="6947" y="2009"/>
                  </a:lnTo>
                  <a:lnTo>
                    <a:pt x="4980" y="3139"/>
                  </a:lnTo>
                  <a:lnTo>
                    <a:pt x="4785" y="991"/>
                  </a:lnTo>
                  <a:lnTo>
                    <a:pt x="2288" y="1"/>
                  </a:ln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4" name="Google Shape;4724;p52"/>
            <p:cNvSpPr/>
            <p:nvPr/>
          </p:nvSpPr>
          <p:spPr>
            <a:xfrm>
              <a:off x="1358127" y="2006148"/>
              <a:ext cx="1034705" cy="921067"/>
            </a:xfrm>
            <a:custGeom>
              <a:avLst/>
              <a:gdLst/>
              <a:ahLst/>
              <a:cxnLst/>
              <a:rect l="l" t="t" r="r" b="b"/>
              <a:pathLst>
                <a:path w="12192" h="10853" extrusionOk="0">
                  <a:moveTo>
                    <a:pt x="1214" y="1"/>
                  </a:moveTo>
                  <a:cubicBezTo>
                    <a:pt x="1214" y="1"/>
                    <a:pt x="1" y="1256"/>
                    <a:pt x="1075" y="2260"/>
                  </a:cubicBezTo>
                  <a:lnTo>
                    <a:pt x="12192" y="10853"/>
                  </a:lnTo>
                  <a:cubicBezTo>
                    <a:pt x="8021" y="7184"/>
                    <a:pt x="1340" y="126"/>
                    <a:pt x="1214" y="1"/>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5" name="Google Shape;4725;p52"/>
            <p:cNvSpPr/>
            <p:nvPr/>
          </p:nvSpPr>
          <p:spPr>
            <a:xfrm>
              <a:off x="2647267" y="2380244"/>
              <a:ext cx="521002" cy="466517"/>
            </a:xfrm>
            <a:custGeom>
              <a:avLst/>
              <a:gdLst/>
              <a:ahLst/>
              <a:cxnLst/>
              <a:rect l="l" t="t" r="r" b="b"/>
              <a:pathLst>
                <a:path w="6139" h="5497" extrusionOk="0">
                  <a:moveTo>
                    <a:pt x="210" y="0"/>
                  </a:moveTo>
                  <a:lnTo>
                    <a:pt x="1" y="237"/>
                  </a:lnTo>
                  <a:lnTo>
                    <a:pt x="5929" y="5496"/>
                  </a:lnTo>
                  <a:lnTo>
                    <a:pt x="6138" y="5245"/>
                  </a:lnTo>
                  <a:lnTo>
                    <a:pt x="21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6" name="Google Shape;4726;p52"/>
            <p:cNvSpPr/>
            <p:nvPr/>
          </p:nvSpPr>
          <p:spPr>
            <a:xfrm>
              <a:off x="2433061" y="2181060"/>
              <a:ext cx="428581" cy="397519"/>
            </a:xfrm>
            <a:custGeom>
              <a:avLst/>
              <a:gdLst/>
              <a:ahLst/>
              <a:cxnLst/>
              <a:rect l="l" t="t" r="r" b="b"/>
              <a:pathLst>
                <a:path w="5050" h="4684" extrusionOk="0">
                  <a:moveTo>
                    <a:pt x="2531" y="0"/>
                  </a:moveTo>
                  <a:cubicBezTo>
                    <a:pt x="1412" y="0"/>
                    <a:pt x="424" y="803"/>
                    <a:pt x="223" y="1943"/>
                  </a:cubicBezTo>
                  <a:cubicBezTo>
                    <a:pt x="0" y="3212"/>
                    <a:pt x="851" y="4426"/>
                    <a:pt x="2120" y="4649"/>
                  </a:cubicBezTo>
                  <a:cubicBezTo>
                    <a:pt x="2257" y="4673"/>
                    <a:pt x="2392" y="4684"/>
                    <a:pt x="2525" y="4684"/>
                  </a:cubicBezTo>
                  <a:cubicBezTo>
                    <a:pt x="3647" y="4684"/>
                    <a:pt x="4627" y="3873"/>
                    <a:pt x="4826" y="2738"/>
                  </a:cubicBezTo>
                  <a:cubicBezTo>
                    <a:pt x="5050" y="1469"/>
                    <a:pt x="4199" y="255"/>
                    <a:pt x="2915" y="32"/>
                  </a:cubicBezTo>
                  <a:cubicBezTo>
                    <a:pt x="2786" y="11"/>
                    <a:pt x="2658" y="0"/>
                    <a:pt x="2531" y="0"/>
                  </a:cubicBezTo>
                  <a:close/>
                </a:path>
              </a:pathLst>
            </a:custGeom>
            <a:gradFill>
              <a:gsLst>
                <a:gs pos="0">
                  <a:srgbClr val="7BFB19"/>
                </a:gs>
                <a:gs pos="100000">
                  <a:srgbClr val="408808"/>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7" name="Google Shape;4727;p52"/>
            <p:cNvSpPr/>
            <p:nvPr/>
          </p:nvSpPr>
          <p:spPr>
            <a:xfrm>
              <a:off x="2418294" y="2179532"/>
              <a:ext cx="398368" cy="398877"/>
            </a:xfrm>
            <a:custGeom>
              <a:avLst/>
              <a:gdLst/>
              <a:ahLst/>
              <a:cxnLst/>
              <a:rect l="l" t="t" r="r" b="b"/>
              <a:pathLst>
                <a:path w="4694" h="4700" extrusionOk="0">
                  <a:moveTo>
                    <a:pt x="2702" y="1"/>
                  </a:moveTo>
                  <a:cubicBezTo>
                    <a:pt x="1250" y="1"/>
                    <a:pt x="0" y="1404"/>
                    <a:pt x="439" y="2979"/>
                  </a:cubicBezTo>
                  <a:cubicBezTo>
                    <a:pt x="748" y="4095"/>
                    <a:pt x="1726" y="4699"/>
                    <a:pt x="2713" y="4699"/>
                  </a:cubicBezTo>
                  <a:cubicBezTo>
                    <a:pt x="3466" y="4699"/>
                    <a:pt x="4223" y="4349"/>
                    <a:pt x="4694" y="3607"/>
                  </a:cubicBezTo>
                  <a:lnTo>
                    <a:pt x="4694" y="3607"/>
                  </a:lnTo>
                  <a:cubicBezTo>
                    <a:pt x="4682" y="3618"/>
                    <a:pt x="4581" y="3717"/>
                    <a:pt x="4387" y="3717"/>
                  </a:cubicBezTo>
                  <a:cubicBezTo>
                    <a:pt x="4104" y="3717"/>
                    <a:pt x="3623" y="3506"/>
                    <a:pt x="2936" y="2505"/>
                  </a:cubicBezTo>
                  <a:cubicBezTo>
                    <a:pt x="1750" y="775"/>
                    <a:pt x="3759" y="259"/>
                    <a:pt x="3759" y="259"/>
                  </a:cubicBezTo>
                  <a:cubicBezTo>
                    <a:pt x="3409" y="81"/>
                    <a:pt x="3049" y="1"/>
                    <a:pt x="2702" y="1"/>
                  </a:cubicBezTo>
                  <a:close/>
                </a:path>
              </a:pathLst>
            </a:custGeom>
            <a:solidFill>
              <a:srgbClr val="EEE3FF">
                <a:alpha val="81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8" name="Google Shape;4728;p52"/>
            <p:cNvSpPr/>
            <p:nvPr/>
          </p:nvSpPr>
          <p:spPr>
            <a:xfrm>
              <a:off x="2412948" y="2180211"/>
              <a:ext cx="364676" cy="398198"/>
            </a:xfrm>
            <a:custGeom>
              <a:avLst/>
              <a:gdLst/>
              <a:ahLst/>
              <a:cxnLst/>
              <a:rect l="l" t="t" r="r" b="b"/>
              <a:pathLst>
                <a:path w="4297" h="4692" extrusionOk="0">
                  <a:moveTo>
                    <a:pt x="2762" y="0"/>
                  </a:moveTo>
                  <a:cubicBezTo>
                    <a:pt x="1130" y="0"/>
                    <a:pt x="0" y="1632"/>
                    <a:pt x="558" y="3152"/>
                  </a:cubicBezTo>
                  <a:cubicBezTo>
                    <a:pt x="923" y="4132"/>
                    <a:pt x="1840" y="4691"/>
                    <a:pt x="2778" y="4691"/>
                  </a:cubicBezTo>
                  <a:cubicBezTo>
                    <a:pt x="3310" y="4691"/>
                    <a:pt x="3848" y="4512"/>
                    <a:pt x="4296" y="4129"/>
                  </a:cubicBezTo>
                  <a:lnTo>
                    <a:pt x="4296" y="4129"/>
                  </a:lnTo>
                  <a:cubicBezTo>
                    <a:pt x="4288" y="4134"/>
                    <a:pt x="4267" y="4144"/>
                    <a:pt x="4229" y="4144"/>
                  </a:cubicBezTo>
                  <a:cubicBezTo>
                    <a:pt x="4072" y="4144"/>
                    <a:pt x="3620" y="3981"/>
                    <a:pt x="2511" y="2692"/>
                  </a:cubicBezTo>
                  <a:cubicBezTo>
                    <a:pt x="1046" y="990"/>
                    <a:pt x="3125" y="28"/>
                    <a:pt x="3125" y="28"/>
                  </a:cubicBezTo>
                  <a:cubicBezTo>
                    <a:pt x="3013" y="14"/>
                    <a:pt x="2887" y="0"/>
                    <a:pt x="2762" y="0"/>
                  </a:cubicBezTo>
                  <a:close/>
                </a:path>
              </a:pathLst>
            </a:custGeom>
            <a:solidFill>
              <a:srgbClr val="EEE3FF">
                <a:alpha val="81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9" name="Google Shape;4729;p52"/>
            <p:cNvSpPr/>
            <p:nvPr/>
          </p:nvSpPr>
          <p:spPr>
            <a:xfrm>
              <a:off x="2418803" y="2186067"/>
              <a:ext cx="324448" cy="392852"/>
            </a:xfrm>
            <a:custGeom>
              <a:avLst/>
              <a:gdLst/>
              <a:ahLst/>
              <a:cxnLst/>
              <a:rect l="l" t="t" r="r" b="b"/>
              <a:pathLst>
                <a:path w="3823" h="4629" extrusionOk="0">
                  <a:moveTo>
                    <a:pt x="2149" y="1"/>
                  </a:moveTo>
                  <a:cubicBezTo>
                    <a:pt x="768" y="322"/>
                    <a:pt x="1" y="1800"/>
                    <a:pt x="503" y="3125"/>
                  </a:cubicBezTo>
                  <a:cubicBezTo>
                    <a:pt x="860" y="4068"/>
                    <a:pt x="1753" y="4629"/>
                    <a:pt x="2691" y="4629"/>
                  </a:cubicBezTo>
                  <a:cubicBezTo>
                    <a:pt x="3072" y="4629"/>
                    <a:pt x="3460" y="4536"/>
                    <a:pt x="3823" y="4339"/>
                  </a:cubicBezTo>
                  <a:cubicBezTo>
                    <a:pt x="3823" y="4339"/>
                    <a:pt x="3502" y="4227"/>
                    <a:pt x="2470" y="3404"/>
                  </a:cubicBezTo>
                  <a:cubicBezTo>
                    <a:pt x="377" y="1744"/>
                    <a:pt x="2149" y="1"/>
                    <a:pt x="2149" y="1"/>
                  </a:cubicBez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0" name="Google Shape;4730;p52"/>
            <p:cNvSpPr/>
            <p:nvPr/>
          </p:nvSpPr>
          <p:spPr>
            <a:xfrm>
              <a:off x="2749108" y="2289860"/>
              <a:ext cx="71289" cy="57880"/>
            </a:xfrm>
            <a:custGeom>
              <a:avLst/>
              <a:gdLst/>
              <a:ahLst/>
              <a:cxnLst/>
              <a:rect l="l" t="t" r="r" b="b"/>
              <a:pathLst>
                <a:path w="840" h="682" extrusionOk="0">
                  <a:moveTo>
                    <a:pt x="410" y="1"/>
                  </a:moveTo>
                  <a:cubicBezTo>
                    <a:pt x="357" y="1"/>
                    <a:pt x="303" y="11"/>
                    <a:pt x="252" y="33"/>
                  </a:cubicBezTo>
                  <a:cubicBezTo>
                    <a:pt x="0" y="173"/>
                    <a:pt x="42" y="549"/>
                    <a:pt x="307" y="661"/>
                  </a:cubicBezTo>
                  <a:cubicBezTo>
                    <a:pt x="348" y="675"/>
                    <a:pt x="388" y="682"/>
                    <a:pt x="427" y="682"/>
                  </a:cubicBezTo>
                  <a:cubicBezTo>
                    <a:pt x="656" y="682"/>
                    <a:pt x="839" y="453"/>
                    <a:pt x="768" y="214"/>
                  </a:cubicBezTo>
                  <a:cubicBezTo>
                    <a:pt x="696" y="81"/>
                    <a:pt x="556" y="1"/>
                    <a:pt x="410" y="1"/>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1" name="Google Shape;4731;p52"/>
            <p:cNvSpPr/>
            <p:nvPr/>
          </p:nvSpPr>
          <p:spPr>
            <a:xfrm>
              <a:off x="2488650" y="2872646"/>
              <a:ext cx="672490" cy="62887"/>
            </a:xfrm>
            <a:custGeom>
              <a:avLst/>
              <a:gdLst/>
              <a:ahLst/>
              <a:cxnLst/>
              <a:rect l="l" t="t" r="r" b="b"/>
              <a:pathLst>
                <a:path w="7924" h="741" extrusionOk="0">
                  <a:moveTo>
                    <a:pt x="15" y="1"/>
                  </a:moveTo>
                  <a:lnTo>
                    <a:pt x="1" y="322"/>
                  </a:lnTo>
                  <a:lnTo>
                    <a:pt x="7910" y="740"/>
                  </a:lnTo>
                  <a:lnTo>
                    <a:pt x="7924" y="419"/>
                  </a:lnTo>
                  <a:lnTo>
                    <a:pt x="1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2" name="Google Shape;4732;p52"/>
            <p:cNvSpPr/>
            <p:nvPr/>
          </p:nvSpPr>
          <p:spPr>
            <a:xfrm>
              <a:off x="2299310" y="2717593"/>
              <a:ext cx="348042" cy="348126"/>
            </a:xfrm>
            <a:custGeom>
              <a:avLst/>
              <a:gdLst/>
              <a:ahLst/>
              <a:cxnLst/>
              <a:rect l="l" t="t" r="r" b="b"/>
              <a:pathLst>
                <a:path w="4101" h="4102" extrusionOk="0">
                  <a:moveTo>
                    <a:pt x="2050" y="1"/>
                  </a:moveTo>
                  <a:cubicBezTo>
                    <a:pt x="921" y="1"/>
                    <a:pt x="0" y="921"/>
                    <a:pt x="0" y="2051"/>
                  </a:cubicBezTo>
                  <a:cubicBezTo>
                    <a:pt x="0" y="3181"/>
                    <a:pt x="921" y="4102"/>
                    <a:pt x="2050" y="4102"/>
                  </a:cubicBezTo>
                  <a:cubicBezTo>
                    <a:pt x="3180" y="4102"/>
                    <a:pt x="4101" y="3181"/>
                    <a:pt x="4101" y="2051"/>
                  </a:cubicBezTo>
                  <a:cubicBezTo>
                    <a:pt x="4101" y="921"/>
                    <a:pt x="3180" y="1"/>
                    <a:pt x="2050" y="1"/>
                  </a:cubicBezTo>
                  <a:close/>
                </a:path>
              </a:pathLst>
            </a:custGeom>
            <a:gradFill>
              <a:gsLst>
                <a:gs pos="0">
                  <a:srgbClr val="FFBA42"/>
                </a:gs>
                <a:gs pos="100000">
                  <a:srgbClr val="B87707"/>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3" name="Google Shape;4733;p52"/>
            <p:cNvSpPr/>
            <p:nvPr/>
          </p:nvSpPr>
          <p:spPr>
            <a:xfrm>
              <a:off x="2229718" y="2751965"/>
              <a:ext cx="282694" cy="315198"/>
            </a:xfrm>
            <a:custGeom>
              <a:avLst/>
              <a:gdLst/>
              <a:ahLst/>
              <a:cxnLst/>
              <a:rect l="l" t="t" r="r" b="b"/>
              <a:pathLst>
                <a:path w="3331" h="3714" extrusionOk="0">
                  <a:moveTo>
                    <a:pt x="1643" y="0"/>
                  </a:moveTo>
                  <a:cubicBezTo>
                    <a:pt x="1" y="1232"/>
                    <a:pt x="978" y="3714"/>
                    <a:pt x="2828" y="3714"/>
                  </a:cubicBezTo>
                  <a:cubicBezTo>
                    <a:pt x="2989" y="3714"/>
                    <a:pt x="3157" y="3695"/>
                    <a:pt x="3331" y="3655"/>
                  </a:cubicBezTo>
                  <a:lnTo>
                    <a:pt x="3331" y="3641"/>
                  </a:lnTo>
                  <a:cubicBezTo>
                    <a:pt x="3331" y="3641"/>
                    <a:pt x="3330" y="3641"/>
                    <a:pt x="3329" y="3641"/>
                  </a:cubicBezTo>
                  <a:cubicBezTo>
                    <a:pt x="3303" y="3641"/>
                    <a:pt x="3014" y="3616"/>
                    <a:pt x="1992" y="2567"/>
                  </a:cubicBezTo>
                  <a:cubicBezTo>
                    <a:pt x="904" y="1465"/>
                    <a:pt x="1615" y="56"/>
                    <a:pt x="1643"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4" name="Google Shape;4734;p52"/>
            <p:cNvSpPr/>
            <p:nvPr/>
          </p:nvSpPr>
          <p:spPr>
            <a:xfrm>
              <a:off x="2556119" y="2822574"/>
              <a:ext cx="71119" cy="57880"/>
            </a:xfrm>
            <a:custGeom>
              <a:avLst/>
              <a:gdLst/>
              <a:ahLst/>
              <a:cxnLst/>
              <a:rect l="l" t="t" r="r" b="b"/>
              <a:pathLst>
                <a:path w="838" h="682" extrusionOk="0">
                  <a:moveTo>
                    <a:pt x="398" y="0"/>
                  </a:moveTo>
                  <a:cubicBezTo>
                    <a:pt x="344" y="0"/>
                    <a:pt x="290" y="11"/>
                    <a:pt x="238" y="33"/>
                  </a:cubicBezTo>
                  <a:cubicBezTo>
                    <a:pt x="1" y="186"/>
                    <a:pt x="29" y="549"/>
                    <a:pt x="308" y="661"/>
                  </a:cubicBezTo>
                  <a:cubicBezTo>
                    <a:pt x="346" y="675"/>
                    <a:pt x="385" y="681"/>
                    <a:pt x="422" y="681"/>
                  </a:cubicBezTo>
                  <a:cubicBezTo>
                    <a:pt x="646" y="681"/>
                    <a:pt x="838" y="453"/>
                    <a:pt x="754" y="214"/>
                  </a:cubicBezTo>
                  <a:cubicBezTo>
                    <a:pt x="693" y="81"/>
                    <a:pt x="548" y="0"/>
                    <a:pt x="398"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5" name="Google Shape;4735;p52"/>
            <p:cNvSpPr/>
            <p:nvPr/>
          </p:nvSpPr>
          <p:spPr>
            <a:xfrm>
              <a:off x="3193051" y="3065636"/>
              <a:ext cx="79351" cy="351691"/>
            </a:xfrm>
            <a:custGeom>
              <a:avLst/>
              <a:gdLst/>
              <a:ahLst/>
              <a:cxnLst/>
              <a:rect l="l" t="t" r="r" b="b"/>
              <a:pathLst>
                <a:path w="935" h="4144" extrusionOk="0">
                  <a:moveTo>
                    <a:pt x="321" y="1"/>
                  </a:moveTo>
                  <a:lnTo>
                    <a:pt x="0" y="42"/>
                  </a:lnTo>
                  <a:lnTo>
                    <a:pt x="614" y="4143"/>
                  </a:lnTo>
                  <a:lnTo>
                    <a:pt x="935" y="4088"/>
                  </a:lnTo>
                  <a:lnTo>
                    <a:pt x="32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6" name="Google Shape;4736;p52"/>
            <p:cNvSpPr/>
            <p:nvPr/>
          </p:nvSpPr>
          <p:spPr>
            <a:xfrm>
              <a:off x="3131437" y="3350876"/>
              <a:ext cx="279469" cy="254348"/>
            </a:xfrm>
            <a:custGeom>
              <a:avLst/>
              <a:gdLst/>
              <a:ahLst/>
              <a:cxnLst/>
              <a:rect l="l" t="t" r="r" b="b"/>
              <a:pathLst>
                <a:path w="3293" h="2997" extrusionOk="0">
                  <a:moveTo>
                    <a:pt x="1643" y="1"/>
                  </a:moveTo>
                  <a:cubicBezTo>
                    <a:pt x="963" y="1"/>
                    <a:pt x="349" y="468"/>
                    <a:pt x="182" y="1159"/>
                  </a:cubicBezTo>
                  <a:cubicBezTo>
                    <a:pt x="1" y="1954"/>
                    <a:pt x="503" y="2763"/>
                    <a:pt x="1298" y="2958"/>
                  </a:cubicBezTo>
                  <a:cubicBezTo>
                    <a:pt x="1412" y="2984"/>
                    <a:pt x="1526" y="2996"/>
                    <a:pt x="1638" y="2996"/>
                  </a:cubicBezTo>
                  <a:cubicBezTo>
                    <a:pt x="2322" y="2996"/>
                    <a:pt x="2942" y="2538"/>
                    <a:pt x="3097" y="1842"/>
                  </a:cubicBezTo>
                  <a:cubicBezTo>
                    <a:pt x="3293" y="1033"/>
                    <a:pt x="2791" y="224"/>
                    <a:pt x="1996" y="43"/>
                  </a:cubicBezTo>
                  <a:cubicBezTo>
                    <a:pt x="1877" y="15"/>
                    <a:pt x="1759" y="1"/>
                    <a:pt x="1643" y="1"/>
                  </a:cubicBezTo>
                  <a:close/>
                </a:path>
              </a:pathLst>
            </a:custGeom>
            <a:gradFill>
              <a:gsLst>
                <a:gs pos="0">
                  <a:srgbClr val="11E7FF"/>
                </a:gs>
                <a:gs pos="100000">
                  <a:srgbClr val="067B88"/>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7" name="Google Shape;4737;p52"/>
            <p:cNvSpPr/>
            <p:nvPr/>
          </p:nvSpPr>
          <p:spPr>
            <a:xfrm>
              <a:off x="3133814" y="3426663"/>
              <a:ext cx="114911" cy="176524"/>
            </a:xfrm>
            <a:custGeom>
              <a:avLst/>
              <a:gdLst/>
              <a:ahLst/>
              <a:cxnLst/>
              <a:rect l="l" t="t" r="r" b="b"/>
              <a:pathLst>
                <a:path w="1354" h="2080" extrusionOk="0">
                  <a:moveTo>
                    <a:pt x="252" y="1"/>
                  </a:moveTo>
                  <a:lnTo>
                    <a:pt x="252" y="1"/>
                  </a:lnTo>
                  <a:cubicBezTo>
                    <a:pt x="168" y="196"/>
                    <a:pt x="126" y="405"/>
                    <a:pt x="126" y="615"/>
                  </a:cubicBezTo>
                  <a:cubicBezTo>
                    <a:pt x="126" y="1340"/>
                    <a:pt x="642" y="1954"/>
                    <a:pt x="1354" y="2079"/>
                  </a:cubicBezTo>
                  <a:cubicBezTo>
                    <a:pt x="1" y="1479"/>
                    <a:pt x="252" y="43"/>
                    <a:pt x="252" y="1"/>
                  </a:cubicBez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8" name="Google Shape;4738;p52"/>
            <p:cNvSpPr/>
            <p:nvPr/>
          </p:nvSpPr>
          <p:spPr>
            <a:xfrm>
              <a:off x="3331555" y="3418430"/>
              <a:ext cx="56013" cy="45065"/>
            </a:xfrm>
            <a:custGeom>
              <a:avLst/>
              <a:gdLst/>
              <a:ahLst/>
              <a:cxnLst/>
              <a:rect l="l" t="t" r="r" b="b"/>
              <a:pathLst>
                <a:path w="660" h="531" extrusionOk="0">
                  <a:moveTo>
                    <a:pt x="322" y="1"/>
                  </a:moveTo>
                  <a:cubicBezTo>
                    <a:pt x="280" y="1"/>
                    <a:pt x="237" y="10"/>
                    <a:pt x="195" y="28"/>
                  </a:cubicBezTo>
                  <a:cubicBezTo>
                    <a:pt x="0" y="140"/>
                    <a:pt x="28" y="433"/>
                    <a:pt x="251" y="516"/>
                  </a:cubicBezTo>
                  <a:cubicBezTo>
                    <a:pt x="281" y="526"/>
                    <a:pt x="310" y="531"/>
                    <a:pt x="339" y="531"/>
                  </a:cubicBezTo>
                  <a:cubicBezTo>
                    <a:pt x="514" y="531"/>
                    <a:pt x="660" y="360"/>
                    <a:pt x="600" y="168"/>
                  </a:cubicBezTo>
                  <a:cubicBezTo>
                    <a:pt x="549" y="66"/>
                    <a:pt x="438" y="1"/>
                    <a:pt x="322" y="1"/>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9" name="Google Shape;4739;p52"/>
            <p:cNvSpPr/>
            <p:nvPr/>
          </p:nvSpPr>
          <p:spPr>
            <a:xfrm>
              <a:off x="3274694" y="2920003"/>
              <a:ext cx="300770" cy="227445"/>
            </a:xfrm>
            <a:custGeom>
              <a:avLst/>
              <a:gdLst/>
              <a:ahLst/>
              <a:cxnLst/>
              <a:rect l="l" t="t" r="r" b="b"/>
              <a:pathLst>
                <a:path w="3544" h="2680" extrusionOk="0">
                  <a:moveTo>
                    <a:pt x="182" y="1"/>
                  </a:moveTo>
                  <a:lnTo>
                    <a:pt x="1" y="266"/>
                  </a:lnTo>
                  <a:lnTo>
                    <a:pt x="3362" y="2679"/>
                  </a:lnTo>
                  <a:lnTo>
                    <a:pt x="3544" y="2428"/>
                  </a:lnTo>
                  <a:lnTo>
                    <a:pt x="18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0" name="Google Shape;4740;p52"/>
            <p:cNvSpPr/>
            <p:nvPr/>
          </p:nvSpPr>
          <p:spPr>
            <a:xfrm>
              <a:off x="3465307" y="3024220"/>
              <a:ext cx="164643" cy="164643"/>
            </a:xfrm>
            <a:custGeom>
              <a:avLst/>
              <a:gdLst/>
              <a:ahLst/>
              <a:cxnLst/>
              <a:rect l="l" t="t" r="r" b="b"/>
              <a:pathLst>
                <a:path w="1940" h="1940" extrusionOk="0">
                  <a:moveTo>
                    <a:pt x="963" y="0"/>
                  </a:moveTo>
                  <a:cubicBezTo>
                    <a:pt x="433" y="0"/>
                    <a:pt x="0" y="433"/>
                    <a:pt x="0" y="977"/>
                  </a:cubicBezTo>
                  <a:cubicBezTo>
                    <a:pt x="0" y="1507"/>
                    <a:pt x="433" y="1939"/>
                    <a:pt x="963" y="1939"/>
                  </a:cubicBezTo>
                  <a:cubicBezTo>
                    <a:pt x="1507" y="1939"/>
                    <a:pt x="1939" y="1507"/>
                    <a:pt x="1939" y="977"/>
                  </a:cubicBezTo>
                  <a:cubicBezTo>
                    <a:pt x="1939" y="433"/>
                    <a:pt x="1507" y="0"/>
                    <a:pt x="963" y="0"/>
                  </a:cubicBezTo>
                  <a:close/>
                </a:path>
              </a:pathLst>
            </a:custGeom>
            <a:gradFill>
              <a:gsLst>
                <a:gs pos="0">
                  <a:srgbClr val="7BFB19"/>
                </a:gs>
                <a:gs pos="100000">
                  <a:srgbClr val="408808"/>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1" name="Google Shape;4741;p52"/>
            <p:cNvSpPr/>
            <p:nvPr/>
          </p:nvSpPr>
          <p:spPr>
            <a:xfrm>
              <a:off x="3449946" y="3024220"/>
              <a:ext cx="151573" cy="164728"/>
            </a:xfrm>
            <a:custGeom>
              <a:avLst/>
              <a:gdLst/>
              <a:ahLst/>
              <a:cxnLst/>
              <a:rect l="l" t="t" r="r" b="b"/>
              <a:pathLst>
                <a:path w="1786" h="1941" extrusionOk="0">
                  <a:moveTo>
                    <a:pt x="1144" y="0"/>
                  </a:moveTo>
                  <a:cubicBezTo>
                    <a:pt x="474" y="0"/>
                    <a:pt x="0" y="670"/>
                    <a:pt x="237" y="1312"/>
                  </a:cubicBezTo>
                  <a:cubicBezTo>
                    <a:pt x="388" y="1711"/>
                    <a:pt x="764" y="1940"/>
                    <a:pt x="1151" y="1940"/>
                  </a:cubicBezTo>
                  <a:cubicBezTo>
                    <a:pt x="1372" y="1940"/>
                    <a:pt x="1597" y="1865"/>
                    <a:pt x="1785" y="1702"/>
                  </a:cubicBezTo>
                  <a:lnTo>
                    <a:pt x="1785" y="1702"/>
                  </a:lnTo>
                  <a:cubicBezTo>
                    <a:pt x="1779" y="1705"/>
                    <a:pt x="1768" y="1711"/>
                    <a:pt x="1747" y="1711"/>
                  </a:cubicBezTo>
                  <a:cubicBezTo>
                    <a:pt x="1675" y="1711"/>
                    <a:pt x="1492" y="1638"/>
                    <a:pt x="1046" y="1116"/>
                  </a:cubicBezTo>
                  <a:cubicBezTo>
                    <a:pt x="432" y="405"/>
                    <a:pt x="1297" y="14"/>
                    <a:pt x="1297" y="14"/>
                  </a:cubicBezTo>
                  <a:cubicBezTo>
                    <a:pt x="1241" y="0"/>
                    <a:pt x="1200" y="0"/>
                    <a:pt x="1144" y="0"/>
                  </a:cubicBez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2" name="Google Shape;4742;p52"/>
            <p:cNvSpPr/>
            <p:nvPr/>
          </p:nvSpPr>
          <p:spPr>
            <a:xfrm>
              <a:off x="3584885" y="3069030"/>
              <a:ext cx="38615" cy="32080"/>
            </a:xfrm>
            <a:custGeom>
              <a:avLst/>
              <a:gdLst/>
              <a:ahLst/>
              <a:cxnLst/>
              <a:rect l="l" t="t" r="r" b="b"/>
              <a:pathLst>
                <a:path w="455" h="378" extrusionOk="0">
                  <a:moveTo>
                    <a:pt x="218" y="0"/>
                  </a:moveTo>
                  <a:cubicBezTo>
                    <a:pt x="191" y="0"/>
                    <a:pt x="165" y="6"/>
                    <a:pt x="140" y="16"/>
                  </a:cubicBezTo>
                  <a:cubicBezTo>
                    <a:pt x="0" y="100"/>
                    <a:pt x="14" y="309"/>
                    <a:pt x="168" y="365"/>
                  </a:cubicBezTo>
                  <a:cubicBezTo>
                    <a:pt x="191" y="374"/>
                    <a:pt x="214" y="378"/>
                    <a:pt x="237" y="378"/>
                  </a:cubicBezTo>
                  <a:cubicBezTo>
                    <a:pt x="360" y="378"/>
                    <a:pt x="454" y="258"/>
                    <a:pt x="419" y="128"/>
                  </a:cubicBezTo>
                  <a:cubicBezTo>
                    <a:pt x="377" y="45"/>
                    <a:pt x="297" y="0"/>
                    <a:pt x="218"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3" name="Google Shape;4743;p52"/>
            <p:cNvSpPr/>
            <p:nvPr/>
          </p:nvSpPr>
          <p:spPr>
            <a:xfrm>
              <a:off x="2672133" y="2936637"/>
              <a:ext cx="521002" cy="466432"/>
            </a:xfrm>
            <a:custGeom>
              <a:avLst/>
              <a:gdLst/>
              <a:ahLst/>
              <a:cxnLst/>
              <a:rect l="l" t="t" r="r" b="b"/>
              <a:pathLst>
                <a:path w="6139" h="5496" extrusionOk="0">
                  <a:moveTo>
                    <a:pt x="5929" y="0"/>
                  </a:moveTo>
                  <a:lnTo>
                    <a:pt x="1" y="5259"/>
                  </a:lnTo>
                  <a:lnTo>
                    <a:pt x="210" y="5496"/>
                  </a:lnTo>
                  <a:lnTo>
                    <a:pt x="6138" y="237"/>
                  </a:lnTo>
                  <a:lnTo>
                    <a:pt x="592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4" name="Google Shape;4744;p52"/>
            <p:cNvSpPr/>
            <p:nvPr/>
          </p:nvSpPr>
          <p:spPr>
            <a:xfrm>
              <a:off x="2509951" y="3240887"/>
              <a:ext cx="323260" cy="324364"/>
            </a:xfrm>
            <a:custGeom>
              <a:avLst/>
              <a:gdLst/>
              <a:ahLst/>
              <a:cxnLst/>
              <a:rect l="l" t="t" r="r" b="b"/>
              <a:pathLst>
                <a:path w="3809" h="3822" extrusionOk="0">
                  <a:moveTo>
                    <a:pt x="1898" y="0"/>
                  </a:moveTo>
                  <a:cubicBezTo>
                    <a:pt x="852" y="0"/>
                    <a:pt x="1" y="851"/>
                    <a:pt x="1" y="1911"/>
                  </a:cubicBezTo>
                  <a:cubicBezTo>
                    <a:pt x="1" y="2957"/>
                    <a:pt x="852" y="3822"/>
                    <a:pt x="1898" y="3822"/>
                  </a:cubicBezTo>
                  <a:cubicBezTo>
                    <a:pt x="2958" y="3822"/>
                    <a:pt x="3809" y="2957"/>
                    <a:pt x="3809" y="1911"/>
                  </a:cubicBezTo>
                  <a:cubicBezTo>
                    <a:pt x="3809" y="851"/>
                    <a:pt x="2958" y="0"/>
                    <a:pt x="1898" y="0"/>
                  </a:cubicBezTo>
                  <a:close/>
                </a:path>
              </a:pathLst>
            </a:custGeom>
            <a:gradFill>
              <a:gsLst>
                <a:gs pos="0">
                  <a:schemeClr val="lt2"/>
                </a:gs>
                <a:gs pos="100000">
                  <a:schemeClr val="dk2"/>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5" name="Google Shape;4745;p52"/>
            <p:cNvSpPr/>
            <p:nvPr/>
          </p:nvSpPr>
          <p:spPr>
            <a:xfrm>
              <a:off x="2446640" y="3273986"/>
              <a:ext cx="259949" cy="291605"/>
            </a:xfrm>
            <a:custGeom>
              <a:avLst/>
              <a:gdLst/>
              <a:ahLst/>
              <a:cxnLst/>
              <a:rect l="l" t="t" r="r" b="b"/>
              <a:pathLst>
                <a:path w="3063" h="3436" extrusionOk="0">
                  <a:moveTo>
                    <a:pt x="1486" y="1"/>
                  </a:moveTo>
                  <a:lnTo>
                    <a:pt x="1486" y="1"/>
                  </a:lnTo>
                  <a:cubicBezTo>
                    <a:pt x="1" y="1150"/>
                    <a:pt x="907" y="3436"/>
                    <a:pt x="2633" y="3436"/>
                  </a:cubicBezTo>
                  <a:cubicBezTo>
                    <a:pt x="2771" y="3436"/>
                    <a:pt x="2915" y="3421"/>
                    <a:pt x="3062" y="3390"/>
                  </a:cubicBezTo>
                  <a:lnTo>
                    <a:pt x="3062" y="3376"/>
                  </a:lnTo>
                  <a:cubicBezTo>
                    <a:pt x="3062" y="3376"/>
                    <a:pt x="3062" y="3376"/>
                    <a:pt x="3060" y="3376"/>
                  </a:cubicBezTo>
                  <a:cubicBezTo>
                    <a:pt x="3036" y="3376"/>
                    <a:pt x="2774" y="3351"/>
                    <a:pt x="1821" y="2372"/>
                  </a:cubicBezTo>
                  <a:cubicBezTo>
                    <a:pt x="803" y="1354"/>
                    <a:pt x="1458" y="42"/>
                    <a:pt x="1486" y="1"/>
                  </a:cubicBez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6" name="Google Shape;4746;p52"/>
            <p:cNvSpPr/>
            <p:nvPr/>
          </p:nvSpPr>
          <p:spPr>
            <a:xfrm>
              <a:off x="2480417" y="3336703"/>
              <a:ext cx="162267" cy="226257"/>
            </a:xfrm>
            <a:custGeom>
              <a:avLst/>
              <a:gdLst/>
              <a:ahLst/>
              <a:cxnLst/>
              <a:rect l="l" t="t" r="r" b="b"/>
              <a:pathLst>
                <a:path w="1912" h="2666" extrusionOk="0">
                  <a:moveTo>
                    <a:pt x="502" y="1"/>
                  </a:moveTo>
                  <a:cubicBezTo>
                    <a:pt x="0" y="1131"/>
                    <a:pt x="698" y="2442"/>
                    <a:pt x="1911" y="2665"/>
                  </a:cubicBezTo>
                  <a:cubicBezTo>
                    <a:pt x="181" y="1898"/>
                    <a:pt x="488" y="57"/>
                    <a:pt x="502" y="1"/>
                  </a:cubicBez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7" name="Google Shape;4747;p52"/>
            <p:cNvSpPr/>
            <p:nvPr/>
          </p:nvSpPr>
          <p:spPr>
            <a:xfrm>
              <a:off x="2738415" y="3326858"/>
              <a:ext cx="71289" cy="57965"/>
            </a:xfrm>
            <a:custGeom>
              <a:avLst/>
              <a:gdLst/>
              <a:ahLst/>
              <a:cxnLst/>
              <a:rect l="l" t="t" r="r" b="b"/>
              <a:pathLst>
                <a:path w="840" h="683" extrusionOk="0">
                  <a:moveTo>
                    <a:pt x="408" y="1"/>
                  </a:moveTo>
                  <a:cubicBezTo>
                    <a:pt x="356" y="1"/>
                    <a:pt x="303" y="11"/>
                    <a:pt x="252" y="33"/>
                  </a:cubicBezTo>
                  <a:cubicBezTo>
                    <a:pt x="1" y="187"/>
                    <a:pt x="43" y="563"/>
                    <a:pt x="308" y="661"/>
                  </a:cubicBezTo>
                  <a:cubicBezTo>
                    <a:pt x="350" y="676"/>
                    <a:pt x="391" y="682"/>
                    <a:pt x="432" y="682"/>
                  </a:cubicBezTo>
                  <a:cubicBezTo>
                    <a:pt x="659" y="682"/>
                    <a:pt x="839" y="465"/>
                    <a:pt x="768" y="228"/>
                  </a:cubicBezTo>
                  <a:cubicBezTo>
                    <a:pt x="696" y="84"/>
                    <a:pt x="555" y="1"/>
                    <a:pt x="408" y="1"/>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8" name="Google Shape;4748;p52"/>
            <p:cNvSpPr/>
            <p:nvPr/>
          </p:nvSpPr>
          <p:spPr>
            <a:xfrm>
              <a:off x="2934969" y="2695103"/>
              <a:ext cx="454635" cy="416615"/>
            </a:xfrm>
            <a:custGeom>
              <a:avLst/>
              <a:gdLst/>
              <a:ahLst/>
              <a:cxnLst/>
              <a:rect l="l" t="t" r="r" b="b"/>
              <a:pathLst>
                <a:path w="5357" h="4909" extrusionOk="0">
                  <a:moveTo>
                    <a:pt x="2902" y="1"/>
                  </a:moveTo>
                  <a:cubicBezTo>
                    <a:pt x="2706" y="1"/>
                    <a:pt x="2511" y="29"/>
                    <a:pt x="2330" y="70"/>
                  </a:cubicBezTo>
                  <a:cubicBezTo>
                    <a:pt x="1995" y="140"/>
                    <a:pt x="1688" y="294"/>
                    <a:pt x="1409" y="503"/>
                  </a:cubicBezTo>
                  <a:cubicBezTo>
                    <a:pt x="1074" y="754"/>
                    <a:pt x="823" y="1075"/>
                    <a:pt x="656" y="1451"/>
                  </a:cubicBezTo>
                  <a:cubicBezTo>
                    <a:pt x="0" y="2916"/>
                    <a:pt x="907" y="4590"/>
                    <a:pt x="2469" y="4869"/>
                  </a:cubicBezTo>
                  <a:cubicBezTo>
                    <a:pt x="2620" y="4895"/>
                    <a:pt x="2770" y="4908"/>
                    <a:pt x="2919" y="4908"/>
                  </a:cubicBezTo>
                  <a:cubicBezTo>
                    <a:pt x="3323" y="4908"/>
                    <a:pt x="3717" y="4811"/>
                    <a:pt x="4073" y="4618"/>
                  </a:cubicBezTo>
                  <a:cubicBezTo>
                    <a:pt x="4227" y="4534"/>
                    <a:pt x="4366" y="4436"/>
                    <a:pt x="4506" y="4325"/>
                  </a:cubicBezTo>
                  <a:cubicBezTo>
                    <a:pt x="4687" y="4157"/>
                    <a:pt x="4855" y="3962"/>
                    <a:pt x="4980" y="3753"/>
                  </a:cubicBezTo>
                  <a:cubicBezTo>
                    <a:pt x="5092" y="3585"/>
                    <a:pt x="5175" y="3404"/>
                    <a:pt x="5245" y="3209"/>
                  </a:cubicBezTo>
                  <a:cubicBezTo>
                    <a:pt x="5301" y="3028"/>
                    <a:pt x="5329" y="2846"/>
                    <a:pt x="5343" y="2651"/>
                  </a:cubicBezTo>
                  <a:lnTo>
                    <a:pt x="5343" y="2456"/>
                  </a:lnTo>
                  <a:lnTo>
                    <a:pt x="5357" y="2456"/>
                  </a:lnTo>
                  <a:cubicBezTo>
                    <a:pt x="5343" y="1675"/>
                    <a:pt x="4980" y="949"/>
                    <a:pt x="4352" y="489"/>
                  </a:cubicBezTo>
                  <a:cubicBezTo>
                    <a:pt x="4241" y="405"/>
                    <a:pt x="4129" y="335"/>
                    <a:pt x="4004" y="266"/>
                  </a:cubicBezTo>
                  <a:cubicBezTo>
                    <a:pt x="3780" y="154"/>
                    <a:pt x="3529" y="70"/>
                    <a:pt x="3278" y="29"/>
                  </a:cubicBezTo>
                  <a:cubicBezTo>
                    <a:pt x="3153" y="15"/>
                    <a:pt x="3027" y="1"/>
                    <a:pt x="2902" y="1"/>
                  </a:cubicBezTo>
                  <a:close/>
                </a:path>
              </a:pathLst>
            </a:custGeom>
            <a:gradFill>
              <a:gsLst>
                <a:gs pos="0">
                  <a:srgbClr val="EB667A"/>
                </a:gs>
                <a:gs pos="100000">
                  <a:srgbClr val="B01F35"/>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49" name="Google Shape;4749;p52"/>
            <p:cNvSpPr/>
            <p:nvPr/>
          </p:nvSpPr>
          <p:spPr>
            <a:xfrm>
              <a:off x="2939721" y="2701044"/>
              <a:ext cx="339809" cy="411523"/>
            </a:xfrm>
            <a:custGeom>
              <a:avLst/>
              <a:gdLst/>
              <a:ahLst/>
              <a:cxnLst/>
              <a:rect l="l" t="t" r="r" b="b"/>
              <a:pathLst>
                <a:path w="4004" h="4849" extrusionOk="0">
                  <a:moveTo>
                    <a:pt x="2260" y="0"/>
                  </a:moveTo>
                  <a:lnTo>
                    <a:pt x="2260" y="0"/>
                  </a:lnTo>
                  <a:cubicBezTo>
                    <a:pt x="823" y="335"/>
                    <a:pt x="0" y="1883"/>
                    <a:pt x="530" y="3264"/>
                  </a:cubicBezTo>
                  <a:cubicBezTo>
                    <a:pt x="918" y="4258"/>
                    <a:pt x="1858" y="4848"/>
                    <a:pt x="2835" y="4848"/>
                  </a:cubicBezTo>
                  <a:cubicBezTo>
                    <a:pt x="3230" y="4848"/>
                    <a:pt x="3630" y="4752"/>
                    <a:pt x="4003" y="4548"/>
                  </a:cubicBezTo>
                  <a:cubicBezTo>
                    <a:pt x="4003" y="4548"/>
                    <a:pt x="3683" y="4422"/>
                    <a:pt x="2609" y="3571"/>
                  </a:cubicBezTo>
                  <a:cubicBezTo>
                    <a:pt x="405" y="1828"/>
                    <a:pt x="2260" y="1"/>
                    <a:pt x="2260" y="0"/>
                  </a:cubicBez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0" name="Google Shape;4750;p52"/>
            <p:cNvSpPr/>
            <p:nvPr/>
          </p:nvSpPr>
          <p:spPr>
            <a:xfrm>
              <a:off x="3284199" y="2805601"/>
              <a:ext cx="91233" cy="90469"/>
            </a:xfrm>
            <a:custGeom>
              <a:avLst/>
              <a:gdLst/>
              <a:ahLst/>
              <a:cxnLst/>
              <a:rect l="l" t="t" r="r" b="b"/>
              <a:pathLst>
                <a:path w="1075" h="1066" extrusionOk="0">
                  <a:moveTo>
                    <a:pt x="427" y="0"/>
                  </a:moveTo>
                  <a:cubicBezTo>
                    <a:pt x="360" y="0"/>
                    <a:pt x="296" y="17"/>
                    <a:pt x="237" y="52"/>
                  </a:cubicBezTo>
                  <a:cubicBezTo>
                    <a:pt x="28" y="177"/>
                    <a:pt x="0" y="498"/>
                    <a:pt x="154" y="763"/>
                  </a:cubicBezTo>
                  <a:cubicBezTo>
                    <a:pt x="274" y="954"/>
                    <a:pt x="468" y="1066"/>
                    <a:pt x="640" y="1066"/>
                  </a:cubicBezTo>
                  <a:cubicBezTo>
                    <a:pt x="706" y="1066"/>
                    <a:pt x="769" y="1049"/>
                    <a:pt x="823" y="1014"/>
                  </a:cubicBezTo>
                  <a:cubicBezTo>
                    <a:pt x="1032" y="889"/>
                    <a:pt x="1074" y="568"/>
                    <a:pt x="907" y="303"/>
                  </a:cubicBezTo>
                  <a:cubicBezTo>
                    <a:pt x="786" y="112"/>
                    <a:pt x="600" y="0"/>
                    <a:pt x="427" y="0"/>
                  </a:cubicBez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1" name="Google Shape;4751;p52"/>
            <p:cNvSpPr/>
            <p:nvPr/>
          </p:nvSpPr>
          <p:spPr>
            <a:xfrm>
              <a:off x="1368821" y="2197948"/>
              <a:ext cx="414408" cy="684287"/>
            </a:xfrm>
            <a:custGeom>
              <a:avLst/>
              <a:gdLst/>
              <a:ahLst/>
              <a:cxnLst/>
              <a:rect l="l" t="t" r="r" b="b"/>
              <a:pathLst>
                <a:path w="4883" h="8063" extrusionOk="0">
                  <a:moveTo>
                    <a:pt x="949" y="0"/>
                  </a:moveTo>
                  <a:lnTo>
                    <a:pt x="1563" y="488"/>
                  </a:lnTo>
                  <a:lnTo>
                    <a:pt x="0" y="1242"/>
                  </a:lnTo>
                  <a:lnTo>
                    <a:pt x="154" y="6821"/>
                  </a:lnTo>
                  <a:lnTo>
                    <a:pt x="1284" y="8063"/>
                  </a:lnTo>
                  <a:lnTo>
                    <a:pt x="4882" y="907"/>
                  </a:lnTo>
                  <a:lnTo>
                    <a:pt x="949" y="0"/>
                  </a:lnTo>
                  <a:close/>
                </a:path>
              </a:pathLst>
            </a:custGeom>
            <a:solidFill>
              <a:srgbClr val="000000">
                <a:alpha val="12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2" name="Google Shape;4752;p52"/>
            <p:cNvSpPr/>
            <p:nvPr/>
          </p:nvSpPr>
          <p:spPr>
            <a:xfrm>
              <a:off x="1211391" y="1658105"/>
              <a:ext cx="925820" cy="616817"/>
            </a:xfrm>
            <a:custGeom>
              <a:avLst/>
              <a:gdLst/>
              <a:ahLst/>
              <a:cxnLst/>
              <a:rect l="l" t="t" r="r" b="b"/>
              <a:pathLst>
                <a:path w="10909" h="7268" extrusionOk="0">
                  <a:moveTo>
                    <a:pt x="10908" y="1"/>
                  </a:moveTo>
                  <a:lnTo>
                    <a:pt x="0" y="5692"/>
                  </a:lnTo>
                  <a:lnTo>
                    <a:pt x="84" y="5817"/>
                  </a:lnTo>
                  <a:lnTo>
                    <a:pt x="6737" y="7268"/>
                  </a:lnTo>
                  <a:lnTo>
                    <a:pt x="10252" y="2219"/>
                  </a:lnTo>
                  <a:lnTo>
                    <a:pt x="1090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3" name="Google Shape;4753;p52"/>
            <p:cNvSpPr/>
            <p:nvPr/>
          </p:nvSpPr>
          <p:spPr>
            <a:xfrm>
              <a:off x="1211391" y="1603705"/>
              <a:ext cx="925820" cy="635742"/>
            </a:xfrm>
            <a:custGeom>
              <a:avLst/>
              <a:gdLst/>
              <a:ahLst/>
              <a:cxnLst/>
              <a:rect l="l" t="t" r="r" b="b"/>
              <a:pathLst>
                <a:path w="10909" h="7491" extrusionOk="0">
                  <a:moveTo>
                    <a:pt x="4715" y="0"/>
                  </a:moveTo>
                  <a:lnTo>
                    <a:pt x="3892" y="1702"/>
                  </a:lnTo>
                  <a:lnTo>
                    <a:pt x="0" y="6333"/>
                  </a:lnTo>
                  <a:lnTo>
                    <a:pt x="6668" y="7490"/>
                  </a:lnTo>
                  <a:lnTo>
                    <a:pt x="10113" y="2762"/>
                  </a:lnTo>
                  <a:lnTo>
                    <a:pt x="10908" y="642"/>
                  </a:lnTo>
                  <a:lnTo>
                    <a:pt x="4715" y="0"/>
                  </a:lnTo>
                  <a:close/>
                </a:path>
              </a:pathLst>
            </a:custGeom>
            <a:gradFill>
              <a:gsLst>
                <a:gs pos="0">
                  <a:srgbClr val="454860"/>
                </a:gs>
                <a:gs pos="100000">
                  <a:srgbClr val="0F101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4" name="Google Shape;4754;p52"/>
            <p:cNvSpPr/>
            <p:nvPr/>
          </p:nvSpPr>
          <p:spPr>
            <a:xfrm>
              <a:off x="1541611" y="1603705"/>
              <a:ext cx="595600" cy="234404"/>
            </a:xfrm>
            <a:custGeom>
              <a:avLst/>
              <a:gdLst/>
              <a:ahLst/>
              <a:cxnLst/>
              <a:rect l="l" t="t" r="r" b="b"/>
              <a:pathLst>
                <a:path w="7018" h="2762" extrusionOk="0">
                  <a:moveTo>
                    <a:pt x="824" y="0"/>
                  </a:moveTo>
                  <a:lnTo>
                    <a:pt x="1" y="1702"/>
                  </a:lnTo>
                  <a:lnTo>
                    <a:pt x="6222" y="2762"/>
                  </a:lnTo>
                  <a:lnTo>
                    <a:pt x="7017" y="642"/>
                  </a:lnTo>
                  <a:lnTo>
                    <a:pt x="82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5" name="Google Shape;4755;p52"/>
            <p:cNvSpPr/>
            <p:nvPr/>
          </p:nvSpPr>
          <p:spPr>
            <a:xfrm>
              <a:off x="1919272" y="1848718"/>
              <a:ext cx="75872" cy="42688"/>
            </a:xfrm>
            <a:custGeom>
              <a:avLst/>
              <a:gdLst/>
              <a:ahLst/>
              <a:cxnLst/>
              <a:rect l="l" t="t" r="r" b="b"/>
              <a:pathLst>
                <a:path w="894" h="503" extrusionOk="0">
                  <a:moveTo>
                    <a:pt x="321" y="0"/>
                  </a:moveTo>
                  <a:lnTo>
                    <a:pt x="14" y="293"/>
                  </a:lnTo>
                  <a:lnTo>
                    <a:pt x="1" y="405"/>
                  </a:lnTo>
                  <a:lnTo>
                    <a:pt x="600" y="503"/>
                  </a:lnTo>
                  <a:lnTo>
                    <a:pt x="893" y="182"/>
                  </a:lnTo>
                  <a:lnTo>
                    <a:pt x="879" y="112"/>
                  </a:lnTo>
                  <a:lnTo>
                    <a:pt x="32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6" name="Google Shape;4756;p52"/>
            <p:cNvSpPr/>
            <p:nvPr/>
          </p:nvSpPr>
          <p:spPr>
            <a:xfrm>
              <a:off x="1919272" y="1858223"/>
              <a:ext cx="75872" cy="33183"/>
            </a:xfrm>
            <a:custGeom>
              <a:avLst/>
              <a:gdLst/>
              <a:ahLst/>
              <a:cxnLst/>
              <a:rect l="l" t="t" r="r" b="b"/>
              <a:pathLst>
                <a:path w="894" h="391" extrusionOk="0">
                  <a:moveTo>
                    <a:pt x="879" y="0"/>
                  </a:moveTo>
                  <a:lnTo>
                    <a:pt x="572" y="293"/>
                  </a:lnTo>
                  <a:lnTo>
                    <a:pt x="14" y="181"/>
                  </a:lnTo>
                  <a:lnTo>
                    <a:pt x="1" y="293"/>
                  </a:lnTo>
                  <a:lnTo>
                    <a:pt x="600" y="391"/>
                  </a:lnTo>
                  <a:lnTo>
                    <a:pt x="893" y="70"/>
                  </a:lnTo>
                  <a:lnTo>
                    <a:pt x="879" y="0"/>
                  </a:lnTo>
                  <a:close/>
                </a:path>
              </a:pathLst>
            </a:custGeom>
            <a:solidFill>
              <a:srgbClr val="6E36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7" name="Google Shape;4757;p52"/>
            <p:cNvSpPr/>
            <p:nvPr/>
          </p:nvSpPr>
          <p:spPr>
            <a:xfrm>
              <a:off x="1824560" y="1833357"/>
              <a:ext cx="75872" cy="42688"/>
            </a:xfrm>
            <a:custGeom>
              <a:avLst/>
              <a:gdLst/>
              <a:ahLst/>
              <a:cxnLst/>
              <a:rect l="l" t="t" r="r" b="b"/>
              <a:pathLst>
                <a:path w="894" h="503" extrusionOk="0">
                  <a:moveTo>
                    <a:pt x="308" y="0"/>
                  </a:moveTo>
                  <a:lnTo>
                    <a:pt x="15" y="293"/>
                  </a:lnTo>
                  <a:lnTo>
                    <a:pt x="1" y="391"/>
                  </a:lnTo>
                  <a:lnTo>
                    <a:pt x="600" y="502"/>
                  </a:lnTo>
                  <a:lnTo>
                    <a:pt x="893" y="167"/>
                  </a:lnTo>
                  <a:lnTo>
                    <a:pt x="879" y="98"/>
                  </a:lnTo>
                  <a:lnTo>
                    <a:pt x="308" y="0"/>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8" name="Google Shape;4758;p52"/>
            <p:cNvSpPr/>
            <p:nvPr/>
          </p:nvSpPr>
          <p:spPr>
            <a:xfrm>
              <a:off x="1824560" y="1841589"/>
              <a:ext cx="75872" cy="34456"/>
            </a:xfrm>
            <a:custGeom>
              <a:avLst/>
              <a:gdLst/>
              <a:ahLst/>
              <a:cxnLst/>
              <a:rect l="l" t="t" r="r" b="b"/>
              <a:pathLst>
                <a:path w="894" h="406" extrusionOk="0">
                  <a:moveTo>
                    <a:pt x="879" y="1"/>
                  </a:moveTo>
                  <a:lnTo>
                    <a:pt x="573" y="294"/>
                  </a:lnTo>
                  <a:lnTo>
                    <a:pt x="15" y="196"/>
                  </a:lnTo>
                  <a:lnTo>
                    <a:pt x="1" y="294"/>
                  </a:lnTo>
                  <a:lnTo>
                    <a:pt x="600" y="405"/>
                  </a:lnTo>
                  <a:lnTo>
                    <a:pt x="893" y="70"/>
                  </a:lnTo>
                  <a:lnTo>
                    <a:pt x="87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9" name="Google Shape;4759;p52"/>
            <p:cNvSpPr/>
            <p:nvPr/>
          </p:nvSpPr>
          <p:spPr>
            <a:xfrm>
              <a:off x="1729848" y="1817911"/>
              <a:ext cx="75872" cy="41500"/>
            </a:xfrm>
            <a:custGeom>
              <a:avLst/>
              <a:gdLst/>
              <a:ahLst/>
              <a:cxnLst/>
              <a:rect l="l" t="t" r="r" b="b"/>
              <a:pathLst>
                <a:path w="894" h="489" extrusionOk="0">
                  <a:moveTo>
                    <a:pt x="308" y="1"/>
                  </a:moveTo>
                  <a:lnTo>
                    <a:pt x="15" y="280"/>
                  </a:lnTo>
                  <a:lnTo>
                    <a:pt x="1" y="391"/>
                  </a:lnTo>
                  <a:lnTo>
                    <a:pt x="587" y="489"/>
                  </a:lnTo>
                  <a:lnTo>
                    <a:pt x="893" y="168"/>
                  </a:lnTo>
                  <a:lnTo>
                    <a:pt x="880" y="98"/>
                  </a:lnTo>
                  <a:lnTo>
                    <a:pt x="308" y="1"/>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0" name="Google Shape;4760;p52"/>
            <p:cNvSpPr/>
            <p:nvPr/>
          </p:nvSpPr>
          <p:spPr>
            <a:xfrm>
              <a:off x="1729848" y="1826228"/>
              <a:ext cx="75872" cy="33183"/>
            </a:xfrm>
            <a:custGeom>
              <a:avLst/>
              <a:gdLst/>
              <a:ahLst/>
              <a:cxnLst/>
              <a:rect l="l" t="t" r="r" b="b"/>
              <a:pathLst>
                <a:path w="894" h="391" extrusionOk="0">
                  <a:moveTo>
                    <a:pt x="880" y="0"/>
                  </a:moveTo>
                  <a:lnTo>
                    <a:pt x="573" y="293"/>
                  </a:lnTo>
                  <a:lnTo>
                    <a:pt x="15" y="182"/>
                  </a:lnTo>
                  <a:lnTo>
                    <a:pt x="1" y="293"/>
                  </a:lnTo>
                  <a:lnTo>
                    <a:pt x="587" y="391"/>
                  </a:lnTo>
                  <a:lnTo>
                    <a:pt x="893" y="70"/>
                  </a:lnTo>
                  <a:lnTo>
                    <a:pt x="88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1" name="Google Shape;4761;p52"/>
            <p:cNvSpPr/>
            <p:nvPr/>
          </p:nvSpPr>
          <p:spPr>
            <a:xfrm>
              <a:off x="1633947" y="1801362"/>
              <a:ext cx="77060" cy="42688"/>
            </a:xfrm>
            <a:custGeom>
              <a:avLst/>
              <a:gdLst/>
              <a:ahLst/>
              <a:cxnLst/>
              <a:rect l="l" t="t" r="r" b="b"/>
              <a:pathLst>
                <a:path w="908" h="503" extrusionOk="0">
                  <a:moveTo>
                    <a:pt x="322" y="0"/>
                  </a:moveTo>
                  <a:lnTo>
                    <a:pt x="29" y="293"/>
                  </a:lnTo>
                  <a:lnTo>
                    <a:pt x="1" y="391"/>
                  </a:lnTo>
                  <a:lnTo>
                    <a:pt x="601" y="503"/>
                  </a:lnTo>
                  <a:lnTo>
                    <a:pt x="908" y="168"/>
                  </a:lnTo>
                  <a:lnTo>
                    <a:pt x="894" y="98"/>
                  </a:lnTo>
                  <a:lnTo>
                    <a:pt x="322" y="0"/>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2" name="Google Shape;4762;p52"/>
            <p:cNvSpPr/>
            <p:nvPr/>
          </p:nvSpPr>
          <p:spPr>
            <a:xfrm>
              <a:off x="1633947" y="1809679"/>
              <a:ext cx="77060" cy="34371"/>
            </a:xfrm>
            <a:custGeom>
              <a:avLst/>
              <a:gdLst/>
              <a:ahLst/>
              <a:cxnLst/>
              <a:rect l="l" t="t" r="r" b="b"/>
              <a:pathLst>
                <a:path w="908" h="405" extrusionOk="0">
                  <a:moveTo>
                    <a:pt x="894" y="0"/>
                  </a:moveTo>
                  <a:lnTo>
                    <a:pt x="587" y="293"/>
                  </a:lnTo>
                  <a:lnTo>
                    <a:pt x="29" y="195"/>
                  </a:lnTo>
                  <a:lnTo>
                    <a:pt x="1" y="293"/>
                  </a:lnTo>
                  <a:lnTo>
                    <a:pt x="601" y="405"/>
                  </a:lnTo>
                  <a:lnTo>
                    <a:pt x="908" y="70"/>
                  </a:lnTo>
                  <a:lnTo>
                    <a:pt x="89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3" name="Google Shape;4763;p52"/>
            <p:cNvSpPr/>
            <p:nvPr/>
          </p:nvSpPr>
          <p:spPr>
            <a:xfrm>
              <a:off x="1539320" y="1786001"/>
              <a:ext cx="75787" cy="42688"/>
            </a:xfrm>
            <a:custGeom>
              <a:avLst/>
              <a:gdLst/>
              <a:ahLst/>
              <a:cxnLst/>
              <a:rect l="l" t="t" r="r" b="b"/>
              <a:pathLst>
                <a:path w="893" h="503" extrusionOk="0">
                  <a:moveTo>
                    <a:pt x="321" y="0"/>
                  </a:moveTo>
                  <a:lnTo>
                    <a:pt x="28" y="279"/>
                  </a:lnTo>
                  <a:lnTo>
                    <a:pt x="0" y="391"/>
                  </a:lnTo>
                  <a:lnTo>
                    <a:pt x="600" y="502"/>
                  </a:lnTo>
                  <a:lnTo>
                    <a:pt x="893" y="168"/>
                  </a:lnTo>
                  <a:lnTo>
                    <a:pt x="893" y="98"/>
                  </a:lnTo>
                  <a:lnTo>
                    <a:pt x="321" y="0"/>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4" name="Google Shape;4764;p52"/>
            <p:cNvSpPr/>
            <p:nvPr/>
          </p:nvSpPr>
          <p:spPr>
            <a:xfrm>
              <a:off x="1539320" y="1794233"/>
              <a:ext cx="75787" cy="34456"/>
            </a:xfrm>
            <a:custGeom>
              <a:avLst/>
              <a:gdLst/>
              <a:ahLst/>
              <a:cxnLst/>
              <a:rect l="l" t="t" r="r" b="b"/>
              <a:pathLst>
                <a:path w="893" h="406" extrusionOk="0">
                  <a:moveTo>
                    <a:pt x="893" y="1"/>
                  </a:moveTo>
                  <a:lnTo>
                    <a:pt x="572" y="294"/>
                  </a:lnTo>
                  <a:lnTo>
                    <a:pt x="28" y="182"/>
                  </a:lnTo>
                  <a:lnTo>
                    <a:pt x="0" y="294"/>
                  </a:lnTo>
                  <a:lnTo>
                    <a:pt x="600" y="405"/>
                  </a:lnTo>
                  <a:lnTo>
                    <a:pt x="893" y="71"/>
                  </a:lnTo>
                  <a:lnTo>
                    <a:pt x="89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5" name="Google Shape;4765;p52"/>
            <p:cNvSpPr/>
            <p:nvPr/>
          </p:nvSpPr>
          <p:spPr>
            <a:xfrm>
              <a:off x="1864787" y="1918564"/>
              <a:ext cx="75872" cy="42688"/>
            </a:xfrm>
            <a:custGeom>
              <a:avLst/>
              <a:gdLst/>
              <a:ahLst/>
              <a:cxnLst/>
              <a:rect l="l" t="t" r="r" b="b"/>
              <a:pathLst>
                <a:path w="894" h="503" extrusionOk="0">
                  <a:moveTo>
                    <a:pt x="322" y="0"/>
                  </a:moveTo>
                  <a:lnTo>
                    <a:pt x="15" y="293"/>
                  </a:lnTo>
                  <a:lnTo>
                    <a:pt x="1" y="391"/>
                  </a:lnTo>
                  <a:lnTo>
                    <a:pt x="601" y="503"/>
                  </a:lnTo>
                  <a:lnTo>
                    <a:pt x="894" y="168"/>
                  </a:lnTo>
                  <a:lnTo>
                    <a:pt x="880" y="98"/>
                  </a:lnTo>
                  <a:lnTo>
                    <a:pt x="322" y="0"/>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6" name="Google Shape;4766;p52"/>
            <p:cNvSpPr/>
            <p:nvPr/>
          </p:nvSpPr>
          <p:spPr>
            <a:xfrm>
              <a:off x="1864787" y="1926881"/>
              <a:ext cx="75872" cy="34371"/>
            </a:xfrm>
            <a:custGeom>
              <a:avLst/>
              <a:gdLst/>
              <a:ahLst/>
              <a:cxnLst/>
              <a:rect l="l" t="t" r="r" b="b"/>
              <a:pathLst>
                <a:path w="894" h="405" extrusionOk="0">
                  <a:moveTo>
                    <a:pt x="880" y="0"/>
                  </a:moveTo>
                  <a:lnTo>
                    <a:pt x="573" y="293"/>
                  </a:lnTo>
                  <a:lnTo>
                    <a:pt x="15" y="195"/>
                  </a:lnTo>
                  <a:lnTo>
                    <a:pt x="1" y="293"/>
                  </a:lnTo>
                  <a:lnTo>
                    <a:pt x="601" y="405"/>
                  </a:lnTo>
                  <a:lnTo>
                    <a:pt x="894" y="70"/>
                  </a:lnTo>
                  <a:lnTo>
                    <a:pt x="88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7" name="Google Shape;4767;p52"/>
            <p:cNvSpPr/>
            <p:nvPr/>
          </p:nvSpPr>
          <p:spPr>
            <a:xfrm>
              <a:off x="1770075" y="1902015"/>
              <a:ext cx="75872" cy="42688"/>
            </a:xfrm>
            <a:custGeom>
              <a:avLst/>
              <a:gdLst/>
              <a:ahLst/>
              <a:cxnLst/>
              <a:rect l="l" t="t" r="r" b="b"/>
              <a:pathLst>
                <a:path w="894" h="503" extrusionOk="0">
                  <a:moveTo>
                    <a:pt x="308" y="0"/>
                  </a:moveTo>
                  <a:lnTo>
                    <a:pt x="15" y="293"/>
                  </a:lnTo>
                  <a:lnTo>
                    <a:pt x="1" y="405"/>
                  </a:lnTo>
                  <a:lnTo>
                    <a:pt x="601" y="502"/>
                  </a:lnTo>
                  <a:lnTo>
                    <a:pt x="894" y="181"/>
                  </a:lnTo>
                  <a:lnTo>
                    <a:pt x="880" y="112"/>
                  </a:lnTo>
                  <a:lnTo>
                    <a:pt x="308" y="0"/>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8" name="Google Shape;4768;p52"/>
            <p:cNvSpPr/>
            <p:nvPr/>
          </p:nvSpPr>
          <p:spPr>
            <a:xfrm>
              <a:off x="1770075" y="1911435"/>
              <a:ext cx="75872" cy="33268"/>
            </a:xfrm>
            <a:custGeom>
              <a:avLst/>
              <a:gdLst/>
              <a:ahLst/>
              <a:cxnLst/>
              <a:rect l="l" t="t" r="r" b="b"/>
              <a:pathLst>
                <a:path w="894" h="392" extrusionOk="0">
                  <a:moveTo>
                    <a:pt x="880" y="1"/>
                  </a:moveTo>
                  <a:lnTo>
                    <a:pt x="573" y="294"/>
                  </a:lnTo>
                  <a:lnTo>
                    <a:pt x="15" y="182"/>
                  </a:lnTo>
                  <a:lnTo>
                    <a:pt x="1" y="294"/>
                  </a:lnTo>
                  <a:lnTo>
                    <a:pt x="601" y="391"/>
                  </a:lnTo>
                  <a:lnTo>
                    <a:pt x="894" y="70"/>
                  </a:lnTo>
                  <a:lnTo>
                    <a:pt x="88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9" name="Google Shape;4769;p52"/>
            <p:cNvSpPr/>
            <p:nvPr/>
          </p:nvSpPr>
          <p:spPr>
            <a:xfrm>
              <a:off x="1675448" y="1886569"/>
              <a:ext cx="75787" cy="42688"/>
            </a:xfrm>
            <a:custGeom>
              <a:avLst/>
              <a:gdLst/>
              <a:ahLst/>
              <a:cxnLst/>
              <a:rect l="l" t="t" r="r" b="b"/>
              <a:pathLst>
                <a:path w="893" h="503" extrusionOk="0">
                  <a:moveTo>
                    <a:pt x="307" y="1"/>
                  </a:moveTo>
                  <a:lnTo>
                    <a:pt x="14" y="294"/>
                  </a:lnTo>
                  <a:lnTo>
                    <a:pt x="0" y="391"/>
                  </a:lnTo>
                  <a:lnTo>
                    <a:pt x="586" y="503"/>
                  </a:lnTo>
                  <a:lnTo>
                    <a:pt x="893" y="168"/>
                  </a:lnTo>
                  <a:lnTo>
                    <a:pt x="879" y="98"/>
                  </a:lnTo>
                  <a:lnTo>
                    <a:pt x="307" y="1"/>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0" name="Google Shape;4770;p52"/>
            <p:cNvSpPr/>
            <p:nvPr/>
          </p:nvSpPr>
          <p:spPr>
            <a:xfrm>
              <a:off x="1675448" y="1894886"/>
              <a:ext cx="75787" cy="34371"/>
            </a:xfrm>
            <a:custGeom>
              <a:avLst/>
              <a:gdLst/>
              <a:ahLst/>
              <a:cxnLst/>
              <a:rect l="l" t="t" r="r" b="b"/>
              <a:pathLst>
                <a:path w="893" h="405" extrusionOk="0">
                  <a:moveTo>
                    <a:pt x="879" y="0"/>
                  </a:moveTo>
                  <a:lnTo>
                    <a:pt x="572" y="293"/>
                  </a:lnTo>
                  <a:lnTo>
                    <a:pt x="14" y="196"/>
                  </a:lnTo>
                  <a:lnTo>
                    <a:pt x="0" y="293"/>
                  </a:lnTo>
                  <a:lnTo>
                    <a:pt x="586" y="405"/>
                  </a:lnTo>
                  <a:lnTo>
                    <a:pt x="893" y="70"/>
                  </a:lnTo>
                  <a:lnTo>
                    <a:pt x="87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1" name="Google Shape;4771;p52"/>
            <p:cNvSpPr/>
            <p:nvPr/>
          </p:nvSpPr>
          <p:spPr>
            <a:xfrm>
              <a:off x="1579547" y="1870020"/>
              <a:ext cx="75787" cy="42688"/>
            </a:xfrm>
            <a:custGeom>
              <a:avLst/>
              <a:gdLst/>
              <a:ahLst/>
              <a:cxnLst/>
              <a:rect l="l" t="t" r="r" b="b"/>
              <a:pathLst>
                <a:path w="893" h="503" extrusionOk="0">
                  <a:moveTo>
                    <a:pt x="321" y="1"/>
                  </a:moveTo>
                  <a:lnTo>
                    <a:pt x="28" y="293"/>
                  </a:lnTo>
                  <a:lnTo>
                    <a:pt x="0" y="405"/>
                  </a:lnTo>
                  <a:lnTo>
                    <a:pt x="600" y="503"/>
                  </a:lnTo>
                  <a:lnTo>
                    <a:pt x="893" y="182"/>
                  </a:lnTo>
                  <a:lnTo>
                    <a:pt x="893" y="112"/>
                  </a:lnTo>
                  <a:lnTo>
                    <a:pt x="321" y="1"/>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2" name="Google Shape;4772;p52"/>
            <p:cNvSpPr/>
            <p:nvPr/>
          </p:nvSpPr>
          <p:spPr>
            <a:xfrm>
              <a:off x="1579547" y="1879525"/>
              <a:ext cx="75787" cy="33183"/>
            </a:xfrm>
            <a:custGeom>
              <a:avLst/>
              <a:gdLst/>
              <a:ahLst/>
              <a:cxnLst/>
              <a:rect l="l" t="t" r="r" b="b"/>
              <a:pathLst>
                <a:path w="893" h="391" extrusionOk="0">
                  <a:moveTo>
                    <a:pt x="893" y="0"/>
                  </a:moveTo>
                  <a:lnTo>
                    <a:pt x="586" y="293"/>
                  </a:lnTo>
                  <a:lnTo>
                    <a:pt x="28" y="181"/>
                  </a:lnTo>
                  <a:lnTo>
                    <a:pt x="0" y="293"/>
                  </a:lnTo>
                  <a:lnTo>
                    <a:pt x="600" y="391"/>
                  </a:lnTo>
                  <a:lnTo>
                    <a:pt x="893" y="70"/>
                  </a:lnTo>
                  <a:lnTo>
                    <a:pt x="89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3" name="Google Shape;4773;p52"/>
            <p:cNvSpPr/>
            <p:nvPr/>
          </p:nvSpPr>
          <p:spPr>
            <a:xfrm>
              <a:off x="1484835" y="1854659"/>
              <a:ext cx="75872" cy="42688"/>
            </a:xfrm>
            <a:custGeom>
              <a:avLst/>
              <a:gdLst/>
              <a:ahLst/>
              <a:cxnLst/>
              <a:rect l="l" t="t" r="r" b="b"/>
              <a:pathLst>
                <a:path w="894" h="503" extrusionOk="0">
                  <a:moveTo>
                    <a:pt x="321" y="0"/>
                  </a:moveTo>
                  <a:lnTo>
                    <a:pt x="28" y="293"/>
                  </a:lnTo>
                  <a:lnTo>
                    <a:pt x="0" y="391"/>
                  </a:lnTo>
                  <a:lnTo>
                    <a:pt x="600" y="502"/>
                  </a:lnTo>
                  <a:lnTo>
                    <a:pt x="893" y="168"/>
                  </a:lnTo>
                  <a:lnTo>
                    <a:pt x="879" y="98"/>
                  </a:lnTo>
                  <a:lnTo>
                    <a:pt x="321" y="0"/>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4" name="Google Shape;4774;p52"/>
            <p:cNvSpPr/>
            <p:nvPr/>
          </p:nvSpPr>
          <p:spPr>
            <a:xfrm>
              <a:off x="1484835" y="1862891"/>
              <a:ext cx="75872" cy="34456"/>
            </a:xfrm>
            <a:custGeom>
              <a:avLst/>
              <a:gdLst/>
              <a:ahLst/>
              <a:cxnLst/>
              <a:rect l="l" t="t" r="r" b="b"/>
              <a:pathLst>
                <a:path w="894" h="406" extrusionOk="0">
                  <a:moveTo>
                    <a:pt x="879" y="1"/>
                  </a:moveTo>
                  <a:lnTo>
                    <a:pt x="572" y="294"/>
                  </a:lnTo>
                  <a:lnTo>
                    <a:pt x="28" y="196"/>
                  </a:lnTo>
                  <a:lnTo>
                    <a:pt x="0" y="294"/>
                  </a:lnTo>
                  <a:lnTo>
                    <a:pt x="600" y="405"/>
                  </a:lnTo>
                  <a:lnTo>
                    <a:pt x="893" y="71"/>
                  </a:lnTo>
                  <a:lnTo>
                    <a:pt x="87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5" name="Google Shape;4775;p52"/>
            <p:cNvSpPr/>
            <p:nvPr/>
          </p:nvSpPr>
          <p:spPr>
            <a:xfrm>
              <a:off x="1715675" y="1971861"/>
              <a:ext cx="75872" cy="42688"/>
            </a:xfrm>
            <a:custGeom>
              <a:avLst/>
              <a:gdLst/>
              <a:ahLst/>
              <a:cxnLst/>
              <a:rect l="l" t="t" r="r" b="b"/>
              <a:pathLst>
                <a:path w="894" h="503" extrusionOk="0">
                  <a:moveTo>
                    <a:pt x="307" y="0"/>
                  </a:moveTo>
                  <a:lnTo>
                    <a:pt x="14" y="293"/>
                  </a:lnTo>
                  <a:lnTo>
                    <a:pt x="0" y="391"/>
                  </a:lnTo>
                  <a:lnTo>
                    <a:pt x="600" y="502"/>
                  </a:lnTo>
                  <a:lnTo>
                    <a:pt x="893" y="167"/>
                  </a:lnTo>
                  <a:lnTo>
                    <a:pt x="879" y="98"/>
                  </a:lnTo>
                  <a:lnTo>
                    <a:pt x="307" y="0"/>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6" name="Google Shape;4776;p52"/>
            <p:cNvSpPr/>
            <p:nvPr/>
          </p:nvSpPr>
          <p:spPr>
            <a:xfrm>
              <a:off x="1715675" y="1980093"/>
              <a:ext cx="75872" cy="34456"/>
            </a:xfrm>
            <a:custGeom>
              <a:avLst/>
              <a:gdLst/>
              <a:ahLst/>
              <a:cxnLst/>
              <a:rect l="l" t="t" r="r" b="b"/>
              <a:pathLst>
                <a:path w="894" h="406" extrusionOk="0">
                  <a:moveTo>
                    <a:pt x="879" y="1"/>
                  </a:moveTo>
                  <a:lnTo>
                    <a:pt x="572" y="294"/>
                  </a:lnTo>
                  <a:lnTo>
                    <a:pt x="14" y="196"/>
                  </a:lnTo>
                  <a:lnTo>
                    <a:pt x="0" y="294"/>
                  </a:lnTo>
                  <a:lnTo>
                    <a:pt x="600" y="405"/>
                  </a:lnTo>
                  <a:lnTo>
                    <a:pt x="893" y="70"/>
                  </a:lnTo>
                  <a:lnTo>
                    <a:pt x="87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7" name="Google Shape;4777;p52"/>
            <p:cNvSpPr/>
            <p:nvPr/>
          </p:nvSpPr>
          <p:spPr>
            <a:xfrm>
              <a:off x="1619774" y="1955227"/>
              <a:ext cx="77060" cy="42688"/>
            </a:xfrm>
            <a:custGeom>
              <a:avLst/>
              <a:gdLst/>
              <a:ahLst/>
              <a:cxnLst/>
              <a:rect l="l" t="t" r="r" b="b"/>
              <a:pathLst>
                <a:path w="908" h="503" extrusionOk="0">
                  <a:moveTo>
                    <a:pt x="321" y="1"/>
                  </a:moveTo>
                  <a:lnTo>
                    <a:pt x="28" y="294"/>
                  </a:lnTo>
                  <a:lnTo>
                    <a:pt x="1" y="405"/>
                  </a:lnTo>
                  <a:lnTo>
                    <a:pt x="600" y="503"/>
                  </a:lnTo>
                  <a:lnTo>
                    <a:pt x="907" y="168"/>
                  </a:lnTo>
                  <a:lnTo>
                    <a:pt x="893" y="112"/>
                  </a:lnTo>
                  <a:lnTo>
                    <a:pt x="321" y="1"/>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8" name="Google Shape;4778;p52"/>
            <p:cNvSpPr/>
            <p:nvPr/>
          </p:nvSpPr>
          <p:spPr>
            <a:xfrm>
              <a:off x="1619774" y="1964732"/>
              <a:ext cx="77060" cy="33183"/>
            </a:xfrm>
            <a:custGeom>
              <a:avLst/>
              <a:gdLst/>
              <a:ahLst/>
              <a:cxnLst/>
              <a:rect l="l" t="t" r="r" b="b"/>
              <a:pathLst>
                <a:path w="908" h="391" extrusionOk="0">
                  <a:moveTo>
                    <a:pt x="893" y="0"/>
                  </a:moveTo>
                  <a:lnTo>
                    <a:pt x="586" y="293"/>
                  </a:lnTo>
                  <a:lnTo>
                    <a:pt x="28" y="182"/>
                  </a:lnTo>
                  <a:lnTo>
                    <a:pt x="1" y="293"/>
                  </a:lnTo>
                  <a:lnTo>
                    <a:pt x="600" y="391"/>
                  </a:lnTo>
                  <a:lnTo>
                    <a:pt x="907" y="56"/>
                  </a:lnTo>
                  <a:lnTo>
                    <a:pt x="89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9" name="Google Shape;4779;p52"/>
            <p:cNvSpPr/>
            <p:nvPr/>
          </p:nvSpPr>
          <p:spPr>
            <a:xfrm>
              <a:off x="1525062" y="1939866"/>
              <a:ext cx="75872" cy="42688"/>
            </a:xfrm>
            <a:custGeom>
              <a:avLst/>
              <a:gdLst/>
              <a:ahLst/>
              <a:cxnLst/>
              <a:rect l="l" t="t" r="r" b="b"/>
              <a:pathLst>
                <a:path w="894" h="503" extrusionOk="0">
                  <a:moveTo>
                    <a:pt x="321" y="0"/>
                  </a:moveTo>
                  <a:lnTo>
                    <a:pt x="29" y="293"/>
                  </a:lnTo>
                  <a:lnTo>
                    <a:pt x="1" y="391"/>
                  </a:lnTo>
                  <a:lnTo>
                    <a:pt x="600" y="503"/>
                  </a:lnTo>
                  <a:lnTo>
                    <a:pt x="893" y="168"/>
                  </a:lnTo>
                  <a:lnTo>
                    <a:pt x="893" y="98"/>
                  </a:lnTo>
                  <a:lnTo>
                    <a:pt x="321" y="0"/>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0" name="Google Shape;4780;p52"/>
            <p:cNvSpPr/>
            <p:nvPr/>
          </p:nvSpPr>
          <p:spPr>
            <a:xfrm>
              <a:off x="1525062" y="1948183"/>
              <a:ext cx="75872" cy="34371"/>
            </a:xfrm>
            <a:custGeom>
              <a:avLst/>
              <a:gdLst/>
              <a:ahLst/>
              <a:cxnLst/>
              <a:rect l="l" t="t" r="r" b="b"/>
              <a:pathLst>
                <a:path w="894" h="405" extrusionOk="0">
                  <a:moveTo>
                    <a:pt x="893" y="0"/>
                  </a:moveTo>
                  <a:lnTo>
                    <a:pt x="586" y="293"/>
                  </a:lnTo>
                  <a:lnTo>
                    <a:pt x="29" y="195"/>
                  </a:lnTo>
                  <a:lnTo>
                    <a:pt x="1" y="293"/>
                  </a:lnTo>
                  <a:lnTo>
                    <a:pt x="600" y="405"/>
                  </a:lnTo>
                  <a:lnTo>
                    <a:pt x="893" y="70"/>
                  </a:lnTo>
                  <a:lnTo>
                    <a:pt x="89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1" name="Google Shape;4781;p52"/>
            <p:cNvSpPr/>
            <p:nvPr/>
          </p:nvSpPr>
          <p:spPr>
            <a:xfrm>
              <a:off x="1430350" y="1923317"/>
              <a:ext cx="75872" cy="42688"/>
            </a:xfrm>
            <a:custGeom>
              <a:avLst/>
              <a:gdLst/>
              <a:ahLst/>
              <a:cxnLst/>
              <a:rect l="l" t="t" r="r" b="b"/>
              <a:pathLst>
                <a:path w="894" h="503" extrusionOk="0">
                  <a:moveTo>
                    <a:pt x="322" y="0"/>
                  </a:moveTo>
                  <a:lnTo>
                    <a:pt x="29" y="293"/>
                  </a:lnTo>
                  <a:lnTo>
                    <a:pt x="1" y="405"/>
                  </a:lnTo>
                  <a:lnTo>
                    <a:pt x="601" y="502"/>
                  </a:lnTo>
                  <a:lnTo>
                    <a:pt x="893" y="182"/>
                  </a:lnTo>
                  <a:lnTo>
                    <a:pt x="880" y="112"/>
                  </a:lnTo>
                  <a:lnTo>
                    <a:pt x="322" y="0"/>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2" name="Google Shape;4782;p52"/>
            <p:cNvSpPr/>
            <p:nvPr/>
          </p:nvSpPr>
          <p:spPr>
            <a:xfrm>
              <a:off x="1430350" y="1932737"/>
              <a:ext cx="75872" cy="33268"/>
            </a:xfrm>
            <a:custGeom>
              <a:avLst/>
              <a:gdLst/>
              <a:ahLst/>
              <a:cxnLst/>
              <a:rect l="l" t="t" r="r" b="b"/>
              <a:pathLst>
                <a:path w="894" h="392" extrusionOk="0">
                  <a:moveTo>
                    <a:pt x="880" y="1"/>
                  </a:moveTo>
                  <a:lnTo>
                    <a:pt x="573" y="294"/>
                  </a:lnTo>
                  <a:lnTo>
                    <a:pt x="29" y="182"/>
                  </a:lnTo>
                  <a:lnTo>
                    <a:pt x="1" y="294"/>
                  </a:lnTo>
                  <a:lnTo>
                    <a:pt x="601" y="391"/>
                  </a:lnTo>
                  <a:lnTo>
                    <a:pt x="893" y="71"/>
                  </a:lnTo>
                  <a:lnTo>
                    <a:pt x="88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3" name="Google Shape;4783;p52"/>
            <p:cNvSpPr/>
            <p:nvPr/>
          </p:nvSpPr>
          <p:spPr>
            <a:xfrm>
              <a:off x="1661190" y="2040519"/>
              <a:ext cx="75872" cy="42688"/>
            </a:xfrm>
            <a:custGeom>
              <a:avLst/>
              <a:gdLst/>
              <a:ahLst/>
              <a:cxnLst/>
              <a:rect l="l" t="t" r="r" b="b"/>
              <a:pathLst>
                <a:path w="894" h="503" extrusionOk="0">
                  <a:moveTo>
                    <a:pt x="308" y="0"/>
                  </a:moveTo>
                  <a:lnTo>
                    <a:pt x="15" y="293"/>
                  </a:lnTo>
                  <a:lnTo>
                    <a:pt x="1" y="405"/>
                  </a:lnTo>
                  <a:lnTo>
                    <a:pt x="601" y="502"/>
                  </a:lnTo>
                  <a:lnTo>
                    <a:pt x="893" y="167"/>
                  </a:lnTo>
                  <a:lnTo>
                    <a:pt x="879" y="98"/>
                  </a:lnTo>
                  <a:lnTo>
                    <a:pt x="308" y="0"/>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4" name="Google Shape;4784;p52"/>
            <p:cNvSpPr/>
            <p:nvPr/>
          </p:nvSpPr>
          <p:spPr>
            <a:xfrm>
              <a:off x="1661190" y="2048751"/>
              <a:ext cx="75872" cy="34456"/>
            </a:xfrm>
            <a:custGeom>
              <a:avLst/>
              <a:gdLst/>
              <a:ahLst/>
              <a:cxnLst/>
              <a:rect l="l" t="t" r="r" b="b"/>
              <a:pathLst>
                <a:path w="894" h="406" extrusionOk="0">
                  <a:moveTo>
                    <a:pt x="879" y="1"/>
                  </a:moveTo>
                  <a:lnTo>
                    <a:pt x="573" y="308"/>
                  </a:lnTo>
                  <a:lnTo>
                    <a:pt x="15" y="196"/>
                  </a:lnTo>
                  <a:lnTo>
                    <a:pt x="1" y="308"/>
                  </a:lnTo>
                  <a:lnTo>
                    <a:pt x="601" y="405"/>
                  </a:lnTo>
                  <a:lnTo>
                    <a:pt x="893" y="70"/>
                  </a:lnTo>
                  <a:lnTo>
                    <a:pt x="87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5" name="Google Shape;4785;p52"/>
            <p:cNvSpPr/>
            <p:nvPr/>
          </p:nvSpPr>
          <p:spPr>
            <a:xfrm>
              <a:off x="1566477" y="2025073"/>
              <a:ext cx="75872" cy="42688"/>
            </a:xfrm>
            <a:custGeom>
              <a:avLst/>
              <a:gdLst/>
              <a:ahLst/>
              <a:cxnLst/>
              <a:rect l="l" t="t" r="r" b="b"/>
              <a:pathLst>
                <a:path w="894" h="503" extrusionOk="0">
                  <a:moveTo>
                    <a:pt x="308" y="1"/>
                  </a:moveTo>
                  <a:lnTo>
                    <a:pt x="15" y="280"/>
                  </a:lnTo>
                  <a:lnTo>
                    <a:pt x="1" y="391"/>
                  </a:lnTo>
                  <a:lnTo>
                    <a:pt x="587" y="503"/>
                  </a:lnTo>
                  <a:lnTo>
                    <a:pt x="894" y="168"/>
                  </a:lnTo>
                  <a:lnTo>
                    <a:pt x="880" y="98"/>
                  </a:lnTo>
                  <a:lnTo>
                    <a:pt x="308" y="1"/>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6" name="Google Shape;4786;p52"/>
            <p:cNvSpPr/>
            <p:nvPr/>
          </p:nvSpPr>
          <p:spPr>
            <a:xfrm>
              <a:off x="1566477" y="2033390"/>
              <a:ext cx="75872" cy="34371"/>
            </a:xfrm>
            <a:custGeom>
              <a:avLst/>
              <a:gdLst/>
              <a:ahLst/>
              <a:cxnLst/>
              <a:rect l="l" t="t" r="r" b="b"/>
              <a:pathLst>
                <a:path w="894" h="405" extrusionOk="0">
                  <a:moveTo>
                    <a:pt x="880" y="0"/>
                  </a:moveTo>
                  <a:lnTo>
                    <a:pt x="573" y="293"/>
                  </a:lnTo>
                  <a:lnTo>
                    <a:pt x="15" y="182"/>
                  </a:lnTo>
                  <a:lnTo>
                    <a:pt x="1" y="293"/>
                  </a:lnTo>
                  <a:lnTo>
                    <a:pt x="587" y="405"/>
                  </a:lnTo>
                  <a:lnTo>
                    <a:pt x="894" y="70"/>
                  </a:lnTo>
                  <a:lnTo>
                    <a:pt x="88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7" name="Google Shape;4787;p52"/>
            <p:cNvSpPr/>
            <p:nvPr/>
          </p:nvSpPr>
          <p:spPr>
            <a:xfrm>
              <a:off x="1470662" y="2008524"/>
              <a:ext cx="75787" cy="42688"/>
            </a:xfrm>
            <a:custGeom>
              <a:avLst/>
              <a:gdLst/>
              <a:ahLst/>
              <a:cxnLst/>
              <a:rect l="l" t="t" r="r" b="b"/>
              <a:pathLst>
                <a:path w="893" h="503" extrusionOk="0">
                  <a:moveTo>
                    <a:pt x="321" y="0"/>
                  </a:moveTo>
                  <a:lnTo>
                    <a:pt x="28" y="293"/>
                  </a:lnTo>
                  <a:lnTo>
                    <a:pt x="0" y="391"/>
                  </a:lnTo>
                  <a:lnTo>
                    <a:pt x="600" y="503"/>
                  </a:lnTo>
                  <a:lnTo>
                    <a:pt x="893" y="168"/>
                  </a:lnTo>
                  <a:lnTo>
                    <a:pt x="893" y="112"/>
                  </a:lnTo>
                  <a:lnTo>
                    <a:pt x="321" y="0"/>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8" name="Google Shape;4788;p52"/>
            <p:cNvSpPr/>
            <p:nvPr/>
          </p:nvSpPr>
          <p:spPr>
            <a:xfrm>
              <a:off x="1470662" y="2018029"/>
              <a:ext cx="75787" cy="33183"/>
            </a:xfrm>
            <a:custGeom>
              <a:avLst/>
              <a:gdLst/>
              <a:ahLst/>
              <a:cxnLst/>
              <a:rect l="l" t="t" r="r" b="b"/>
              <a:pathLst>
                <a:path w="893" h="391" extrusionOk="0">
                  <a:moveTo>
                    <a:pt x="893" y="0"/>
                  </a:moveTo>
                  <a:lnTo>
                    <a:pt x="572" y="279"/>
                  </a:lnTo>
                  <a:lnTo>
                    <a:pt x="28" y="181"/>
                  </a:lnTo>
                  <a:lnTo>
                    <a:pt x="0" y="279"/>
                  </a:lnTo>
                  <a:lnTo>
                    <a:pt x="600" y="391"/>
                  </a:lnTo>
                  <a:lnTo>
                    <a:pt x="893" y="56"/>
                  </a:lnTo>
                  <a:lnTo>
                    <a:pt x="89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9" name="Google Shape;4789;p52"/>
            <p:cNvSpPr/>
            <p:nvPr/>
          </p:nvSpPr>
          <p:spPr>
            <a:xfrm>
              <a:off x="1375950" y="1993163"/>
              <a:ext cx="75787" cy="42688"/>
            </a:xfrm>
            <a:custGeom>
              <a:avLst/>
              <a:gdLst/>
              <a:ahLst/>
              <a:cxnLst/>
              <a:rect l="l" t="t" r="r" b="b"/>
              <a:pathLst>
                <a:path w="893" h="503" extrusionOk="0">
                  <a:moveTo>
                    <a:pt x="321" y="0"/>
                  </a:moveTo>
                  <a:lnTo>
                    <a:pt x="14" y="293"/>
                  </a:lnTo>
                  <a:lnTo>
                    <a:pt x="0" y="391"/>
                  </a:lnTo>
                  <a:lnTo>
                    <a:pt x="600" y="502"/>
                  </a:lnTo>
                  <a:lnTo>
                    <a:pt x="893" y="168"/>
                  </a:lnTo>
                  <a:lnTo>
                    <a:pt x="879" y="98"/>
                  </a:lnTo>
                  <a:lnTo>
                    <a:pt x="321" y="0"/>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0" name="Google Shape;4790;p52"/>
            <p:cNvSpPr/>
            <p:nvPr/>
          </p:nvSpPr>
          <p:spPr>
            <a:xfrm>
              <a:off x="1375950" y="2001395"/>
              <a:ext cx="75787" cy="34456"/>
            </a:xfrm>
            <a:custGeom>
              <a:avLst/>
              <a:gdLst/>
              <a:ahLst/>
              <a:cxnLst/>
              <a:rect l="l" t="t" r="r" b="b"/>
              <a:pathLst>
                <a:path w="893" h="406" extrusionOk="0">
                  <a:moveTo>
                    <a:pt x="879" y="1"/>
                  </a:moveTo>
                  <a:lnTo>
                    <a:pt x="572" y="294"/>
                  </a:lnTo>
                  <a:lnTo>
                    <a:pt x="14" y="196"/>
                  </a:lnTo>
                  <a:lnTo>
                    <a:pt x="0" y="294"/>
                  </a:lnTo>
                  <a:lnTo>
                    <a:pt x="600" y="405"/>
                  </a:lnTo>
                  <a:lnTo>
                    <a:pt x="893" y="71"/>
                  </a:lnTo>
                  <a:lnTo>
                    <a:pt x="87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1" name="Google Shape;4791;p52"/>
            <p:cNvSpPr/>
            <p:nvPr/>
          </p:nvSpPr>
          <p:spPr>
            <a:xfrm>
              <a:off x="1701417" y="1987222"/>
              <a:ext cx="181277" cy="181192"/>
            </a:xfrm>
            <a:custGeom>
              <a:avLst/>
              <a:gdLst/>
              <a:ahLst/>
              <a:cxnLst/>
              <a:rect l="l" t="t" r="r" b="b"/>
              <a:pathLst>
                <a:path w="2136" h="2135" extrusionOk="0">
                  <a:moveTo>
                    <a:pt x="1591" y="0"/>
                  </a:moveTo>
                  <a:lnTo>
                    <a:pt x="15" y="1925"/>
                  </a:lnTo>
                  <a:lnTo>
                    <a:pt x="1" y="2023"/>
                  </a:lnTo>
                  <a:lnTo>
                    <a:pt x="601" y="2135"/>
                  </a:lnTo>
                  <a:lnTo>
                    <a:pt x="880" y="1800"/>
                  </a:lnTo>
                  <a:lnTo>
                    <a:pt x="2135" y="112"/>
                  </a:lnTo>
                  <a:lnTo>
                    <a:pt x="1591" y="0"/>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2" name="Google Shape;4792;p52"/>
            <p:cNvSpPr/>
            <p:nvPr/>
          </p:nvSpPr>
          <p:spPr>
            <a:xfrm>
              <a:off x="1701417" y="1996727"/>
              <a:ext cx="182465" cy="172875"/>
            </a:xfrm>
            <a:custGeom>
              <a:avLst/>
              <a:gdLst/>
              <a:ahLst/>
              <a:cxnLst/>
              <a:rect l="l" t="t" r="r" b="b"/>
              <a:pathLst>
                <a:path w="2150" h="2037" extrusionOk="0">
                  <a:moveTo>
                    <a:pt x="2135" y="0"/>
                  </a:moveTo>
                  <a:lnTo>
                    <a:pt x="573" y="1925"/>
                  </a:lnTo>
                  <a:lnTo>
                    <a:pt x="15" y="1827"/>
                  </a:lnTo>
                  <a:lnTo>
                    <a:pt x="1" y="1925"/>
                  </a:lnTo>
                  <a:lnTo>
                    <a:pt x="601" y="2037"/>
                  </a:lnTo>
                  <a:lnTo>
                    <a:pt x="2149" y="70"/>
                  </a:lnTo>
                  <a:lnTo>
                    <a:pt x="213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3" name="Google Shape;4793;p52"/>
            <p:cNvSpPr/>
            <p:nvPr/>
          </p:nvSpPr>
          <p:spPr>
            <a:xfrm>
              <a:off x="1606790" y="2109177"/>
              <a:ext cx="75787" cy="42688"/>
            </a:xfrm>
            <a:custGeom>
              <a:avLst/>
              <a:gdLst/>
              <a:ahLst/>
              <a:cxnLst/>
              <a:rect l="l" t="t" r="r" b="b"/>
              <a:pathLst>
                <a:path w="893" h="503" extrusionOk="0">
                  <a:moveTo>
                    <a:pt x="307" y="0"/>
                  </a:moveTo>
                  <a:lnTo>
                    <a:pt x="14" y="293"/>
                  </a:lnTo>
                  <a:lnTo>
                    <a:pt x="0" y="405"/>
                  </a:lnTo>
                  <a:lnTo>
                    <a:pt x="586" y="502"/>
                  </a:lnTo>
                  <a:lnTo>
                    <a:pt x="893" y="181"/>
                  </a:lnTo>
                  <a:lnTo>
                    <a:pt x="879" y="112"/>
                  </a:lnTo>
                  <a:lnTo>
                    <a:pt x="307" y="0"/>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4" name="Google Shape;4794;p52"/>
            <p:cNvSpPr/>
            <p:nvPr/>
          </p:nvSpPr>
          <p:spPr>
            <a:xfrm>
              <a:off x="1606790" y="2118597"/>
              <a:ext cx="75787" cy="33268"/>
            </a:xfrm>
            <a:custGeom>
              <a:avLst/>
              <a:gdLst/>
              <a:ahLst/>
              <a:cxnLst/>
              <a:rect l="l" t="t" r="r" b="b"/>
              <a:pathLst>
                <a:path w="893" h="392" extrusionOk="0">
                  <a:moveTo>
                    <a:pt x="879" y="1"/>
                  </a:moveTo>
                  <a:lnTo>
                    <a:pt x="572" y="294"/>
                  </a:lnTo>
                  <a:lnTo>
                    <a:pt x="14" y="182"/>
                  </a:lnTo>
                  <a:lnTo>
                    <a:pt x="0" y="294"/>
                  </a:lnTo>
                  <a:lnTo>
                    <a:pt x="586" y="391"/>
                  </a:lnTo>
                  <a:lnTo>
                    <a:pt x="893" y="70"/>
                  </a:lnTo>
                  <a:lnTo>
                    <a:pt x="87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5" name="Google Shape;4795;p52"/>
            <p:cNvSpPr/>
            <p:nvPr/>
          </p:nvSpPr>
          <p:spPr>
            <a:xfrm>
              <a:off x="1512077" y="2093731"/>
              <a:ext cx="75787" cy="42688"/>
            </a:xfrm>
            <a:custGeom>
              <a:avLst/>
              <a:gdLst/>
              <a:ahLst/>
              <a:cxnLst/>
              <a:rect l="l" t="t" r="r" b="b"/>
              <a:pathLst>
                <a:path w="893" h="503" extrusionOk="0">
                  <a:moveTo>
                    <a:pt x="307" y="1"/>
                  </a:moveTo>
                  <a:lnTo>
                    <a:pt x="14" y="294"/>
                  </a:lnTo>
                  <a:lnTo>
                    <a:pt x="0" y="391"/>
                  </a:lnTo>
                  <a:lnTo>
                    <a:pt x="586" y="503"/>
                  </a:lnTo>
                  <a:lnTo>
                    <a:pt x="893" y="168"/>
                  </a:lnTo>
                  <a:lnTo>
                    <a:pt x="879" y="98"/>
                  </a:lnTo>
                  <a:lnTo>
                    <a:pt x="307" y="1"/>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6" name="Google Shape;4796;p52"/>
            <p:cNvSpPr/>
            <p:nvPr/>
          </p:nvSpPr>
          <p:spPr>
            <a:xfrm>
              <a:off x="1512077" y="2102048"/>
              <a:ext cx="75787" cy="34371"/>
            </a:xfrm>
            <a:custGeom>
              <a:avLst/>
              <a:gdLst/>
              <a:ahLst/>
              <a:cxnLst/>
              <a:rect l="l" t="t" r="r" b="b"/>
              <a:pathLst>
                <a:path w="893" h="405" extrusionOk="0">
                  <a:moveTo>
                    <a:pt x="879" y="0"/>
                  </a:moveTo>
                  <a:lnTo>
                    <a:pt x="572" y="293"/>
                  </a:lnTo>
                  <a:lnTo>
                    <a:pt x="14" y="196"/>
                  </a:lnTo>
                  <a:lnTo>
                    <a:pt x="0" y="293"/>
                  </a:lnTo>
                  <a:lnTo>
                    <a:pt x="586" y="405"/>
                  </a:lnTo>
                  <a:lnTo>
                    <a:pt x="893" y="70"/>
                  </a:lnTo>
                  <a:lnTo>
                    <a:pt x="87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7" name="Google Shape;4797;p52"/>
            <p:cNvSpPr/>
            <p:nvPr/>
          </p:nvSpPr>
          <p:spPr>
            <a:xfrm>
              <a:off x="1416177" y="2078370"/>
              <a:ext cx="75872" cy="42688"/>
            </a:xfrm>
            <a:custGeom>
              <a:avLst/>
              <a:gdLst/>
              <a:ahLst/>
              <a:cxnLst/>
              <a:rect l="l" t="t" r="r" b="b"/>
              <a:pathLst>
                <a:path w="894" h="503" extrusionOk="0">
                  <a:moveTo>
                    <a:pt x="321" y="0"/>
                  </a:moveTo>
                  <a:lnTo>
                    <a:pt x="28" y="279"/>
                  </a:lnTo>
                  <a:lnTo>
                    <a:pt x="0" y="391"/>
                  </a:lnTo>
                  <a:lnTo>
                    <a:pt x="600" y="503"/>
                  </a:lnTo>
                  <a:lnTo>
                    <a:pt x="893" y="168"/>
                  </a:lnTo>
                  <a:lnTo>
                    <a:pt x="893" y="98"/>
                  </a:lnTo>
                  <a:lnTo>
                    <a:pt x="321" y="0"/>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8" name="Google Shape;4798;p52"/>
            <p:cNvSpPr/>
            <p:nvPr/>
          </p:nvSpPr>
          <p:spPr>
            <a:xfrm>
              <a:off x="1416177" y="2086687"/>
              <a:ext cx="75872" cy="34371"/>
            </a:xfrm>
            <a:custGeom>
              <a:avLst/>
              <a:gdLst/>
              <a:ahLst/>
              <a:cxnLst/>
              <a:rect l="l" t="t" r="r" b="b"/>
              <a:pathLst>
                <a:path w="894" h="405" extrusionOk="0">
                  <a:moveTo>
                    <a:pt x="893" y="0"/>
                  </a:moveTo>
                  <a:lnTo>
                    <a:pt x="572" y="293"/>
                  </a:lnTo>
                  <a:lnTo>
                    <a:pt x="28" y="181"/>
                  </a:lnTo>
                  <a:lnTo>
                    <a:pt x="0" y="293"/>
                  </a:lnTo>
                  <a:lnTo>
                    <a:pt x="600" y="405"/>
                  </a:lnTo>
                  <a:lnTo>
                    <a:pt x="893" y="70"/>
                  </a:lnTo>
                  <a:lnTo>
                    <a:pt x="89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9" name="Google Shape;4799;p52"/>
            <p:cNvSpPr/>
            <p:nvPr/>
          </p:nvSpPr>
          <p:spPr>
            <a:xfrm>
              <a:off x="1321465" y="2061821"/>
              <a:ext cx="75872" cy="42688"/>
            </a:xfrm>
            <a:custGeom>
              <a:avLst/>
              <a:gdLst/>
              <a:ahLst/>
              <a:cxnLst/>
              <a:rect l="l" t="t" r="r" b="b"/>
              <a:pathLst>
                <a:path w="894" h="503" extrusionOk="0">
                  <a:moveTo>
                    <a:pt x="321" y="0"/>
                  </a:moveTo>
                  <a:lnTo>
                    <a:pt x="14" y="293"/>
                  </a:lnTo>
                  <a:lnTo>
                    <a:pt x="0" y="391"/>
                  </a:lnTo>
                  <a:lnTo>
                    <a:pt x="600" y="502"/>
                  </a:lnTo>
                  <a:lnTo>
                    <a:pt x="893" y="168"/>
                  </a:lnTo>
                  <a:lnTo>
                    <a:pt x="879" y="98"/>
                  </a:lnTo>
                  <a:lnTo>
                    <a:pt x="321" y="0"/>
                  </a:lnTo>
                  <a:close/>
                </a:path>
              </a:pathLst>
            </a:custGeom>
            <a:gradFill>
              <a:gsLst>
                <a:gs pos="0">
                  <a:srgbClr val="EEE3FF">
                    <a:alpha val="5490"/>
                  </a:srgbClr>
                </a:gs>
                <a:gs pos="100000">
                  <a:srgbClr val="EEE3FF">
                    <a:alpha val="18431"/>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0" name="Google Shape;4800;p52"/>
            <p:cNvSpPr/>
            <p:nvPr/>
          </p:nvSpPr>
          <p:spPr>
            <a:xfrm>
              <a:off x="1321465" y="2070053"/>
              <a:ext cx="75872" cy="34456"/>
            </a:xfrm>
            <a:custGeom>
              <a:avLst/>
              <a:gdLst/>
              <a:ahLst/>
              <a:cxnLst/>
              <a:rect l="l" t="t" r="r" b="b"/>
              <a:pathLst>
                <a:path w="894" h="406" extrusionOk="0">
                  <a:moveTo>
                    <a:pt x="879" y="1"/>
                  </a:moveTo>
                  <a:lnTo>
                    <a:pt x="572" y="294"/>
                  </a:lnTo>
                  <a:lnTo>
                    <a:pt x="14" y="196"/>
                  </a:lnTo>
                  <a:lnTo>
                    <a:pt x="0" y="294"/>
                  </a:lnTo>
                  <a:lnTo>
                    <a:pt x="600" y="405"/>
                  </a:lnTo>
                  <a:lnTo>
                    <a:pt x="893" y="71"/>
                  </a:lnTo>
                  <a:lnTo>
                    <a:pt x="87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1" name="Google Shape;4801;p52"/>
            <p:cNvSpPr/>
            <p:nvPr/>
          </p:nvSpPr>
          <p:spPr>
            <a:xfrm>
              <a:off x="1321465" y="2075994"/>
              <a:ext cx="75872" cy="29704"/>
            </a:xfrm>
            <a:custGeom>
              <a:avLst/>
              <a:gdLst/>
              <a:ahLst/>
              <a:cxnLst/>
              <a:rect l="l" t="t" r="r" b="b"/>
              <a:pathLst>
                <a:path w="894" h="350" extrusionOk="0">
                  <a:moveTo>
                    <a:pt x="0" y="224"/>
                  </a:moveTo>
                  <a:lnTo>
                    <a:pt x="586" y="307"/>
                  </a:lnTo>
                  <a:lnTo>
                    <a:pt x="893" y="1"/>
                  </a:lnTo>
                  <a:lnTo>
                    <a:pt x="600" y="349"/>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2" name="Google Shape;4802;p52"/>
            <p:cNvSpPr/>
            <p:nvPr/>
          </p:nvSpPr>
          <p:spPr>
            <a:xfrm>
              <a:off x="1211391" y="1838025"/>
              <a:ext cx="858265" cy="413220"/>
            </a:xfrm>
            <a:custGeom>
              <a:avLst/>
              <a:gdLst/>
              <a:ahLst/>
              <a:cxnLst/>
              <a:rect l="l" t="t" r="r" b="b"/>
              <a:pathLst>
                <a:path w="10113" h="4869" extrusionOk="0">
                  <a:moveTo>
                    <a:pt x="0" y="3572"/>
                  </a:moveTo>
                  <a:cubicBezTo>
                    <a:pt x="0" y="3572"/>
                    <a:pt x="6263" y="4632"/>
                    <a:pt x="6626" y="4534"/>
                  </a:cubicBezTo>
                  <a:cubicBezTo>
                    <a:pt x="7002" y="4450"/>
                    <a:pt x="10113" y="1"/>
                    <a:pt x="10113" y="1"/>
                  </a:cubicBezTo>
                  <a:lnTo>
                    <a:pt x="6696" y="4869"/>
                  </a:ln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3" name="Google Shape;4803;p52"/>
            <p:cNvSpPr/>
            <p:nvPr/>
          </p:nvSpPr>
          <p:spPr>
            <a:xfrm>
              <a:off x="2069573" y="1658105"/>
              <a:ext cx="67639" cy="188321"/>
            </a:xfrm>
            <a:custGeom>
              <a:avLst/>
              <a:gdLst/>
              <a:ahLst/>
              <a:cxnLst/>
              <a:rect l="l" t="t" r="r" b="b"/>
              <a:pathLst>
                <a:path w="797" h="2219" extrusionOk="0">
                  <a:moveTo>
                    <a:pt x="796" y="1"/>
                  </a:moveTo>
                  <a:lnTo>
                    <a:pt x="1" y="2121"/>
                  </a:lnTo>
                  <a:lnTo>
                    <a:pt x="140" y="2219"/>
                  </a:lnTo>
                  <a:lnTo>
                    <a:pt x="79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4" name="Google Shape;4804;p52"/>
            <p:cNvSpPr/>
            <p:nvPr/>
          </p:nvSpPr>
          <p:spPr>
            <a:xfrm>
              <a:off x="3174126" y="3356816"/>
              <a:ext cx="153950" cy="203767"/>
            </a:xfrm>
            <a:custGeom>
              <a:avLst/>
              <a:gdLst/>
              <a:ahLst/>
              <a:cxnLst/>
              <a:rect l="l" t="t" r="r" b="b"/>
              <a:pathLst>
                <a:path w="1814" h="2401" extrusionOk="0">
                  <a:moveTo>
                    <a:pt x="1186" y="1"/>
                  </a:moveTo>
                  <a:cubicBezTo>
                    <a:pt x="1067" y="11"/>
                    <a:pt x="949" y="21"/>
                    <a:pt x="831" y="21"/>
                  </a:cubicBezTo>
                  <a:cubicBezTo>
                    <a:pt x="782" y="21"/>
                    <a:pt x="733" y="19"/>
                    <a:pt x="684" y="15"/>
                  </a:cubicBezTo>
                  <a:cubicBezTo>
                    <a:pt x="488" y="684"/>
                    <a:pt x="265" y="1396"/>
                    <a:pt x="0" y="2121"/>
                  </a:cubicBezTo>
                  <a:lnTo>
                    <a:pt x="223" y="2107"/>
                  </a:lnTo>
                  <a:lnTo>
                    <a:pt x="474" y="2065"/>
                  </a:lnTo>
                  <a:lnTo>
                    <a:pt x="628" y="1563"/>
                  </a:lnTo>
                  <a:lnTo>
                    <a:pt x="893" y="1535"/>
                  </a:lnTo>
                  <a:lnTo>
                    <a:pt x="893" y="1535"/>
                  </a:lnTo>
                  <a:cubicBezTo>
                    <a:pt x="781" y="1814"/>
                    <a:pt x="697" y="2107"/>
                    <a:pt x="614" y="2400"/>
                  </a:cubicBezTo>
                  <a:cubicBezTo>
                    <a:pt x="684" y="2386"/>
                    <a:pt x="753" y="2358"/>
                    <a:pt x="823" y="2344"/>
                  </a:cubicBezTo>
                  <a:cubicBezTo>
                    <a:pt x="893" y="2316"/>
                    <a:pt x="962" y="2302"/>
                    <a:pt x="1032" y="2289"/>
                  </a:cubicBezTo>
                  <a:lnTo>
                    <a:pt x="1074" y="2289"/>
                  </a:lnTo>
                  <a:cubicBezTo>
                    <a:pt x="1200" y="1870"/>
                    <a:pt x="1437" y="1187"/>
                    <a:pt x="1813" y="252"/>
                  </a:cubicBezTo>
                  <a:lnTo>
                    <a:pt x="1813" y="252"/>
                  </a:lnTo>
                  <a:cubicBezTo>
                    <a:pt x="1646" y="280"/>
                    <a:pt x="1479" y="308"/>
                    <a:pt x="1297" y="308"/>
                  </a:cubicBezTo>
                  <a:cubicBezTo>
                    <a:pt x="1200" y="629"/>
                    <a:pt x="1130" y="894"/>
                    <a:pt x="1060" y="1061"/>
                  </a:cubicBezTo>
                  <a:cubicBezTo>
                    <a:pt x="1018" y="1075"/>
                    <a:pt x="962" y="1103"/>
                    <a:pt x="921" y="1103"/>
                  </a:cubicBezTo>
                  <a:cubicBezTo>
                    <a:pt x="921" y="1103"/>
                    <a:pt x="879" y="1103"/>
                    <a:pt x="809" y="1117"/>
                  </a:cubicBezTo>
                  <a:cubicBezTo>
                    <a:pt x="921" y="740"/>
                    <a:pt x="1046" y="364"/>
                    <a:pt x="11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5" name="Google Shape;4805;p52"/>
            <p:cNvSpPr/>
            <p:nvPr/>
          </p:nvSpPr>
          <p:spPr>
            <a:xfrm>
              <a:off x="3290140" y="3492350"/>
              <a:ext cx="60426" cy="75277"/>
            </a:xfrm>
            <a:custGeom>
              <a:avLst/>
              <a:gdLst/>
              <a:ahLst/>
              <a:cxnLst/>
              <a:rect l="l" t="t" r="r" b="b"/>
              <a:pathLst>
                <a:path w="712" h="887" extrusionOk="0">
                  <a:moveTo>
                    <a:pt x="389" y="1"/>
                  </a:moveTo>
                  <a:cubicBezTo>
                    <a:pt x="275" y="1"/>
                    <a:pt x="167" y="55"/>
                    <a:pt x="98" y="148"/>
                  </a:cubicBezTo>
                  <a:cubicBezTo>
                    <a:pt x="56" y="203"/>
                    <a:pt x="42" y="287"/>
                    <a:pt x="56" y="357"/>
                  </a:cubicBezTo>
                  <a:cubicBezTo>
                    <a:pt x="80" y="353"/>
                    <a:pt x="105" y="351"/>
                    <a:pt x="129" y="351"/>
                  </a:cubicBezTo>
                  <a:cubicBezTo>
                    <a:pt x="187" y="351"/>
                    <a:pt x="244" y="361"/>
                    <a:pt x="293" y="371"/>
                  </a:cubicBezTo>
                  <a:cubicBezTo>
                    <a:pt x="307" y="357"/>
                    <a:pt x="307" y="329"/>
                    <a:pt x="293" y="315"/>
                  </a:cubicBezTo>
                  <a:cubicBezTo>
                    <a:pt x="307" y="273"/>
                    <a:pt x="321" y="245"/>
                    <a:pt x="363" y="231"/>
                  </a:cubicBezTo>
                  <a:cubicBezTo>
                    <a:pt x="391" y="245"/>
                    <a:pt x="405" y="273"/>
                    <a:pt x="405" y="301"/>
                  </a:cubicBezTo>
                  <a:cubicBezTo>
                    <a:pt x="405" y="315"/>
                    <a:pt x="391" y="343"/>
                    <a:pt x="391" y="357"/>
                  </a:cubicBezTo>
                  <a:cubicBezTo>
                    <a:pt x="307" y="440"/>
                    <a:pt x="223" y="510"/>
                    <a:pt x="126" y="566"/>
                  </a:cubicBezTo>
                  <a:cubicBezTo>
                    <a:pt x="42" y="608"/>
                    <a:pt x="0" y="705"/>
                    <a:pt x="14" y="789"/>
                  </a:cubicBezTo>
                  <a:cubicBezTo>
                    <a:pt x="36" y="778"/>
                    <a:pt x="64" y="773"/>
                    <a:pt x="99" y="773"/>
                  </a:cubicBezTo>
                  <a:cubicBezTo>
                    <a:pt x="197" y="773"/>
                    <a:pt x="345" y="815"/>
                    <a:pt x="530" y="887"/>
                  </a:cubicBezTo>
                  <a:cubicBezTo>
                    <a:pt x="558" y="817"/>
                    <a:pt x="614" y="747"/>
                    <a:pt x="670" y="692"/>
                  </a:cubicBezTo>
                  <a:cubicBezTo>
                    <a:pt x="600" y="650"/>
                    <a:pt x="502" y="622"/>
                    <a:pt x="418" y="608"/>
                  </a:cubicBezTo>
                  <a:cubicBezTo>
                    <a:pt x="586" y="510"/>
                    <a:pt x="670" y="413"/>
                    <a:pt x="697" y="315"/>
                  </a:cubicBezTo>
                  <a:cubicBezTo>
                    <a:pt x="711" y="217"/>
                    <a:pt x="683" y="134"/>
                    <a:pt x="614" y="78"/>
                  </a:cubicBezTo>
                  <a:cubicBezTo>
                    <a:pt x="558" y="36"/>
                    <a:pt x="516" y="22"/>
                    <a:pt x="460" y="8"/>
                  </a:cubicBezTo>
                  <a:cubicBezTo>
                    <a:pt x="436" y="3"/>
                    <a:pt x="412" y="1"/>
                    <a:pt x="38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6" name="Google Shape;4806;p52"/>
            <p:cNvSpPr/>
            <p:nvPr/>
          </p:nvSpPr>
          <p:spPr>
            <a:xfrm>
              <a:off x="3358798" y="3453735"/>
              <a:ext cx="140880" cy="133327"/>
            </a:xfrm>
            <a:custGeom>
              <a:avLst/>
              <a:gdLst/>
              <a:ahLst/>
              <a:cxnLst/>
              <a:rect l="l" t="t" r="r" b="b"/>
              <a:pathLst>
                <a:path w="1660" h="1571" extrusionOk="0">
                  <a:moveTo>
                    <a:pt x="990" y="630"/>
                  </a:moveTo>
                  <a:cubicBezTo>
                    <a:pt x="1116" y="672"/>
                    <a:pt x="1158" y="728"/>
                    <a:pt x="1130" y="840"/>
                  </a:cubicBezTo>
                  <a:cubicBezTo>
                    <a:pt x="1088" y="923"/>
                    <a:pt x="1046" y="979"/>
                    <a:pt x="976" y="1035"/>
                  </a:cubicBezTo>
                  <a:cubicBezTo>
                    <a:pt x="862" y="1150"/>
                    <a:pt x="712" y="1218"/>
                    <a:pt x="548" y="1218"/>
                  </a:cubicBezTo>
                  <a:cubicBezTo>
                    <a:pt x="533" y="1218"/>
                    <a:pt x="518" y="1217"/>
                    <a:pt x="502" y="1216"/>
                  </a:cubicBezTo>
                  <a:cubicBezTo>
                    <a:pt x="446" y="1188"/>
                    <a:pt x="418" y="1133"/>
                    <a:pt x="418" y="1035"/>
                  </a:cubicBezTo>
                  <a:cubicBezTo>
                    <a:pt x="460" y="895"/>
                    <a:pt x="544" y="798"/>
                    <a:pt x="656" y="714"/>
                  </a:cubicBezTo>
                  <a:cubicBezTo>
                    <a:pt x="753" y="658"/>
                    <a:pt x="865" y="630"/>
                    <a:pt x="990" y="630"/>
                  </a:cubicBezTo>
                  <a:close/>
                  <a:moveTo>
                    <a:pt x="1161" y="1"/>
                  </a:moveTo>
                  <a:cubicBezTo>
                    <a:pt x="1117" y="1"/>
                    <a:pt x="1073" y="5"/>
                    <a:pt x="1032" y="17"/>
                  </a:cubicBezTo>
                  <a:cubicBezTo>
                    <a:pt x="893" y="31"/>
                    <a:pt x="753" y="72"/>
                    <a:pt x="614" y="128"/>
                  </a:cubicBezTo>
                  <a:cubicBezTo>
                    <a:pt x="474" y="226"/>
                    <a:pt x="335" y="338"/>
                    <a:pt x="223" y="463"/>
                  </a:cubicBezTo>
                  <a:cubicBezTo>
                    <a:pt x="112" y="603"/>
                    <a:pt x="28" y="784"/>
                    <a:pt x="0" y="965"/>
                  </a:cubicBezTo>
                  <a:cubicBezTo>
                    <a:pt x="0" y="1091"/>
                    <a:pt x="28" y="1230"/>
                    <a:pt x="98" y="1342"/>
                  </a:cubicBezTo>
                  <a:cubicBezTo>
                    <a:pt x="140" y="1426"/>
                    <a:pt x="223" y="1481"/>
                    <a:pt x="321" y="1523"/>
                  </a:cubicBezTo>
                  <a:cubicBezTo>
                    <a:pt x="405" y="1555"/>
                    <a:pt x="496" y="1570"/>
                    <a:pt x="584" y="1570"/>
                  </a:cubicBezTo>
                  <a:cubicBezTo>
                    <a:pt x="613" y="1570"/>
                    <a:pt x="642" y="1568"/>
                    <a:pt x="670" y="1565"/>
                  </a:cubicBezTo>
                  <a:cubicBezTo>
                    <a:pt x="809" y="1537"/>
                    <a:pt x="949" y="1481"/>
                    <a:pt x="1074" y="1398"/>
                  </a:cubicBezTo>
                  <a:cubicBezTo>
                    <a:pt x="1130" y="1370"/>
                    <a:pt x="1186" y="1328"/>
                    <a:pt x="1228" y="1286"/>
                  </a:cubicBezTo>
                  <a:cubicBezTo>
                    <a:pt x="1311" y="1216"/>
                    <a:pt x="1381" y="1133"/>
                    <a:pt x="1437" y="1049"/>
                  </a:cubicBezTo>
                  <a:cubicBezTo>
                    <a:pt x="1520" y="937"/>
                    <a:pt x="1590" y="798"/>
                    <a:pt x="1632" y="658"/>
                  </a:cubicBezTo>
                  <a:cubicBezTo>
                    <a:pt x="1660" y="547"/>
                    <a:pt x="1660" y="421"/>
                    <a:pt x="1632" y="310"/>
                  </a:cubicBezTo>
                  <a:cubicBezTo>
                    <a:pt x="1590" y="170"/>
                    <a:pt x="1479" y="59"/>
                    <a:pt x="1339" y="17"/>
                  </a:cubicBezTo>
                  <a:cubicBezTo>
                    <a:pt x="1283" y="9"/>
                    <a:pt x="1222" y="1"/>
                    <a:pt x="116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7" name="Google Shape;4807;p52"/>
            <p:cNvSpPr/>
            <p:nvPr/>
          </p:nvSpPr>
          <p:spPr>
            <a:xfrm>
              <a:off x="1233881" y="2155345"/>
              <a:ext cx="80539" cy="108970"/>
            </a:xfrm>
            <a:custGeom>
              <a:avLst/>
              <a:gdLst/>
              <a:ahLst/>
              <a:cxnLst/>
              <a:rect l="l" t="t" r="r" b="b"/>
              <a:pathLst>
                <a:path w="949" h="1284" extrusionOk="0">
                  <a:moveTo>
                    <a:pt x="712" y="0"/>
                  </a:moveTo>
                  <a:cubicBezTo>
                    <a:pt x="475" y="70"/>
                    <a:pt x="237" y="126"/>
                    <a:pt x="0" y="168"/>
                  </a:cubicBezTo>
                  <a:lnTo>
                    <a:pt x="112" y="851"/>
                  </a:lnTo>
                  <a:cubicBezTo>
                    <a:pt x="168" y="795"/>
                    <a:pt x="237" y="753"/>
                    <a:pt x="307" y="725"/>
                  </a:cubicBezTo>
                  <a:cubicBezTo>
                    <a:pt x="353" y="715"/>
                    <a:pt x="395" y="710"/>
                    <a:pt x="432" y="710"/>
                  </a:cubicBezTo>
                  <a:cubicBezTo>
                    <a:pt x="539" y="710"/>
                    <a:pt x="604" y="754"/>
                    <a:pt x="614" y="837"/>
                  </a:cubicBezTo>
                  <a:cubicBezTo>
                    <a:pt x="614" y="910"/>
                    <a:pt x="571" y="951"/>
                    <a:pt x="486" y="951"/>
                  </a:cubicBezTo>
                  <a:cubicBezTo>
                    <a:pt x="474" y="951"/>
                    <a:pt x="461" y="950"/>
                    <a:pt x="447" y="949"/>
                  </a:cubicBezTo>
                  <a:cubicBezTo>
                    <a:pt x="377" y="921"/>
                    <a:pt x="321" y="893"/>
                    <a:pt x="265" y="851"/>
                  </a:cubicBezTo>
                  <a:cubicBezTo>
                    <a:pt x="210" y="935"/>
                    <a:pt x="140" y="1004"/>
                    <a:pt x="70" y="1088"/>
                  </a:cubicBezTo>
                  <a:cubicBezTo>
                    <a:pt x="196" y="1200"/>
                    <a:pt x="363" y="1269"/>
                    <a:pt x="544" y="1283"/>
                  </a:cubicBezTo>
                  <a:cubicBezTo>
                    <a:pt x="642" y="1283"/>
                    <a:pt x="740" y="1228"/>
                    <a:pt x="823" y="1158"/>
                  </a:cubicBezTo>
                  <a:cubicBezTo>
                    <a:pt x="907" y="1046"/>
                    <a:pt x="949" y="907"/>
                    <a:pt x="949" y="781"/>
                  </a:cubicBezTo>
                  <a:cubicBezTo>
                    <a:pt x="935" y="684"/>
                    <a:pt x="893" y="586"/>
                    <a:pt x="823" y="530"/>
                  </a:cubicBezTo>
                  <a:cubicBezTo>
                    <a:pt x="726" y="446"/>
                    <a:pt x="600" y="405"/>
                    <a:pt x="475" y="405"/>
                  </a:cubicBezTo>
                  <a:cubicBezTo>
                    <a:pt x="419" y="405"/>
                    <a:pt x="377" y="419"/>
                    <a:pt x="335" y="419"/>
                  </a:cubicBezTo>
                  <a:lnTo>
                    <a:pt x="321" y="377"/>
                  </a:lnTo>
                  <a:cubicBezTo>
                    <a:pt x="475" y="335"/>
                    <a:pt x="628" y="307"/>
                    <a:pt x="781" y="307"/>
                  </a:cubicBezTo>
                  <a:cubicBezTo>
                    <a:pt x="754" y="209"/>
                    <a:pt x="726" y="98"/>
                    <a:pt x="71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8" name="Google Shape;4808;p52"/>
            <p:cNvSpPr/>
            <p:nvPr/>
          </p:nvSpPr>
          <p:spPr>
            <a:xfrm>
              <a:off x="963917" y="2061821"/>
              <a:ext cx="113807" cy="170753"/>
            </a:xfrm>
            <a:custGeom>
              <a:avLst/>
              <a:gdLst/>
              <a:ahLst/>
              <a:cxnLst/>
              <a:rect l="l" t="t" r="r" b="b"/>
              <a:pathLst>
                <a:path w="1341" h="2012" extrusionOk="0">
                  <a:moveTo>
                    <a:pt x="1033" y="0"/>
                  </a:moveTo>
                  <a:cubicBezTo>
                    <a:pt x="963" y="28"/>
                    <a:pt x="894" y="70"/>
                    <a:pt x="824" y="112"/>
                  </a:cubicBezTo>
                  <a:cubicBezTo>
                    <a:pt x="712" y="168"/>
                    <a:pt x="615" y="237"/>
                    <a:pt x="531" y="321"/>
                  </a:cubicBezTo>
                  <a:cubicBezTo>
                    <a:pt x="406" y="447"/>
                    <a:pt x="294" y="586"/>
                    <a:pt x="196" y="739"/>
                  </a:cubicBezTo>
                  <a:cubicBezTo>
                    <a:pt x="140" y="851"/>
                    <a:pt x="85" y="949"/>
                    <a:pt x="57" y="1060"/>
                  </a:cubicBezTo>
                  <a:cubicBezTo>
                    <a:pt x="1" y="1256"/>
                    <a:pt x="1" y="1465"/>
                    <a:pt x="57" y="1646"/>
                  </a:cubicBezTo>
                  <a:cubicBezTo>
                    <a:pt x="85" y="1716"/>
                    <a:pt x="113" y="1772"/>
                    <a:pt x="154" y="1827"/>
                  </a:cubicBezTo>
                  <a:cubicBezTo>
                    <a:pt x="196" y="1855"/>
                    <a:pt x="224" y="1897"/>
                    <a:pt x="266" y="1911"/>
                  </a:cubicBezTo>
                  <a:cubicBezTo>
                    <a:pt x="375" y="1972"/>
                    <a:pt x="506" y="2011"/>
                    <a:pt x="630" y="2011"/>
                  </a:cubicBezTo>
                  <a:cubicBezTo>
                    <a:pt x="648" y="2011"/>
                    <a:pt x="666" y="2011"/>
                    <a:pt x="684" y="2009"/>
                  </a:cubicBezTo>
                  <a:cubicBezTo>
                    <a:pt x="824" y="1981"/>
                    <a:pt x="950" y="1939"/>
                    <a:pt x="1061" y="1855"/>
                  </a:cubicBezTo>
                  <a:cubicBezTo>
                    <a:pt x="1159" y="1800"/>
                    <a:pt x="1256" y="1730"/>
                    <a:pt x="1340" y="1646"/>
                  </a:cubicBezTo>
                  <a:lnTo>
                    <a:pt x="1103" y="1228"/>
                  </a:lnTo>
                  <a:cubicBezTo>
                    <a:pt x="1103" y="1242"/>
                    <a:pt x="1089" y="1270"/>
                    <a:pt x="1047" y="1311"/>
                  </a:cubicBezTo>
                  <a:cubicBezTo>
                    <a:pt x="977" y="1409"/>
                    <a:pt x="880" y="1479"/>
                    <a:pt x="754" y="1507"/>
                  </a:cubicBezTo>
                  <a:lnTo>
                    <a:pt x="684" y="1507"/>
                  </a:lnTo>
                  <a:cubicBezTo>
                    <a:pt x="573" y="1465"/>
                    <a:pt x="531" y="1339"/>
                    <a:pt x="573" y="1158"/>
                  </a:cubicBezTo>
                  <a:cubicBezTo>
                    <a:pt x="601" y="1046"/>
                    <a:pt x="671" y="949"/>
                    <a:pt x="754" y="865"/>
                  </a:cubicBezTo>
                  <a:cubicBezTo>
                    <a:pt x="838" y="795"/>
                    <a:pt x="936" y="739"/>
                    <a:pt x="1061" y="712"/>
                  </a:cubicBezTo>
                  <a:lnTo>
                    <a:pt x="103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9" name="Google Shape;4809;p52"/>
            <p:cNvSpPr/>
            <p:nvPr/>
          </p:nvSpPr>
          <p:spPr>
            <a:xfrm>
              <a:off x="1093001" y="2002583"/>
              <a:ext cx="105405" cy="208435"/>
            </a:xfrm>
            <a:custGeom>
              <a:avLst/>
              <a:gdLst/>
              <a:ahLst/>
              <a:cxnLst/>
              <a:rect l="l" t="t" r="r" b="b"/>
              <a:pathLst>
                <a:path w="1242" h="2456" extrusionOk="0">
                  <a:moveTo>
                    <a:pt x="1144" y="1"/>
                  </a:moveTo>
                  <a:cubicBezTo>
                    <a:pt x="1005" y="98"/>
                    <a:pt x="851" y="182"/>
                    <a:pt x="698" y="238"/>
                  </a:cubicBezTo>
                  <a:cubicBezTo>
                    <a:pt x="726" y="587"/>
                    <a:pt x="754" y="852"/>
                    <a:pt x="768" y="1047"/>
                  </a:cubicBezTo>
                  <a:cubicBezTo>
                    <a:pt x="726" y="1075"/>
                    <a:pt x="684" y="1103"/>
                    <a:pt x="642" y="1117"/>
                  </a:cubicBezTo>
                  <a:lnTo>
                    <a:pt x="544" y="1186"/>
                  </a:lnTo>
                  <a:cubicBezTo>
                    <a:pt x="516" y="796"/>
                    <a:pt x="475" y="405"/>
                    <a:pt x="475" y="15"/>
                  </a:cubicBezTo>
                  <a:cubicBezTo>
                    <a:pt x="321" y="98"/>
                    <a:pt x="168" y="168"/>
                    <a:pt x="0" y="238"/>
                  </a:cubicBezTo>
                  <a:cubicBezTo>
                    <a:pt x="84" y="921"/>
                    <a:pt x="140" y="1661"/>
                    <a:pt x="182" y="2442"/>
                  </a:cubicBezTo>
                  <a:lnTo>
                    <a:pt x="377" y="2330"/>
                  </a:lnTo>
                  <a:lnTo>
                    <a:pt x="600" y="2205"/>
                  </a:lnTo>
                  <a:cubicBezTo>
                    <a:pt x="572" y="1898"/>
                    <a:pt x="558" y="1730"/>
                    <a:pt x="558" y="1675"/>
                  </a:cubicBezTo>
                  <a:lnTo>
                    <a:pt x="782" y="1549"/>
                  </a:lnTo>
                  <a:cubicBezTo>
                    <a:pt x="795" y="1981"/>
                    <a:pt x="823" y="2288"/>
                    <a:pt x="851" y="2456"/>
                  </a:cubicBezTo>
                  <a:cubicBezTo>
                    <a:pt x="907" y="2400"/>
                    <a:pt x="991" y="2344"/>
                    <a:pt x="1033" y="2316"/>
                  </a:cubicBezTo>
                  <a:cubicBezTo>
                    <a:pt x="1074" y="2274"/>
                    <a:pt x="1130" y="2233"/>
                    <a:pt x="1200" y="2191"/>
                  </a:cubicBezTo>
                  <a:lnTo>
                    <a:pt x="1242" y="2163"/>
                  </a:lnTo>
                  <a:cubicBezTo>
                    <a:pt x="1186" y="1730"/>
                    <a:pt x="1158" y="1005"/>
                    <a:pt x="114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0" name="Google Shape;4810;p52"/>
            <p:cNvSpPr/>
            <p:nvPr/>
          </p:nvSpPr>
          <p:spPr>
            <a:xfrm>
              <a:off x="1567666" y="2274839"/>
              <a:ext cx="112534" cy="170838"/>
            </a:xfrm>
            <a:custGeom>
              <a:avLst/>
              <a:gdLst/>
              <a:ahLst/>
              <a:cxnLst/>
              <a:rect l="l" t="t" r="r" b="b"/>
              <a:pathLst>
                <a:path w="1326" h="2013" extrusionOk="0">
                  <a:moveTo>
                    <a:pt x="1033" y="1"/>
                  </a:moveTo>
                  <a:cubicBezTo>
                    <a:pt x="949" y="29"/>
                    <a:pt x="880" y="71"/>
                    <a:pt x="824" y="113"/>
                  </a:cubicBezTo>
                  <a:cubicBezTo>
                    <a:pt x="712" y="168"/>
                    <a:pt x="615" y="238"/>
                    <a:pt x="531" y="336"/>
                  </a:cubicBezTo>
                  <a:cubicBezTo>
                    <a:pt x="405" y="461"/>
                    <a:pt x="294" y="601"/>
                    <a:pt x="196" y="740"/>
                  </a:cubicBezTo>
                  <a:cubicBezTo>
                    <a:pt x="140" y="852"/>
                    <a:pt x="84" y="949"/>
                    <a:pt x="57" y="1075"/>
                  </a:cubicBezTo>
                  <a:cubicBezTo>
                    <a:pt x="1" y="1256"/>
                    <a:pt x="1" y="1466"/>
                    <a:pt x="57" y="1647"/>
                  </a:cubicBezTo>
                  <a:cubicBezTo>
                    <a:pt x="71" y="1717"/>
                    <a:pt x="112" y="1772"/>
                    <a:pt x="154" y="1828"/>
                  </a:cubicBezTo>
                  <a:cubicBezTo>
                    <a:pt x="182" y="1856"/>
                    <a:pt x="224" y="1898"/>
                    <a:pt x="266" y="1926"/>
                  </a:cubicBezTo>
                  <a:cubicBezTo>
                    <a:pt x="375" y="1974"/>
                    <a:pt x="494" y="2012"/>
                    <a:pt x="624" y="2012"/>
                  </a:cubicBezTo>
                  <a:cubicBezTo>
                    <a:pt x="644" y="2012"/>
                    <a:pt x="664" y="2011"/>
                    <a:pt x="684" y="2010"/>
                  </a:cubicBezTo>
                  <a:cubicBezTo>
                    <a:pt x="810" y="1982"/>
                    <a:pt x="935" y="1940"/>
                    <a:pt x="1047" y="1856"/>
                  </a:cubicBezTo>
                  <a:cubicBezTo>
                    <a:pt x="1159" y="1800"/>
                    <a:pt x="1242" y="1731"/>
                    <a:pt x="1326" y="1647"/>
                  </a:cubicBezTo>
                  <a:lnTo>
                    <a:pt x="1089" y="1228"/>
                  </a:lnTo>
                  <a:cubicBezTo>
                    <a:pt x="1075" y="1256"/>
                    <a:pt x="1061" y="1284"/>
                    <a:pt x="1047" y="1312"/>
                  </a:cubicBezTo>
                  <a:cubicBezTo>
                    <a:pt x="963" y="1410"/>
                    <a:pt x="866" y="1479"/>
                    <a:pt x="754" y="1507"/>
                  </a:cubicBezTo>
                  <a:lnTo>
                    <a:pt x="670" y="1507"/>
                  </a:lnTo>
                  <a:cubicBezTo>
                    <a:pt x="559" y="1466"/>
                    <a:pt x="531" y="1340"/>
                    <a:pt x="559" y="1159"/>
                  </a:cubicBezTo>
                  <a:cubicBezTo>
                    <a:pt x="601" y="1047"/>
                    <a:pt x="670" y="949"/>
                    <a:pt x="754" y="866"/>
                  </a:cubicBezTo>
                  <a:cubicBezTo>
                    <a:pt x="838" y="796"/>
                    <a:pt x="935" y="740"/>
                    <a:pt x="1047" y="726"/>
                  </a:cubicBezTo>
                  <a:lnTo>
                    <a:pt x="103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1" name="Google Shape;4811;p52"/>
            <p:cNvSpPr/>
            <p:nvPr/>
          </p:nvSpPr>
          <p:spPr>
            <a:xfrm>
              <a:off x="1696749" y="2215686"/>
              <a:ext cx="104217" cy="208435"/>
            </a:xfrm>
            <a:custGeom>
              <a:avLst/>
              <a:gdLst/>
              <a:ahLst/>
              <a:cxnLst/>
              <a:rect l="l" t="t" r="r" b="b"/>
              <a:pathLst>
                <a:path w="1228" h="2456" extrusionOk="0">
                  <a:moveTo>
                    <a:pt x="1144" y="0"/>
                  </a:moveTo>
                  <a:cubicBezTo>
                    <a:pt x="991" y="98"/>
                    <a:pt x="851" y="182"/>
                    <a:pt x="684" y="238"/>
                  </a:cubicBezTo>
                  <a:cubicBezTo>
                    <a:pt x="726" y="586"/>
                    <a:pt x="739" y="851"/>
                    <a:pt x="753" y="1047"/>
                  </a:cubicBezTo>
                  <a:lnTo>
                    <a:pt x="642" y="1116"/>
                  </a:lnTo>
                  <a:cubicBezTo>
                    <a:pt x="600" y="1144"/>
                    <a:pt x="572" y="1158"/>
                    <a:pt x="544" y="1186"/>
                  </a:cubicBezTo>
                  <a:cubicBezTo>
                    <a:pt x="502" y="796"/>
                    <a:pt x="474" y="405"/>
                    <a:pt x="474" y="14"/>
                  </a:cubicBezTo>
                  <a:cubicBezTo>
                    <a:pt x="321" y="98"/>
                    <a:pt x="168" y="168"/>
                    <a:pt x="0" y="224"/>
                  </a:cubicBezTo>
                  <a:cubicBezTo>
                    <a:pt x="70" y="921"/>
                    <a:pt x="140" y="1660"/>
                    <a:pt x="168" y="2442"/>
                  </a:cubicBezTo>
                  <a:lnTo>
                    <a:pt x="377" y="2330"/>
                  </a:lnTo>
                  <a:lnTo>
                    <a:pt x="586" y="2190"/>
                  </a:lnTo>
                  <a:cubicBezTo>
                    <a:pt x="558" y="1898"/>
                    <a:pt x="544" y="1730"/>
                    <a:pt x="544" y="1674"/>
                  </a:cubicBezTo>
                  <a:lnTo>
                    <a:pt x="767" y="1549"/>
                  </a:lnTo>
                  <a:cubicBezTo>
                    <a:pt x="795" y="1981"/>
                    <a:pt x="823" y="2288"/>
                    <a:pt x="851" y="2455"/>
                  </a:cubicBezTo>
                  <a:cubicBezTo>
                    <a:pt x="907" y="2414"/>
                    <a:pt x="963" y="2358"/>
                    <a:pt x="1018" y="2316"/>
                  </a:cubicBezTo>
                  <a:cubicBezTo>
                    <a:pt x="1074" y="2274"/>
                    <a:pt x="1130" y="2232"/>
                    <a:pt x="1200" y="2190"/>
                  </a:cubicBezTo>
                  <a:lnTo>
                    <a:pt x="1228" y="2163"/>
                  </a:lnTo>
                  <a:cubicBezTo>
                    <a:pt x="1186" y="1730"/>
                    <a:pt x="1158" y="1019"/>
                    <a:pt x="114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2" name="Google Shape;4812;p52"/>
            <p:cNvSpPr/>
            <p:nvPr/>
          </p:nvSpPr>
          <p:spPr>
            <a:xfrm>
              <a:off x="1265791" y="2476824"/>
              <a:ext cx="100738" cy="122464"/>
            </a:xfrm>
            <a:custGeom>
              <a:avLst/>
              <a:gdLst/>
              <a:ahLst/>
              <a:cxnLst/>
              <a:rect l="l" t="t" r="r" b="b"/>
              <a:pathLst>
                <a:path w="1187" h="1443" extrusionOk="0">
                  <a:moveTo>
                    <a:pt x="646" y="1"/>
                  </a:moveTo>
                  <a:cubicBezTo>
                    <a:pt x="622" y="1"/>
                    <a:pt x="597" y="3"/>
                    <a:pt x="573" y="6"/>
                  </a:cubicBezTo>
                  <a:cubicBezTo>
                    <a:pt x="350" y="6"/>
                    <a:pt x="140" y="146"/>
                    <a:pt x="43" y="355"/>
                  </a:cubicBezTo>
                  <a:cubicBezTo>
                    <a:pt x="1" y="480"/>
                    <a:pt x="15" y="606"/>
                    <a:pt x="71" y="718"/>
                  </a:cubicBezTo>
                  <a:cubicBezTo>
                    <a:pt x="196" y="662"/>
                    <a:pt x="322" y="648"/>
                    <a:pt x="461" y="648"/>
                  </a:cubicBezTo>
                  <a:cubicBezTo>
                    <a:pt x="461" y="606"/>
                    <a:pt x="447" y="578"/>
                    <a:pt x="433" y="550"/>
                  </a:cubicBezTo>
                  <a:cubicBezTo>
                    <a:pt x="433" y="494"/>
                    <a:pt x="461" y="439"/>
                    <a:pt x="503" y="411"/>
                  </a:cubicBezTo>
                  <a:cubicBezTo>
                    <a:pt x="573" y="411"/>
                    <a:pt x="615" y="439"/>
                    <a:pt x="615" y="494"/>
                  </a:cubicBezTo>
                  <a:cubicBezTo>
                    <a:pt x="615" y="522"/>
                    <a:pt x="601" y="550"/>
                    <a:pt x="601" y="578"/>
                  </a:cubicBezTo>
                  <a:cubicBezTo>
                    <a:pt x="517" y="745"/>
                    <a:pt x="405" y="899"/>
                    <a:pt x="266" y="1038"/>
                  </a:cubicBezTo>
                  <a:cubicBezTo>
                    <a:pt x="140" y="1136"/>
                    <a:pt x="99" y="1289"/>
                    <a:pt x="154" y="1443"/>
                  </a:cubicBezTo>
                  <a:cubicBezTo>
                    <a:pt x="228" y="1386"/>
                    <a:pt x="358" y="1357"/>
                    <a:pt x="545" y="1357"/>
                  </a:cubicBezTo>
                  <a:cubicBezTo>
                    <a:pt x="679" y="1357"/>
                    <a:pt x="841" y="1372"/>
                    <a:pt x="1033" y="1401"/>
                  </a:cubicBezTo>
                  <a:cubicBezTo>
                    <a:pt x="1047" y="1262"/>
                    <a:pt x="1103" y="1136"/>
                    <a:pt x="1187" y="1024"/>
                  </a:cubicBezTo>
                  <a:cubicBezTo>
                    <a:pt x="1096" y="997"/>
                    <a:pt x="1001" y="982"/>
                    <a:pt x="903" y="982"/>
                  </a:cubicBezTo>
                  <a:cubicBezTo>
                    <a:pt x="849" y="982"/>
                    <a:pt x="795" y="987"/>
                    <a:pt x="740" y="996"/>
                  </a:cubicBezTo>
                  <a:cubicBezTo>
                    <a:pt x="977" y="773"/>
                    <a:pt x="1089" y="578"/>
                    <a:pt x="1075" y="411"/>
                  </a:cubicBezTo>
                  <a:cubicBezTo>
                    <a:pt x="1075" y="257"/>
                    <a:pt x="991" y="118"/>
                    <a:pt x="852" y="48"/>
                  </a:cubicBezTo>
                  <a:cubicBezTo>
                    <a:pt x="789" y="17"/>
                    <a:pt x="718" y="1"/>
                    <a:pt x="64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3" name="Google Shape;4813;p52"/>
            <p:cNvSpPr/>
            <p:nvPr/>
          </p:nvSpPr>
          <p:spPr>
            <a:xfrm>
              <a:off x="1004229" y="2406299"/>
              <a:ext cx="112534" cy="169650"/>
            </a:xfrm>
            <a:custGeom>
              <a:avLst/>
              <a:gdLst/>
              <a:ahLst/>
              <a:cxnLst/>
              <a:rect l="l" t="t" r="r" b="b"/>
              <a:pathLst>
                <a:path w="1326" h="1999" extrusionOk="0">
                  <a:moveTo>
                    <a:pt x="1032" y="0"/>
                  </a:moveTo>
                  <a:cubicBezTo>
                    <a:pt x="963" y="14"/>
                    <a:pt x="893" y="56"/>
                    <a:pt x="823" y="98"/>
                  </a:cubicBezTo>
                  <a:cubicBezTo>
                    <a:pt x="712" y="154"/>
                    <a:pt x="614" y="237"/>
                    <a:pt x="530" y="321"/>
                  </a:cubicBezTo>
                  <a:cubicBezTo>
                    <a:pt x="405" y="447"/>
                    <a:pt x="293" y="586"/>
                    <a:pt x="209" y="740"/>
                  </a:cubicBezTo>
                  <a:cubicBezTo>
                    <a:pt x="140" y="837"/>
                    <a:pt x="98" y="949"/>
                    <a:pt x="56" y="1060"/>
                  </a:cubicBezTo>
                  <a:cubicBezTo>
                    <a:pt x="0" y="1242"/>
                    <a:pt x="0" y="1451"/>
                    <a:pt x="56" y="1646"/>
                  </a:cubicBezTo>
                  <a:cubicBezTo>
                    <a:pt x="70" y="1702"/>
                    <a:pt x="112" y="1758"/>
                    <a:pt x="154" y="1814"/>
                  </a:cubicBezTo>
                  <a:cubicBezTo>
                    <a:pt x="182" y="1855"/>
                    <a:pt x="223" y="1883"/>
                    <a:pt x="265" y="1911"/>
                  </a:cubicBezTo>
                  <a:cubicBezTo>
                    <a:pt x="370" y="1969"/>
                    <a:pt x="484" y="1998"/>
                    <a:pt x="608" y="1998"/>
                  </a:cubicBezTo>
                  <a:cubicBezTo>
                    <a:pt x="633" y="1998"/>
                    <a:pt x="658" y="1997"/>
                    <a:pt x="684" y="1995"/>
                  </a:cubicBezTo>
                  <a:cubicBezTo>
                    <a:pt x="809" y="1967"/>
                    <a:pt x="935" y="1925"/>
                    <a:pt x="1046" y="1855"/>
                  </a:cubicBezTo>
                  <a:cubicBezTo>
                    <a:pt x="1158" y="1786"/>
                    <a:pt x="1242" y="1716"/>
                    <a:pt x="1325" y="1632"/>
                  </a:cubicBezTo>
                  <a:lnTo>
                    <a:pt x="1088" y="1214"/>
                  </a:lnTo>
                  <a:cubicBezTo>
                    <a:pt x="1088" y="1228"/>
                    <a:pt x="1074" y="1256"/>
                    <a:pt x="1046" y="1297"/>
                  </a:cubicBezTo>
                  <a:cubicBezTo>
                    <a:pt x="963" y="1395"/>
                    <a:pt x="865" y="1465"/>
                    <a:pt x="753" y="1507"/>
                  </a:cubicBezTo>
                  <a:lnTo>
                    <a:pt x="670" y="1507"/>
                  </a:lnTo>
                  <a:cubicBezTo>
                    <a:pt x="558" y="1451"/>
                    <a:pt x="530" y="1325"/>
                    <a:pt x="558" y="1158"/>
                  </a:cubicBezTo>
                  <a:cubicBezTo>
                    <a:pt x="600" y="1046"/>
                    <a:pt x="656" y="935"/>
                    <a:pt x="753" y="865"/>
                  </a:cubicBezTo>
                  <a:cubicBezTo>
                    <a:pt x="837" y="781"/>
                    <a:pt x="935" y="726"/>
                    <a:pt x="1046" y="712"/>
                  </a:cubicBezTo>
                  <a:lnTo>
                    <a:pt x="103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4" name="Google Shape;4814;p52"/>
            <p:cNvSpPr/>
            <p:nvPr/>
          </p:nvSpPr>
          <p:spPr>
            <a:xfrm>
              <a:off x="1132040" y="2345873"/>
              <a:ext cx="105490" cy="209623"/>
            </a:xfrm>
            <a:custGeom>
              <a:avLst/>
              <a:gdLst/>
              <a:ahLst/>
              <a:cxnLst/>
              <a:rect l="l" t="t" r="r" b="b"/>
              <a:pathLst>
                <a:path w="1243" h="2470" extrusionOk="0">
                  <a:moveTo>
                    <a:pt x="1144" y="1"/>
                  </a:moveTo>
                  <a:cubicBezTo>
                    <a:pt x="1005" y="98"/>
                    <a:pt x="852" y="182"/>
                    <a:pt x="698" y="252"/>
                  </a:cubicBezTo>
                  <a:cubicBezTo>
                    <a:pt x="726" y="601"/>
                    <a:pt x="754" y="866"/>
                    <a:pt x="768" y="1047"/>
                  </a:cubicBezTo>
                  <a:cubicBezTo>
                    <a:pt x="726" y="1075"/>
                    <a:pt x="684" y="1103"/>
                    <a:pt x="656" y="1131"/>
                  </a:cubicBezTo>
                  <a:cubicBezTo>
                    <a:pt x="642" y="1131"/>
                    <a:pt x="614" y="1145"/>
                    <a:pt x="559" y="1186"/>
                  </a:cubicBezTo>
                  <a:cubicBezTo>
                    <a:pt x="517" y="796"/>
                    <a:pt x="489" y="405"/>
                    <a:pt x="489" y="15"/>
                  </a:cubicBezTo>
                  <a:cubicBezTo>
                    <a:pt x="335" y="98"/>
                    <a:pt x="168" y="168"/>
                    <a:pt x="1" y="238"/>
                  </a:cubicBezTo>
                  <a:cubicBezTo>
                    <a:pt x="84" y="921"/>
                    <a:pt x="140" y="1661"/>
                    <a:pt x="182" y="2442"/>
                  </a:cubicBezTo>
                  <a:lnTo>
                    <a:pt x="377" y="2330"/>
                  </a:lnTo>
                  <a:lnTo>
                    <a:pt x="600" y="2205"/>
                  </a:lnTo>
                  <a:cubicBezTo>
                    <a:pt x="573" y="1912"/>
                    <a:pt x="559" y="1730"/>
                    <a:pt x="559" y="1689"/>
                  </a:cubicBezTo>
                  <a:lnTo>
                    <a:pt x="782" y="1563"/>
                  </a:lnTo>
                  <a:cubicBezTo>
                    <a:pt x="810" y="1982"/>
                    <a:pt x="824" y="2288"/>
                    <a:pt x="866" y="2470"/>
                  </a:cubicBezTo>
                  <a:cubicBezTo>
                    <a:pt x="907" y="2414"/>
                    <a:pt x="977" y="2358"/>
                    <a:pt x="1033" y="2316"/>
                  </a:cubicBezTo>
                  <a:cubicBezTo>
                    <a:pt x="1089" y="2274"/>
                    <a:pt x="1144" y="2233"/>
                    <a:pt x="1214" y="2191"/>
                  </a:cubicBezTo>
                  <a:lnTo>
                    <a:pt x="1242" y="2177"/>
                  </a:lnTo>
                  <a:cubicBezTo>
                    <a:pt x="1186" y="1744"/>
                    <a:pt x="1158" y="1019"/>
                    <a:pt x="114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5" name="Google Shape;4815;p52"/>
            <p:cNvSpPr/>
            <p:nvPr/>
          </p:nvSpPr>
          <p:spPr>
            <a:xfrm>
              <a:off x="1362880" y="2236988"/>
              <a:ext cx="163455" cy="95985"/>
            </a:xfrm>
            <a:custGeom>
              <a:avLst/>
              <a:gdLst/>
              <a:ahLst/>
              <a:cxnLst/>
              <a:rect l="l" t="t" r="r" b="b"/>
              <a:pathLst>
                <a:path w="1926" h="1131" extrusionOk="0">
                  <a:moveTo>
                    <a:pt x="1" y="1"/>
                  </a:moveTo>
                  <a:lnTo>
                    <a:pt x="1" y="1"/>
                  </a:lnTo>
                  <a:cubicBezTo>
                    <a:pt x="1" y="1"/>
                    <a:pt x="15" y="15"/>
                    <a:pt x="70" y="56"/>
                  </a:cubicBezTo>
                  <a:cubicBezTo>
                    <a:pt x="126" y="98"/>
                    <a:pt x="196" y="140"/>
                    <a:pt x="280" y="210"/>
                  </a:cubicBezTo>
                  <a:cubicBezTo>
                    <a:pt x="447" y="321"/>
                    <a:pt x="684" y="475"/>
                    <a:pt x="935" y="614"/>
                  </a:cubicBezTo>
                  <a:cubicBezTo>
                    <a:pt x="1172" y="754"/>
                    <a:pt x="1409" y="893"/>
                    <a:pt x="1605" y="977"/>
                  </a:cubicBezTo>
                  <a:cubicBezTo>
                    <a:pt x="1702" y="1033"/>
                    <a:pt x="1786" y="1061"/>
                    <a:pt x="1842" y="1089"/>
                  </a:cubicBezTo>
                  <a:cubicBezTo>
                    <a:pt x="1898" y="1116"/>
                    <a:pt x="1926" y="1130"/>
                    <a:pt x="1926" y="1130"/>
                  </a:cubicBezTo>
                  <a:lnTo>
                    <a:pt x="1856" y="1061"/>
                  </a:lnTo>
                  <a:cubicBezTo>
                    <a:pt x="1800" y="1033"/>
                    <a:pt x="1730" y="977"/>
                    <a:pt x="1647" y="921"/>
                  </a:cubicBezTo>
                  <a:cubicBezTo>
                    <a:pt x="1465" y="796"/>
                    <a:pt x="1228" y="642"/>
                    <a:pt x="991" y="503"/>
                  </a:cubicBezTo>
                  <a:cubicBezTo>
                    <a:pt x="754" y="363"/>
                    <a:pt x="503" y="238"/>
                    <a:pt x="321" y="140"/>
                  </a:cubicBezTo>
                  <a:cubicBezTo>
                    <a:pt x="224" y="98"/>
                    <a:pt x="140" y="56"/>
                    <a:pt x="84" y="42"/>
                  </a:cubicBez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6" name="Google Shape;4816;p52"/>
            <p:cNvSpPr/>
            <p:nvPr/>
          </p:nvSpPr>
          <p:spPr>
            <a:xfrm>
              <a:off x="1381805" y="2435833"/>
              <a:ext cx="170584" cy="83000"/>
            </a:xfrm>
            <a:custGeom>
              <a:avLst/>
              <a:gdLst/>
              <a:ahLst/>
              <a:cxnLst/>
              <a:rect l="l" t="t" r="r" b="b"/>
              <a:pathLst>
                <a:path w="2010" h="978" extrusionOk="0">
                  <a:moveTo>
                    <a:pt x="2009" y="1"/>
                  </a:moveTo>
                  <a:lnTo>
                    <a:pt x="1912" y="29"/>
                  </a:lnTo>
                  <a:cubicBezTo>
                    <a:pt x="1856" y="57"/>
                    <a:pt x="1772" y="85"/>
                    <a:pt x="1675" y="113"/>
                  </a:cubicBezTo>
                  <a:cubicBezTo>
                    <a:pt x="1479" y="196"/>
                    <a:pt x="1228" y="308"/>
                    <a:pt x="977" y="433"/>
                  </a:cubicBezTo>
                  <a:cubicBezTo>
                    <a:pt x="726" y="545"/>
                    <a:pt x="475" y="684"/>
                    <a:pt x="294" y="782"/>
                  </a:cubicBezTo>
                  <a:cubicBezTo>
                    <a:pt x="210" y="838"/>
                    <a:pt x="126" y="894"/>
                    <a:pt x="85" y="922"/>
                  </a:cubicBezTo>
                  <a:lnTo>
                    <a:pt x="1" y="977"/>
                  </a:lnTo>
                  <a:lnTo>
                    <a:pt x="85" y="935"/>
                  </a:lnTo>
                  <a:cubicBezTo>
                    <a:pt x="154" y="922"/>
                    <a:pt x="238" y="894"/>
                    <a:pt x="336" y="852"/>
                  </a:cubicBezTo>
                  <a:cubicBezTo>
                    <a:pt x="517" y="768"/>
                    <a:pt x="768" y="657"/>
                    <a:pt x="1033" y="545"/>
                  </a:cubicBezTo>
                  <a:cubicBezTo>
                    <a:pt x="1284" y="419"/>
                    <a:pt x="1535" y="294"/>
                    <a:pt x="1703" y="182"/>
                  </a:cubicBezTo>
                  <a:cubicBezTo>
                    <a:pt x="1800" y="126"/>
                    <a:pt x="1870" y="85"/>
                    <a:pt x="1926" y="57"/>
                  </a:cubicBezTo>
                  <a:lnTo>
                    <a:pt x="200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7" name="Google Shape;4817;p52"/>
            <p:cNvSpPr/>
            <p:nvPr/>
          </p:nvSpPr>
          <p:spPr>
            <a:xfrm>
              <a:off x="2874628" y="2959127"/>
              <a:ext cx="135024" cy="201475"/>
            </a:xfrm>
            <a:custGeom>
              <a:avLst/>
              <a:gdLst/>
              <a:ahLst/>
              <a:cxnLst/>
              <a:rect l="l" t="t" r="r" b="b"/>
              <a:pathLst>
                <a:path w="1591" h="2374" extrusionOk="0">
                  <a:moveTo>
                    <a:pt x="795" y="0"/>
                  </a:moveTo>
                  <a:cubicBezTo>
                    <a:pt x="725" y="56"/>
                    <a:pt x="656" y="112"/>
                    <a:pt x="600" y="182"/>
                  </a:cubicBezTo>
                  <a:cubicBezTo>
                    <a:pt x="488" y="265"/>
                    <a:pt x="405" y="377"/>
                    <a:pt x="335" y="488"/>
                  </a:cubicBezTo>
                  <a:cubicBezTo>
                    <a:pt x="223" y="670"/>
                    <a:pt x="140" y="851"/>
                    <a:pt x="84" y="1046"/>
                  </a:cubicBezTo>
                  <a:cubicBezTo>
                    <a:pt x="42" y="1172"/>
                    <a:pt x="14" y="1311"/>
                    <a:pt x="14" y="1451"/>
                  </a:cubicBezTo>
                  <a:cubicBezTo>
                    <a:pt x="0" y="1674"/>
                    <a:pt x="42" y="1897"/>
                    <a:pt x="167" y="2106"/>
                  </a:cubicBezTo>
                  <a:cubicBezTo>
                    <a:pt x="209" y="2176"/>
                    <a:pt x="265" y="2232"/>
                    <a:pt x="321" y="2274"/>
                  </a:cubicBezTo>
                  <a:cubicBezTo>
                    <a:pt x="363" y="2302"/>
                    <a:pt x="419" y="2330"/>
                    <a:pt x="474" y="2344"/>
                  </a:cubicBezTo>
                  <a:cubicBezTo>
                    <a:pt x="546" y="2363"/>
                    <a:pt x="623" y="2373"/>
                    <a:pt x="700" y="2373"/>
                  </a:cubicBezTo>
                  <a:cubicBezTo>
                    <a:pt x="790" y="2373"/>
                    <a:pt x="880" y="2360"/>
                    <a:pt x="963" y="2330"/>
                  </a:cubicBezTo>
                  <a:cubicBezTo>
                    <a:pt x="1102" y="2260"/>
                    <a:pt x="1228" y="2176"/>
                    <a:pt x="1339" y="2065"/>
                  </a:cubicBezTo>
                  <a:cubicBezTo>
                    <a:pt x="1437" y="1967"/>
                    <a:pt x="1520" y="1869"/>
                    <a:pt x="1590" y="1744"/>
                  </a:cubicBezTo>
                  <a:lnTo>
                    <a:pt x="1214" y="1353"/>
                  </a:lnTo>
                  <a:cubicBezTo>
                    <a:pt x="1200" y="1381"/>
                    <a:pt x="1186" y="1423"/>
                    <a:pt x="1172" y="1451"/>
                  </a:cubicBezTo>
                  <a:cubicBezTo>
                    <a:pt x="1116" y="1590"/>
                    <a:pt x="1018" y="1688"/>
                    <a:pt x="907" y="1758"/>
                  </a:cubicBezTo>
                  <a:lnTo>
                    <a:pt x="823" y="1786"/>
                  </a:lnTo>
                  <a:cubicBezTo>
                    <a:pt x="684" y="1758"/>
                    <a:pt x="600" y="1646"/>
                    <a:pt x="600" y="1437"/>
                  </a:cubicBezTo>
                  <a:cubicBezTo>
                    <a:pt x="614" y="1297"/>
                    <a:pt x="656" y="1158"/>
                    <a:pt x="725" y="1046"/>
                  </a:cubicBezTo>
                  <a:cubicBezTo>
                    <a:pt x="795" y="935"/>
                    <a:pt x="893" y="851"/>
                    <a:pt x="1018" y="795"/>
                  </a:cubicBezTo>
                  <a:lnTo>
                    <a:pt x="79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8" name="Google Shape;4818;p52"/>
            <p:cNvSpPr/>
            <p:nvPr/>
          </p:nvSpPr>
          <p:spPr>
            <a:xfrm>
              <a:off x="2961023" y="2879775"/>
              <a:ext cx="161079" cy="253414"/>
            </a:xfrm>
            <a:custGeom>
              <a:avLst/>
              <a:gdLst/>
              <a:ahLst/>
              <a:cxnLst/>
              <a:rect l="l" t="t" r="r" b="b"/>
              <a:pathLst>
                <a:path w="1898" h="2986" extrusionOk="0">
                  <a:moveTo>
                    <a:pt x="1200" y="1"/>
                  </a:moveTo>
                  <a:cubicBezTo>
                    <a:pt x="1060" y="140"/>
                    <a:pt x="921" y="280"/>
                    <a:pt x="767" y="391"/>
                  </a:cubicBezTo>
                  <a:cubicBezTo>
                    <a:pt x="893" y="768"/>
                    <a:pt x="991" y="1047"/>
                    <a:pt x="1060" y="1256"/>
                  </a:cubicBezTo>
                  <a:cubicBezTo>
                    <a:pt x="1019" y="1312"/>
                    <a:pt x="991" y="1354"/>
                    <a:pt x="949" y="1382"/>
                  </a:cubicBezTo>
                  <a:cubicBezTo>
                    <a:pt x="921" y="1409"/>
                    <a:pt x="893" y="1451"/>
                    <a:pt x="865" y="1479"/>
                  </a:cubicBezTo>
                  <a:cubicBezTo>
                    <a:pt x="712" y="1061"/>
                    <a:pt x="572" y="628"/>
                    <a:pt x="461" y="196"/>
                  </a:cubicBezTo>
                  <a:cubicBezTo>
                    <a:pt x="307" y="321"/>
                    <a:pt x="154" y="447"/>
                    <a:pt x="0" y="559"/>
                  </a:cubicBezTo>
                  <a:cubicBezTo>
                    <a:pt x="279" y="1312"/>
                    <a:pt x="544" y="2121"/>
                    <a:pt x="809" y="2986"/>
                  </a:cubicBezTo>
                  <a:lnTo>
                    <a:pt x="991" y="2804"/>
                  </a:lnTo>
                  <a:lnTo>
                    <a:pt x="1200" y="2595"/>
                  </a:lnTo>
                  <a:cubicBezTo>
                    <a:pt x="1088" y="2274"/>
                    <a:pt x="1032" y="2093"/>
                    <a:pt x="1019" y="2037"/>
                  </a:cubicBezTo>
                  <a:lnTo>
                    <a:pt x="1228" y="1828"/>
                  </a:lnTo>
                  <a:cubicBezTo>
                    <a:pt x="1367" y="2302"/>
                    <a:pt x="1493" y="2623"/>
                    <a:pt x="1563" y="2818"/>
                  </a:cubicBezTo>
                  <a:cubicBezTo>
                    <a:pt x="1618" y="2749"/>
                    <a:pt x="1660" y="2679"/>
                    <a:pt x="1716" y="2609"/>
                  </a:cubicBezTo>
                  <a:cubicBezTo>
                    <a:pt x="1758" y="2539"/>
                    <a:pt x="1814" y="2484"/>
                    <a:pt x="1869" y="2414"/>
                  </a:cubicBezTo>
                  <a:lnTo>
                    <a:pt x="1897" y="2386"/>
                  </a:lnTo>
                  <a:cubicBezTo>
                    <a:pt x="1730" y="1912"/>
                    <a:pt x="1493" y="1117"/>
                    <a:pt x="120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9" name="Google Shape;4819;p52"/>
            <p:cNvSpPr/>
            <p:nvPr/>
          </p:nvSpPr>
          <p:spPr>
            <a:xfrm>
              <a:off x="3143319" y="3011490"/>
              <a:ext cx="84104" cy="92590"/>
            </a:xfrm>
            <a:custGeom>
              <a:avLst/>
              <a:gdLst/>
              <a:ahLst/>
              <a:cxnLst/>
              <a:rect l="l" t="t" r="r" b="b"/>
              <a:pathLst>
                <a:path w="991" h="1091" extrusionOk="0">
                  <a:moveTo>
                    <a:pt x="521" y="0"/>
                  </a:moveTo>
                  <a:cubicBezTo>
                    <a:pt x="488" y="0"/>
                    <a:pt x="453" y="8"/>
                    <a:pt x="419" y="25"/>
                  </a:cubicBezTo>
                  <a:cubicBezTo>
                    <a:pt x="251" y="67"/>
                    <a:pt x="98" y="178"/>
                    <a:pt x="0" y="332"/>
                  </a:cubicBezTo>
                  <a:cubicBezTo>
                    <a:pt x="42" y="415"/>
                    <a:pt x="112" y="471"/>
                    <a:pt x="196" y="527"/>
                  </a:cubicBezTo>
                  <a:cubicBezTo>
                    <a:pt x="265" y="401"/>
                    <a:pt x="335" y="332"/>
                    <a:pt x="391" y="332"/>
                  </a:cubicBezTo>
                  <a:cubicBezTo>
                    <a:pt x="433" y="332"/>
                    <a:pt x="461" y="374"/>
                    <a:pt x="447" y="415"/>
                  </a:cubicBezTo>
                  <a:cubicBezTo>
                    <a:pt x="419" y="471"/>
                    <a:pt x="363" y="513"/>
                    <a:pt x="321" y="541"/>
                  </a:cubicBezTo>
                  <a:cubicBezTo>
                    <a:pt x="321" y="597"/>
                    <a:pt x="349" y="639"/>
                    <a:pt x="391" y="694"/>
                  </a:cubicBezTo>
                  <a:cubicBezTo>
                    <a:pt x="461" y="660"/>
                    <a:pt x="516" y="642"/>
                    <a:pt x="560" y="642"/>
                  </a:cubicBezTo>
                  <a:cubicBezTo>
                    <a:pt x="604" y="642"/>
                    <a:pt x="635" y="660"/>
                    <a:pt x="656" y="694"/>
                  </a:cubicBezTo>
                  <a:cubicBezTo>
                    <a:pt x="684" y="792"/>
                    <a:pt x="628" y="862"/>
                    <a:pt x="475" y="862"/>
                  </a:cubicBezTo>
                  <a:cubicBezTo>
                    <a:pt x="405" y="848"/>
                    <a:pt x="321" y="820"/>
                    <a:pt x="265" y="778"/>
                  </a:cubicBezTo>
                  <a:cubicBezTo>
                    <a:pt x="224" y="848"/>
                    <a:pt x="196" y="918"/>
                    <a:pt x="182" y="1001"/>
                  </a:cubicBezTo>
                  <a:cubicBezTo>
                    <a:pt x="288" y="1059"/>
                    <a:pt x="400" y="1090"/>
                    <a:pt x="510" y="1090"/>
                  </a:cubicBezTo>
                  <a:cubicBezTo>
                    <a:pt x="560" y="1090"/>
                    <a:pt x="608" y="1084"/>
                    <a:pt x="656" y="1071"/>
                  </a:cubicBezTo>
                  <a:cubicBezTo>
                    <a:pt x="768" y="1043"/>
                    <a:pt x="865" y="973"/>
                    <a:pt x="921" y="876"/>
                  </a:cubicBezTo>
                  <a:cubicBezTo>
                    <a:pt x="991" y="750"/>
                    <a:pt x="977" y="583"/>
                    <a:pt x="865" y="485"/>
                  </a:cubicBezTo>
                  <a:cubicBezTo>
                    <a:pt x="809" y="457"/>
                    <a:pt x="740" y="429"/>
                    <a:pt x="684" y="429"/>
                  </a:cubicBezTo>
                  <a:cubicBezTo>
                    <a:pt x="740" y="360"/>
                    <a:pt x="754" y="276"/>
                    <a:pt x="754" y="192"/>
                  </a:cubicBezTo>
                  <a:cubicBezTo>
                    <a:pt x="722" y="76"/>
                    <a:pt x="626" y="0"/>
                    <a:pt x="52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0" name="Google Shape;4820;p52"/>
            <p:cNvSpPr/>
            <p:nvPr/>
          </p:nvSpPr>
          <p:spPr>
            <a:xfrm>
              <a:off x="1597284" y="1603705"/>
              <a:ext cx="389542" cy="421452"/>
            </a:xfrm>
            <a:custGeom>
              <a:avLst/>
              <a:gdLst/>
              <a:ahLst/>
              <a:cxnLst/>
              <a:rect l="l" t="t" r="r" b="b"/>
              <a:pathLst>
                <a:path w="4590" h="4966" extrusionOk="0">
                  <a:moveTo>
                    <a:pt x="168" y="0"/>
                  </a:moveTo>
                  <a:lnTo>
                    <a:pt x="1" y="335"/>
                  </a:lnTo>
                  <a:lnTo>
                    <a:pt x="4171" y="4687"/>
                  </a:lnTo>
                  <a:lnTo>
                    <a:pt x="4241" y="4966"/>
                  </a:lnTo>
                  <a:lnTo>
                    <a:pt x="4590" y="4464"/>
                  </a:lnTo>
                  <a:lnTo>
                    <a:pt x="4520" y="4213"/>
                  </a:lnTo>
                  <a:lnTo>
                    <a:pt x="531" y="42"/>
                  </a:lnTo>
                  <a:lnTo>
                    <a:pt x="168" y="0"/>
                  </a:ln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1" name="Google Shape;4821;p52"/>
            <p:cNvSpPr/>
            <p:nvPr/>
          </p:nvSpPr>
          <p:spPr>
            <a:xfrm>
              <a:off x="1726283" y="1615502"/>
              <a:ext cx="294915" cy="339809"/>
            </a:xfrm>
            <a:custGeom>
              <a:avLst/>
              <a:gdLst/>
              <a:ahLst/>
              <a:cxnLst/>
              <a:rect l="l" t="t" r="r" b="b"/>
              <a:pathLst>
                <a:path w="3475" h="4004" extrusionOk="0">
                  <a:moveTo>
                    <a:pt x="1" y="1"/>
                  </a:moveTo>
                  <a:lnTo>
                    <a:pt x="3237" y="3739"/>
                  </a:lnTo>
                  <a:lnTo>
                    <a:pt x="3293" y="4004"/>
                  </a:lnTo>
                  <a:lnTo>
                    <a:pt x="3474" y="3739"/>
                  </a:lnTo>
                  <a:lnTo>
                    <a:pt x="3418" y="3488"/>
                  </a:lnTo>
                  <a:lnTo>
                    <a:pt x="405" y="42"/>
                  </a:lnTo>
                  <a:lnTo>
                    <a:pt x="1" y="1"/>
                  </a:lnTo>
                  <a:close/>
                </a:path>
              </a:pathLst>
            </a:custGeom>
            <a:solidFill>
              <a:srgbClr val="EEE3FF">
                <a:alpha val="16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6" name="CuadroTexto 145">
            <a:extLst>
              <a:ext uri="{FF2B5EF4-FFF2-40B4-BE49-F238E27FC236}">
                <a16:creationId xmlns:a16="http://schemas.microsoft.com/office/drawing/2014/main" id="{57983696-6722-4370-9B81-F46D4474CC5D}"/>
              </a:ext>
            </a:extLst>
          </p:cNvPr>
          <p:cNvSpPr txBox="1"/>
          <p:nvPr/>
        </p:nvSpPr>
        <p:spPr>
          <a:xfrm>
            <a:off x="-1" y="185836"/>
            <a:ext cx="8271161" cy="523220"/>
          </a:xfrm>
          <a:prstGeom prst="rect">
            <a:avLst/>
          </a:prstGeom>
          <a:noFill/>
        </p:spPr>
        <p:txBody>
          <a:bodyPr wrap="square">
            <a:spAutoFit/>
          </a:bodyPr>
          <a:lstStyle/>
          <a:p>
            <a:r>
              <a:rPr lang="es-BO" b="1" dirty="0">
                <a:solidFill>
                  <a:schemeClr val="bg1"/>
                </a:solidFill>
              </a:rPr>
              <a:t>¿Qué es el método del número de oxidación, para qué sirve y qué pasos se siguen para aplicarlo?</a:t>
            </a:r>
          </a:p>
        </p:txBody>
      </p:sp>
      <p:sp>
        <p:nvSpPr>
          <p:cNvPr id="148" name="CuadroTexto 147">
            <a:extLst>
              <a:ext uri="{FF2B5EF4-FFF2-40B4-BE49-F238E27FC236}">
                <a16:creationId xmlns:a16="http://schemas.microsoft.com/office/drawing/2014/main" id="{84BB1B8E-C838-43E2-9CFF-65A9B51F3A32}"/>
              </a:ext>
            </a:extLst>
          </p:cNvPr>
          <p:cNvSpPr txBox="1"/>
          <p:nvPr/>
        </p:nvSpPr>
        <p:spPr>
          <a:xfrm>
            <a:off x="-52174" y="764324"/>
            <a:ext cx="8055303" cy="523220"/>
          </a:xfrm>
          <a:prstGeom prst="rect">
            <a:avLst/>
          </a:prstGeom>
          <a:noFill/>
        </p:spPr>
        <p:txBody>
          <a:bodyPr wrap="square">
            <a:spAutoFit/>
          </a:bodyPr>
          <a:lstStyle/>
          <a:p>
            <a:r>
              <a:rPr lang="es-BO" dirty="0"/>
              <a:t>El método del número de oxidación es una forma de balancear ecuaciones químicas, especialmente las que son reacciones redox (donde hay ganancia o pérdida de electrones).</a:t>
            </a:r>
          </a:p>
        </p:txBody>
      </p:sp>
      <p:sp>
        <p:nvSpPr>
          <p:cNvPr id="150" name="CuadroTexto 149">
            <a:extLst>
              <a:ext uri="{FF2B5EF4-FFF2-40B4-BE49-F238E27FC236}">
                <a16:creationId xmlns:a16="http://schemas.microsoft.com/office/drawing/2014/main" id="{8644545C-B2F8-4854-8CE4-F4A2DAC2AE95}"/>
              </a:ext>
            </a:extLst>
          </p:cNvPr>
          <p:cNvSpPr txBox="1"/>
          <p:nvPr/>
        </p:nvSpPr>
        <p:spPr>
          <a:xfrm>
            <a:off x="-52174" y="1287544"/>
            <a:ext cx="3435454" cy="738664"/>
          </a:xfrm>
          <a:prstGeom prst="rect">
            <a:avLst/>
          </a:prstGeom>
          <a:noFill/>
        </p:spPr>
        <p:txBody>
          <a:bodyPr wrap="square">
            <a:spAutoFit/>
          </a:bodyPr>
          <a:lstStyle/>
          <a:p>
            <a:r>
              <a:rPr lang="es-BO" b="1" u="sng" dirty="0">
                <a:solidFill>
                  <a:schemeClr val="bg1"/>
                </a:solidFill>
              </a:rPr>
              <a:t> Objetivo:</a:t>
            </a:r>
          </a:p>
          <a:p>
            <a:r>
              <a:rPr lang="es-BO" dirty="0"/>
              <a:t>Igualar la cantidad de electrones que se pierden y se ganan durante la reacción.</a:t>
            </a:r>
          </a:p>
        </p:txBody>
      </p:sp>
      <p:sp>
        <p:nvSpPr>
          <p:cNvPr id="152" name="CuadroTexto 151">
            <a:extLst>
              <a:ext uri="{FF2B5EF4-FFF2-40B4-BE49-F238E27FC236}">
                <a16:creationId xmlns:a16="http://schemas.microsoft.com/office/drawing/2014/main" id="{6693E50C-E20E-4AEE-8398-A541379A9B86}"/>
              </a:ext>
            </a:extLst>
          </p:cNvPr>
          <p:cNvSpPr txBox="1"/>
          <p:nvPr/>
        </p:nvSpPr>
        <p:spPr>
          <a:xfrm>
            <a:off x="3346773" y="1302899"/>
            <a:ext cx="5797227" cy="954107"/>
          </a:xfrm>
          <a:prstGeom prst="rect">
            <a:avLst/>
          </a:prstGeom>
          <a:noFill/>
        </p:spPr>
        <p:txBody>
          <a:bodyPr wrap="square">
            <a:spAutoFit/>
          </a:bodyPr>
          <a:lstStyle/>
          <a:p>
            <a:r>
              <a:rPr lang="es-BO" dirty="0"/>
              <a:t> </a:t>
            </a:r>
            <a:r>
              <a:rPr lang="es-BO" sz="1200" b="1" u="sng" dirty="0">
                <a:solidFill>
                  <a:schemeClr val="bg1"/>
                </a:solidFill>
              </a:rPr>
              <a:t>Para qué sirve:</a:t>
            </a:r>
          </a:p>
          <a:p>
            <a:r>
              <a:rPr lang="es-BO" dirty="0"/>
              <a:t>Sirve para representar correctamente reacciones químicas donde los elementos cambian su número de oxidación (es decir, se oxidan o se reducen).</a:t>
            </a:r>
          </a:p>
        </p:txBody>
      </p:sp>
      <p:sp>
        <p:nvSpPr>
          <p:cNvPr id="154" name="CuadroTexto 153">
            <a:extLst>
              <a:ext uri="{FF2B5EF4-FFF2-40B4-BE49-F238E27FC236}">
                <a16:creationId xmlns:a16="http://schemas.microsoft.com/office/drawing/2014/main" id="{333FF8D2-8605-4EDA-8D1C-8D7D829B5CDC}"/>
              </a:ext>
            </a:extLst>
          </p:cNvPr>
          <p:cNvSpPr txBox="1"/>
          <p:nvPr/>
        </p:nvSpPr>
        <p:spPr>
          <a:xfrm>
            <a:off x="195580" y="2176632"/>
            <a:ext cx="6337300" cy="2246769"/>
          </a:xfrm>
          <a:prstGeom prst="rect">
            <a:avLst/>
          </a:prstGeom>
          <a:noFill/>
        </p:spPr>
        <p:txBody>
          <a:bodyPr wrap="square">
            <a:spAutoFit/>
          </a:bodyPr>
          <a:lstStyle/>
          <a:p>
            <a:r>
              <a:rPr lang="es-BO" b="1" u="sng" dirty="0">
                <a:solidFill>
                  <a:schemeClr val="bg1"/>
                </a:solidFill>
              </a:rPr>
              <a:t>Pasos a seguir:</a:t>
            </a:r>
          </a:p>
          <a:p>
            <a:endParaRPr lang="es-BO" b="1" u="sng" dirty="0">
              <a:solidFill>
                <a:schemeClr val="bg1"/>
              </a:solidFill>
            </a:endParaRPr>
          </a:p>
          <a:p>
            <a:r>
              <a:rPr lang="es-BO" dirty="0"/>
              <a:t>1.Escribe la ecuación sin balancear.</a:t>
            </a:r>
          </a:p>
          <a:p>
            <a:r>
              <a:rPr lang="es-BO" dirty="0"/>
              <a:t>2. Determina el número de oxidación de cada elemento.</a:t>
            </a:r>
          </a:p>
          <a:p>
            <a:r>
              <a:rPr lang="es-BO" dirty="0"/>
              <a:t>3. Identifica qué elemento se oxida (pierde electrones) y cuál se reduce (gana electrones).</a:t>
            </a:r>
          </a:p>
          <a:p>
            <a:r>
              <a:rPr lang="es-BO" dirty="0"/>
              <a:t>4. Ajusta los números para que la cantidad de electrones perdidos y ganados sea igual.</a:t>
            </a:r>
          </a:p>
          <a:p>
            <a:r>
              <a:rPr lang="es-BO" dirty="0"/>
              <a:t>5. Coloca los coeficientes para balancear los demás elementos.</a:t>
            </a:r>
          </a:p>
          <a:p>
            <a:r>
              <a:rPr lang="es-BO" dirty="0"/>
              <a:t>6. Verifica que todos los átomos y cargas estén equilibrado</a:t>
            </a:r>
          </a:p>
        </p:txBody>
      </p:sp>
      <p:pic>
        <p:nvPicPr>
          <p:cNvPr id="3074" name="Picture 2" descr="Imágenes de Dibujo cientifico quimica - Descarga gratuita en Freepik">
            <a:extLst>
              <a:ext uri="{FF2B5EF4-FFF2-40B4-BE49-F238E27FC236}">
                <a16:creationId xmlns:a16="http://schemas.microsoft.com/office/drawing/2014/main" id="{90606350-7B9C-4E12-9E2D-62C5D9C831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83393" y="2213302"/>
            <a:ext cx="2143125" cy="21431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825"/>
        <p:cNvGrpSpPr/>
        <p:nvPr/>
      </p:nvGrpSpPr>
      <p:grpSpPr>
        <a:xfrm>
          <a:off x="0" y="0"/>
          <a:ext cx="0" cy="0"/>
          <a:chOff x="0" y="0"/>
          <a:chExt cx="0" cy="0"/>
        </a:xfrm>
      </p:grpSpPr>
      <p:grpSp>
        <p:nvGrpSpPr>
          <p:cNvPr id="4828" name="Google Shape;4828;p53"/>
          <p:cNvGrpSpPr/>
          <p:nvPr/>
        </p:nvGrpSpPr>
        <p:grpSpPr>
          <a:xfrm>
            <a:off x="7685825" y="137943"/>
            <a:ext cx="1487655" cy="827258"/>
            <a:chOff x="7708577" y="5673877"/>
            <a:chExt cx="1137434" cy="826546"/>
          </a:xfrm>
        </p:grpSpPr>
        <p:sp>
          <p:nvSpPr>
            <p:cNvPr id="4829" name="Google Shape;4829;p53"/>
            <p:cNvSpPr/>
            <p:nvPr/>
          </p:nvSpPr>
          <p:spPr>
            <a:xfrm>
              <a:off x="8215134" y="5686079"/>
              <a:ext cx="159553" cy="652376"/>
            </a:xfrm>
            <a:custGeom>
              <a:avLst/>
              <a:gdLst/>
              <a:ahLst/>
              <a:cxnLst/>
              <a:rect l="l" t="t" r="r" b="b"/>
              <a:pathLst>
                <a:path w="1870" h="7646" extrusionOk="0">
                  <a:moveTo>
                    <a:pt x="924" y="0"/>
                  </a:moveTo>
                  <a:cubicBezTo>
                    <a:pt x="730" y="0"/>
                    <a:pt x="492" y="12"/>
                    <a:pt x="196" y="31"/>
                  </a:cubicBezTo>
                  <a:lnTo>
                    <a:pt x="15" y="296"/>
                  </a:lnTo>
                  <a:cubicBezTo>
                    <a:pt x="489" y="533"/>
                    <a:pt x="1" y="7186"/>
                    <a:pt x="447" y="7479"/>
                  </a:cubicBezTo>
                  <a:cubicBezTo>
                    <a:pt x="610" y="7598"/>
                    <a:pt x="781" y="7645"/>
                    <a:pt x="957" y="7645"/>
                  </a:cubicBezTo>
                  <a:cubicBezTo>
                    <a:pt x="1113" y="7645"/>
                    <a:pt x="1274" y="7608"/>
                    <a:pt x="1438" y="7549"/>
                  </a:cubicBezTo>
                  <a:lnTo>
                    <a:pt x="1605" y="7284"/>
                  </a:lnTo>
                  <a:cubicBezTo>
                    <a:pt x="1646" y="7090"/>
                    <a:pt x="1495" y="337"/>
                    <a:pt x="1862" y="337"/>
                  </a:cubicBezTo>
                  <a:cubicBezTo>
                    <a:pt x="1865" y="337"/>
                    <a:pt x="1867" y="337"/>
                    <a:pt x="1870" y="338"/>
                  </a:cubicBezTo>
                  <a:cubicBezTo>
                    <a:pt x="1657" y="84"/>
                    <a:pt x="1444" y="0"/>
                    <a:pt x="9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0" name="Google Shape;4830;p53"/>
            <p:cNvSpPr/>
            <p:nvPr/>
          </p:nvSpPr>
          <p:spPr>
            <a:xfrm>
              <a:off x="8198411" y="5691368"/>
              <a:ext cx="192232" cy="44965"/>
            </a:xfrm>
            <a:custGeom>
              <a:avLst/>
              <a:gdLst/>
              <a:ahLst/>
              <a:cxnLst/>
              <a:rect l="l" t="t" r="r" b="b"/>
              <a:pathLst>
                <a:path w="2253" h="527" extrusionOk="0">
                  <a:moveTo>
                    <a:pt x="1098" y="0"/>
                  </a:moveTo>
                  <a:cubicBezTo>
                    <a:pt x="541" y="0"/>
                    <a:pt x="0" y="167"/>
                    <a:pt x="546" y="499"/>
                  </a:cubicBezTo>
                  <a:cubicBezTo>
                    <a:pt x="497" y="299"/>
                    <a:pt x="723" y="220"/>
                    <a:pt x="989" y="220"/>
                  </a:cubicBezTo>
                  <a:cubicBezTo>
                    <a:pt x="1335" y="220"/>
                    <a:pt x="1749" y="353"/>
                    <a:pt x="1717" y="527"/>
                  </a:cubicBezTo>
                  <a:cubicBezTo>
                    <a:pt x="2253" y="174"/>
                    <a:pt x="1667" y="0"/>
                    <a:pt x="109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1" name="Google Shape;4831;p53"/>
            <p:cNvSpPr/>
            <p:nvPr/>
          </p:nvSpPr>
          <p:spPr>
            <a:xfrm>
              <a:off x="8229468" y="5744609"/>
              <a:ext cx="130970" cy="599135"/>
            </a:xfrm>
            <a:custGeom>
              <a:avLst/>
              <a:gdLst/>
              <a:ahLst/>
              <a:cxnLst/>
              <a:rect l="l" t="t" r="r" b="b"/>
              <a:pathLst>
                <a:path w="1535" h="7022" extrusionOk="0">
                  <a:moveTo>
                    <a:pt x="238" y="98"/>
                  </a:moveTo>
                  <a:cubicBezTo>
                    <a:pt x="415" y="156"/>
                    <a:pt x="600" y="185"/>
                    <a:pt x="785" y="185"/>
                  </a:cubicBezTo>
                  <a:cubicBezTo>
                    <a:pt x="968" y="185"/>
                    <a:pt x="1152" y="157"/>
                    <a:pt x="1329" y="98"/>
                  </a:cubicBezTo>
                  <a:close/>
                  <a:moveTo>
                    <a:pt x="0" y="0"/>
                  </a:moveTo>
                  <a:cubicBezTo>
                    <a:pt x="0" y="1"/>
                    <a:pt x="56" y="6500"/>
                    <a:pt x="56" y="6500"/>
                  </a:cubicBezTo>
                  <a:cubicBezTo>
                    <a:pt x="0" y="6770"/>
                    <a:pt x="473" y="7022"/>
                    <a:pt x="891" y="7022"/>
                  </a:cubicBezTo>
                  <a:cubicBezTo>
                    <a:pt x="1207" y="7022"/>
                    <a:pt x="1493" y="6877"/>
                    <a:pt x="1493" y="6486"/>
                  </a:cubicBezTo>
                  <a:lnTo>
                    <a:pt x="1535" y="14"/>
                  </a:lnTo>
                  <a:lnTo>
                    <a:pt x="1535" y="14"/>
                  </a:lnTo>
                  <a:cubicBezTo>
                    <a:pt x="1467" y="47"/>
                    <a:pt x="1399" y="75"/>
                    <a:pt x="1329" y="98"/>
                  </a:cubicBezTo>
                  <a:lnTo>
                    <a:pt x="1381" y="98"/>
                  </a:lnTo>
                  <a:lnTo>
                    <a:pt x="1381" y="6500"/>
                  </a:lnTo>
                  <a:cubicBezTo>
                    <a:pt x="1381" y="6500"/>
                    <a:pt x="1465" y="6919"/>
                    <a:pt x="823" y="6919"/>
                  </a:cubicBezTo>
                  <a:cubicBezTo>
                    <a:pt x="195" y="6919"/>
                    <a:pt x="168" y="6500"/>
                    <a:pt x="168" y="6500"/>
                  </a:cubicBezTo>
                  <a:lnTo>
                    <a:pt x="168" y="98"/>
                  </a:lnTo>
                  <a:lnTo>
                    <a:pt x="238" y="98"/>
                  </a:lnTo>
                  <a:cubicBezTo>
                    <a:pt x="157" y="71"/>
                    <a:pt x="77" y="39"/>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2" name="Google Shape;4832;p53"/>
            <p:cNvSpPr/>
            <p:nvPr/>
          </p:nvSpPr>
          <p:spPr>
            <a:xfrm>
              <a:off x="8137918" y="5673877"/>
              <a:ext cx="320130" cy="98206"/>
            </a:xfrm>
            <a:custGeom>
              <a:avLst/>
              <a:gdLst/>
              <a:ahLst/>
              <a:cxnLst/>
              <a:rect l="l" t="t" r="r" b="b"/>
              <a:pathLst>
                <a:path w="3752" h="1151" extrusionOk="0">
                  <a:moveTo>
                    <a:pt x="1782" y="209"/>
                  </a:moveTo>
                  <a:cubicBezTo>
                    <a:pt x="2384" y="209"/>
                    <a:pt x="3033" y="406"/>
                    <a:pt x="2356" y="774"/>
                  </a:cubicBezTo>
                  <a:cubicBezTo>
                    <a:pt x="2201" y="867"/>
                    <a:pt x="2028" y="913"/>
                    <a:pt x="1857" y="913"/>
                  </a:cubicBezTo>
                  <a:cubicBezTo>
                    <a:pt x="1646" y="913"/>
                    <a:pt x="1438" y="843"/>
                    <a:pt x="1268" y="704"/>
                  </a:cubicBezTo>
                  <a:cubicBezTo>
                    <a:pt x="741" y="367"/>
                    <a:pt x="1242" y="209"/>
                    <a:pt x="1782" y="209"/>
                  </a:cubicBezTo>
                  <a:close/>
                  <a:moveTo>
                    <a:pt x="1710" y="1"/>
                  </a:moveTo>
                  <a:cubicBezTo>
                    <a:pt x="502" y="1"/>
                    <a:pt x="1" y="689"/>
                    <a:pt x="1868" y="1150"/>
                  </a:cubicBezTo>
                  <a:cubicBezTo>
                    <a:pt x="2468" y="1108"/>
                    <a:pt x="3751" y="509"/>
                    <a:pt x="2677" y="132"/>
                  </a:cubicBezTo>
                  <a:cubicBezTo>
                    <a:pt x="2329" y="40"/>
                    <a:pt x="1999" y="1"/>
                    <a:pt x="171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3" name="Google Shape;4833;p53"/>
            <p:cNvSpPr/>
            <p:nvPr/>
          </p:nvSpPr>
          <p:spPr>
            <a:xfrm>
              <a:off x="8146450" y="5679082"/>
              <a:ext cx="248288" cy="86602"/>
            </a:xfrm>
            <a:custGeom>
              <a:avLst/>
              <a:gdLst/>
              <a:ahLst/>
              <a:cxnLst/>
              <a:rect l="l" t="t" r="r" b="b"/>
              <a:pathLst>
                <a:path w="2910" h="1015" extrusionOk="0">
                  <a:moveTo>
                    <a:pt x="1747" y="16"/>
                  </a:moveTo>
                  <a:cubicBezTo>
                    <a:pt x="2365" y="16"/>
                    <a:pt x="2910" y="259"/>
                    <a:pt x="2647" y="559"/>
                  </a:cubicBezTo>
                  <a:cubicBezTo>
                    <a:pt x="2370" y="814"/>
                    <a:pt x="2069" y="910"/>
                    <a:pt x="1795" y="910"/>
                  </a:cubicBezTo>
                  <a:cubicBezTo>
                    <a:pt x="1198" y="910"/>
                    <a:pt x="723" y="459"/>
                    <a:pt x="876" y="210"/>
                  </a:cubicBezTo>
                  <a:cubicBezTo>
                    <a:pt x="1127" y="73"/>
                    <a:pt x="1445" y="16"/>
                    <a:pt x="1747" y="16"/>
                  </a:cubicBezTo>
                  <a:close/>
                  <a:moveTo>
                    <a:pt x="1659" y="1"/>
                  </a:moveTo>
                  <a:cubicBezTo>
                    <a:pt x="811" y="1"/>
                    <a:pt x="1" y="243"/>
                    <a:pt x="1420" y="936"/>
                  </a:cubicBezTo>
                  <a:cubicBezTo>
                    <a:pt x="1420" y="936"/>
                    <a:pt x="1570" y="1014"/>
                    <a:pt x="1809" y="1014"/>
                  </a:cubicBezTo>
                  <a:cubicBezTo>
                    <a:pt x="2054" y="1014"/>
                    <a:pt x="2392" y="932"/>
                    <a:pt x="2759" y="601"/>
                  </a:cubicBezTo>
                  <a:cubicBezTo>
                    <a:pt x="2856" y="503"/>
                    <a:pt x="2856" y="350"/>
                    <a:pt x="2759" y="252"/>
                  </a:cubicBezTo>
                  <a:cubicBezTo>
                    <a:pt x="2781" y="104"/>
                    <a:pt x="2212" y="1"/>
                    <a:pt x="165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4" name="Google Shape;4834;p53"/>
            <p:cNvSpPr/>
            <p:nvPr/>
          </p:nvSpPr>
          <p:spPr>
            <a:xfrm>
              <a:off x="8248495" y="5871910"/>
              <a:ext cx="100083" cy="471407"/>
            </a:xfrm>
            <a:custGeom>
              <a:avLst/>
              <a:gdLst/>
              <a:ahLst/>
              <a:cxnLst/>
              <a:rect l="l" t="t" r="r" b="b"/>
              <a:pathLst>
                <a:path w="1173" h="5525" extrusionOk="0">
                  <a:moveTo>
                    <a:pt x="1074" y="4967"/>
                  </a:moveTo>
                  <a:cubicBezTo>
                    <a:pt x="1172" y="5525"/>
                    <a:pt x="0" y="5441"/>
                    <a:pt x="0" y="4967"/>
                  </a:cubicBezTo>
                  <a:lnTo>
                    <a:pt x="0" y="238"/>
                  </a:lnTo>
                  <a:cubicBezTo>
                    <a:pt x="349" y="1"/>
                    <a:pt x="837" y="112"/>
                    <a:pt x="1088" y="238"/>
                  </a:cubicBezTo>
                  <a:close/>
                </a:path>
              </a:pathLst>
            </a:custGeom>
            <a:gradFill>
              <a:gsLst>
                <a:gs pos="0">
                  <a:srgbClr val="11E7FF"/>
                </a:gs>
                <a:gs pos="100000">
                  <a:srgbClr val="067B88"/>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5" name="Google Shape;4835;p53"/>
            <p:cNvSpPr/>
            <p:nvPr/>
          </p:nvSpPr>
          <p:spPr>
            <a:xfrm>
              <a:off x="8248495" y="5881381"/>
              <a:ext cx="91722" cy="21587"/>
            </a:xfrm>
            <a:custGeom>
              <a:avLst/>
              <a:gdLst/>
              <a:ahLst/>
              <a:cxnLst/>
              <a:rect l="l" t="t" r="r" b="b"/>
              <a:pathLst>
                <a:path w="1075" h="253" extrusionOk="0">
                  <a:moveTo>
                    <a:pt x="465" y="0"/>
                  </a:moveTo>
                  <a:cubicBezTo>
                    <a:pt x="280" y="0"/>
                    <a:pt x="100" y="33"/>
                    <a:pt x="0" y="127"/>
                  </a:cubicBezTo>
                  <a:cubicBezTo>
                    <a:pt x="154" y="211"/>
                    <a:pt x="380" y="253"/>
                    <a:pt x="590" y="253"/>
                  </a:cubicBezTo>
                  <a:cubicBezTo>
                    <a:pt x="799" y="253"/>
                    <a:pt x="991" y="211"/>
                    <a:pt x="1074" y="127"/>
                  </a:cubicBezTo>
                  <a:cubicBezTo>
                    <a:pt x="1041" y="76"/>
                    <a:pt x="747" y="0"/>
                    <a:pt x="465" y="0"/>
                  </a:cubicBezTo>
                  <a:close/>
                </a:path>
              </a:pathLst>
            </a:custGeom>
            <a:solidFill>
              <a:srgbClr val="2CD7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6" name="Google Shape;4836;p53"/>
            <p:cNvSpPr/>
            <p:nvPr/>
          </p:nvSpPr>
          <p:spPr>
            <a:xfrm>
              <a:off x="8288938" y="5880271"/>
              <a:ext cx="51279" cy="23378"/>
            </a:xfrm>
            <a:custGeom>
              <a:avLst/>
              <a:gdLst/>
              <a:ahLst/>
              <a:cxnLst/>
              <a:rect l="l" t="t" r="r" b="b"/>
              <a:pathLst>
                <a:path w="601" h="274" extrusionOk="0">
                  <a:moveTo>
                    <a:pt x="15" y="1"/>
                  </a:moveTo>
                  <a:cubicBezTo>
                    <a:pt x="15" y="1"/>
                    <a:pt x="154" y="154"/>
                    <a:pt x="1" y="266"/>
                  </a:cubicBezTo>
                  <a:cubicBezTo>
                    <a:pt x="42" y="271"/>
                    <a:pt x="85" y="274"/>
                    <a:pt x="127" y="274"/>
                  </a:cubicBezTo>
                  <a:cubicBezTo>
                    <a:pt x="297" y="274"/>
                    <a:pt x="467" y="229"/>
                    <a:pt x="600" y="140"/>
                  </a:cubicBezTo>
                  <a:cubicBezTo>
                    <a:pt x="419" y="42"/>
                    <a:pt x="224" y="1"/>
                    <a:pt x="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7" name="Google Shape;4837;p53"/>
            <p:cNvSpPr/>
            <p:nvPr/>
          </p:nvSpPr>
          <p:spPr>
            <a:xfrm>
              <a:off x="8248495" y="5880527"/>
              <a:ext cx="91722" cy="12884"/>
            </a:xfrm>
            <a:custGeom>
              <a:avLst/>
              <a:gdLst/>
              <a:ahLst/>
              <a:cxnLst/>
              <a:rect l="l" t="t" r="r" b="b"/>
              <a:pathLst>
                <a:path w="1075" h="151" extrusionOk="0">
                  <a:moveTo>
                    <a:pt x="496" y="1"/>
                  </a:moveTo>
                  <a:cubicBezTo>
                    <a:pt x="337" y="1"/>
                    <a:pt x="163" y="35"/>
                    <a:pt x="0" y="137"/>
                  </a:cubicBezTo>
                  <a:lnTo>
                    <a:pt x="28" y="137"/>
                  </a:lnTo>
                  <a:cubicBezTo>
                    <a:pt x="49" y="83"/>
                    <a:pt x="282" y="55"/>
                    <a:pt x="523" y="55"/>
                  </a:cubicBezTo>
                  <a:cubicBezTo>
                    <a:pt x="777" y="55"/>
                    <a:pt x="1039" y="86"/>
                    <a:pt x="1060" y="151"/>
                  </a:cubicBezTo>
                  <a:lnTo>
                    <a:pt x="1074" y="137"/>
                  </a:lnTo>
                  <a:cubicBezTo>
                    <a:pt x="1074" y="137"/>
                    <a:pt x="814" y="1"/>
                    <a:pt x="496" y="1"/>
                  </a:cubicBezTo>
                  <a:close/>
                </a:path>
              </a:pathLst>
            </a:custGeom>
            <a:solidFill>
              <a:srgbClr val="0D91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8" name="Google Shape;4838;p53"/>
            <p:cNvSpPr/>
            <p:nvPr/>
          </p:nvSpPr>
          <p:spPr>
            <a:xfrm>
              <a:off x="8312145" y="6279835"/>
              <a:ext cx="19709" cy="20648"/>
            </a:xfrm>
            <a:custGeom>
              <a:avLst/>
              <a:gdLst/>
              <a:ahLst/>
              <a:cxnLst/>
              <a:rect l="l" t="t" r="r" b="b"/>
              <a:pathLst>
                <a:path w="231" h="242" extrusionOk="0">
                  <a:moveTo>
                    <a:pt x="119" y="1"/>
                  </a:moveTo>
                  <a:cubicBezTo>
                    <a:pt x="63" y="1"/>
                    <a:pt x="8" y="39"/>
                    <a:pt x="8" y="116"/>
                  </a:cubicBezTo>
                  <a:cubicBezTo>
                    <a:pt x="1" y="200"/>
                    <a:pt x="56" y="241"/>
                    <a:pt x="114" y="241"/>
                  </a:cubicBezTo>
                  <a:cubicBezTo>
                    <a:pt x="171" y="241"/>
                    <a:pt x="231" y="200"/>
                    <a:pt x="231" y="116"/>
                  </a:cubicBezTo>
                  <a:cubicBezTo>
                    <a:pt x="231" y="39"/>
                    <a:pt x="175" y="1"/>
                    <a:pt x="119"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9" name="Google Shape;4839;p53"/>
            <p:cNvSpPr/>
            <p:nvPr/>
          </p:nvSpPr>
          <p:spPr>
            <a:xfrm>
              <a:off x="8273495" y="6199803"/>
              <a:ext cx="20307" cy="17918"/>
            </a:xfrm>
            <a:custGeom>
              <a:avLst/>
              <a:gdLst/>
              <a:ahLst/>
              <a:cxnLst/>
              <a:rect l="l" t="t" r="r" b="b"/>
              <a:pathLst>
                <a:path w="238" h="210" extrusionOk="0">
                  <a:moveTo>
                    <a:pt x="119" y="1"/>
                  </a:moveTo>
                  <a:cubicBezTo>
                    <a:pt x="63" y="1"/>
                    <a:pt x="7" y="36"/>
                    <a:pt x="0" y="105"/>
                  </a:cubicBezTo>
                  <a:cubicBezTo>
                    <a:pt x="7" y="175"/>
                    <a:pt x="63" y="210"/>
                    <a:pt x="119" y="210"/>
                  </a:cubicBezTo>
                  <a:cubicBezTo>
                    <a:pt x="175" y="210"/>
                    <a:pt x="230" y="175"/>
                    <a:pt x="237" y="105"/>
                  </a:cubicBezTo>
                  <a:cubicBezTo>
                    <a:pt x="230" y="36"/>
                    <a:pt x="175" y="1"/>
                    <a:pt x="119"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0" name="Google Shape;4840;p53"/>
            <p:cNvSpPr/>
            <p:nvPr/>
          </p:nvSpPr>
          <p:spPr>
            <a:xfrm>
              <a:off x="8312145" y="6094515"/>
              <a:ext cx="19709" cy="20563"/>
            </a:xfrm>
            <a:custGeom>
              <a:avLst/>
              <a:gdLst/>
              <a:ahLst/>
              <a:cxnLst/>
              <a:rect l="l" t="t" r="r" b="b"/>
              <a:pathLst>
                <a:path w="231" h="241" extrusionOk="0">
                  <a:moveTo>
                    <a:pt x="119" y="0"/>
                  </a:moveTo>
                  <a:cubicBezTo>
                    <a:pt x="63" y="0"/>
                    <a:pt x="8" y="42"/>
                    <a:pt x="8" y="126"/>
                  </a:cubicBezTo>
                  <a:cubicBezTo>
                    <a:pt x="1" y="203"/>
                    <a:pt x="56" y="241"/>
                    <a:pt x="114" y="241"/>
                  </a:cubicBezTo>
                  <a:cubicBezTo>
                    <a:pt x="171" y="241"/>
                    <a:pt x="231" y="203"/>
                    <a:pt x="231" y="126"/>
                  </a:cubicBezTo>
                  <a:cubicBezTo>
                    <a:pt x="231" y="42"/>
                    <a:pt x="175" y="0"/>
                    <a:pt x="119"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1" name="Google Shape;4841;p53"/>
            <p:cNvSpPr/>
            <p:nvPr/>
          </p:nvSpPr>
          <p:spPr>
            <a:xfrm>
              <a:off x="8266327" y="5992726"/>
              <a:ext cx="20307" cy="17918"/>
            </a:xfrm>
            <a:custGeom>
              <a:avLst/>
              <a:gdLst/>
              <a:ahLst/>
              <a:cxnLst/>
              <a:rect l="l" t="t" r="r" b="b"/>
              <a:pathLst>
                <a:path w="238" h="210" extrusionOk="0">
                  <a:moveTo>
                    <a:pt x="124" y="1"/>
                  </a:moveTo>
                  <a:cubicBezTo>
                    <a:pt x="70" y="1"/>
                    <a:pt x="15" y="36"/>
                    <a:pt x="1" y="105"/>
                  </a:cubicBezTo>
                  <a:cubicBezTo>
                    <a:pt x="15" y="175"/>
                    <a:pt x="70" y="210"/>
                    <a:pt x="124" y="210"/>
                  </a:cubicBezTo>
                  <a:cubicBezTo>
                    <a:pt x="178" y="210"/>
                    <a:pt x="231" y="175"/>
                    <a:pt x="238" y="105"/>
                  </a:cubicBezTo>
                  <a:cubicBezTo>
                    <a:pt x="231" y="36"/>
                    <a:pt x="178" y="1"/>
                    <a:pt x="124"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2" name="Google Shape;4842;p53"/>
            <p:cNvSpPr/>
            <p:nvPr/>
          </p:nvSpPr>
          <p:spPr>
            <a:xfrm>
              <a:off x="8302077" y="5962095"/>
              <a:ext cx="20307" cy="19709"/>
            </a:xfrm>
            <a:custGeom>
              <a:avLst/>
              <a:gdLst/>
              <a:ahLst/>
              <a:cxnLst/>
              <a:rect l="l" t="t" r="r" b="b"/>
              <a:pathLst>
                <a:path w="238" h="231" extrusionOk="0">
                  <a:moveTo>
                    <a:pt x="119" y="0"/>
                  </a:moveTo>
                  <a:cubicBezTo>
                    <a:pt x="59" y="0"/>
                    <a:pt x="0" y="39"/>
                    <a:pt x="0" y="116"/>
                  </a:cubicBezTo>
                  <a:cubicBezTo>
                    <a:pt x="0" y="192"/>
                    <a:pt x="59" y="231"/>
                    <a:pt x="119" y="231"/>
                  </a:cubicBezTo>
                  <a:cubicBezTo>
                    <a:pt x="178" y="231"/>
                    <a:pt x="237" y="192"/>
                    <a:pt x="237" y="116"/>
                  </a:cubicBezTo>
                  <a:cubicBezTo>
                    <a:pt x="237" y="39"/>
                    <a:pt x="178" y="0"/>
                    <a:pt x="119"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3" name="Google Shape;4843;p53"/>
            <p:cNvSpPr/>
            <p:nvPr/>
          </p:nvSpPr>
          <p:spPr>
            <a:xfrm>
              <a:off x="8307965" y="5923700"/>
              <a:ext cx="20307" cy="17918"/>
            </a:xfrm>
            <a:custGeom>
              <a:avLst/>
              <a:gdLst/>
              <a:ahLst/>
              <a:cxnLst/>
              <a:rect l="l" t="t" r="r" b="b"/>
              <a:pathLst>
                <a:path w="238" h="210" extrusionOk="0">
                  <a:moveTo>
                    <a:pt x="114" y="1"/>
                  </a:moveTo>
                  <a:cubicBezTo>
                    <a:pt x="60" y="1"/>
                    <a:pt x="8" y="36"/>
                    <a:pt x="1" y="105"/>
                  </a:cubicBezTo>
                  <a:cubicBezTo>
                    <a:pt x="8" y="175"/>
                    <a:pt x="60" y="210"/>
                    <a:pt x="114" y="210"/>
                  </a:cubicBezTo>
                  <a:cubicBezTo>
                    <a:pt x="168" y="210"/>
                    <a:pt x="224" y="175"/>
                    <a:pt x="238" y="105"/>
                  </a:cubicBezTo>
                  <a:cubicBezTo>
                    <a:pt x="224" y="36"/>
                    <a:pt x="168" y="1"/>
                    <a:pt x="114"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4" name="Google Shape;4844;p53"/>
            <p:cNvSpPr/>
            <p:nvPr/>
          </p:nvSpPr>
          <p:spPr>
            <a:xfrm>
              <a:off x="8261549" y="5902626"/>
              <a:ext cx="19112" cy="19709"/>
            </a:xfrm>
            <a:custGeom>
              <a:avLst/>
              <a:gdLst/>
              <a:ahLst/>
              <a:cxnLst/>
              <a:rect l="l" t="t" r="r" b="b"/>
              <a:pathLst>
                <a:path w="224" h="231" extrusionOk="0">
                  <a:moveTo>
                    <a:pt x="112" y="0"/>
                  </a:moveTo>
                  <a:cubicBezTo>
                    <a:pt x="57" y="0"/>
                    <a:pt x="1" y="38"/>
                    <a:pt x="1" y="115"/>
                  </a:cubicBezTo>
                  <a:cubicBezTo>
                    <a:pt x="1" y="192"/>
                    <a:pt x="57" y="230"/>
                    <a:pt x="112" y="230"/>
                  </a:cubicBezTo>
                  <a:cubicBezTo>
                    <a:pt x="168" y="230"/>
                    <a:pt x="224" y="192"/>
                    <a:pt x="224" y="115"/>
                  </a:cubicBezTo>
                  <a:cubicBezTo>
                    <a:pt x="224" y="38"/>
                    <a:pt x="168" y="0"/>
                    <a:pt x="112"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5" name="Google Shape;4845;p53"/>
            <p:cNvSpPr/>
            <p:nvPr/>
          </p:nvSpPr>
          <p:spPr>
            <a:xfrm>
              <a:off x="8288938" y="6258419"/>
              <a:ext cx="20307" cy="19709"/>
            </a:xfrm>
            <a:custGeom>
              <a:avLst/>
              <a:gdLst/>
              <a:ahLst/>
              <a:cxnLst/>
              <a:rect l="l" t="t" r="r" b="b"/>
              <a:pathLst>
                <a:path w="238" h="231" extrusionOk="0">
                  <a:moveTo>
                    <a:pt x="124" y="1"/>
                  </a:moveTo>
                  <a:cubicBezTo>
                    <a:pt x="67" y="1"/>
                    <a:pt x="8" y="39"/>
                    <a:pt x="1" y="116"/>
                  </a:cubicBezTo>
                  <a:cubicBezTo>
                    <a:pt x="1" y="192"/>
                    <a:pt x="60" y="231"/>
                    <a:pt x="119" y="231"/>
                  </a:cubicBezTo>
                  <a:cubicBezTo>
                    <a:pt x="178" y="231"/>
                    <a:pt x="238" y="192"/>
                    <a:pt x="238" y="116"/>
                  </a:cubicBezTo>
                  <a:cubicBezTo>
                    <a:pt x="238" y="39"/>
                    <a:pt x="182" y="1"/>
                    <a:pt x="124"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6" name="Google Shape;4846;p53"/>
            <p:cNvSpPr/>
            <p:nvPr/>
          </p:nvSpPr>
          <p:spPr>
            <a:xfrm>
              <a:off x="8269911" y="6285807"/>
              <a:ext cx="14334" cy="12542"/>
            </a:xfrm>
            <a:custGeom>
              <a:avLst/>
              <a:gdLst/>
              <a:ahLst/>
              <a:cxnLst/>
              <a:rect l="l" t="t" r="r" b="b"/>
              <a:pathLst>
                <a:path w="168" h="147" extrusionOk="0">
                  <a:moveTo>
                    <a:pt x="84" y="1"/>
                  </a:moveTo>
                  <a:cubicBezTo>
                    <a:pt x="46" y="1"/>
                    <a:pt x="7" y="25"/>
                    <a:pt x="0" y="74"/>
                  </a:cubicBezTo>
                  <a:cubicBezTo>
                    <a:pt x="7" y="123"/>
                    <a:pt x="46" y="147"/>
                    <a:pt x="84" y="147"/>
                  </a:cubicBezTo>
                  <a:cubicBezTo>
                    <a:pt x="122" y="147"/>
                    <a:pt x="161" y="123"/>
                    <a:pt x="168" y="74"/>
                  </a:cubicBezTo>
                  <a:cubicBezTo>
                    <a:pt x="161" y="25"/>
                    <a:pt x="122" y="1"/>
                    <a:pt x="84"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7" name="Google Shape;4847;p53"/>
            <p:cNvSpPr/>
            <p:nvPr/>
          </p:nvSpPr>
          <p:spPr>
            <a:xfrm>
              <a:off x="8277078" y="6238197"/>
              <a:ext cx="14334" cy="12628"/>
            </a:xfrm>
            <a:custGeom>
              <a:avLst/>
              <a:gdLst/>
              <a:ahLst/>
              <a:cxnLst/>
              <a:rect l="l" t="t" r="r" b="b"/>
              <a:pathLst>
                <a:path w="168" h="148" extrusionOk="0">
                  <a:moveTo>
                    <a:pt x="84" y="1"/>
                  </a:moveTo>
                  <a:cubicBezTo>
                    <a:pt x="45" y="1"/>
                    <a:pt x="7" y="25"/>
                    <a:pt x="0" y="74"/>
                  </a:cubicBezTo>
                  <a:cubicBezTo>
                    <a:pt x="7" y="123"/>
                    <a:pt x="45" y="147"/>
                    <a:pt x="84" y="147"/>
                  </a:cubicBezTo>
                  <a:cubicBezTo>
                    <a:pt x="122" y="147"/>
                    <a:pt x="161" y="123"/>
                    <a:pt x="168" y="74"/>
                  </a:cubicBezTo>
                  <a:cubicBezTo>
                    <a:pt x="161" y="25"/>
                    <a:pt x="122" y="1"/>
                    <a:pt x="84"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8" name="Google Shape;4848;p53"/>
            <p:cNvSpPr/>
            <p:nvPr/>
          </p:nvSpPr>
          <p:spPr>
            <a:xfrm>
              <a:off x="8312145" y="6211150"/>
              <a:ext cx="13822" cy="14334"/>
            </a:xfrm>
            <a:custGeom>
              <a:avLst/>
              <a:gdLst/>
              <a:ahLst/>
              <a:cxnLst/>
              <a:rect l="l" t="t" r="r" b="b"/>
              <a:pathLst>
                <a:path w="162" h="168" extrusionOk="0">
                  <a:moveTo>
                    <a:pt x="84" y="0"/>
                  </a:moveTo>
                  <a:cubicBezTo>
                    <a:pt x="46" y="0"/>
                    <a:pt x="8" y="28"/>
                    <a:pt x="8" y="84"/>
                  </a:cubicBezTo>
                  <a:cubicBezTo>
                    <a:pt x="1" y="140"/>
                    <a:pt x="39" y="168"/>
                    <a:pt x="79" y="168"/>
                  </a:cubicBezTo>
                  <a:cubicBezTo>
                    <a:pt x="119" y="168"/>
                    <a:pt x="161" y="140"/>
                    <a:pt x="161" y="84"/>
                  </a:cubicBezTo>
                  <a:cubicBezTo>
                    <a:pt x="161" y="28"/>
                    <a:pt x="123" y="0"/>
                    <a:pt x="84"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9" name="Google Shape;4849;p53"/>
            <p:cNvSpPr/>
            <p:nvPr/>
          </p:nvSpPr>
          <p:spPr>
            <a:xfrm>
              <a:off x="8294910" y="6130777"/>
              <a:ext cx="14334" cy="11689"/>
            </a:xfrm>
            <a:custGeom>
              <a:avLst/>
              <a:gdLst/>
              <a:ahLst/>
              <a:cxnLst/>
              <a:rect l="l" t="t" r="r" b="b"/>
              <a:pathLst>
                <a:path w="168" h="137" extrusionOk="0">
                  <a:moveTo>
                    <a:pt x="84" y="1"/>
                  </a:moveTo>
                  <a:cubicBezTo>
                    <a:pt x="46" y="1"/>
                    <a:pt x="7" y="22"/>
                    <a:pt x="0" y="63"/>
                  </a:cubicBezTo>
                  <a:cubicBezTo>
                    <a:pt x="7" y="112"/>
                    <a:pt x="46" y="137"/>
                    <a:pt x="84" y="137"/>
                  </a:cubicBezTo>
                  <a:cubicBezTo>
                    <a:pt x="122" y="137"/>
                    <a:pt x="161" y="112"/>
                    <a:pt x="168" y="63"/>
                  </a:cubicBezTo>
                  <a:cubicBezTo>
                    <a:pt x="161" y="22"/>
                    <a:pt x="122" y="1"/>
                    <a:pt x="84"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0" name="Google Shape;4850;p53"/>
            <p:cNvSpPr/>
            <p:nvPr/>
          </p:nvSpPr>
          <p:spPr>
            <a:xfrm>
              <a:off x="8294910" y="6081120"/>
              <a:ext cx="14334" cy="12542"/>
            </a:xfrm>
            <a:custGeom>
              <a:avLst/>
              <a:gdLst/>
              <a:ahLst/>
              <a:cxnLst/>
              <a:rect l="l" t="t" r="r" b="b"/>
              <a:pathLst>
                <a:path w="168" h="147" extrusionOk="0">
                  <a:moveTo>
                    <a:pt x="84" y="0"/>
                  </a:moveTo>
                  <a:cubicBezTo>
                    <a:pt x="46" y="0"/>
                    <a:pt x="7" y="25"/>
                    <a:pt x="0" y="74"/>
                  </a:cubicBezTo>
                  <a:cubicBezTo>
                    <a:pt x="7" y="122"/>
                    <a:pt x="46" y="147"/>
                    <a:pt x="84" y="147"/>
                  </a:cubicBezTo>
                  <a:cubicBezTo>
                    <a:pt x="122" y="147"/>
                    <a:pt x="161" y="122"/>
                    <a:pt x="168" y="74"/>
                  </a:cubicBezTo>
                  <a:cubicBezTo>
                    <a:pt x="161" y="25"/>
                    <a:pt x="122" y="0"/>
                    <a:pt x="84"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1" name="Google Shape;4851;p53"/>
            <p:cNvSpPr/>
            <p:nvPr/>
          </p:nvSpPr>
          <p:spPr>
            <a:xfrm>
              <a:off x="8274689" y="6090932"/>
              <a:ext cx="13140" cy="13481"/>
            </a:xfrm>
            <a:custGeom>
              <a:avLst/>
              <a:gdLst/>
              <a:ahLst/>
              <a:cxnLst/>
              <a:rect l="l" t="t" r="r" b="b"/>
              <a:pathLst>
                <a:path w="154" h="158" extrusionOk="0">
                  <a:moveTo>
                    <a:pt x="77" y="0"/>
                  </a:moveTo>
                  <a:cubicBezTo>
                    <a:pt x="39" y="0"/>
                    <a:pt x="0" y="28"/>
                    <a:pt x="0" y="84"/>
                  </a:cubicBezTo>
                  <a:cubicBezTo>
                    <a:pt x="0" y="133"/>
                    <a:pt x="39" y="157"/>
                    <a:pt x="77" y="157"/>
                  </a:cubicBezTo>
                  <a:cubicBezTo>
                    <a:pt x="115" y="157"/>
                    <a:pt x="154" y="133"/>
                    <a:pt x="154" y="84"/>
                  </a:cubicBezTo>
                  <a:cubicBezTo>
                    <a:pt x="154" y="28"/>
                    <a:pt x="115" y="0"/>
                    <a:pt x="77"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2" name="Google Shape;4852;p53"/>
            <p:cNvSpPr/>
            <p:nvPr/>
          </p:nvSpPr>
          <p:spPr>
            <a:xfrm>
              <a:off x="8255662" y="6087348"/>
              <a:ext cx="14334" cy="14334"/>
            </a:xfrm>
            <a:custGeom>
              <a:avLst/>
              <a:gdLst/>
              <a:ahLst/>
              <a:cxnLst/>
              <a:rect l="l" t="t" r="r" b="b"/>
              <a:pathLst>
                <a:path w="168" h="168" extrusionOk="0">
                  <a:moveTo>
                    <a:pt x="84" y="1"/>
                  </a:moveTo>
                  <a:cubicBezTo>
                    <a:pt x="42" y="1"/>
                    <a:pt x="0" y="28"/>
                    <a:pt x="0" y="84"/>
                  </a:cubicBezTo>
                  <a:cubicBezTo>
                    <a:pt x="0" y="140"/>
                    <a:pt x="42" y="168"/>
                    <a:pt x="84" y="168"/>
                  </a:cubicBezTo>
                  <a:cubicBezTo>
                    <a:pt x="126" y="168"/>
                    <a:pt x="167" y="140"/>
                    <a:pt x="167" y="84"/>
                  </a:cubicBezTo>
                  <a:cubicBezTo>
                    <a:pt x="167" y="28"/>
                    <a:pt x="126" y="1"/>
                    <a:pt x="84"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3" name="Google Shape;4853;p53"/>
            <p:cNvSpPr/>
            <p:nvPr/>
          </p:nvSpPr>
          <p:spPr>
            <a:xfrm>
              <a:off x="8262744" y="6050489"/>
              <a:ext cx="14420" cy="14334"/>
            </a:xfrm>
            <a:custGeom>
              <a:avLst/>
              <a:gdLst/>
              <a:ahLst/>
              <a:cxnLst/>
              <a:rect l="l" t="t" r="r" b="b"/>
              <a:pathLst>
                <a:path w="169" h="168" extrusionOk="0">
                  <a:moveTo>
                    <a:pt x="84" y="0"/>
                  </a:moveTo>
                  <a:cubicBezTo>
                    <a:pt x="43" y="0"/>
                    <a:pt x="1" y="28"/>
                    <a:pt x="1" y="84"/>
                  </a:cubicBezTo>
                  <a:cubicBezTo>
                    <a:pt x="1" y="140"/>
                    <a:pt x="43" y="168"/>
                    <a:pt x="84" y="168"/>
                  </a:cubicBezTo>
                  <a:cubicBezTo>
                    <a:pt x="126" y="168"/>
                    <a:pt x="168" y="140"/>
                    <a:pt x="168" y="84"/>
                  </a:cubicBezTo>
                  <a:cubicBezTo>
                    <a:pt x="168" y="28"/>
                    <a:pt x="126" y="0"/>
                    <a:pt x="84"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4" name="Google Shape;4854;p53"/>
            <p:cNvSpPr/>
            <p:nvPr/>
          </p:nvSpPr>
          <p:spPr>
            <a:xfrm>
              <a:off x="8294910" y="6044175"/>
              <a:ext cx="14334" cy="12628"/>
            </a:xfrm>
            <a:custGeom>
              <a:avLst/>
              <a:gdLst/>
              <a:ahLst/>
              <a:cxnLst/>
              <a:rect l="l" t="t" r="r" b="b"/>
              <a:pathLst>
                <a:path w="168" h="148" extrusionOk="0">
                  <a:moveTo>
                    <a:pt x="84" y="1"/>
                  </a:moveTo>
                  <a:cubicBezTo>
                    <a:pt x="46" y="1"/>
                    <a:pt x="7" y="25"/>
                    <a:pt x="0" y="74"/>
                  </a:cubicBezTo>
                  <a:cubicBezTo>
                    <a:pt x="7" y="123"/>
                    <a:pt x="46" y="147"/>
                    <a:pt x="84" y="147"/>
                  </a:cubicBezTo>
                  <a:cubicBezTo>
                    <a:pt x="122" y="147"/>
                    <a:pt x="161" y="123"/>
                    <a:pt x="168" y="74"/>
                  </a:cubicBezTo>
                  <a:cubicBezTo>
                    <a:pt x="161" y="25"/>
                    <a:pt x="122" y="1"/>
                    <a:pt x="84"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5" name="Google Shape;4855;p53"/>
            <p:cNvSpPr/>
            <p:nvPr/>
          </p:nvSpPr>
          <p:spPr>
            <a:xfrm>
              <a:off x="8274689" y="5942130"/>
              <a:ext cx="13140" cy="14420"/>
            </a:xfrm>
            <a:custGeom>
              <a:avLst/>
              <a:gdLst/>
              <a:ahLst/>
              <a:cxnLst/>
              <a:rect l="l" t="t" r="r" b="b"/>
              <a:pathLst>
                <a:path w="154" h="169" extrusionOk="0">
                  <a:moveTo>
                    <a:pt x="77" y="1"/>
                  </a:moveTo>
                  <a:cubicBezTo>
                    <a:pt x="39" y="1"/>
                    <a:pt x="0" y="29"/>
                    <a:pt x="0" y="85"/>
                  </a:cubicBezTo>
                  <a:cubicBezTo>
                    <a:pt x="0" y="140"/>
                    <a:pt x="39" y="168"/>
                    <a:pt x="77" y="168"/>
                  </a:cubicBezTo>
                  <a:cubicBezTo>
                    <a:pt x="115" y="168"/>
                    <a:pt x="154" y="140"/>
                    <a:pt x="154" y="85"/>
                  </a:cubicBezTo>
                  <a:cubicBezTo>
                    <a:pt x="154" y="29"/>
                    <a:pt x="115" y="1"/>
                    <a:pt x="77"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6" name="Google Shape;4856;p53"/>
            <p:cNvSpPr/>
            <p:nvPr/>
          </p:nvSpPr>
          <p:spPr>
            <a:xfrm>
              <a:off x="8305576" y="6009961"/>
              <a:ext cx="13225" cy="13481"/>
            </a:xfrm>
            <a:custGeom>
              <a:avLst/>
              <a:gdLst/>
              <a:ahLst/>
              <a:cxnLst/>
              <a:rect l="l" t="t" r="r" b="b"/>
              <a:pathLst>
                <a:path w="155" h="158" extrusionOk="0">
                  <a:moveTo>
                    <a:pt x="78" y="1"/>
                  </a:moveTo>
                  <a:cubicBezTo>
                    <a:pt x="39" y="1"/>
                    <a:pt x="1" y="29"/>
                    <a:pt x="1" y="85"/>
                  </a:cubicBezTo>
                  <a:cubicBezTo>
                    <a:pt x="1" y="133"/>
                    <a:pt x="39" y="158"/>
                    <a:pt x="78" y="158"/>
                  </a:cubicBezTo>
                  <a:cubicBezTo>
                    <a:pt x="116" y="158"/>
                    <a:pt x="154" y="133"/>
                    <a:pt x="154" y="85"/>
                  </a:cubicBezTo>
                  <a:cubicBezTo>
                    <a:pt x="154" y="29"/>
                    <a:pt x="116" y="1"/>
                    <a:pt x="78"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7" name="Google Shape;4857;p53"/>
            <p:cNvSpPr/>
            <p:nvPr/>
          </p:nvSpPr>
          <p:spPr>
            <a:xfrm>
              <a:off x="8287743" y="6306370"/>
              <a:ext cx="14420" cy="13481"/>
            </a:xfrm>
            <a:custGeom>
              <a:avLst/>
              <a:gdLst/>
              <a:ahLst/>
              <a:cxnLst/>
              <a:rect l="l" t="t" r="r" b="b"/>
              <a:pathLst>
                <a:path w="169" h="158" extrusionOk="0">
                  <a:moveTo>
                    <a:pt x="84" y="0"/>
                  </a:moveTo>
                  <a:cubicBezTo>
                    <a:pt x="43" y="0"/>
                    <a:pt x="1" y="28"/>
                    <a:pt x="1" y="84"/>
                  </a:cubicBezTo>
                  <a:cubicBezTo>
                    <a:pt x="1" y="133"/>
                    <a:pt x="43" y="157"/>
                    <a:pt x="84" y="157"/>
                  </a:cubicBezTo>
                  <a:cubicBezTo>
                    <a:pt x="126" y="157"/>
                    <a:pt x="168" y="133"/>
                    <a:pt x="168" y="84"/>
                  </a:cubicBezTo>
                  <a:cubicBezTo>
                    <a:pt x="168" y="28"/>
                    <a:pt x="126" y="0"/>
                    <a:pt x="84"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8" name="Google Shape;4858;p53"/>
            <p:cNvSpPr/>
            <p:nvPr/>
          </p:nvSpPr>
          <p:spPr>
            <a:xfrm>
              <a:off x="8262744" y="6251593"/>
              <a:ext cx="14420" cy="14334"/>
            </a:xfrm>
            <a:custGeom>
              <a:avLst/>
              <a:gdLst/>
              <a:ahLst/>
              <a:cxnLst/>
              <a:rect l="l" t="t" r="r" b="b"/>
              <a:pathLst>
                <a:path w="169" h="168" extrusionOk="0">
                  <a:moveTo>
                    <a:pt x="84" y="0"/>
                  </a:moveTo>
                  <a:cubicBezTo>
                    <a:pt x="43" y="0"/>
                    <a:pt x="1" y="28"/>
                    <a:pt x="1" y="84"/>
                  </a:cubicBezTo>
                  <a:cubicBezTo>
                    <a:pt x="1" y="140"/>
                    <a:pt x="43" y="168"/>
                    <a:pt x="84" y="168"/>
                  </a:cubicBezTo>
                  <a:cubicBezTo>
                    <a:pt x="126" y="168"/>
                    <a:pt x="168" y="140"/>
                    <a:pt x="168" y="84"/>
                  </a:cubicBezTo>
                  <a:cubicBezTo>
                    <a:pt x="168" y="28"/>
                    <a:pt x="126" y="0"/>
                    <a:pt x="84"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9" name="Google Shape;4859;p53"/>
            <p:cNvSpPr/>
            <p:nvPr/>
          </p:nvSpPr>
          <p:spPr>
            <a:xfrm>
              <a:off x="8259160" y="6153985"/>
              <a:ext cx="14420" cy="13481"/>
            </a:xfrm>
            <a:custGeom>
              <a:avLst/>
              <a:gdLst/>
              <a:ahLst/>
              <a:cxnLst/>
              <a:rect l="l" t="t" r="r" b="b"/>
              <a:pathLst>
                <a:path w="169" h="158" extrusionOk="0">
                  <a:moveTo>
                    <a:pt x="90" y="1"/>
                  </a:moveTo>
                  <a:cubicBezTo>
                    <a:pt x="50" y="1"/>
                    <a:pt x="8" y="29"/>
                    <a:pt x="1" y="84"/>
                  </a:cubicBezTo>
                  <a:cubicBezTo>
                    <a:pt x="1" y="133"/>
                    <a:pt x="43" y="158"/>
                    <a:pt x="85" y="158"/>
                  </a:cubicBezTo>
                  <a:cubicBezTo>
                    <a:pt x="126" y="158"/>
                    <a:pt x="168" y="133"/>
                    <a:pt x="168" y="84"/>
                  </a:cubicBezTo>
                  <a:cubicBezTo>
                    <a:pt x="168" y="29"/>
                    <a:pt x="130" y="1"/>
                    <a:pt x="90"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0" name="Google Shape;4860;p53"/>
            <p:cNvSpPr/>
            <p:nvPr/>
          </p:nvSpPr>
          <p:spPr>
            <a:xfrm>
              <a:off x="8294910" y="6166783"/>
              <a:ext cx="14334" cy="11689"/>
            </a:xfrm>
            <a:custGeom>
              <a:avLst/>
              <a:gdLst/>
              <a:ahLst/>
              <a:cxnLst/>
              <a:rect l="l" t="t" r="r" b="b"/>
              <a:pathLst>
                <a:path w="168" h="137" extrusionOk="0">
                  <a:moveTo>
                    <a:pt x="84" y="1"/>
                  </a:moveTo>
                  <a:cubicBezTo>
                    <a:pt x="46" y="1"/>
                    <a:pt x="7" y="25"/>
                    <a:pt x="0" y="74"/>
                  </a:cubicBezTo>
                  <a:cubicBezTo>
                    <a:pt x="7" y="116"/>
                    <a:pt x="46" y="137"/>
                    <a:pt x="84" y="137"/>
                  </a:cubicBezTo>
                  <a:cubicBezTo>
                    <a:pt x="122" y="137"/>
                    <a:pt x="161" y="116"/>
                    <a:pt x="168" y="74"/>
                  </a:cubicBezTo>
                  <a:cubicBezTo>
                    <a:pt x="161" y="25"/>
                    <a:pt x="122" y="1"/>
                    <a:pt x="84"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1" name="Google Shape;4861;p53"/>
            <p:cNvSpPr/>
            <p:nvPr/>
          </p:nvSpPr>
          <p:spPr>
            <a:xfrm>
              <a:off x="8317521" y="6173609"/>
              <a:ext cx="14334" cy="11689"/>
            </a:xfrm>
            <a:custGeom>
              <a:avLst/>
              <a:gdLst/>
              <a:ahLst/>
              <a:cxnLst/>
              <a:rect l="l" t="t" r="r" b="b"/>
              <a:pathLst>
                <a:path w="168" h="137" extrusionOk="0">
                  <a:moveTo>
                    <a:pt x="84" y="1"/>
                  </a:moveTo>
                  <a:cubicBezTo>
                    <a:pt x="46" y="1"/>
                    <a:pt x="7" y="22"/>
                    <a:pt x="0" y="64"/>
                  </a:cubicBezTo>
                  <a:cubicBezTo>
                    <a:pt x="7" y="112"/>
                    <a:pt x="46" y="137"/>
                    <a:pt x="84" y="137"/>
                  </a:cubicBezTo>
                  <a:cubicBezTo>
                    <a:pt x="122" y="137"/>
                    <a:pt x="161" y="112"/>
                    <a:pt x="168" y="64"/>
                  </a:cubicBezTo>
                  <a:cubicBezTo>
                    <a:pt x="161" y="22"/>
                    <a:pt x="122" y="1"/>
                    <a:pt x="84"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2" name="Google Shape;4862;p53"/>
            <p:cNvSpPr/>
            <p:nvPr/>
          </p:nvSpPr>
          <p:spPr>
            <a:xfrm>
              <a:off x="8323493" y="6148951"/>
              <a:ext cx="5973" cy="4522"/>
            </a:xfrm>
            <a:custGeom>
              <a:avLst/>
              <a:gdLst/>
              <a:ahLst/>
              <a:cxnLst/>
              <a:rect l="l" t="t" r="r" b="b"/>
              <a:pathLst>
                <a:path w="70" h="53" extrusionOk="0">
                  <a:moveTo>
                    <a:pt x="35" y="0"/>
                  </a:moveTo>
                  <a:cubicBezTo>
                    <a:pt x="21" y="0"/>
                    <a:pt x="7" y="11"/>
                    <a:pt x="0" y="32"/>
                  </a:cubicBezTo>
                  <a:cubicBezTo>
                    <a:pt x="7" y="46"/>
                    <a:pt x="21" y="53"/>
                    <a:pt x="35" y="53"/>
                  </a:cubicBezTo>
                  <a:cubicBezTo>
                    <a:pt x="49" y="53"/>
                    <a:pt x="63" y="46"/>
                    <a:pt x="70" y="32"/>
                  </a:cubicBezTo>
                  <a:cubicBezTo>
                    <a:pt x="63" y="11"/>
                    <a:pt x="49" y="0"/>
                    <a:pt x="35"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3" name="Google Shape;4863;p53"/>
            <p:cNvSpPr/>
            <p:nvPr/>
          </p:nvSpPr>
          <p:spPr>
            <a:xfrm>
              <a:off x="8322299" y="6055779"/>
              <a:ext cx="4778" cy="3669"/>
            </a:xfrm>
            <a:custGeom>
              <a:avLst/>
              <a:gdLst/>
              <a:ahLst/>
              <a:cxnLst/>
              <a:rect l="l" t="t" r="r" b="b"/>
              <a:pathLst>
                <a:path w="56" h="43" extrusionOk="0">
                  <a:moveTo>
                    <a:pt x="28" y="1"/>
                  </a:moveTo>
                  <a:cubicBezTo>
                    <a:pt x="14" y="1"/>
                    <a:pt x="0" y="8"/>
                    <a:pt x="0" y="22"/>
                  </a:cubicBezTo>
                  <a:cubicBezTo>
                    <a:pt x="0" y="36"/>
                    <a:pt x="14" y="43"/>
                    <a:pt x="28" y="43"/>
                  </a:cubicBezTo>
                  <a:cubicBezTo>
                    <a:pt x="42" y="43"/>
                    <a:pt x="56" y="36"/>
                    <a:pt x="56" y="22"/>
                  </a:cubicBezTo>
                  <a:cubicBezTo>
                    <a:pt x="56" y="8"/>
                    <a:pt x="42" y="1"/>
                    <a:pt x="28"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4" name="Google Shape;4864;p53"/>
            <p:cNvSpPr/>
            <p:nvPr/>
          </p:nvSpPr>
          <p:spPr>
            <a:xfrm>
              <a:off x="8271106" y="6127535"/>
              <a:ext cx="4863" cy="4522"/>
            </a:xfrm>
            <a:custGeom>
              <a:avLst/>
              <a:gdLst/>
              <a:ahLst/>
              <a:cxnLst/>
              <a:rect l="l" t="t" r="r" b="b"/>
              <a:pathLst>
                <a:path w="57" h="53" extrusionOk="0">
                  <a:moveTo>
                    <a:pt x="34" y="0"/>
                  </a:moveTo>
                  <a:cubicBezTo>
                    <a:pt x="21" y="0"/>
                    <a:pt x="7" y="11"/>
                    <a:pt x="0" y="32"/>
                  </a:cubicBezTo>
                  <a:cubicBezTo>
                    <a:pt x="7" y="46"/>
                    <a:pt x="21" y="53"/>
                    <a:pt x="34" y="53"/>
                  </a:cubicBezTo>
                  <a:cubicBezTo>
                    <a:pt x="46" y="53"/>
                    <a:pt x="56" y="46"/>
                    <a:pt x="56" y="32"/>
                  </a:cubicBezTo>
                  <a:cubicBezTo>
                    <a:pt x="56" y="11"/>
                    <a:pt x="46" y="0"/>
                    <a:pt x="34"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5" name="Google Shape;4865;p53"/>
            <p:cNvSpPr/>
            <p:nvPr/>
          </p:nvSpPr>
          <p:spPr>
            <a:xfrm>
              <a:off x="8322299" y="6259357"/>
              <a:ext cx="4778" cy="3669"/>
            </a:xfrm>
            <a:custGeom>
              <a:avLst/>
              <a:gdLst/>
              <a:ahLst/>
              <a:cxnLst/>
              <a:rect l="l" t="t" r="r" b="b"/>
              <a:pathLst>
                <a:path w="56" h="43" extrusionOk="0">
                  <a:moveTo>
                    <a:pt x="28" y="0"/>
                  </a:moveTo>
                  <a:cubicBezTo>
                    <a:pt x="14" y="0"/>
                    <a:pt x="0" y="7"/>
                    <a:pt x="0" y="21"/>
                  </a:cubicBezTo>
                  <a:cubicBezTo>
                    <a:pt x="0" y="35"/>
                    <a:pt x="14" y="42"/>
                    <a:pt x="28" y="42"/>
                  </a:cubicBezTo>
                  <a:cubicBezTo>
                    <a:pt x="42" y="42"/>
                    <a:pt x="56" y="35"/>
                    <a:pt x="56" y="21"/>
                  </a:cubicBezTo>
                  <a:cubicBezTo>
                    <a:pt x="56" y="7"/>
                    <a:pt x="42" y="0"/>
                    <a:pt x="28"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6" name="Google Shape;4866;p53"/>
            <p:cNvSpPr/>
            <p:nvPr/>
          </p:nvSpPr>
          <p:spPr>
            <a:xfrm>
              <a:off x="8254468" y="5892217"/>
              <a:ext cx="85749" cy="11263"/>
            </a:xfrm>
            <a:custGeom>
              <a:avLst/>
              <a:gdLst/>
              <a:ahLst/>
              <a:cxnLst/>
              <a:rect l="l" t="t" r="r" b="b"/>
              <a:pathLst>
                <a:path w="1005" h="132" extrusionOk="0">
                  <a:moveTo>
                    <a:pt x="1004" y="0"/>
                  </a:moveTo>
                  <a:cubicBezTo>
                    <a:pt x="1003" y="1"/>
                    <a:pt x="1002" y="2"/>
                    <a:pt x="999" y="3"/>
                  </a:cubicBezTo>
                  <a:lnTo>
                    <a:pt x="999" y="3"/>
                  </a:lnTo>
                  <a:cubicBezTo>
                    <a:pt x="1001" y="2"/>
                    <a:pt x="1003" y="1"/>
                    <a:pt x="1004" y="0"/>
                  </a:cubicBezTo>
                  <a:close/>
                  <a:moveTo>
                    <a:pt x="0" y="14"/>
                  </a:moveTo>
                  <a:cubicBezTo>
                    <a:pt x="27" y="26"/>
                    <a:pt x="65" y="41"/>
                    <a:pt x="110" y="55"/>
                  </a:cubicBezTo>
                  <a:lnTo>
                    <a:pt x="110" y="55"/>
                  </a:lnTo>
                  <a:cubicBezTo>
                    <a:pt x="75" y="43"/>
                    <a:pt x="38" y="30"/>
                    <a:pt x="0" y="14"/>
                  </a:cubicBezTo>
                  <a:close/>
                  <a:moveTo>
                    <a:pt x="999" y="3"/>
                  </a:moveTo>
                  <a:cubicBezTo>
                    <a:pt x="848" y="91"/>
                    <a:pt x="681" y="121"/>
                    <a:pt x="526" y="121"/>
                  </a:cubicBezTo>
                  <a:cubicBezTo>
                    <a:pt x="365" y="121"/>
                    <a:pt x="216" y="89"/>
                    <a:pt x="110" y="55"/>
                  </a:cubicBezTo>
                  <a:lnTo>
                    <a:pt x="110" y="55"/>
                  </a:lnTo>
                  <a:cubicBezTo>
                    <a:pt x="275" y="111"/>
                    <a:pt x="416" y="131"/>
                    <a:pt x="536" y="131"/>
                  </a:cubicBezTo>
                  <a:cubicBezTo>
                    <a:pt x="812" y="131"/>
                    <a:pt x="966" y="24"/>
                    <a:pt x="999" y="3"/>
                  </a:cubicBezTo>
                  <a:close/>
                </a:path>
              </a:pathLst>
            </a:custGeom>
            <a:solidFill>
              <a:srgbClr val="A10D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7" name="Google Shape;4867;p53"/>
            <p:cNvSpPr/>
            <p:nvPr/>
          </p:nvSpPr>
          <p:spPr>
            <a:xfrm>
              <a:off x="8418713" y="5732664"/>
              <a:ext cx="251189" cy="652717"/>
            </a:xfrm>
            <a:custGeom>
              <a:avLst/>
              <a:gdLst/>
              <a:ahLst/>
              <a:cxnLst/>
              <a:rect l="l" t="t" r="r" b="b"/>
              <a:pathLst>
                <a:path w="2944" h="7650" extrusionOk="0">
                  <a:moveTo>
                    <a:pt x="1353" y="1"/>
                  </a:moveTo>
                  <a:lnTo>
                    <a:pt x="1116" y="238"/>
                  </a:lnTo>
                  <a:cubicBezTo>
                    <a:pt x="1562" y="545"/>
                    <a:pt x="0" y="7045"/>
                    <a:pt x="391" y="7394"/>
                  </a:cubicBezTo>
                  <a:cubicBezTo>
                    <a:pt x="577" y="7581"/>
                    <a:pt x="806" y="7649"/>
                    <a:pt x="1047" y="7649"/>
                  </a:cubicBezTo>
                  <a:cubicBezTo>
                    <a:pt x="1147" y="7649"/>
                    <a:pt x="1250" y="7637"/>
                    <a:pt x="1353" y="7617"/>
                  </a:cubicBezTo>
                  <a:lnTo>
                    <a:pt x="1562" y="7394"/>
                  </a:lnTo>
                  <a:cubicBezTo>
                    <a:pt x="1645" y="7201"/>
                    <a:pt x="2573" y="570"/>
                    <a:pt x="2931" y="570"/>
                  </a:cubicBezTo>
                  <a:cubicBezTo>
                    <a:pt x="2935" y="570"/>
                    <a:pt x="2939" y="571"/>
                    <a:pt x="2943" y="573"/>
                  </a:cubicBezTo>
                  <a:cubicBezTo>
                    <a:pt x="2720" y="182"/>
                    <a:pt x="2427" y="112"/>
                    <a:pt x="13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8" name="Google Shape;4868;p53"/>
            <p:cNvSpPr/>
            <p:nvPr/>
          </p:nvSpPr>
          <p:spPr>
            <a:xfrm>
              <a:off x="8508045" y="5742050"/>
              <a:ext cx="191378" cy="55033"/>
            </a:xfrm>
            <a:custGeom>
              <a:avLst/>
              <a:gdLst/>
              <a:ahLst/>
              <a:cxnLst/>
              <a:rect l="l" t="t" r="r" b="b"/>
              <a:pathLst>
                <a:path w="2243" h="645" extrusionOk="0">
                  <a:moveTo>
                    <a:pt x="613" y="1"/>
                  </a:moveTo>
                  <a:cubicBezTo>
                    <a:pt x="237" y="1"/>
                    <a:pt x="0" y="120"/>
                    <a:pt x="362" y="435"/>
                  </a:cubicBezTo>
                  <a:cubicBezTo>
                    <a:pt x="353" y="272"/>
                    <a:pt x="490" y="210"/>
                    <a:pt x="674" y="210"/>
                  </a:cubicBezTo>
                  <a:cubicBezTo>
                    <a:pt x="1042" y="210"/>
                    <a:pt x="1594" y="458"/>
                    <a:pt x="1520" y="644"/>
                  </a:cubicBezTo>
                  <a:cubicBezTo>
                    <a:pt x="2242" y="331"/>
                    <a:pt x="1237" y="1"/>
                    <a:pt x="6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9" name="Google Shape;4869;p53"/>
            <p:cNvSpPr/>
            <p:nvPr/>
          </p:nvSpPr>
          <p:spPr>
            <a:xfrm>
              <a:off x="8428610" y="5787441"/>
              <a:ext cx="222180" cy="604169"/>
            </a:xfrm>
            <a:custGeom>
              <a:avLst/>
              <a:gdLst/>
              <a:ahLst/>
              <a:cxnLst/>
              <a:rect l="l" t="t" r="r" b="b"/>
              <a:pathLst>
                <a:path w="2604" h="7081" extrusionOk="0">
                  <a:moveTo>
                    <a:pt x="1098" y="1"/>
                  </a:moveTo>
                  <a:cubicBezTo>
                    <a:pt x="1098" y="1"/>
                    <a:pt x="107" y="6431"/>
                    <a:pt x="107" y="6431"/>
                  </a:cubicBezTo>
                  <a:cubicBezTo>
                    <a:pt x="0" y="6707"/>
                    <a:pt x="555" y="7081"/>
                    <a:pt x="1005" y="7081"/>
                  </a:cubicBezTo>
                  <a:cubicBezTo>
                    <a:pt x="1259" y="7081"/>
                    <a:pt x="1480" y="6962"/>
                    <a:pt x="1530" y="6640"/>
                  </a:cubicBezTo>
                  <a:lnTo>
                    <a:pt x="2604" y="252"/>
                  </a:lnTo>
                  <a:lnTo>
                    <a:pt x="2604" y="252"/>
                  </a:lnTo>
                  <a:cubicBezTo>
                    <a:pt x="2522" y="276"/>
                    <a:pt x="2439" y="294"/>
                    <a:pt x="2356" y="306"/>
                  </a:cubicBezTo>
                  <a:lnTo>
                    <a:pt x="2356" y="306"/>
                  </a:lnTo>
                  <a:lnTo>
                    <a:pt x="1328" y="139"/>
                  </a:lnTo>
                  <a:lnTo>
                    <a:pt x="1328" y="139"/>
                  </a:lnTo>
                  <a:cubicBezTo>
                    <a:pt x="1571" y="260"/>
                    <a:pt x="1839" y="323"/>
                    <a:pt x="2111" y="323"/>
                  </a:cubicBezTo>
                  <a:cubicBezTo>
                    <a:pt x="2192" y="323"/>
                    <a:pt x="2274" y="317"/>
                    <a:pt x="2356" y="306"/>
                  </a:cubicBezTo>
                  <a:lnTo>
                    <a:pt x="2356" y="306"/>
                  </a:lnTo>
                  <a:lnTo>
                    <a:pt x="2451" y="321"/>
                  </a:lnTo>
                  <a:lnTo>
                    <a:pt x="1418" y="6626"/>
                  </a:lnTo>
                  <a:cubicBezTo>
                    <a:pt x="1418" y="6626"/>
                    <a:pt x="1430" y="6975"/>
                    <a:pt x="977" y="6975"/>
                  </a:cubicBezTo>
                  <a:cubicBezTo>
                    <a:pt x="925" y="6975"/>
                    <a:pt x="868" y="6971"/>
                    <a:pt x="805" y="6961"/>
                  </a:cubicBezTo>
                  <a:cubicBezTo>
                    <a:pt x="177" y="6863"/>
                    <a:pt x="219" y="6431"/>
                    <a:pt x="219" y="6431"/>
                  </a:cubicBezTo>
                  <a:lnTo>
                    <a:pt x="1251" y="126"/>
                  </a:lnTo>
                  <a:lnTo>
                    <a:pt x="1328" y="139"/>
                  </a:lnTo>
                  <a:lnTo>
                    <a:pt x="1328" y="139"/>
                  </a:lnTo>
                  <a:cubicBezTo>
                    <a:pt x="1248" y="99"/>
                    <a:pt x="1171" y="53"/>
                    <a:pt x="10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0" name="Google Shape;4870;p53"/>
            <p:cNvSpPr/>
            <p:nvPr/>
          </p:nvSpPr>
          <p:spPr>
            <a:xfrm>
              <a:off x="8454292" y="5722596"/>
              <a:ext cx="292315" cy="103496"/>
            </a:xfrm>
            <a:custGeom>
              <a:avLst/>
              <a:gdLst/>
              <a:ahLst/>
              <a:cxnLst/>
              <a:rect l="l" t="t" r="r" b="b"/>
              <a:pathLst>
                <a:path w="3426" h="1213" extrusionOk="0">
                  <a:moveTo>
                    <a:pt x="1227" y="223"/>
                  </a:moveTo>
                  <a:cubicBezTo>
                    <a:pt x="1864" y="223"/>
                    <a:pt x="2957" y="596"/>
                    <a:pt x="2080" y="900"/>
                  </a:cubicBezTo>
                  <a:cubicBezTo>
                    <a:pt x="1962" y="948"/>
                    <a:pt x="1838" y="972"/>
                    <a:pt x="1716" y="972"/>
                  </a:cubicBezTo>
                  <a:cubicBezTo>
                    <a:pt x="1448" y="972"/>
                    <a:pt x="1188" y="860"/>
                    <a:pt x="1006" y="649"/>
                  </a:cubicBezTo>
                  <a:cubicBezTo>
                    <a:pt x="656" y="339"/>
                    <a:pt x="870" y="223"/>
                    <a:pt x="1227" y="223"/>
                  </a:cubicBezTo>
                  <a:close/>
                  <a:moveTo>
                    <a:pt x="1130" y="0"/>
                  </a:moveTo>
                  <a:cubicBezTo>
                    <a:pt x="255" y="0"/>
                    <a:pt x="1" y="542"/>
                    <a:pt x="1536" y="1207"/>
                  </a:cubicBezTo>
                  <a:cubicBezTo>
                    <a:pt x="1574" y="1210"/>
                    <a:pt x="1615" y="1212"/>
                    <a:pt x="1659" y="1212"/>
                  </a:cubicBezTo>
                  <a:cubicBezTo>
                    <a:pt x="2299" y="1212"/>
                    <a:pt x="3425" y="837"/>
                    <a:pt x="2498" y="328"/>
                  </a:cubicBezTo>
                  <a:cubicBezTo>
                    <a:pt x="1990" y="99"/>
                    <a:pt x="1503" y="0"/>
                    <a:pt x="11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1" name="Google Shape;4871;p53"/>
            <p:cNvSpPr/>
            <p:nvPr/>
          </p:nvSpPr>
          <p:spPr>
            <a:xfrm>
              <a:off x="8472977" y="5728484"/>
              <a:ext cx="232845" cy="92148"/>
            </a:xfrm>
            <a:custGeom>
              <a:avLst/>
              <a:gdLst/>
              <a:ahLst/>
              <a:cxnLst/>
              <a:rect l="l" t="t" r="r" b="b"/>
              <a:pathLst>
                <a:path w="2729" h="1080" extrusionOk="0">
                  <a:moveTo>
                    <a:pt x="1030" y="48"/>
                  </a:moveTo>
                  <a:cubicBezTo>
                    <a:pt x="1702" y="48"/>
                    <a:pt x="2728" y="383"/>
                    <a:pt x="2265" y="761"/>
                  </a:cubicBezTo>
                  <a:lnTo>
                    <a:pt x="2251" y="761"/>
                  </a:lnTo>
                  <a:cubicBezTo>
                    <a:pt x="1974" y="935"/>
                    <a:pt x="1732" y="989"/>
                    <a:pt x="1541" y="989"/>
                  </a:cubicBezTo>
                  <a:cubicBezTo>
                    <a:pt x="1242" y="989"/>
                    <a:pt x="1066" y="859"/>
                    <a:pt x="1066" y="859"/>
                  </a:cubicBezTo>
                  <a:cubicBezTo>
                    <a:pt x="174" y="267"/>
                    <a:pt x="486" y="48"/>
                    <a:pt x="1030" y="48"/>
                  </a:cubicBezTo>
                  <a:close/>
                  <a:moveTo>
                    <a:pt x="842" y="0"/>
                  </a:moveTo>
                  <a:cubicBezTo>
                    <a:pt x="278" y="0"/>
                    <a:pt x="1" y="222"/>
                    <a:pt x="996" y="929"/>
                  </a:cubicBezTo>
                  <a:cubicBezTo>
                    <a:pt x="996" y="929"/>
                    <a:pt x="1204" y="1079"/>
                    <a:pt x="1550" y="1079"/>
                  </a:cubicBezTo>
                  <a:cubicBezTo>
                    <a:pt x="1771" y="1079"/>
                    <a:pt x="2048" y="1018"/>
                    <a:pt x="2363" y="817"/>
                  </a:cubicBezTo>
                  <a:cubicBezTo>
                    <a:pt x="2489" y="733"/>
                    <a:pt x="2516" y="580"/>
                    <a:pt x="2433" y="468"/>
                  </a:cubicBezTo>
                  <a:cubicBezTo>
                    <a:pt x="2485" y="283"/>
                    <a:pt x="1480" y="0"/>
                    <a:pt x="8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2" name="Google Shape;4872;p53"/>
            <p:cNvSpPr/>
            <p:nvPr/>
          </p:nvSpPr>
          <p:spPr>
            <a:xfrm>
              <a:off x="8459155" y="5726777"/>
              <a:ext cx="67917" cy="59555"/>
            </a:xfrm>
            <a:custGeom>
              <a:avLst/>
              <a:gdLst/>
              <a:ahLst/>
              <a:cxnLst/>
              <a:rect l="l" t="t" r="r" b="b"/>
              <a:pathLst>
                <a:path w="796" h="698" extrusionOk="0">
                  <a:moveTo>
                    <a:pt x="795" y="0"/>
                  </a:moveTo>
                  <a:lnTo>
                    <a:pt x="795" y="0"/>
                  </a:lnTo>
                  <a:cubicBezTo>
                    <a:pt x="795" y="0"/>
                    <a:pt x="0" y="42"/>
                    <a:pt x="781" y="698"/>
                  </a:cubicBezTo>
                  <a:cubicBezTo>
                    <a:pt x="781" y="684"/>
                    <a:pt x="223" y="154"/>
                    <a:pt x="7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3" name="Google Shape;4873;p53"/>
            <p:cNvSpPr/>
            <p:nvPr/>
          </p:nvSpPr>
          <p:spPr>
            <a:xfrm>
              <a:off x="8446016" y="5920714"/>
              <a:ext cx="161942" cy="477379"/>
            </a:xfrm>
            <a:custGeom>
              <a:avLst/>
              <a:gdLst/>
              <a:ahLst/>
              <a:cxnLst/>
              <a:rect l="l" t="t" r="r" b="b"/>
              <a:pathLst>
                <a:path w="1898" h="5595" extrusionOk="0">
                  <a:moveTo>
                    <a:pt x="1145" y="5022"/>
                  </a:moveTo>
                  <a:cubicBezTo>
                    <a:pt x="1145" y="5594"/>
                    <a:pt x="1" y="5315"/>
                    <a:pt x="85" y="4855"/>
                  </a:cubicBezTo>
                  <a:lnTo>
                    <a:pt x="838" y="182"/>
                  </a:lnTo>
                  <a:cubicBezTo>
                    <a:pt x="1214" y="1"/>
                    <a:pt x="1689" y="196"/>
                    <a:pt x="1898" y="349"/>
                  </a:cubicBezTo>
                  <a:close/>
                </a:path>
              </a:pathLst>
            </a:custGeom>
            <a:gradFill>
              <a:gsLst>
                <a:gs pos="0">
                  <a:srgbClr val="FFBA42"/>
                </a:gs>
                <a:gs pos="100000">
                  <a:srgbClr val="B87707"/>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4" name="Google Shape;4874;p53"/>
            <p:cNvSpPr/>
            <p:nvPr/>
          </p:nvSpPr>
          <p:spPr>
            <a:xfrm>
              <a:off x="8488847" y="5939741"/>
              <a:ext cx="120305" cy="437534"/>
            </a:xfrm>
            <a:custGeom>
              <a:avLst/>
              <a:gdLst/>
              <a:ahLst/>
              <a:cxnLst/>
              <a:rect l="l" t="t" r="r" b="b"/>
              <a:pathLst>
                <a:path w="1410" h="5128" extrusionOk="0">
                  <a:moveTo>
                    <a:pt x="1145" y="1"/>
                  </a:moveTo>
                  <a:lnTo>
                    <a:pt x="824" y="168"/>
                  </a:lnTo>
                  <a:cubicBezTo>
                    <a:pt x="810" y="168"/>
                    <a:pt x="1" y="5092"/>
                    <a:pt x="1" y="5092"/>
                  </a:cubicBezTo>
                  <a:cubicBezTo>
                    <a:pt x="78" y="5117"/>
                    <a:pt x="148" y="5128"/>
                    <a:pt x="211" y="5128"/>
                  </a:cubicBezTo>
                  <a:cubicBezTo>
                    <a:pt x="537" y="5128"/>
                    <a:pt x="678" y="4846"/>
                    <a:pt x="643" y="4799"/>
                  </a:cubicBezTo>
                  <a:lnTo>
                    <a:pt x="1410" y="140"/>
                  </a:lnTo>
                  <a:cubicBezTo>
                    <a:pt x="1326" y="85"/>
                    <a:pt x="1242" y="29"/>
                    <a:pt x="1145"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5" name="Google Shape;4875;p53"/>
            <p:cNvSpPr/>
            <p:nvPr/>
          </p:nvSpPr>
          <p:spPr>
            <a:xfrm>
              <a:off x="8517430" y="5929246"/>
              <a:ext cx="90527" cy="26877"/>
            </a:xfrm>
            <a:custGeom>
              <a:avLst/>
              <a:gdLst/>
              <a:ahLst/>
              <a:cxnLst/>
              <a:rect l="l" t="t" r="r" b="b"/>
              <a:pathLst>
                <a:path w="1061" h="315" extrusionOk="0">
                  <a:moveTo>
                    <a:pt x="276" y="0"/>
                  </a:moveTo>
                  <a:cubicBezTo>
                    <a:pt x="168" y="0"/>
                    <a:pt x="70" y="20"/>
                    <a:pt x="1" y="68"/>
                  </a:cubicBezTo>
                  <a:cubicBezTo>
                    <a:pt x="191" y="220"/>
                    <a:pt x="524" y="314"/>
                    <a:pt x="779" y="314"/>
                  </a:cubicBezTo>
                  <a:cubicBezTo>
                    <a:pt x="897" y="314"/>
                    <a:pt x="999" y="294"/>
                    <a:pt x="1061" y="249"/>
                  </a:cubicBezTo>
                  <a:cubicBezTo>
                    <a:pt x="1029" y="176"/>
                    <a:pt x="604" y="0"/>
                    <a:pt x="276" y="0"/>
                  </a:cubicBezTo>
                  <a:close/>
                </a:path>
              </a:pathLst>
            </a:custGeom>
            <a:solidFill>
              <a:srgbClr val="F9CF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6" name="Google Shape;4876;p53"/>
            <p:cNvSpPr/>
            <p:nvPr/>
          </p:nvSpPr>
          <p:spPr>
            <a:xfrm>
              <a:off x="8555569" y="5930270"/>
              <a:ext cx="52388" cy="26535"/>
            </a:xfrm>
            <a:custGeom>
              <a:avLst/>
              <a:gdLst/>
              <a:ahLst/>
              <a:cxnLst/>
              <a:rect l="l" t="t" r="r" b="b"/>
              <a:pathLst>
                <a:path w="614" h="311" extrusionOk="0">
                  <a:moveTo>
                    <a:pt x="56" y="0"/>
                  </a:moveTo>
                  <a:lnTo>
                    <a:pt x="56" y="0"/>
                  </a:lnTo>
                  <a:cubicBezTo>
                    <a:pt x="56" y="0"/>
                    <a:pt x="167" y="182"/>
                    <a:pt x="0" y="265"/>
                  </a:cubicBezTo>
                  <a:cubicBezTo>
                    <a:pt x="91" y="296"/>
                    <a:pt x="184" y="310"/>
                    <a:pt x="275" y="310"/>
                  </a:cubicBezTo>
                  <a:cubicBezTo>
                    <a:pt x="394" y="310"/>
                    <a:pt x="511" y="285"/>
                    <a:pt x="614" y="237"/>
                  </a:cubicBezTo>
                  <a:cubicBezTo>
                    <a:pt x="446" y="126"/>
                    <a:pt x="265" y="42"/>
                    <a:pt x="56" y="0"/>
                  </a:cubicBezTo>
                  <a:close/>
                </a:path>
              </a:pathLst>
            </a:custGeom>
            <a:solidFill>
              <a:srgbClr val="FFFFFF">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7" name="Google Shape;4877;p53"/>
            <p:cNvSpPr/>
            <p:nvPr/>
          </p:nvSpPr>
          <p:spPr>
            <a:xfrm>
              <a:off x="8517430" y="5929844"/>
              <a:ext cx="90527" cy="21928"/>
            </a:xfrm>
            <a:custGeom>
              <a:avLst/>
              <a:gdLst/>
              <a:ahLst/>
              <a:cxnLst/>
              <a:rect l="l" t="t" r="r" b="b"/>
              <a:pathLst>
                <a:path w="1061" h="257" extrusionOk="0">
                  <a:moveTo>
                    <a:pt x="355" y="1"/>
                  </a:moveTo>
                  <a:cubicBezTo>
                    <a:pt x="241" y="1"/>
                    <a:pt x="121" y="21"/>
                    <a:pt x="1" y="75"/>
                  </a:cubicBezTo>
                  <a:lnTo>
                    <a:pt x="29" y="75"/>
                  </a:lnTo>
                  <a:cubicBezTo>
                    <a:pt x="42" y="48"/>
                    <a:pt x="107" y="37"/>
                    <a:pt x="197" y="37"/>
                  </a:cubicBezTo>
                  <a:cubicBezTo>
                    <a:pt x="482" y="37"/>
                    <a:pt x="1026" y="151"/>
                    <a:pt x="1047" y="256"/>
                  </a:cubicBezTo>
                  <a:lnTo>
                    <a:pt x="1061" y="242"/>
                  </a:lnTo>
                  <a:cubicBezTo>
                    <a:pt x="1061" y="242"/>
                    <a:pt x="744" y="1"/>
                    <a:pt x="355"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8" name="Google Shape;4878;p53"/>
            <p:cNvSpPr/>
            <p:nvPr/>
          </p:nvSpPr>
          <p:spPr>
            <a:xfrm>
              <a:off x="8453183" y="5886244"/>
              <a:ext cx="86944" cy="460656"/>
            </a:xfrm>
            <a:custGeom>
              <a:avLst/>
              <a:gdLst/>
              <a:ahLst/>
              <a:cxnLst/>
              <a:rect l="l" t="t" r="r" b="b"/>
              <a:pathLst>
                <a:path w="1019" h="5399" extrusionOk="0">
                  <a:moveTo>
                    <a:pt x="1019" y="0"/>
                  </a:moveTo>
                  <a:lnTo>
                    <a:pt x="1" y="5259"/>
                  </a:lnTo>
                  <a:cubicBezTo>
                    <a:pt x="56" y="5357"/>
                    <a:pt x="196" y="5398"/>
                    <a:pt x="293" y="5343"/>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9" name="Google Shape;4879;p53"/>
            <p:cNvSpPr/>
            <p:nvPr/>
          </p:nvSpPr>
          <p:spPr>
            <a:xfrm>
              <a:off x="8514956" y="6330943"/>
              <a:ext cx="21757" cy="19880"/>
            </a:xfrm>
            <a:custGeom>
              <a:avLst/>
              <a:gdLst/>
              <a:ahLst/>
              <a:cxnLst/>
              <a:rect l="l" t="t" r="r" b="b"/>
              <a:pathLst>
                <a:path w="255" h="233" extrusionOk="0">
                  <a:moveTo>
                    <a:pt x="127" y="1"/>
                  </a:moveTo>
                  <a:cubicBezTo>
                    <a:pt x="75" y="1"/>
                    <a:pt x="22" y="33"/>
                    <a:pt x="16" y="103"/>
                  </a:cubicBezTo>
                  <a:cubicBezTo>
                    <a:pt x="1" y="186"/>
                    <a:pt x="64" y="233"/>
                    <a:pt x="127" y="233"/>
                  </a:cubicBezTo>
                  <a:cubicBezTo>
                    <a:pt x="180" y="233"/>
                    <a:pt x="233" y="200"/>
                    <a:pt x="239" y="131"/>
                  </a:cubicBezTo>
                  <a:cubicBezTo>
                    <a:pt x="254" y="47"/>
                    <a:pt x="191" y="1"/>
                    <a:pt x="127"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0" name="Google Shape;4880;p53"/>
            <p:cNvSpPr/>
            <p:nvPr/>
          </p:nvSpPr>
          <p:spPr>
            <a:xfrm>
              <a:off x="8489957" y="6244085"/>
              <a:ext cx="22952" cy="19880"/>
            </a:xfrm>
            <a:custGeom>
              <a:avLst/>
              <a:gdLst/>
              <a:ahLst/>
              <a:cxnLst/>
              <a:rect l="l" t="t" r="r" b="b"/>
              <a:pathLst>
                <a:path w="269" h="233" extrusionOk="0">
                  <a:moveTo>
                    <a:pt x="139" y="0"/>
                  </a:moveTo>
                  <a:cubicBezTo>
                    <a:pt x="85" y="0"/>
                    <a:pt x="29" y="33"/>
                    <a:pt x="16" y="102"/>
                  </a:cubicBezTo>
                  <a:cubicBezTo>
                    <a:pt x="1" y="186"/>
                    <a:pt x="64" y="232"/>
                    <a:pt x="130" y="232"/>
                  </a:cubicBezTo>
                  <a:cubicBezTo>
                    <a:pt x="184" y="232"/>
                    <a:pt x="240" y="200"/>
                    <a:pt x="253" y="130"/>
                  </a:cubicBezTo>
                  <a:cubicBezTo>
                    <a:pt x="268" y="47"/>
                    <a:pt x="205" y="0"/>
                    <a:pt x="139"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1" name="Google Shape;4881;p53"/>
            <p:cNvSpPr/>
            <p:nvPr/>
          </p:nvSpPr>
          <p:spPr>
            <a:xfrm>
              <a:off x="8545331" y="6148524"/>
              <a:ext cx="20989" cy="18600"/>
            </a:xfrm>
            <a:custGeom>
              <a:avLst/>
              <a:gdLst/>
              <a:ahLst/>
              <a:cxnLst/>
              <a:rect l="l" t="t" r="r" b="b"/>
              <a:pathLst>
                <a:path w="246" h="218" extrusionOk="0">
                  <a:moveTo>
                    <a:pt x="121" y="1"/>
                  </a:moveTo>
                  <a:cubicBezTo>
                    <a:pt x="70" y="1"/>
                    <a:pt x="21" y="30"/>
                    <a:pt x="9" y="93"/>
                  </a:cubicBezTo>
                  <a:cubicBezTo>
                    <a:pt x="1" y="170"/>
                    <a:pt x="63" y="218"/>
                    <a:pt x="126" y="218"/>
                  </a:cubicBezTo>
                  <a:cubicBezTo>
                    <a:pt x="176" y="218"/>
                    <a:pt x="227" y="188"/>
                    <a:pt x="246" y="121"/>
                  </a:cubicBezTo>
                  <a:cubicBezTo>
                    <a:pt x="246" y="44"/>
                    <a:pt x="182" y="1"/>
                    <a:pt x="121"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2" name="Google Shape;4882;p53"/>
            <p:cNvSpPr/>
            <p:nvPr/>
          </p:nvSpPr>
          <p:spPr>
            <a:xfrm>
              <a:off x="8516150" y="6038715"/>
              <a:ext cx="22269" cy="20392"/>
            </a:xfrm>
            <a:custGeom>
              <a:avLst/>
              <a:gdLst/>
              <a:ahLst/>
              <a:cxnLst/>
              <a:rect l="l" t="t" r="r" b="b"/>
              <a:pathLst>
                <a:path w="261" h="239" extrusionOk="0">
                  <a:moveTo>
                    <a:pt x="127" y="0"/>
                  </a:moveTo>
                  <a:cubicBezTo>
                    <a:pt x="77" y="0"/>
                    <a:pt x="28" y="30"/>
                    <a:pt x="16" y="96"/>
                  </a:cubicBezTo>
                  <a:cubicBezTo>
                    <a:pt x="0" y="189"/>
                    <a:pt x="66" y="239"/>
                    <a:pt x="133" y="239"/>
                  </a:cubicBezTo>
                  <a:cubicBezTo>
                    <a:pt x="186" y="239"/>
                    <a:pt x="240" y="207"/>
                    <a:pt x="253" y="138"/>
                  </a:cubicBezTo>
                  <a:cubicBezTo>
                    <a:pt x="261" y="51"/>
                    <a:pt x="192" y="0"/>
                    <a:pt x="127"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3" name="Google Shape;4883;p53"/>
            <p:cNvSpPr/>
            <p:nvPr/>
          </p:nvSpPr>
          <p:spPr>
            <a:xfrm>
              <a:off x="8556593" y="6014910"/>
              <a:ext cx="21757" cy="20051"/>
            </a:xfrm>
            <a:custGeom>
              <a:avLst/>
              <a:gdLst/>
              <a:ahLst/>
              <a:cxnLst/>
              <a:rect l="l" t="t" r="r" b="b"/>
              <a:pathLst>
                <a:path w="255" h="235" extrusionOk="0">
                  <a:moveTo>
                    <a:pt x="120" y="0"/>
                  </a:moveTo>
                  <a:cubicBezTo>
                    <a:pt x="70" y="0"/>
                    <a:pt x="22" y="30"/>
                    <a:pt x="16" y="96"/>
                  </a:cubicBezTo>
                  <a:cubicBezTo>
                    <a:pt x="0" y="183"/>
                    <a:pt x="70" y="234"/>
                    <a:pt x="135" y="234"/>
                  </a:cubicBezTo>
                  <a:cubicBezTo>
                    <a:pt x="185" y="234"/>
                    <a:pt x="233" y="205"/>
                    <a:pt x="239" y="138"/>
                  </a:cubicBezTo>
                  <a:cubicBezTo>
                    <a:pt x="255" y="51"/>
                    <a:pt x="186" y="0"/>
                    <a:pt x="120"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4" name="Google Shape;4884;p53"/>
            <p:cNvSpPr/>
            <p:nvPr/>
          </p:nvSpPr>
          <p:spPr>
            <a:xfrm>
              <a:off x="8568453" y="5976771"/>
              <a:ext cx="21843" cy="20136"/>
            </a:xfrm>
            <a:custGeom>
              <a:avLst/>
              <a:gdLst/>
              <a:ahLst/>
              <a:cxnLst/>
              <a:rect l="l" t="t" r="r" b="b"/>
              <a:pathLst>
                <a:path w="256" h="236" extrusionOk="0">
                  <a:moveTo>
                    <a:pt x="121" y="1"/>
                  </a:moveTo>
                  <a:cubicBezTo>
                    <a:pt x="70" y="1"/>
                    <a:pt x="23" y="31"/>
                    <a:pt x="16" y="97"/>
                  </a:cubicBezTo>
                  <a:cubicBezTo>
                    <a:pt x="1" y="184"/>
                    <a:pt x="66" y="235"/>
                    <a:pt x="130" y="235"/>
                  </a:cubicBezTo>
                  <a:cubicBezTo>
                    <a:pt x="179" y="235"/>
                    <a:pt x="228" y="205"/>
                    <a:pt x="240" y="139"/>
                  </a:cubicBezTo>
                  <a:cubicBezTo>
                    <a:pt x="255" y="52"/>
                    <a:pt x="186" y="1"/>
                    <a:pt x="121"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5" name="Google Shape;4885;p53"/>
            <p:cNvSpPr/>
            <p:nvPr/>
          </p:nvSpPr>
          <p:spPr>
            <a:xfrm>
              <a:off x="8525621" y="5949382"/>
              <a:ext cx="21843" cy="20136"/>
            </a:xfrm>
            <a:custGeom>
              <a:avLst/>
              <a:gdLst/>
              <a:ahLst/>
              <a:cxnLst/>
              <a:rect l="l" t="t" r="r" b="b"/>
              <a:pathLst>
                <a:path w="256" h="236" extrusionOk="0">
                  <a:moveTo>
                    <a:pt x="126" y="1"/>
                  </a:moveTo>
                  <a:cubicBezTo>
                    <a:pt x="77" y="1"/>
                    <a:pt x="28" y="31"/>
                    <a:pt x="16" y="97"/>
                  </a:cubicBezTo>
                  <a:cubicBezTo>
                    <a:pt x="1" y="184"/>
                    <a:pt x="70" y="235"/>
                    <a:pt x="135" y="235"/>
                  </a:cubicBezTo>
                  <a:cubicBezTo>
                    <a:pt x="186" y="235"/>
                    <a:pt x="233" y="205"/>
                    <a:pt x="240" y="139"/>
                  </a:cubicBezTo>
                  <a:cubicBezTo>
                    <a:pt x="255" y="52"/>
                    <a:pt x="190" y="1"/>
                    <a:pt x="126"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6" name="Google Shape;4886;p53"/>
            <p:cNvSpPr/>
            <p:nvPr/>
          </p:nvSpPr>
          <p:spPr>
            <a:xfrm>
              <a:off x="8495929" y="6305943"/>
              <a:ext cx="22269" cy="19880"/>
            </a:xfrm>
            <a:custGeom>
              <a:avLst/>
              <a:gdLst/>
              <a:ahLst/>
              <a:cxnLst/>
              <a:rect l="l" t="t" r="r" b="b"/>
              <a:pathLst>
                <a:path w="261" h="233" extrusionOk="0">
                  <a:moveTo>
                    <a:pt x="134" y="1"/>
                  </a:moveTo>
                  <a:cubicBezTo>
                    <a:pt x="81" y="1"/>
                    <a:pt x="28" y="33"/>
                    <a:pt x="16" y="103"/>
                  </a:cubicBezTo>
                  <a:cubicBezTo>
                    <a:pt x="0" y="186"/>
                    <a:pt x="64" y="233"/>
                    <a:pt x="129" y="233"/>
                  </a:cubicBezTo>
                  <a:cubicBezTo>
                    <a:pt x="184" y="233"/>
                    <a:pt x="240" y="200"/>
                    <a:pt x="253" y="131"/>
                  </a:cubicBezTo>
                  <a:cubicBezTo>
                    <a:pt x="260" y="47"/>
                    <a:pt x="198" y="1"/>
                    <a:pt x="134"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7" name="Google Shape;4887;p53"/>
            <p:cNvSpPr/>
            <p:nvPr/>
          </p:nvSpPr>
          <p:spPr>
            <a:xfrm>
              <a:off x="8473404" y="6329236"/>
              <a:ext cx="14420" cy="12628"/>
            </a:xfrm>
            <a:custGeom>
              <a:avLst/>
              <a:gdLst/>
              <a:ahLst/>
              <a:cxnLst/>
              <a:rect l="l" t="t" r="r" b="b"/>
              <a:pathLst>
                <a:path w="169" h="148" extrusionOk="0">
                  <a:moveTo>
                    <a:pt x="87" y="0"/>
                  </a:moveTo>
                  <a:cubicBezTo>
                    <a:pt x="51" y="0"/>
                    <a:pt x="14" y="22"/>
                    <a:pt x="1" y="67"/>
                  </a:cubicBezTo>
                  <a:cubicBezTo>
                    <a:pt x="1" y="119"/>
                    <a:pt x="41" y="147"/>
                    <a:pt x="82" y="147"/>
                  </a:cubicBezTo>
                  <a:cubicBezTo>
                    <a:pt x="118" y="147"/>
                    <a:pt x="155" y="126"/>
                    <a:pt x="168" y="81"/>
                  </a:cubicBezTo>
                  <a:cubicBezTo>
                    <a:pt x="168" y="29"/>
                    <a:pt x="128" y="0"/>
                    <a:pt x="87"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8" name="Google Shape;4888;p53"/>
            <p:cNvSpPr/>
            <p:nvPr/>
          </p:nvSpPr>
          <p:spPr>
            <a:xfrm>
              <a:off x="8488250" y="6282309"/>
              <a:ext cx="15102" cy="13652"/>
            </a:xfrm>
            <a:custGeom>
              <a:avLst/>
              <a:gdLst/>
              <a:ahLst/>
              <a:cxnLst/>
              <a:rect l="l" t="t" r="r" b="b"/>
              <a:pathLst>
                <a:path w="177" h="160" extrusionOk="0">
                  <a:moveTo>
                    <a:pt x="88" y="1"/>
                  </a:moveTo>
                  <a:cubicBezTo>
                    <a:pt x="52" y="1"/>
                    <a:pt x="14" y="23"/>
                    <a:pt x="8" y="73"/>
                  </a:cubicBezTo>
                  <a:cubicBezTo>
                    <a:pt x="0" y="127"/>
                    <a:pt x="43" y="159"/>
                    <a:pt x="86" y="159"/>
                  </a:cubicBezTo>
                  <a:cubicBezTo>
                    <a:pt x="120" y="159"/>
                    <a:pt x="155" y="137"/>
                    <a:pt x="161" y="87"/>
                  </a:cubicBezTo>
                  <a:cubicBezTo>
                    <a:pt x="177" y="33"/>
                    <a:pt x="133" y="1"/>
                    <a:pt x="88"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9" name="Google Shape;4889;p53"/>
            <p:cNvSpPr/>
            <p:nvPr/>
          </p:nvSpPr>
          <p:spPr>
            <a:xfrm>
              <a:off x="8526816" y="6262173"/>
              <a:ext cx="15187" cy="14590"/>
            </a:xfrm>
            <a:custGeom>
              <a:avLst/>
              <a:gdLst/>
              <a:ahLst/>
              <a:cxnLst/>
              <a:rect l="l" t="t" r="r" b="b"/>
              <a:pathLst>
                <a:path w="178" h="171" extrusionOk="0">
                  <a:moveTo>
                    <a:pt x="89" y="1"/>
                  </a:moveTo>
                  <a:cubicBezTo>
                    <a:pt x="55" y="1"/>
                    <a:pt x="22" y="23"/>
                    <a:pt x="16" y="72"/>
                  </a:cubicBezTo>
                  <a:cubicBezTo>
                    <a:pt x="1" y="134"/>
                    <a:pt x="47" y="171"/>
                    <a:pt x="92" y="171"/>
                  </a:cubicBezTo>
                  <a:cubicBezTo>
                    <a:pt x="128" y="171"/>
                    <a:pt x="164" y="149"/>
                    <a:pt x="170" y="100"/>
                  </a:cubicBezTo>
                  <a:cubicBezTo>
                    <a:pt x="178" y="37"/>
                    <a:pt x="133" y="1"/>
                    <a:pt x="89"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0" name="Google Shape;4890;p53"/>
            <p:cNvSpPr/>
            <p:nvPr/>
          </p:nvSpPr>
          <p:spPr>
            <a:xfrm>
              <a:off x="8522720" y="6178899"/>
              <a:ext cx="15699" cy="14078"/>
            </a:xfrm>
            <a:custGeom>
              <a:avLst/>
              <a:gdLst/>
              <a:ahLst/>
              <a:cxnLst/>
              <a:rect l="l" t="t" r="r" b="b"/>
              <a:pathLst>
                <a:path w="184" h="165" extrusionOk="0">
                  <a:moveTo>
                    <a:pt x="87" y="0"/>
                  </a:moveTo>
                  <a:cubicBezTo>
                    <a:pt x="50" y="0"/>
                    <a:pt x="15" y="22"/>
                    <a:pt x="8" y="71"/>
                  </a:cubicBezTo>
                  <a:cubicBezTo>
                    <a:pt x="1" y="133"/>
                    <a:pt x="44" y="165"/>
                    <a:pt x="89" y="165"/>
                  </a:cubicBezTo>
                  <a:cubicBezTo>
                    <a:pt x="125" y="165"/>
                    <a:pt x="163" y="143"/>
                    <a:pt x="176" y="99"/>
                  </a:cubicBezTo>
                  <a:cubicBezTo>
                    <a:pt x="184" y="37"/>
                    <a:pt x="134" y="0"/>
                    <a:pt x="87"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1" name="Google Shape;4891;p53"/>
            <p:cNvSpPr/>
            <p:nvPr/>
          </p:nvSpPr>
          <p:spPr>
            <a:xfrm>
              <a:off x="8531082" y="6130094"/>
              <a:ext cx="15699" cy="14590"/>
            </a:xfrm>
            <a:custGeom>
              <a:avLst/>
              <a:gdLst/>
              <a:ahLst/>
              <a:cxnLst/>
              <a:rect l="l" t="t" r="r" b="b"/>
              <a:pathLst>
                <a:path w="184" h="171" extrusionOk="0">
                  <a:moveTo>
                    <a:pt x="87" y="0"/>
                  </a:moveTo>
                  <a:cubicBezTo>
                    <a:pt x="50" y="0"/>
                    <a:pt x="14" y="23"/>
                    <a:pt x="8" y="71"/>
                  </a:cubicBezTo>
                  <a:cubicBezTo>
                    <a:pt x="0" y="134"/>
                    <a:pt x="45" y="170"/>
                    <a:pt x="91" y="170"/>
                  </a:cubicBezTo>
                  <a:cubicBezTo>
                    <a:pt x="127" y="170"/>
                    <a:pt x="163" y="148"/>
                    <a:pt x="176" y="99"/>
                  </a:cubicBezTo>
                  <a:cubicBezTo>
                    <a:pt x="183" y="37"/>
                    <a:pt x="134" y="0"/>
                    <a:pt x="87"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2" name="Google Shape;4892;p53"/>
            <p:cNvSpPr/>
            <p:nvPr/>
          </p:nvSpPr>
          <p:spPr>
            <a:xfrm>
              <a:off x="8508983" y="6137261"/>
              <a:ext cx="15187" cy="13652"/>
            </a:xfrm>
            <a:custGeom>
              <a:avLst/>
              <a:gdLst/>
              <a:ahLst/>
              <a:cxnLst/>
              <a:rect l="l" t="t" r="r" b="b"/>
              <a:pathLst>
                <a:path w="178" h="160" extrusionOk="0">
                  <a:moveTo>
                    <a:pt x="89" y="0"/>
                  </a:moveTo>
                  <a:cubicBezTo>
                    <a:pt x="55" y="0"/>
                    <a:pt x="22" y="22"/>
                    <a:pt x="16" y="71"/>
                  </a:cubicBezTo>
                  <a:cubicBezTo>
                    <a:pt x="0" y="127"/>
                    <a:pt x="48" y="160"/>
                    <a:pt x="94" y="160"/>
                  </a:cubicBezTo>
                  <a:cubicBezTo>
                    <a:pt x="129" y="160"/>
                    <a:pt x="163" y="141"/>
                    <a:pt x="169" y="99"/>
                  </a:cubicBezTo>
                  <a:cubicBezTo>
                    <a:pt x="177" y="36"/>
                    <a:pt x="132" y="0"/>
                    <a:pt x="89"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3" name="Google Shape;4893;p53"/>
            <p:cNvSpPr/>
            <p:nvPr/>
          </p:nvSpPr>
          <p:spPr>
            <a:xfrm>
              <a:off x="8491066" y="6131033"/>
              <a:ext cx="15955" cy="13908"/>
            </a:xfrm>
            <a:custGeom>
              <a:avLst/>
              <a:gdLst/>
              <a:ahLst/>
              <a:cxnLst/>
              <a:rect l="l" t="t" r="r" b="b"/>
              <a:pathLst>
                <a:path w="187" h="163" extrusionOk="0">
                  <a:moveTo>
                    <a:pt x="89" y="1"/>
                  </a:moveTo>
                  <a:cubicBezTo>
                    <a:pt x="55" y="1"/>
                    <a:pt x="23" y="20"/>
                    <a:pt x="17" y="60"/>
                  </a:cubicBezTo>
                  <a:cubicBezTo>
                    <a:pt x="1" y="125"/>
                    <a:pt x="51" y="162"/>
                    <a:pt x="98" y="162"/>
                  </a:cubicBezTo>
                  <a:cubicBezTo>
                    <a:pt x="132" y="162"/>
                    <a:pt x="164" y="143"/>
                    <a:pt x="170" y="102"/>
                  </a:cubicBezTo>
                  <a:cubicBezTo>
                    <a:pt x="186" y="37"/>
                    <a:pt x="137" y="1"/>
                    <a:pt x="89"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4" name="Google Shape;4894;p53"/>
            <p:cNvSpPr/>
            <p:nvPr/>
          </p:nvSpPr>
          <p:spPr>
            <a:xfrm>
              <a:off x="8504376" y="6096478"/>
              <a:ext cx="14334" cy="12286"/>
            </a:xfrm>
            <a:custGeom>
              <a:avLst/>
              <a:gdLst/>
              <a:ahLst/>
              <a:cxnLst/>
              <a:rect l="l" t="t" r="r" b="b"/>
              <a:pathLst>
                <a:path w="168" h="144" extrusionOk="0">
                  <a:moveTo>
                    <a:pt x="78" y="0"/>
                  </a:moveTo>
                  <a:cubicBezTo>
                    <a:pt x="45" y="0"/>
                    <a:pt x="12" y="19"/>
                    <a:pt x="0" y="61"/>
                  </a:cubicBezTo>
                  <a:cubicBezTo>
                    <a:pt x="0" y="115"/>
                    <a:pt x="44" y="144"/>
                    <a:pt x="87" y="144"/>
                  </a:cubicBezTo>
                  <a:cubicBezTo>
                    <a:pt x="121" y="144"/>
                    <a:pt x="155" y="126"/>
                    <a:pt x="168" y="89"/>
                  </a:cubicBezTo>
                  <a:cubicBezTo>
                    <a:pt x="168" y="33"/>
                    <a:pt x="122" y="0"/>
                    <a:pt x="78"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5" name="Google Shape;4895;p53"/>
            <p:cNvSpPr/>
            <p:nvPr/>
          </p:nvSpPr>
          <p:spPr>
            <a:xfrm>
              <a:off x="8537054" y="6094089"/>
              <a:ext cx="15699" cy="13737"/>
            </a:xfrm>
            <a:custGeom>
              <a:avLst/>
              <a:gdLst/>
              <a:ahLst/>
              <a:cxnLst/>
              <a:rect l="l" t="t" r="r" b="b"/>
              <a:pathLst>
                <a:path w="184" h="161" extrusionOk="0">
                  <a:moveTo>
                    <a:pt x="90" y="0"/>
                  </a:moveTo>
                  <a:cubicBezTo>
                    <a:pt x="55" y="0"/>
                    <a:pt x="20" y="19"/>
                    <a:pt x="8" y="61"/>
                  </a:cubicBezTo>
                  <a:cubicBezTo>
                    <a:pt x="0" y="124"/>
                    <a:pt x="49" y="160"/>
                    <a:pt x="97" y="160"/>
                  </a:cubicBezTo>
                  <a:cubicBezTo>
                    <a:pt x="134" y="160"/>
                    <a:pt x="169" y="138"/>
                    <a:pt x="175" y="89"/>
                  </a:cubicBezTo>
                  <a:cubicBezTo>
                    <a:pt x="183" y="33"/>
                    <a:pt x="137" y="0"/>
                    <a:pt x="90"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6" name="Google Shape;4896;p53"/>
            <p:cNvSpPr/>
            <p:nvPr/>
          </p:nvSpPr>
          <p:spPr>
            <a:xfrm>
              <a:off x="8533471" y="5991702"/>
              <a:ext cx="13822" cy="12372"/>
            </a:xfrm>
            <a:custGeom>
              <a:avLst/>
              <a:gdLst/>
              <a:ahLst/>
              <a:cxnLst/>
              <a:rect l="l" t="t" r="r" b="b"/>
              <a:pathLst>
                <a:path w="162" h="145" extrusionOk="0">
                  <a:moveTo>
                    <a:pt x="75" y="1"/>
                  </a:moveTo>
                  <a:cubicBezTo>
                    <a:pt x="43" y="1"/>
                    <a:pt x="14" y="20"/>
                    <a:pt x="8" y="61"/>
                  </a:cubicBezTo>
                  <a:cubicBezTo>
                    <a:pt x="0" y="116"/>
                    <a:pt x="40" y="144"/>
                    <a:pt x="82" y="144"/>
                  </a:cubicBezTo>
                  <a:cubicBezTo>
                    <a:pt x="115" y="144"/>
                    <a:pt x="149" y="126"/>
                    <a:pt x="161" y="89"/>
                  </a:cubicBezTo>
                  <a:cubicBezTo>
                    <a:pt x="161" y="34"/>
                    <a:pt x="116" y="1"/>
                    <a:pt x="75"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7" name="Google Shape;4897;p53"/>
            <p:cNvSpPr/>
            <p:nvPr/>
          </p:nvSpPr>
          <p:spPr>
            <a:xfrm>
              <a:off x="8552498" y="6062263"/>
              <a:ext cx="15699" cy="13737"/>
            </a:xfrm>
            <a:custGeom>
              <a:avLst/>
              <a:gdLst/>
              <a:ahLst/>
              <a:cxnLst/>
              <a:rect l="l" t="t" r="r" b="b"/>
              <a:pathLst>
                <a:path w="184" h="161" extrusionOk="0">
                  <a:moveTo>
                    <a:pt x="87" y="0"/>
                  </a:moveTo>
                  <a:cubicBezTo>
                    <a:pt x="50" y="0"/>
                    <a:pt x="14" y="22"/>
                    <a:pt x="8" y="71"/>
                  </a:cubicBezTo>
                  <a:cubicBezTo>
                    <a:pt x="0" y="127"/>
                    <a:pt x="47" y="160"/>
                    <a:pt x="93" y="160"/>
                  </a:cubicBezTo>
                  <a:cubicBezTo>
                    <a:pt x="128" y="160"/>
                    <a:pt x="164" y="141"/>
                    <a:pt x="176" y="99"/>
                  </a:cubicBezTo>
                  <a:cubicBezTo>
                    <a:pt x="183" y="37"/>
                    <a:pt x="134" y="0"/>
                    <a:pt x="87"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8" name="Google Shape;4898;p53"/>
            <p:cNvSpPr/>
            <p:nvPr/>
          </p:nvSpPr>
          <p:spPr>
            <a:xfrm>
              <a:off x="8487568" y="6351420"/>
              <a:ext cx="15187" cy="14590"/>
            </a:xfrm>
            <a:custGeom>
              <a:avLst/>
              <a:gdLst/>
              <a:ahLst/>
              <a:cxnLst/>
              <a:rect l="l" t="t" r="r" b="b"/>
              <a:pathLst>
                <a:path w="178" h="171" extrusionOk="0">
                  <a:moveTo>
                    <a:pt x="89" y="1"/>
                  </a:moveTo>
                  <a:cubicBezTo>
                    <a:pt x="55" y="1"/>
                    <a:pt x="22" y="23"/>
                    <a:pt x="16" y="72"/>
                  </a:cubicBezTo>
                  <a:cubicBezTo>
                    <a:pt x="0" y="135"/>
                    <a:pt x="46" y="171"/>
                    <a:pt x="92" y="171"/>
                  </a:cubicBezTo>
                  <a:cubicBezTo>
                    <a:pt x="128" y="171"/>
                    <a:pt x="163" y="149"/>
                    <a:pt x="169" y="100"/>
                  </a:cubicBezTo>
                  <a:cubicBezTo>
                    <a:pt x="177" y="37"/>
                    <a:pt x="132" y="1"/>
                    <a:pt x="89"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9" name="Google Shape;4899;p53"/>
            <p:cNvSpPr/>
            <p:nvPr/>
          </p:nvSpPr>
          <p:spPr>
            <a:xfrm>
              <a:off x="8472210" y="6294681"/>
              <a:ext cx="14420" cy="12628"/>
            </a:xfrm>
            <a:custGeom>
              <a:avLst/>
              <a:gdLst/>
              <a:ahLst/>
              <a:cxnLst/>
              <a:rect l="l" t="t" r="r" b="b"/>
              <a:pathLst>
                <a:path w="169" h="148" extrusionOk="0">
                  <a:moveTo>
                    <a:pt x="87" y="1"/>
                  </a:moveTo>
                  <a:cubicBezTo>
                    <a:pt x="51" y="1"/>
                    <a:pt x="14" y="22"/>
                    <a:pt x="1" y="67"/>
                  </a:cubicBezTo>
                  <a:cubicBezTo>
                    <a:pt x="1" y="120"/>
                    <a:pt x="41" y="148"/>
                    <a:pt x="82" y="148"/>
                  </a:cubicBezTo>
                  <a:cubicBezTo>
                    <a:pt x="118" y="148"/>
                    <a:pt x="155" y="127"/>
                    <a:pt x="168" y="81"/>
                  </a:cubicBezTo>
                  <a:cubicBezTo>
                    <a:pt x="168" y="29"/>
                    <a:pt x="128" y="1"/>
                    <a:pt x="87"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0" name="Google Shape;4900;p53"/>
            <p:cNvSpPr/>
            <p:nvPr/>
          </p:nvSpPr>
          <p:spPr>
            <a:xfrm>
              <a:off x="8484667" y="6196731"/>
              <a:ext cx="15699" cy="14590"/>
            </a:xfrm>
            <a:custGeom>
              <a:avLst/>
              <a:gdLst/>
              <a:ahLst/>
              <a:cxnLst/>
              <a:rect l="l" t="t" r="r" b="b"/>
              <a:pathLst>
                <a:path w="184" h="171" extrusionOk="0">
                  <a:moveTo>
                    <a:pt x="87" y="1"/>
                  </a:moveTo>
                  <a:cubicBezTo>
                    <a:pt x="50" y="1"/>
                    <a:pt x="14" y="23"/>
                    <a:pt x="8" y="72"/>
                  </a:cubicBezTo>
                  <a:cubicBezTo>
                    <a:pt x="0" y="134"/>
                    <a:pt x="45" y="171"/>
                    <a:pt x="91" y="171"/>
                  </a:cubicBezTo>
                  <a:cubicBezTo>
                    <a:pt x="127" y="171"/>
                    <a:pt x="163" y="148"/>
                    <a:pt x="176" y="99"/>
                  </a:cubicBezTo>
                  <a:cubicBezTo>
                    <a:pt x="183" y="37"/>
                    <a:pt x="134" y="1"/>
                    <a:pt x="87"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1" name="Google Shape;4901;p53"/>
            <p:cNvSpPr/>
            <p:nvPr/>
          </p:nvSpPr>
          <p:spPr>
            <a:xfrm>
              <a:off x="8516833" y="6214478"/>
              <a:ext cx="15614" cy="13652"/>
            </a:xfrm>
            <a:custGeom>
              <a:avLst/>
              <a:gdLst/>
              <a:ahLst/>
              <a:cxnLst/>
              <a:rect l="l" t="t" r="r" b="b"/>
              <a:pathLst>
                <a:path w="183" h="160" extrusionOk="0">
                  <a:moveTo>
                    <a:pt x="95" y="1"/>
                  </a:moveTo>
                  <a:cubicBezTo>
                    <a:pt x="58" y="1"/>
                    <a:pt x="20" y="23"/>
                    <a:pt x="8" y="73"/>
                  </a:cubicBezTo>
                  <a:cubicBezTo>
                    <a:pt x="0" y="126"/>
                    <a:pt x="47" y="159"/>
                    <a:pt x="93" y="159"/>
                  </a:cubicBezTo>
                  <a:cubicBezTo>
                    <a:pt x="131" y="159"/>
                    <a:pt x="169" y="137"/>
                    <a:pt x="175" y="87"/>
                  </a:cubicBezTo>
                  <a:cubicBezTo>
                    <a:pt x="183" y="33"/>
                    <a:pt x="140" y="1"/>
                    <a:pt x="95"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2" name="Google Shape;4902;p53"/>
            <p:cNvSpPr/>
            <p:nvPr/>
          </p:nvSpPr>
          <p:spPr>
            <a:xfrm>
              <a:off x="8538761" y="6224973"/>
              <a:ext cx="15187" cy="13737"/>
            </a:xfrm>
            <a:custGeom>
              <a:avLst/>
              <a:gdLst/>
              <a:ahLst/>
              <a:cxnLst/>
              <a:rect l="l" t="t" r="r" b="b"/>
              <a:pathLst>
                <a:path w="178" h="161" extrusionOk="0">
                  <a:moveTo>
                    <a:pt x="87" y="1"/>
                  </a:moveTo>
                  <a:cubicBezTo>
                    <a:pt x="54" y="1"/>
                    <a:pt x="22" y="19"/>
                    <a:pt x="16" y="61"/>
                  </a:cubicBezTo>
                  <a:cubicBezTo>
                    <a:pt x="0" y="124"/>
                    <a:pt x="46" y="160"/>
                    <a:pt x="92" y="160"/>
                  </a:cubicBezTo>
                  <a:cubicBezTo>
                    <a:pt x="127" y="160"/>
                    <a:pt x="163" y="138"/>
                    <a:pt x="169" y="89"/>
                  </a:cubicBezTo>
                  <a:cubicBezTo>
                    <a:pt x="177" y="34"/>
                    <a:pt x="131" y="1"/>
                    <a:pt x="87"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3" name="Google Shape;4903;p53"/>
            <p:cNvSpPr/>
            <p:nvPr/>
          </p:nvSpPr>
          <p:spPr>
            <a:xfrm>
              <a:off x="8520331" y="6291609"/>
              <a:ext cx="6229" cy="5034"/>
            </a:xfrm>
            <a:custGeom>
              <a:avLst/>
              <a:gdLst/>
              <a:ahLst/>
              <a:cxnLst/>
              <a:rect l="l" t="t" r="r" b="b"/>
              <a:pathLst>
                <a:path w="73" h="59" extrusionOk="0">
                  <a:moveTo>
                    <a:pt x="37" y="0"/>
                  </a:moveTo>
                  <a:cubicBezTo>
                    <a:pt x="23" y="0"/>
                    <a:pt x="9" y="7"/>
                    <a:pt x="9" y="20"/>
                  </a:cubicBezTo>
                  <a:cubicBezTo>
                    <a:pt x="0" y="44"/>
                    <a:pt x="21" y="59"/>
                    <a:pt x="39" y="59"/>
                  </a:cubicBezTo>
                  <a:cubicBezTo>
                    <a:pt x="52" y="59"/>
                    <a:pt x="64" y="51"/>
                    <a:pt x="64" y="34"/>
                  </a:cubicBezTo>
                  <a:cubicBezTo>
                    <a:pt x="72" y="11"/>
                    <a:pt x="54" y="0"/>
                    <a:pt x="37"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4" name="Google Shape;4904;p53"/>
            <p:cNvSpPr/>
            <p:nvPr/>
          </p:nvSpPr>
          <p:spPr>
            <a:xfrm>
              <a:off x="8549597" y="6201765"/>
              <a:ext cx="6058" cy="4522"/>
            </a:xfrm>
            <a:custGeom>
              <a:avLst/>
              <a:gdLst/>
              <a:ahLst/>
              <a:cxnLst/>
              <a:rect l="l" t="t" r="r" b="b"/>
              <a:pathLst>
                <a:path w="71" h="53" extrusionOk="0">
                  <a:moveTo>
                    <a:pt x="31" y="0"/>
                  </a:moveTo>
                  <a:cubicBezTo>
                    <a:pt x="19" y="0"/>
                    <a:pt x="7" y="8"/>
                    <a:pt x="0" y="27"/>
                  </a:cubicBezTo>
                  <a:cubicBezTo>
                    <a:pt x="0" y="42"/>
                    <a:pt x="17" y="53"/>
                    <a:pt x="35" y="53"/>
                  </a:cubicBezTo>
                  <a:cubicBezTo>
                    <a:pt x="49" y="53"/>
                    <a:pt x="64" y="45"/>
                    <a:pt x="70" y="27"/>
                  </a:cubicBezTo>
                  <a:cubicBezTo>
                    <a:pt x="62" y="11"/>
                    <a:pt x="46" y="0"/>
                    <a:pt x="31"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5" name="Google Shape;4905;p53"/>
            <p:cNvSpPr/>
            <p:nvPr/>
          </p:nvSpPr>
          <p:spPr>
            <a:xfrm>
              <a:off x="8563845" y="6108935"/>
              <a:ext cx="5546" cy="4522"/>
            </a:xfrm>
            <a:custGeom>
              <a:avLst/>
              <a:gdLst/>
              <a:ahLst/>
              <a:cxnLst/>
              <a:rect l="l" t="t" r="r" b="b"/>
              <a:pathLst>
                <a:path w="65" h="53" extrusionOk="0">
                  <a:moveTo>
                    <a:pt x="29" y="0"/>
                  </a:moveTo>
                  <a:cubicBezTo>
                    <a:pt x="15" y="0"/>
                    <a:pt x="1" y="8"/>
                    <a:pt x="1" y="27"/>
                  </a:cubicBezTo>
                  <a:cubicBezTo>
                    <a:pt x="1" y="42"/>
                    <a:pt x="13" y="53"/>
                    <a:pt x="27" y="53"/>
                  </a:cubicBezTo>
                  <a:cubicBezTo>
                    <a:pt x="38" y="53"/>
                    <a:pt x="50" y="45"/>
                    <a:pt x="57" y="27"/>
                  </a:cubicBezTo>
                  <a:cubicBezTo>
                    <a:pt x="64" y="11"/>
                    <a:pt x="47" y="0"/>
                    <a:pt x="29"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6" name="Google Shape;4906;p53"/>
            <p:cNvSpPr/>
            <p:nvPr/>
          </p:nvSpPr>
          <p:spPr>
            <a:xfrm>
              <a:off x="8576985" y="6077536"/>
              <a:ext cx="4778" cy="4522"/>
            </a:xfrm>
            <a:custGeom>
              <a:avLst/>
              <a:gdLst/>
              <a:ahLst/>
              <a:cxnLst/>
              <a:rect l="l" t="t" r="r" b="b"/>
              <a:pathLst>
                <a:path w="56" h="53" extrusionOk="0">
                  <a:moveTo>
                    <a:pt x="28" y="1"/>
                  </a:moveTo>
                  <a:cubicBezTo>
                    <a:pt x="14" y="1"/>
                    <a:pt x="0" y="11"/>
                    <a:pt x="0" y="32"/>
                  </a:cubicBezTo>
                  <a:cubicBezTo>
                    <a:pt x="0" y="46"/>
                    <a:pt x="14" y="53"/>
                    <a:pt x="28" y="53"/>
                  </a:cubicBezTo>
                  <a:cubicBezTo>
                    <a:pt x="42" y="53"/>
                    <a:pt x="56" y="46"/>
                    <a:pt x="56" y="32"/>
                  </a:cubicBezTo>
                  <a:cubicBezTo>
                    <a:pt x="56" y="11"/>
                    <a:pt x="42" y="1"/>
                    <a:pt x="28"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7" name="Google Shape;4907;p53"/>
            <p:cNvSpPr/>
            <p:nvPr/>
          </p:nvSpPr>
          <p:spPr>
            <a:xfrm>
              <a:off x="8576985" y="6045199"/>
              <a:ext cx="4778" cy="4607"/>
            </a:xfrm>
            <a:custGeom>
              <a:avLst/>
              <a:gdLst/>
              <a:ahLst/>
              <a:cxnLst/>
              <a:rect l="l" t="t" r="r" b="b"/>
              <a:pathLst>
                <a:path w="56" h="54" extrusionOk="0">
                  <a:moveTo>
                    <a:pt x="30" y="1"/>
                  </a:moveTo>
                  <a:cubicBezTo>
                    <a:pt x="18" y="1"/>
                    <a:pt x="6" y="8"/>
                    <a:pt x="0" y="20"/>
                  </a:cubicBezTo>
                  <a:cubicBezTo>
                    <a:pt x="0" y="43"/>
                    <a:pt x="13" y="54"/>
                    <a:pt x="27" y="54"/>
                  </a:cubicBezTo>
                  <a:cubicBezTo>
                    <a:pt x="38" y="54"/>
                    <a:pt x="50" y="47"/>
                    <a:pt x="56" y="34"/>
                  </a:cubicBezTo>
                  <a:cubicBezTo>
                    <a:pt x="56" y="11"/>
                    <a:pt x="43" y="1"/>
                    <a:pt x="30"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8" name="Google Shape;4908;p53"/>
            <p:cNvSpPr/>
            <p:nvPr/>
          </p:nvSpPr>
          <p:spPr>
            <a:xfrm>
              <a:off x="8551986" y="6038117"/>
              <a:ext cx="5461" cy="5034"/>
            </a:xfrm>
            <a:custGeom>
              <a:avLst/>
              <a:gdLst/>
              <a:ahLst/>
              <a:cxnLst/>
              <a:rect l="l" t="t" r="r" b="b"/>
              <a:pathLst>
                <a:path w="64" h="59" extrusionOk="0">
                  <a:moveTo>
                    <a:pt x="29" y="0"/>
                  </a:moveTo>
                  <a:cubicBezTo>
                    <a:pt x="14" y="0"/>
                    <a:pt x="0" y="7"/>
                    <a:pt x="0" y="20"/>
                  </a:cubicBezTo>
                  <a:cubicBezTo>
                    <a:pt x="0" y="44"/>
                    <a:pt x="19" y="59"/>
                    <a:pt x="35" y="59"/>
                  </a:cubicBezTo>
                  <a:cubicBezTo>
                    <a:pt x="46" y="59"/>
                    <a:pt x="56" y="51"/>
                    <a:pt x="56" y="34"/>
                  </a:cubicBezTo>
                  <a:cubicBezTo>
                    <a:pt x="64" y="11"/>
                    <a:pt x="46" y="0"/>
                    <a:pt x="29"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9" name="Google Shape;4909;p53"/>
            <p:cNvSpPr/>
            <p:nvPr/>
          </p:nvSpPr>
          <p:spPr>
            <a:xfrm>
              <a:off x="8529375" y="6019688"/>
              <a:ext cx="5973" cy="4522"/>
            </a:xfrm>
            <a:custGeom>
              <a:avLst/>
              <a:gdLst/>
              <a:ahLst/>
              <a:cxnLst/>
              <a:rect l="l" t="t" r="r" b="b"/>
              <a:pathLst>
                <a:path w="70" h="53" extrusionOk="0">
                  <a:moveTo>
                    <a:pt x="31" y="0"/>
                  </a:moveTo>
                  <a:cubicBezTo>
                    <a:pt x="19" y="0"/>
                    <a:pt x="7" y="8"/>
                    <a:pt x="0" y="26"/>
                  </a:cubicBezTo>
                  <a:cubicBezTo>
                    <a:pt x="0" y="42"/>
                    <a:pt x="17" y="53"/>
                    <a:pt x="34" y="53"/>
                  </a:cubicBezTo>
                  <a:cubicBezTo>
                    <a:pt x="49" y="53"/>
                    <a:pt x="64" y="45"/>
                    <a:pt x="70" y="26"/>
                  </a:cubicBezTo>
                  <a:cubicBezTo>
                    <a:pt x="62" y="11"/>
                    <a:pt x="46" y="0"/>
                    <a:pt x="31"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0" name="Google Shape;4910;p53"/>
            <p:cNvSpPr/>
            <p:nvPr/>
          </p:nvSpPr>
          <p:spPr>
            <a:xfrm>
              <a:off x="8501987" y="6172414"/>
              <a:ext cx="6058" cy="4181"/>
            </a:xfrm>
            <a:custGeom>
              <a:avLst/>
              <a:gdLst/>
              <a:ahLst/>
              <a:cxnLst/>
              <a:rect l="l" t="t" r="r" b="b"/>
              <a:pathLst>
                <a:path w="71" h="49" extrusionOk="0">
                  <a:moveTo>
                    <a:pt x="41" y="1"/>
                  </a:moveTo>
                  <a:cubicBezTo>
                    <a:pt x="25" y="1"/>
                    <a:pt x="7" y="8"/>
                    <a:pt x="0" y="22"/>
                  </a:cubicBezTo>
                  <a:cubicBezTo>
                    <a:pt x="0" y="37"/>
                    <a:pt x="17" y="48"/>
                    <a:pt x="35" y="48"/>
                  </a:cubicBezTo>
                  <a:cubicBezTo>
                    <a:pt x="49" y="48"/>
                    <a:pt x="64" y="41"/>
                    <a:pt x="70" y="22"/>
                  </a:cubicBezTo>
                  <a:cubicBezTo>
                    <a:pt x="70" y="8"/>
                    <a:pt x="56" y="1"/>
                    <a:pt x="41"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1" name="Google Shape;4911;p53"/>
            <p:cNvSpPr/>
            <p:nvPr/>
          </p:nvSpPr>
          <p:spPr>
            <a:xfrm>
              <a:off x="8504376" y="6218829"/>
              <a:ext cx="4863" cy="4181"/>
            </a:xfrm>
            <a:custGeom>
              <a:avLst/>
              <a:gdLst/>
              <a:ahLst/>
              <a:cxnLst/>
              <a:rect l="l" t="t" r="r" b="b"/>
              <a:pathLst>
                <a:path w="57" h="49" extrusionOk="0">
                  <a:moveTo>
                    <a:pt x="33" y="1"/>
                  </a:moveTo>
                  <a:cubicBezTo>
                    <a:pt x="21" y="1"/>
                    <a:pt x="7" y="8"/>
                    <a:pt x="0" y="22"/>
                  </a:cubicBezTo>
                  <a:cubicBezTo>
                    <a:pt x="0" y="37"/>
                    <a:pt x="13" y="48"/>
                    <a:pt x="27" y="48"/>
                  </a:cubicBezTo>
                  <a:cubicBezTo>
                    <a:pt x="38" y="48"/>
                    <a:pt x="50" y="41"/>
                    <a:pt x="56" y="22"/>
                  </a:cubicBezTo>
                  <a:cubicBezTo>
                    <a:pt x="56" y="8"/>
                    <a:pt x="46" y="1"/>
                    <a:pt x="33"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2" name="Google Shape;4912;p53"/>
            <p:cNvSpPr/>
            <p:nvPr/>
          </p:nvSpPr>
          <p:spPr>
            <a:xfrm>
              <a:off x="8474599" y="6247583"/>
              <a:ext cx="6058" cy="5034"/>
            </a:xfrm>
            <a:custGeom>
              <a:avLst/>
              <a:gdLst/>
              <a:ahLst/>
              <a:cxnLst/>
              <a:rect l="l" t="t" r="r" b="b"/>
              <a:pathLst>
                <a:path w="71" h="59" extrusionOk="0">
                  <a:moveTo>
                    <a:pt x="36" y="0"/>
                  </a:moveTo>
                  <a:cubicBezTo>
                    <a:pt x="22" y="0"/>
                    <a:pt x="7" y="7"/>
                    <a:pt x="1" y="20"/>
                  </a:cubicBezTo>
                  <a:cubicBezTo>
                    <a:pt x="1" y="44"/>
                    <a:pt x="19" y="59"/>
                    <a:pt x="38" y="59"/>
                  </a:cubicBezTo>
                  <a:cubicBezTo>
                    <a:pt x="51" y="59"/>
                    <a:pt x="65" y="51"/>
                    <a:pt x="70" y="34"/>
                  </a:cubicBezTo>
                  <a:cubicBezTo>
                    <a:pt x="70" y="11"/>
                    <a:pt x="53" y="0"/>
                    <a:pt x="36"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3" name="Google Shape;4913;p53"/>
            <p:cNvSpPr/>
            <p:nvPr/>
          </p:nvSpPr>
          <p:spPr>
            <a:xfrm>
              <a:off x="8530570" y="6310636"/>
              <a:ext cx="4778" cy="4266"/>
            </a:xfrm>
            <a:custGeom>
              <a:avLst/>
              <a:gdLst/>
              <a:ahLst/>
              <a:cxnLst/>
              <a:rect l="l" t="t" r="r" b="b"/>
              <a:pathLst>
                <a:path w="56" h="50" extrusionOk="0">
                  <a:moveTo>
                    <a:pt x="30" y="0"/>
                  </a:moveTo>
                  <a:cubicBezTo>
                    <a:pt x="18" y="0"/>
                    <a:pt x="6" y="7"/>
                    <a:pt x="0" y="20"/>
                  </a:cubicBezTo>
                  <a:cubicBezTo>
                    <a:pt x="0" y="37"/>
                    <a:pt x="21" y="49"/>
                    <a:pt x="38" y="49"/>
                  </a:cubicBezTo>
                  <a:cubicBezTo>
                    <a:pt x="48" y="49"/>
                    <a:pt x="56" y="44"/>
                    <a:pt x="56" y="34"/>
                  </a:cubicBezTo>
                  <a:cubicBezTo>
                    <a:pt x="56" y="11"/>
                    <a:pt x="43" y="0"/>
                    <a:pt x="30"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4" name="Google Shape;4914;p53"/>
            <p:cNvSpPr/>
            <p:nvPr/>
          </p:nvSpPr>
          <p:spPr>
            <a:xfrm>
              <a:off x="8522208" y="5938632"/>
              <a:ext cx="85749" cy="17662"/>
            </a:xfrm>
            <a:custGeom>
              <a:avLst/>
              <a:gdLst/>
              <a:ahLst/>
              <a:cxnLst/>
              <a:rect l="l" t="t" r="r" b="b"/>
              <a:pathLst>
                <a:path w="1005" h="207" extrusionOk="0">
                  <a:moveTo>
                    <a:pt x="1" y="0"/>
                  </a:moveTo>
                  <a:lnTo>
                    <a:pt x="1" y="0"/>
                  </a:lnTo>
                  <a:cubicBezTo>
                    <a:pt x="279" y="162"/>
                    <a:pt x="509" y="207"/>
                    <a:pt x="679" y="207"/>
                  </a:cubicBezTo>
                  <a:cubicBezTo>
                    <a:pt x="875" y="207"/>
                    <a:pt x="990" y="147"/>
                    <a:pt x="1005" y="139"/>
                  </a:cubicBezTo>
                  <a:lnTo>
                    <a:pt x="1005" y="139"/>
                  </a:lnTo>
                  <a:cubicBezTo>
                    <a:pt x="900" y="183"/>
                    <a:pt x="791" y="200"/>
                    <a:pt x="686" y="200"/>
                  </a:cubicBezTo>
                  <a:cubicBezTo>
                    <a:pt x="388" y="200"/>
                    <a:pt x="114" y="62"/>
                    <a:pt x="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5" name="Google Shape;4915;p53"/>
            <p:cNvSpPr/>
            <p:nvPr/>
          </p:nvSpPr>
          <p:spPr>
            <a:xfrm>
              <a:off x="7902173" y="5735651"/>
              <a:ext cx="235746" cy="646830"/>
            </a:xfrm>
            <a:custGeom>
              <a:avLst/>
              <a:gdLst/>
              <a:ahLst/>
              <a:cxnLst/>
              <a:rect l="l" t="t" r="r" b="b"/>
              <a:pathLst>
                <a:path w="2763" h="7581" extrusionOk="0">
                  <a:moveTo>
                    <a:pt x="1252" y="1"/>
                  </a:moveTo>
                  <a:cubicBezTo>
                    <a:pt x="1001" y="1"/>
                    <a:pt x="663" y="71"/>
                    <a:pt x="140" y="203"/>
                  </a:cubicBezTo>
                  <a:lnTo>
                    <a:pt x="0" y="482"/>
                  </a:lnTo>
                  <a:cubicBezTo>
                    <a:pt x="516" y="649"/>
                    <a:pt x="1158" y="7275"/>
                    <a:pt x="1646" y="7484"/>
                  </a:cubicBezTo>
                  <a:cubicBezTo>
                    <a:pt x="1771" y="7552"/>
                    <a:pt x="1897" y="7581"/>
                    <a:pt x="2021" y="7581"/>
                  </a:cubicBezTo>
                  <a:cubicBezTo>
                    <a:pt x="2229" y="7581"/>
                    <a:pt x="2436" y="7500"/>
                    <a:pt x="2637" y="7387"/>
                  </a:cubicBezTo>
                  <a:lnTo>
                    <a:pt x="2748" y="7108"/>
                  </a:lnTo>
                  <a:cubicBezTo>
                    <a:pt x="2762" y="6899"/>
                    <a:pt x="1470" y="217"/>
                    <a:pt x="1839" y="217"/>
                  </a:cubicBezTo>
                  <a:cubicBezTo>
                    <a:pt x="1840" y="217"/>
                    <a:pt x="1841" y="217"/>
                    <a:pt x="1842" y="217"/>
                  </a:cubicBezTo>
                  <a:cubicBezTo>
                    <a:pt x="1667" y="71"/>
                    <a:pt x="1503" y="1"/>
                    <a:pt x="12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6" name="Google Shape;4916;p53"/>
            <p:cNvSpPr/>
            <p:nvPr/>
          </p:nvSpPr>
          <p:spPr>
            <a:xfrm>
              <a:off x="7871628" y="5741111"/>
              <a:ext cx="192573" cy="53583"/>
            </a:xfrm>
            <a:custGeom>
              <a:avLst/>
              <a:gdLst/>
              <a:ahLst/>
              <a:cxnLst/>
              <a:rect l="l" t="t" r="r" b="b"/>
              <a:pathLst>
                <a:path w="2257" h="628" extrusionOk="0">
                  <a:moveTo>
                    <a:pt x="1612" y="1"/>
                  </a:moveTo>
                  <a:cubicBezTo>
                    <a:pt x="980" y="1"/>
                    <a:pt x="0" y="325"/>
                    <a:pt x="735" y="627"/>
                  </a:cubicBezTo>
                  <a:cubicBezTo>
                    <a:pt x="631" y="371"/>
                    <a:pt x="1033" y="248"/>
                    <a:pt x="1394" y="248"/>
                  </a:cubicBezTo>
                  <a:cubicBezTo>
                    <a:pt x="1662" y="248"/>
                    <a:pt x="1907" y="315"/>
                    <a:pt x="1907" y="446"/>
                  </a:cubicBezTo>
                  <a:cubicBezTo>
                    <a:pt x="2257" y="122"/>
                    <a:pt x="2000" y="1"/>
                    <a:pt x="161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7" name="Google Shape;4917;p53"/>
            <p:cNvSpPr/>
            <p:nvPr/>
          </p:nvSpPr>
          <p:spPr>
            <a:xfrm>
              <a:off x="7921200" y="5786247"/>
              <a:ext cx="225849" cy="600329"/>
            </a:xfrm>
            <a:custGeom>
              <a:avLst/>
              <a:gdLst/>
              <a:ahLst/>
              <a:cxnLst/>
              <a:rect l="l" t="t" r="r" b="b"/>
              <a:pathLst>
                <a:path w="2647" h="7036" extrusionOk="0">
                  <a:moveTo>
                    <a:pt x="1507" y="1"/>
                  </a:moveTo>
                  <a:cubicBezTo>
                    <a:pt x="1432" y="56"/>
                    <a:pt x="1353" y="105"/>
                    <a:pt x="1272" y="146"/>
                  </a:cubicBezTo>
                  <a:lnTo>
                    <a:pt x="1272" y="146"/>
                  </a:lnTo>
                  <a:lnTo>
                    <a:pt x="1395" y="126"/>
                  </a:lnTo>
                  <a:lnTo>
                    <a:pt x="2469" y="6417"/>
                  </a:lnTo>
                  <a:cubicBezTo>
                    <a:pt x="2469" y="6417"/>
                    <a:pt x="2609" y="6821"/>
                    <a:pt x="1995" y="6933"/>
                  </a:cubicBezTo>
                  <a:cubicBezTo>
                    <a:pt x="1928" y="6944"/>
                    <a:pt x="1866" y="6948"/>
                    <a:pt x="1810" y="6948"/>
                  </a:cubicBezTo>
                  <a:cubicBezTo>
                    <a:pt x="1348" y="6948"/>
                    <a:pt x="1270" y="6626"/>
                    <a:pt x="1270" y="6626"/>
                  </a:cubicBezTo>
                  <a:lnTo>
                    <a:pt x="182" y="321"/>
                  </a:lnTo>
                  <a:lnTo>
                    <a:pt x="261" y="309"/>
                  </a:lnTo>
                  <a:lnTo>
                    <a:pt x="261" y="309"/>
                  </a:lnTo>
                  <a:cubicBezTo>
                    <a:pt x="344" y="320"/>
                    <a:pt x="426" y="326"/>
                    <a:pt x="509" y="326"/>
                  </a:cubicBezTo>
                  <a:cubicBezTo>
                    <a:pt x="773" y="326"/>
                    <a:pt x="1035" y="266"/>
                    <a:pt x="1272" y="146"/>
                  </a:cubicBezTo>
                  <a:lnTo>
                    <a:pt x="1272" y="146"/>
                  </a:lnTo>
                  <a:lnTo>
                    <a:pt x="261" y="309"/>
                  </a:lnTo>
                  <a:lnTo>
                    <a:pt x="261" y="309"/>
                  </a:lnTo>
                  <a:cubicBezTo>
                    <a:pt x="174" y="296"/>
                    <a:pt x="87" y="277"/>
                    <a:pt x="0" y="252"/>
                  </a:cubicBezTo>
                  <a:lnTo>
                    <a:pt x="0" y="252"/>
                  </a:lnTo>
                  <a:cubicBezTo>
                    <a:pt x="1" y="252"/>
                    <a:pt x="1158" y="6654"/>
                    <a:pt x="1158" y="6654"/>
                  </a:cubicBezTo>
                  <a:cubicBezTo>
                    <a:pt x="1152" y="6881"/>
                    <a:pt x="1510" y="7035"/>
                    <a:pt x="1869" y="7035"/>
                  </a:cubicBezTo>
                  <a:cubicBezTo>
                    <a:pt x="2258" y="7035"/>
                    <a:pt x="2647" y="6854"/>
                    <a:pt x="2567" y="6389"/>
                  </a:cubicBezTo>
                  <a:lnTo>
                    <a:pt x="15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8" name="Google Shape;4918;p53"/>
            <p:cNvSpPr/>
            <p:nvPr/>
          </p:nvSpPr>
          <p:spPr>
            <a:xfrm>
              <a:off x="7804223" y="5724132"/>
              <a:ext cx="337195" cy="99059"/>
            </a:xfrm>
            <a:custGeom>
              <a:avLst/>
              <a:gdLst/>
              <a:ahLst/>
              <a:cxnLst/>
              <a:rect l="l" t="t" r="r" b="b"/>
              <a:pathLst>
                <a:path w="3952" h="1161" extrusionOk="0">
                  <a:moveTo>
                    <a:pt x="2390" y="205"/>
                  </a:moveTo>
                  <a:cubicBezTo>
                    <a:pt x="2804" y="205"/>
                    <a:pt x="3076" y="340"/>
                    <a:pt x="2627" y="701"/>
                  </a:cubicBezTo>
                  <a:cubicBezTo>
                    <a:pt x="2446" y="865"/>
                    <a:pt x="2222" y="947"/>
                    <a:pt x="1998" y="947"/>
                  </a:cubicBezTo>
                  <a:cubicBezTo>
                    <a:pt x="1840" y="947"/>
                    <a:pt x="1682" y="907"/>
                    <a:pt x="1539" y="826"/>
                  </a:cubicBezTo>
                  <a:cubicBezTo>
                    <a:pt x="808" y="515"/>
                    <a:pt x="1762" y="205"/>
                    <a:pt x="2390" y="205"/>
                  </a:cubicBezTo>
                  <a:close/>
                  <a:moveTo>
                    <a:pt x="2465" y="0"/>
                  </a:moveTo>
                  <a:cubicBezTo>
                    <a:pt x="841" y="0"/>
                    <a:pt x="1" y="992"/>
                    <a:pt x="2222" y="1161"/>
                  </a:cubicBezTo>
                  <a:cubicBezTo>
                    <a:pt x="2794" y="1008"/>
                    <a:pt x="3952" y="212"/>
                    <a:pt x="2836" y="17"/>
                  </a:cubicBezTo>
                  <a:cubicBezTo>
                    <a:pt x="2709" y="6"/>
                    <a:pt x="2585" y="0"/>
                    <a:pt x="24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9" name="Google Shape;4919;p53"/>
            <p:cNvSpPr/>
            <p:nvPr/>
          </p:nvSpPr>
          <p:spPr>
            <a:xfrm>
              <a:off x="7795350" y="5727630"/>
              <a:ext cx="280626" cy="89589"/>
            </a:xfrm>
            <a:custGeom>
              <a:avLst/>
              <a:gdLst/>
              <a:ahLst/>
              <a:cxnLst/>
              <a:rect l="l" t="t" r="r" b="b"/>
              <a:pathLst>
                <a:path w="3289" h="1050" extrusionOk="0">
                  <a:moveTo>
                    <a:pt x="2493" y="31"/>
                  </a:moveTo>
                  <a:cubicBezTo>
                    <a:pt x="2934" y="31"/>
                    <a:pt x="3255" y="179"/>
                    <a:pt x="3094" y="450"/>
                  </a:cubicBezTo>
                  <a:cubicBezTo>
                    <a:pt x="2807" y="820"/>
                    <a:pt x="2439" y="952"/>
                    <a:pt x="2109" y="952"/>
                  </a:cubicBezTo>
                  <a:cubicBezTo>
                    <a:pt x="1604" y="952"/>
                    <a:pt x="1187" y="645"/>
                    <a:pt x="1280" y="409"/>
                  </a:cubicBezTo>
                  <a:cubicBezTo>
                    <a:pt x="1604" y="151"/>
                    <a:pt x="2097" y="31"/>
                    <a:pt x="2493" y="31"/>
                  </a:cubicBezTo>
                  <a:close/>
                  <a:moveTo>
                    <a:pt x="2715" y="0"/>
                  </a:moveTo>
                  <a:cubicBezTo>
                    <a:pt x="1818" y="0"/>
                    <a:pt x="0" y="456"/>
                    <a:pt x="1950" y="1022"/>
                  </a:cubicBezTo>
                  <a:cubicBezTo>
                    <a:pt x="1950" y="1022"/>
                    <a:pt x="2033" y="1049"/>
                    <a:pt x="2168" y="1049"/>
                  </a:cubicBezTo>
                  <a:cubicBezTo>
                    <a:pt x="2411" y="1049"/>
                    <a:pt x="2820" y="963"/>
                    <a:pt x="3205" y="478"/>
                  </a:cubicBezTo>
                  <a:cubicBezTo>
                    <a:pt x="3289" y="367"/>
                    <a:pt x="3261" y="199"/>
                    <a:pt x="3149" y="116"/>
                  </a:cubicBezTo>
                  <a:cubicBezTo>
                    <a:pt x="3146" y="36"/>
                    <a:pt x="2967" y="0"/>
                    <a:pt x="27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0" name="Google Shape;4920;p53"/>
            <p:cNvSpPr/>
            <p:nvPr/>
          </p:nvSpPr>
          <p:spPr>
            <a:xfrm>
              <a:off x="7965226" y="5924298"/>
              <a:ext cx="173887" cy="463045"/>
            </a:xfrm>
            <a:custGeom>
              <a:avLst/>
              <a:gdLst/>
              <a:ahLst/>
              <a:cxnLst/>
              <a:rect l="l" t="t" r="r" b="b"/>
              <a:pathLst>
                <a:path w="2038" h="5427" extrusionOk="0">
                  <a:moveTo>
                    <a:pt x="1856" y="4785"/>
                  </a:moveTo>
                  <a:cubicBezTo>
                    <a:pt x="2037" y="5315"/>
                    <a:pt x="879" y="5427"/>
                    <a:pt x="796" y="4952"/>
                  </a:cubicBezTo>
                  <a:lnTo>
                    <a:pt x="1" y="280"/>
                  </a:lnTo>
                  <a:cubicBezTo>
                    <a:pt x="294" y="1"/>
                    <a:pt x="796" y="29"/>
                    <a:pt x="1061" y="98"/>
                  </a:cubicBezTo>
                  <a:close/>
                </a:path>
              </a:pathLst>
            </a:custGeom>
            <a:gradFill>
              <a:gsLst>
                <a:gs pos="0">
                  <a:srgbClr val="EB667A"/>
                </a:gs>
                <a:gs pos="100000">
                  <a:srgbClr val="B01F35"/>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1" name="Google Shape;4921;p53"/>
            <p:cNvSpPr/>
            <p:nvPr/>
          </p:nvSpPr>
          <p:spPr>
            <a:xfrm>
              <a:off x="7965226" y="5929502"/>
              <a:ext cx="90527" cy="23890"/>
            </a:xfrm>
            <a:custGeom>
              <a:avLst/>
              <a:gdLst/>
              <a:ahLst/>
              <a:cxnLst/>
              <a:rect l="l" t="t" r="r" b="b"/>
              <a:pathLst>
                <a:path w="1061" h="280" extrusionOk="0">
                  <a:moveTo>
                    <a:pt x="761" y="1"/>
                  </a:moveTo>
                  <a:cubicBezTo>
                    <a:pt x="493" y="1"/>
                    <a:pt x="126" y="54"/>
                    <a:pt x="1" y="233"/>
                  </a:cubicBezTo>
                  <a:cubicBezTo>
                    <a:pt x="96" y="264"/>
                    <a:pt x="212" y="279"/>
                    <a:pt x="333" y="279"/>
                  </a:cubicBezTo>
                  <a:cubicBezTo>
                    <a:pt x="634" y="279"/>
                    <a:pt x="961" y="187"/>
                    <a:pt x="1061" y="37"/>
                  </a:cubicBezTo>
                  <a:cubicBezTo>
                    <a:pt x="1031" y="17"/>
                    <a:pt x="911" y="1"/>
                    <a:pt x="761"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2" name="Google Shape;4922;p53"/>
            <p:cNvSpPr/>
            <p:nvPr/>
          </p:nvSpPr>
          <p:spPr>
            <a:xfrm>
              <a:off x="8004474" y="5928990"/>
              <a:ext cx="51279" cy="23976"/>
            </a:xfrm>
            <a:custGeom>
              <a:avLst/>
              <a:gdLst/>
              <a:ahLst/>
              <a:cxnLst/>
              <a:rect l="l" t="t" r="r" b="b"/>
              <a:pathLst>
                <a:path w="601" h="281" extrusionOk="0">
                  <a:moveTo>
                    <a:pt x="212" y="1"/>
                  </a:moveTo>
                  <a:cubicBezTo>
                    <a:pt x="141" y="1"/>
                    <a:pt x="70" y="5"/>
                    <a:pt x="1" y="15"/>
                  </a:cubicBezTo>
                  <a:cubicBezTo>
                    <a:pt x="1" y="15"/>
                    <a:pt x="154" y="155"/>
                    <a:pt x="29" y="280"/>
                  </a:cubicBezTo>
                  <a:cubicBezTo>
                    <a:pt x="238" y="280"/>
                    <a:pt x="447" y="197"/>
                    <a:pt x="601" y="43"/>
                  </a:cubicBezTo>
                  <a:cubicBezTo>
                    <a:pt x="475" y="16"/>
                    <a:pt x="343" y="1"/>
                    <a:pt x="212"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3" name="Google Shape;4923;p53"/>
            <p:cNvSpPr/>
            <p:nvPr/>
          </p:nvSpPr>
          <p:spPr>
            <a:xfrm>
              <a:off x="7965226" y="5928478"/>
              <a:ext cx="90527" cy="20904"/>
            </a:xfrm>
            <a:custGeom>
              <a:avLst/>
              <a:gdLst/>
              <a:ahLst/>
              <a:cxnLst/>
              <a:rect l="l" t="t" r="r" b="b"/>
              <a:pathLst>
                <a:path w="1061" h="245" extrusionOk="0">
                  <a:moveTo>
                    <a:pt x="693" y="0"/>
                  </a:moveTo>
                  <a:cubicBezTo>
                    <a:pt x="482" y="0"/>
                    <a:pt x="217" y="49"/>
                    <a:pt x="1" y="245"/>
                  </a:cubicBezTo>
                  <a:lnTo>
                    <a:pt x="15" y="245"/>
                  </a:lnTo>
                  <a:cubicBezTo>
                    <a:pt x="36" y="150"/>
                    <a:pt x="576" y="39"/>
                    <a:pt x="862" y="39"/>
                  </a:cubicBezTo>
                  <a:cubicBezTo>
                    <a:pt x="954" y="39"/>
                    <a:pt x="1019" y="50"/>
                    <a:pt x="1033" y="77"/>
                  </a:cubicBezTo>
                  <a:lnTo>
                    <a:pt x="1061" y="49"/>
                  </a:lnTo>
                  <a:cubicBezTo>
                    <a:pt x="1061" y="49"/>
                    <a:pt x="904" y="0"/>
                    <a:pt x="69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4" name="Google Shape;4924;p53"/>
            <p:cNvSpPr/>
            <p:nvPr/>
          </p:nvSpPr>
          <p:spPr>
            <a:xfrm>
              <a:off x="8082373" y="6189223"/>
              <a:ext cx="5546" cy="5119"/>
            </a:xfrm>
            <a:custGeom>
              <a:avLst/>
              <a:gdLst/>
              <a:ahLst/>
              <a:cxnLst/>
              <a:rect l="l" t="t" r="r" b="b"/>
              <a:pathLst>
                <a:path w="65" h="60" extrusionOk="0">
                  <a:moveTo>
                    <a:pt x="36" y="1"/>
                  </a:moveTo>
                  <a:cubicBezTo>
                    <a:pt x="19" y="1"/>
                    <a:pt x="1" y="11"/>
                    <a:pt x="9" y="34"/>
                  </a:cubicBezTo>
                  <a:cubicBezTo>
                    <a:pt x="9" y="52"/>
                    <a:pt x="18" y="59"/>
                    <a:pt x="30" y="59"/>
                  </a:cubicBezTo>
                  <a:cubicBezTo>
                    <a:pt x="45" y="59"/>
                    <a:pt x="64" y="44"/>
                    <a:pt x="64" y="20"/>
                  </a:cubicBezTo>
                  <a:cubicBezTo>
                    <a:pt x="64" y="8"/>
                    <a:pt x="50" y="1"/>
                    <a:pt x="36"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5" name="Google Shape;4925;p53"/>
            <p:cNvSpPr/>
            <p:nvPr/>
          </p:nvSpPr>
          <p:spPr>
            <a:xfrm>
              <a:off x="8094916" y="6320960"/>
              <a:ext cx="20392" cy="17832"/>
            </a:xfrm>
            <a:custGeom>
              <a:avLst/>
              <a:gdLst/>
              <a:ahLst/>
              <a:cxnLst/>
              <a:rect l="l" t="t" r="r" b="b"/>
              <a:pathLst>
                <a:path w="239" h="209" extrusionOk="0">
                  <a:moveTo>
                    <a:pt x="125" y="0"/>
                  </a:moveTo>
                  <a:cubicBezTo>
                    <a:pt x="63" y="0"/>
                    <a:pt x="1" y="43"/>
                    <a:pt x="1" y="122"/>
                  </a:cubicBezTo>
                  <a:cubicBezTo>
                    <a:pt x="19" y="182"/>
                    <a:pt x="65" y="208"/>
                    <a:pt x="111" y="208"/>
                  </a:cubicBezTo>
                  <a:cubicBezTo>
                    <a:pt x="174" y="208"/>
                    <a:pt x="238" y="160"/>
                    <a:pt x="238" y="80"/>
                  </a:cubicBezTo>
                  <a:cubicBezTo>
                    <a:pt x="220" y="26"/>
                    <a:pt x="173" y="0"/>
                    <a:pt x="125"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6" name="Google Shape;4926;p53"/>
            <p:cNvSpPr/>
            <p:nvPr/>
          </p:nvSpPr>
          <p:spPr>
            <a:xfrm>
              <a:off x="8043125" y="6246218"/>
              <a:ext cx="20477" cy="19112"/>
            </a:xfrm>
            <a:custGeom>
              <a:avLst/>
              <a:gdLst/>
              <a:ahLst/>
              <a:cxnLst/>
              <a:rect l="l" t="t" r="r" b="b"/>
              <a:pathLst>
                <a:path w="240" h="224" extrusionOk="0">
                  <a:moveTo>
                    <a:pt x="123" y="1"/>
                  </a:moveTo>
                  <a:cubicBezTo>
                    <a:pt x="62" y="1"/>
                    <a:pt x="0" y="47"/>
                    <a:pt x="8" y="133"/>
                  </a:cubicBezTo>
                  <a:cubicBezTo>
                    <a:pt x="21" y="195"/>
                    <a:pt x="68" y="224"/>
                    <a:pt x="116" y="224"/>
                  </a:cubicBezTo>
                  <a:cubicBezTo>
                    <a:pt x="177" y="224"/>
                    <a:pt x="239" y="177"/>
                    <a:pt x="231" y="91"/>
                  </a:cubicBezTo>
                  <a:cubicBezTo>
                    <a:pt x="219" y="30"/>
                    <a:pt x="172" y="1"/>
                    <a:pt x="123"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7" name="Google Shape;4927;p53"/>
            <p:cNvSpPr/>
            <p:nvPr/>
          </p:nvSpPr>
          <p:spPr>
            <a:xfrm>
              <a:off x="8063346" y="6137603"/>
              <a:ext cx="20477" cy="18259"/>
            </a:xfrm>
            <a:custGeom>
              <a:avLst/>
              <a:gdLst/>
              <a:ahLst/>
              <a:cxnLst/>
              <a:rect l="l" t="t" r="r" b="b"/>
              <a:pathLst>
                <a:path w="240" h="214" extrusionOk="0">
                  <a:moveTo>
                    <a:pt x="120" y="1"/>
                  </a:moveTo>
                  <a:cubicBezTo>
                    <a:pt x="59" y="1"/>
                    <a:pt x="0" y="44"/>
                    <a:pt x="8" y="123"/>
                  </a:cubicBezTo>
                  <a:cubicBezTo>
                    <a:pt x="27" y="184"/>
                    <a:pt x="75" y="213"/>
                    <a:pt x="122" y="213"/>
                  </a:cubicBezTo>
                  <a:cubicBezTo>
                    <a:pt x="182" y="213"/>
                    <a:pt x="239" y="167"/>
                    <a:pt x="232" y="81"/>
                  </a:cubicBezTo>
                  <a:cubicBezTo>
                    <a:pt x="213" y="27"/>
                    <a:pt x="166" y="1"/>
                    <a:pt x="120"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8" name="Google Shape;4928;p53"/>
            <p:cNvSpPr/>
            <p:nvPr/>
          </p:nvSpPr>
          <p:spPr>
            <a:xfrm>
              <a:off x="8000976" y="6044772"/>
              <a:ext cx="20989" cy="17832"/>
            </a:xfrm>
            <a:custGeom>
              <a:avLst/>
              <a:gdLst/>
              <a:ahLst/>
              <a:cxnLst/>
              <a:rect l="l" t="t" r="r" b="b"/>
              <a:pathLst>
                <a:path w="246" h="209" extrusionOk="0">
                  <a:moveTo>
                    <a:pt x="124" y="1"/>
                  </a:moveTo>
                  <a:cubicBezTo>
                    <a:pt x="62" y="1"/>
                    <a:pt x="0" y="44"/>
                    <a:pt x="0" y="123"/>
                  </a:cubicBezTo>
                  <a:cubicBezTo>
                    <a:pt x="18" y="182"/>
                    <a:pt x="66" y="209"/>
                    <a:pt x="115" y="209"/>
                  </a:cubicBezTo>
                  <a:cubicBezTo>
                    <a:pt x="180" y="209"/>
                    <a:pt x="245" y="161"/>
                    <a:pt x="237" y="81"/>
                  </a:cubicBezTo>
                  <a:cubicBezTo>
                    <a:pt x="219" y="27"/>
                    <a:pt x="172" y="1"/>
                    <a:pt x="124"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9" name="Google Shape;4929;p53"/>
            <p:cNvSpPr/>
            <p:nvPr/>
          </p:nvSpPr>
          <p:spPr>
            <a:xfrm>
              <a:off x="8030668" y="6008596"/>
              <a:ext cx="20989" cy="17832"/>
            </a:xfrm>
            <a:custGeom>
              <a:avLst/>
              <a:gdLst/>
              <a:ahLst/>
              <a:cxnLst/>
              <a:rect l="l" t="t" r="r" b="b"/>
              <a:pathLst>
                <a:path w="246" h="209" extrusionOk="0">
                  <a:moveTo>
                    <a:pt x="128" y="1"/>
                  </a:moveTo>
                  <a:cubicBezTo>
                    <a:pt x="65" y="1"/>
                    <a:pt x="1" y="49"/>
                    <a:pt x="1" y="129"/>
                  </a:cubicBezTo>
                  <a:cubicBezTo>
                    <a:pt x="19" y="183"/>
                    <a:pt x="69" y="209"/>
                    <a:pt x="118" y="209"/>
                  </a:cubicBezTo>
                  <a:cubicBezTo>
                    <a:pt x="182" y="209"/>
                    <a:pt x="246" y="165"/>
                    <a:pt x="238" y="87"/>
                  </a:cubicBezTo>
                  <a:cubicBezTo>
                    <a:pt x="220" y="27"/>
                    <a:pt x="174" y="1"/>
                    <a:pt x="128"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0" name="Google Shape;4930;p53"/>
            <p:cNvSpPr/>
            <p:nvPr/>
          </p:nvSpPr>
          <p:spPr>
            <a:xfrm>
              <a:off x="8028791" y="5967300"/>
              <a:ext cx="22354" cy="20477"/>
            </a:xfrm>
            <a:custGeom>
              <a:avLst/>
              <a:gdLst/>
              <a:ahLst/>
              <a:cxnLst/>
              <a:rect l="l" t="t" r="r" b="b"/>
              <a:pathLst>
                <a:path w="262" h="240" extrusionOk="0">
                  <a:moveTo>
                    <a:pt x="135" y="0"/>
                  </a:moveTo>
                  <a:cubicBezTo>
                    <a:pt x="69" y="0"/>
                    <a:pt x="1" y="51"/>
                    <a:pt x="9" y="138"/>
                  </a:cubicBezTo>
                  <a:cubicBezTo>
                    <a:pt x="21" y="207"/>
                    <a:pt x="75" y="239"/>
                    <a:pt x="129" y="239"/>
                  </a:cubicBezTo>
                  <a:cubicBezTo>
                    <a:pt x="196" y="239"/>
                    <a:pt x="261" y="189"/>
                    <a:pt x="246" y="96"/>
                  </a:cubicBezTo>
                  <a:cubicBezTo>
                    <a:pt x="234" y="30"/>
                    <a:pt x="185" y="0"/>
                    <a:pt x="135"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1" name="Google Shape;4931;p53"/>
            <p:cNvSpPr/>
            <p:nvPr/>
          </p:nvSpPr>
          <p:spPr>
            <a:xfrm>
              <a:off x="7979389" y="5956037"/>
              <a:ext cx="22952" cy="19539"/>
            </a:xfrm>
            <a:custGeom>
              <a:avLst/>
              <a:gdLst/>
              <a:ahLst/>
              <a:cxnLst/>
              <a:rect l="l" t="t" r="r" b="b"/>
              <a:pathLst>
                <a:path w="269" h="229" extrusionOk="0">
                  <a:moveTo>
                    <a:pt x="130" y="1"/>
                  </a:moveTo>
                  <a:cubicBezTo>
                    <a:pt x="64" y="1"/>
                    <a:pt x="1" y="47"/>
                    <a:pt x="16" y="131"/>
                  </a:cubicBezTo>
                  <a:cubicBezTo>
                    <a:pt x="28" y="199"/>
                    <a:pt x="81" y="228"/>
                    <a:pt x="134" y="228"/>
                  </a:cubicBezTo>
                  <a:cubicBezTo>
                    <a:pt x="202" y="228"/>
                    <a:pt x="269" y="181"/>
                    <a:pt x="253" y="103"/>
                  </a:cubicBezTo>
                  <a:cubicBezTo>
                    <a:pt x="240" y="33"/>
                    <a:pt x="184" y="1"/>
                    <a:pt x="130"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2" name="Google Shape;4932;p53"/>
            <p:cNvSpPr/>
            <p:nvPr/>
          </p:nvSpPr>
          <p:spPr>
            <a:xfrm>
              <a:off x="8067442" y="6302189"/>
              <a:ext cx="23037" cy="19624"/>
            </a:xfrm>
            <a:custGeom>
              <a:avLst/>
              <a:gdLst/>
              <a:ahLst/>
              <a:cxnLst/>
              <a:rect l="l" t="t" r="r" b="b"/>
              <a:pathLst>
                <a:path w="270" h="230" extrusionOk="0">
                  <a:moveTo>
                    <a:pt x="135" y="1"/>
                  </a:moveTo>
                  <a:cubicBezTo>
                    <a:pt x="68" y="1"/>
                    <a:pt x="1" y="47"/>
                    <a:pt x="16" y="133"/>
                  </a:cubicBezTo>
                  <a:cubicBezTo>
                    <a:pt x="28" y="199"/>
                    <a:pt x="80" y="229"/>
                    <a:pt x="132" y="229"/>
                  </a:cubicBezTo>
                  <a:cubicBezTo>
                    <a:pt x="200" y="229"/>
                    <a:pt x="269" y="178"/>
                    <a:pt x="253" y="91"/>
                  </a:cubicBezTo>
                  <a:cubicBezTo>
                    <a:pt x="241" y="29"/>
                    <a:pt x="188" y="1"/>
                    <a:pt x="135"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3" name="Google Shape;4933;p53"/>
            <p:cNvSpPr/>
            <p:nvPr/>
          </p:nvSpPr>
          <p:spPr>
            <a:xfrm>
              <a:off x="8052596" y="6332393"/>
              <a:ext cx="15785" cy="13737"/>
            </a:xfrm>
            <a:custGeom>
              <a:avLst/>
              <a:gdLst/>
              <a:ahLst/>
              <a:cxnLst/>
              <a:rect l="l" t="t" r="r" b="b"/>
              <a:pathLst>
                <a:path w="185" h="161" extrusionOk="0">
                  <a:moveTo>
                    <a:pt x="98" y="1"/>
                  </a:moveTo>
                  <a:cubicBezTo>
                    <a:pt x="50" y="1"/>
                    <a:pt x="1" y="37"/>
                    <a:pt x="9" y="100"/>
                  </a:cubicBezTo>
                  <a:cubicBezTo>
                    <a:pt x="21" y="142"/>
                    <a:pt x="56" y="160"/>
                    <a:pt x="91" y="160"/>
                  </a:cubicBezTo>
                  <a:cubicBezTo>
                    <a:pt x="138" y="160"/>
                    <a:pt x="184" y="127"/>
                    <a:pt x="176" y="72"/>
                  </a:cubicBezTo>
                  <a:cubicBezTo>
                    <a:pt x="170" y="23"/>
                    <a:pt x="134" y="1"/>
                    <a:pt x="98"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4" name="Google Shape;4934;p53"/>
            <p:cNvSpPr/>
            <p:nvPr/>
          </p:nvSpPr>
          <p:spPr>
            <a:xfrm>
              <a:off x="8051401" y="6284527"/>
              <a:ext cx="15785" cy="13652"/>
            </a:xfrm>
            <a:custGeom>
              <a:avLst/>
              <a:gdLst/>
              <a:ahLst/>
              <a:cxnLst/>
              <a:rect l="l" t="t" r="r" b="b"/>
              <a:pathLst>
                <a:path w="185" h="160" extrusionOk="0">
                  <a:moveTo>
                    <a:pt x="100" y="0"/>
                  </a:moveTo>
                  <a:cubicBezTo>
                    <a:pt x="52" y="0"/>
                    <a:pt x="1" y="33"/>
                    <a:pt x="9" y="89"/>
                  </a:cubicBezTo>
                  <a:cubicBezTo>
                    <a:pt x="21" y="138"/>
                    <a:pt x="57" y="160"/>
                    <a:pt x="93" y="160"/>
                  </a:cubicBezTo>
                  <a:cubicBezTo>
                    <a:pt x="139" y="160"/>
                    <a:pt x="184" y="124"/>
                    <a:pt x="176" y="61"/>
                  </a:cubicBezTo>
                  <a:cubicBezTo>
                    <a:pt x="170" y="19"/>
                    <a:pt x="136" y="0"/>
                    <a:pt x="100"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5" name="Google Shape;4935;p53"/>
            <p:cNvSpPr/>
            <p:nvPr/>
          </p:nvSpPr>
          <p:spPr>
            <a:xfrm>
              <a:off x="8082373" y="6252702"/>
              <a:ext cx="15187" cy="13652"/>
            </a:xfrm>
            <a:custGeom>
              <a:avLst/>
              <a:gdLst/>
              <a:ahLst/>
              <a:cxnLst/>
              <a:rect l="l" t="t" r="r" b="b"/>
              <a:pathLst>
                <a:path w="178" h="160" extrusionOk="0">
                  <a:moveTo>
                    <a:pt x="89" y="0"/>
                  </a:moveTo>
                  <a:cubicBezTo>
                    <a:pt x="46" y="0"/>
                    <a:pt x="1" y="36"/>
                    <a:pt x="9" y="99"/>
                  </a:cubicBezTo>
                  <a:cubicBezTo>
                    <a:pt x="15" y="141"/>
                    <a:pt x="49" y="160"/>
                    <a:pt x="84" y="160"/>
                  </a:cubicBezTo>
                  <a:cubicBezTo>
                    <a:pt x="130" y="160"/>
                    <a:pt x="178" y="127"/>
                    <a:pt x="162" y="71"/>
                  </a:cubicBezTo>
                  <a:cubicBezTo>
                    <a:pt x="156" y="22"/>
                    <a:pt x="123" y="0"/>
                    <a:pt x="89"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6" name="Google Shape;4936;p53"/>
            <p:cNvSpPr/>
            <p:nvPr/>
          </p:nvSpPr>
          <p:spPr>
            <a:xfrm>
              <a:off x="8051401" y="6174974"/>
              <a:ext cx="15785" cy="13737"/>
            </a:xfrm>
            <a:custGeom>
              <a:avLst/>
              <a:gdLst/>
              <a:ahLst/>
              <a:cxnLst/>
              <a:rect l="l" t="t" r="r" b="b"/>
              <a:pathLst>
                <a:path w="185" h="161" extrusionOk="0">
                  <a:moveTo>
                    <a:pt x="94" y="1"/>
                  </a:moveTo>
                  <a:cubicBezTo>
                    <a:pt x="47" y="1"/>
                    <a:pt x="1" y="34"/>
                    <a:pt x="9" y="89"/>
                  </a:cubicBezTo>
                  <a:cubicBezTo>
                    <a:pt x="15" y="138"/>
                    <a:pt x="51" y="161"/>
                    <a:pt x="87" y="161"/>
                  </a:cubicBezTo>
                  <a:cubicBezTo>
                    <a:pt x="135" y="161"/>
                    <a:pt x="184" y="124"/>
                    <a:pt x="176" y="62"/>
                  </a:cubicBezTo>
                  <a:cubicBezTo>
                    <a:pt x="164" y="20"/>
                    <a:pt x="129" y="1"/>
                    <a:pt x="94"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7" name="Google Shape;4937;p53"/>
            <p:cNvSpPr/>
            <p:nvPr/>
          </p:nvSpPr>
          <p:spPr>
            <a:xfrm>
              <a:off x="8043125" y="6126170"/>
              <a:ext cx="15699" cy="13737"/>
            </a:xfrm>
            <a:custGeom>
              <a:avLst/>
              <a:gdLst/>
              <a:ahLst/>
              <a:cxnLst/>
              <a:rect l="l" t="t" r="r" b="b"/>
              <a:pathLst>
                <a:path w="184" h="161" extrusionOk="0">
                  <a:moveTo>
                    <a:pt x="93" y="1"/>
                  </a:moveTo>
                  <a:cubicBezTo>
                    <a:pt x="47" y="1"/>
                    <a:pt x="0" y="34"/>
                    <a:pt x="8" y="90"/>
                  </a:cubicBezTo>
                  <a:cubicBezTo>
                    <a:pt x="14" y="139"/>
                    <a:pt x="50" y="161"/>
                    <a:pt x="87" y="161"/>
                  </a:cubicBezTo>
                  <a:cubicBezTo>
                    <a:pt x="134" y="161"/>
                    <a:pt x="183" y="124"/>
                    <a:pt x="176" y="62"/>
                  </a:cubicBezTo>
                  <a:cubicBezTo>
                    <a:pt x="164" y="20"/>
                    <a:pt x="128" y="1"/>
                    <a:pt x="93"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8" name="Google Shape;4938;p53"/>
            <p:cNvSpPr/>
            <p:nvPr/>
          </p:nvSpPr>
          <p:spPr>
            <a:xfrm>
              <a:off x="8024098" y="6139650"/>
              <a:ext cx="15699" cy="14505"/>
            </a:xfrm>
            <a:custGeom>
              <a:avLst/>
              <a:gdLst/>
              <a:ahLst/>
              <a:cxnLst/>
              <a:rect l="l" t="t" r="r" b="b"/>
              <a:pathLst>
                <a:path w="184" h="170" extrusionOk="0">
                  <a:moveTo>
                    <a:pt x="97" y="0"/>
                  </a:moveTo>
                  <a:cubicBezTo>
                    <a:pt x="50" y="0"/>
                    <a:pt x="0" y="36"/>
                    <a:pt x="8" y="99"/>
                  </a:cubicBezTo>
                  <a:cubicBezTo>
                    <a:pt x="20" y="148"/>
                    <a:pt x="57" y="170"/>
                    <a:pt x="92" y="170"/>
                  </a:cubicBezTo>
                  <a:cubicBezTo>
                    <a:pt x="138" y="170"/>
                    <a:pt x="183" y="134"/>
                    <a:pt x="175" y="71"/>
                  </a:cubicBezTo>
                  <a:cubicBezTo>
                    <a:pt x="169" y="22"/>
                    <a:pt x="134" y="0"/>
                    <a:pt x="97"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9" name="Google Shape;4939;p53"/>
            <p:cNvSpPr/>
            <p:nvPr/>
          </p:nvSpPr>
          <p:spPr>
            <a:xfrm>
              <a:off x="8005071" y="6139650"/>
              <a:ext cx="15614" cy="14078"/>
            </a:xfrm>
            <a:custGeom>
              <a:avLst/>
              <a:gdLst/>
              <a:ahLst/>
              <a:cxnLst/>
              <a:rect l="l" t="t" r="r" b="b"/>
              <a:pathLst>
                <a:path w="183" h="165" extrusionOk="0">
                  <a:moveTo>
                    <a:pt x="97" y="0"/>
                  </a:moveTo>
                  <a:cubicBezTo>
                    <a:pt x="49" y="0"/>
                    <a:pt x="0" y="36"/>
                    <a:pt x="8" y="99"/>
                  </a:cubicBezTo>
                  <a:cubicBezTo>
                    <a:pt x="20" y="143"/>
                    <a:pt x="58" y="164"/>
                    <a:pt x="95" y="164"/>
                  </a:cubicBezTo>
                  <a:cubicBezTo>
                    <a:pt x="140" y="164"/>
                    <a:pt x="183" y="132"/>
                    <a:pt x="175" y="71"/>
                  </a:cubicBezTo>
                  <a:cubicBezTo>
                    <a:pt x="169" y="22"/>
                    <a:pt x="134" y="0"/>
                    <a:pt x="97"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0" name="Google Shape;4940;p53"/>
            <p:cNvSpPr/>
            <p:nvPr/>
          </p:nvSpPr>
          <p:spPr>
            <a:xfrm>
              <a:off x="8006181" y="6102365"/>
              <a:ext cx="15785" cy="13737"/>
            </a:xfrm>
            <a:custGeom>
              <a:avLst/>
              <a:gdLst/>
              <a:ahLst/>
              <a:cxnLst/>
              <a:rect l="l" t="t" r="r" b="b"/>
              <a:pathLst>
                <a:path w="185" h="161" extrusionOk="0">
                  <a:moveTo>
                    <a:pt x="94" y="1"/>
                  </a:moveTo>
                  <a:cubicBezTo>
                    <a:pt x="47" y="1"/>
                    <a:pt x="1" y="34"/>
                    <a:pt x="9" y="90"/>
                  </a:cubicBezTo>
                  <a:cubicBezTo>
                    <a:pt x="15" y="139"/>
                    <a:pt x="51" y="161"/>
                    <a:pt x="87" y="161"/>
                  </a:cubicBezTo>
                  <a:cubicBezTo>
                    <a:pt x="135" y="161"/>
                    <a:pt x="184" y="124"/>
                    <a:pt x="176" y="62"/>
                  </a:cubicBezTo>
                  <a:cubicBezTo>
                    <a:pt x="164" y="20"/>
                    <a:pt x="129" y="1"/>
                    <a:pt x="94"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1" name="Google Shape;4941;p53"/>
            <p:cNvSpPr/>
            <p:nvPr/>
          </p:nvSpPr>
          <p:spPr>
            <a:xfrm>
              <a:off x="8036470" y="6089652"/>
              <a:ext cx="15870" cy="14590"/>
            </a:xfrm>
            <a:custGeom>
              <a:avLst/>
              <a:gdLst/>
              <a:ahLst/>
              <a:cxnLst/>
              <a:rect l="l" t="t" r="r" b="b"/>
              <a:pathLst>
                <a:path w="186" h="171" extrusionOk="0">
                  <a:moveTo>
                    <a:pt x="92" y="0"/>
                  </a:moveTo>
                  <a:cubicBezTo>
                    <a:pt x="47" y="0"/>
                    <a:pt x="1" y="36"/>
                    <a:pt x="16" y="99"/>
                  </a:cubicBezTo>
                  <a:cubicBezTo>
                    <a:pt x="23" y="148"/>
                    <a:pt x="58" y="170"/>
                    <a:pt x="94" y="170"/>
                  </a:cubicBezTo>
                  <a:cubicBezTo>
                    <a:pt x="140" y="170"/>
                    <a:pt x="186" y="134"/>
                    <a:pt x="170" y="71"/>
                  </a:cubicBezTo>
                  <a:cubicBezTo>
                    <a:pt x="164" y="22"/>
                    <a:pt x="128" y="0"/>
                    <a:pt x="92"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2" name="Google Shape;4942;p53"/>
            <p:cNvSpPr/>
            <p:nvPr/>
          </p:nvSpPr>
          <p:spPr>
            <a:xfrm>
              <a:off x="7999099" y="5993238"/>
              <a:ext cx="15699" cy="14590"/>
            </a:xfrm>
            <a:custGeom>
              <a:avLst/>
              <a:gdLst/>
              <a:ahLst/>
              <a:cxnLst/>
              <a:rect l="l" t="t" r="r" b="b"/>
              <a:pathLst>
                <a:path w="184" h="171" extrusionOk="0">
                  <a:moveTo>
                    <a:pt x="97" y="0"/>
                  </a:moveTo>
                  <a:cubicBezTo>
                    <a:pt x="50" y="0"/>
                    <a:pt x="0" y="37"/>
                    <a:pt x="8" y="99"/>
                  </a:cubicBezTo>
                  <a:cubicBezTo>
                    <a:pt x="20" y="148"/>
                    <a:pt x="57" y="170"/>
                    <a:pt x="93" y="170"/>
                  </a:cubicBezTo>
                  <a:cubicBezTo>
                    <a:pt x="138" y="170"/>
                    <a:pt x="183" y="134"/>
                    <a:pt x="175" y="71"/>
                  </a:cubicBezTo>
                  <a:cubicBezTo>
                    <a:pt x="169" y="22"/>
                    <a:pt x="134" y="0"/>
                    <a:pt x="97"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3" name="Google Shape;4943;p53"/>
            <p:cNvSpPr/>
            <p:nvPr/>
          </p:nvSpPr>
          <p:spPr>
            <a:xfrm>
              <a:off x="8040736" y="6054840"/>
              <a:ext cx="15699" cy="13652"/>
            </a:xfrm>
            <a:custGeom>
              <a:avLst/>
              <a:gdLst/>
              <a:ahLst/>
              <a:cxnLst/>
              <a:rect l="l" t="t" r="r" b="b"/>
              <a:pathLst>
                <a:path w="184" h="160" extrusionOk="0">
                  <a:moveTo>
                    <a:pt x="99" y="0"/>
                  </a:moveTo>
                  <a:cubicBezTo>
                    <a:pt x="51" y="0"/>
                    <a:pt x="0" y="33"/>
                    <a:pt x="8" y="89"/>
                  </a:cubicBezTo>
                  <a:cubicBezTo>
                    <a:pt x="21" y="138"/>
                    <a:pt x="57" y="160"/>
                    <a:pt x="93" y="160"/>
                  </a:cubicBezTo>
                  <a:cubicBezTo>
                    <a:pt x="139" y="160"/>
                    <a:pt x="184" y="123"/>
                    <a:pt x="176" y="61"/>
                  </a:cubicBezTo>
                  <a:cubicBezTo>
                    <a:pt x="170" y="19"/>
                    <a:pt x="135" y="0"/>
                    <a:pt x="99"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4" name="Google Shape;4944;p53"/>
            <p:cNvSpPr/>
            <p:nvPr/>
          </p:nvSpPr>
          <p:spPr>
            <a:xfrm>
              <a:off x="8074097" y="6349031"/>
              <a:ext cx="15699" cy="14590"/>
            </a:xfrm>
            <a:custGeom>
              <a:avLst/>
              <a:gdLst/>
              <a:ahLst/>
              <a:cxnLst/>
              <a:rect l="l" t="t" r="r" b="b"/>
              <a:pathLst>
                <a:path w="184" h="171" extrusionOk="0">
                  <a:moveTo>
                    <a:pt x="91" y="1"/>
                  </a:moveTo>
                  <a:cubicBezTo>
                    <a:pt x="45" y="1"/>
                    <a:pt x="0" y="37"/>
                    <a:pt x="8" y="100"/>
                  </a:cubicBezTo>
                  <a:cubicBezTo>
                    <a:pt x="14" y="149"/>
                    <a:pt x="50" y="171"/>
                    <a:pt x="86" y="171"/>
                  </a:cubicBezTo>
                  <a:cubicBezTo>
                    <a:pt x="134" y="171"/>
                    <a:pt x="183" y="135"/>
                    <a:pt x="175" y="72"/>
                  </a:cubicBezTo>
                  <a:cubicBezTo>
                    <a:pt x="163" y="23"/>
                    <a:pt x="127" y="1"/>
                    <a:pt x="91"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5" name="Google Shape;4945;p53"/>
            <p:cNvSpPr/>
            <p:nvPr/>
          </p:nvSpPr>
          <p:spPr>
            <a:xfrm>
              <a:off x="8040053" y="6300312"/>
              <a:ext cx="15870" cy="13652"/>
            </a:xfrm>
            <a:custGeom>
              <a:avLst/>
              <a:gdLst/>
              <a:ahLst/>
              <a:cxnLst/>
              <a:rect l="l" t="t" r="r" b="b"/>
              <a:pathLst>
                <a:path w="186" h="160" extrusionOk="0">
                  <a:moveTo>
                    <a:pt x="92" y="0"/>
                  </a:moveTo>
                  <a:cubicBezTo>
                    <a:pt x="47" y="0"/>
                    <a:pt x="1" y="36"/>
                    <a:pt x="16" y="99"/>
                  </a:cubicBezTo>
                  <a:cubicBezTo>
                    <a:pt x="22" y="141"/>
                    <a:pt x="57" y="160"/>
                    <a:pt x="92" y="160"/>
                  </a:cubicBezTo>
                  <a:cubicBezTo>
                    <a:pt x="138" y="160"/>
                    <a:pt x="186" y="127"/>
                    <a:pt x="170" y="71"/>
                  </a:cubicBezTo>
                  <a:cubicBezTo>
                    <a:pt x="164" y="22"/>
                    <a:pt x="128" y="0"/>
                    <a:pt x="92"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6" name="Google Shape;4946;p53"/>
            <p:cNvSpPr/>
            <p:nvPr/>
          </p:nvSpPr>
          <p:spPr>
            <a:xfrm>
              <a:off x="8020515" y="6203898"/>
              <a:ext cx="15699" cy="14590"/>
            </a:xfrm>
            <a:custGeom>
              <a:avLst/>
              <a:gdLst/>
              <a:ahLst/>
              <a:cxnLst/>
              <a:rect l="l" t="t" r="r" b="b"/>
              <a:pathLst>
                <a:path w="184" h="171" extrusionOk="0">
                  <a:moveTo>
                    <a:pt x="97" y="0"/>
                  </a:moveTo>
                  <a:cubicBezTo>
                    <a:pt x="50" y="0"/>
                    <a:pt x="0" y="37"/>
                    <a:pt x="8" y="99"/>
                  </a:cubicBezTo>
                  <a:cubicBezTo>
                    <a:pt x="20" y="148"/>
                    <a:pt x="57" y="170"/>
                    <a:pt x="93" y="170"/>
                  </a:cubicBezTo>
                  <a:cubicBezTo>
                    <a:pt x="138" y="170"/>
                    <a:pt x="183" y="134"/>
                    <a:pt x="176" y="71"/>
                  </a:cubicBezTo>
                  <a:cubicBezTo>
                    <a:pt x="169" y="22"/>
                    <a:pt x="134" y="0"/>
                    <a:pt x="97"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7" name="Google Shape;4947;p53"/>
            <p:cNvSpPr/>
            <p:nvPr/>
          </p:nvSpPr>
          <p:spPr>
            <a:xfrm>
              <a:off x="8057374" y="6209785"/>
              <a:ext cx="15699" cy="14590"/>
            </a:xfrm>
            <a:custGeom>
              <a:avLst/>
              <a:gdLst/>
              <a:ahLst/>
              <a:cxnLst/>
              <a:rect l="l" t="t" r="r" b="b"/>
              <a:pathLst>
                <a:path w="184" h="171" extrusionOk="0">
                  <a:moveTo>
                    <a:pt x="92" y="1"/>
                  </a:moveTo>
                  <a:cubicBezTo>
                    <a:pt x="46" y="1"/>
                    <a:pt x="1" y="37"/>
                    <a:pt x="9" y="100"/>
                  </a:cubicBezTo>
                  <a:cubicBezTo>
                    <a:pt x="15" y="149"/>
                    <a:pt x="50" y="171"/>
                    <a:pt x="87" y="171"/>
                  </a:cubicBezTo>
                  <a:cubicBezTo>
                    <a:pt x="134" y="171"/>
                    <a:pt x="184" y="135"/>
                    <a:pt x="176" y="72"/>
                  </a:cubicBezTo>
                  <a:cubicBezTo>
                    <a:pt x="164" y="23"/>
                    <a:pt x="127" y="1"/>
                    <a:pt x="92"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8" name="Google Shape;4948;p53"/>
            <p:cNvSpPr/>
            <p:nvPr/>
          </p:nvSpPr>
          <p:spPr>
            <a:xfrm>
              <a:off x="8081179" y="6213113"/>
              <a:ext cx="15187" cy="13652"/>
            </a:xfrm>
            <a:custGeom>
              <a:avLst/>
              <a:gdLst/>
              <a:ahLst/>
              <a:cxnLst/>
              <a:rect l="l" t="t" r="r" b="b"/>
              <a:pathLst>
                <a:path w="178" h="160" extrusionOk="0">
                  <a:moveTo>
                    <a:pt x="91" y="0"/>
                  </a:moveTo>
                  <a:cubicBezTo>
                    <a:pt x="47" y="0"/>
                    <a:pt x="1" y="33"/>
                    <a:pt x="9" y="89"/>
                  </a:cubicBezTo>
                  <a:cubicBezTo>
                    <a:pt x="15" y="138"/>
                    <a:pt x="50" y="160"/>
                    <a:pt x="86" y="160"/>
                  </a:cubicBezTo>
                  <a:cubicBezTo>
                    <a:pt x="132" y="160"/>
                    <a:pt x="178" y="124"/>
                    <a:pt x="162" y="61"/>
                  </a:cubicBezTo>
                  <a:cubicBezTo>
                    <a:pt x="156" y="19"/>
                    <a:pt x="124" y="0"/>
                    <a:pt x="91"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9" name="Google Shape;4949;p53"/>
            <p:cNvSpPr/>
            <p:nvPr/>
          </p:nvSpPr>
          <p:spPr>
            <a:xfrm>
              <a:off x="8084250" y="6283930"/>
              <a:ext cx="6058" cy="5119"/>
            </a:xfrm>
            <a:custGeom>
              <a:avLst/>
              <a:gdLst/>
              <a:ahLst/>
              <a:cxnLst/>
              <a:rect l="l" t="t" r="r" b="b"/>
              <a:pathLst>
                <a:path w="71" h="60" extrusionOk="0">
                  <a:moveTo>
                    <a:pt x="38" y="1"/>
                  </a:moveTo>
                  <a:cubicBezTo>
                    <a:pt x="19" y="1"/>
                    <a:pt x="0" y="16"/>
                    <a:pt x="0" y="40"/>
                  </a:cubicBezTo>
                  <a:cubicBezTo>
                    <a:pt x="7" y="52"/>
                    <a:pt x="21" y="59"/>
                    <a:pt x="36" y="59"/>
                  </a:cubicBezTo>
                  <a:cubicBezTo>
                    <a:pt x="53" y="59"/>
                    <a:pt x="70" y="49"/>
                    <a:pt x="70" y="26"/>
                  </a:cubicBezTo>
                  <a:cubicBezTo>
                    <a:pt x="64" y="8"/>
                    <a:pt x="51" y="1"/>
                    <a:pt x="38"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0" name="Google Shape;4950;p53"/>
            <p:cNvSpPr/>
            <p:nvPr/>
          </p:nvSpPr>
          <p:spPr>
            <a:xfrm>
              <a:off x="8065223" y="6096563"/>
              <a:ext cx="5461" cy="5887"/>
            </a:xfrm>
            <a:custGeom>
              <a:avLst/>
              <a:gdLst/>
              <a:ahLst/>
              <a:cxnLst/>
              <a:rect l="l" t="t" r="r" b="b"/>
              <a:pathLst>
                <a:path w="64" h="69" extrusionOk="0">
                  <a:moveTo>
                    <a:pt x="33" y="1"/>
                  </a:moveTo>
                  <a:cubicBezTo>
                    <a:pt x="18" y="1"/>
                    <a:pt x="0" y="11"/>
                    <a:pt x="0" y="32"/>
                  </a:cubicBezTo>
                  <a:cubicBezTo>
                    <a:pt x="7" y="58"/>
                    <a:pt x="22" y="69"/>
                    <a:pt x="36" y="69"/>
                  </a:cubicBezTo>
                  <a:cubicBezTo>
                    <a:pt x="51" y="69"/>
                    <a:pt x="64" y="54"/>
                    <a:pt x="56" y="32"/>
                  </a:cubicBezTo>
                  <a:cubicBezTo>
                    <a:pt x="63" y="11"/>
                    <a:pt x="49" y="1"/>
                    <a:pt x="33"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1" name="Google Shape;4951;p53"/>
            <p:cNvSpPr/>
            <p:nvPr/>
          </p:nvSpPr>
          <p:spPr>
            <a:xfrm>
              <a:off x="8066930" y="6063117"/>
              <a:ext cx="5461" cy="4522"/>
            </a:xfrm>
            <a:custGeom>
              <a:avLst/>
              <a:gdLst/>
              <a:ahLst/>
              <a:cxnLst/>
              <a:rect l="l" t="t" r="r" b="b"/>
              <a:pathLst>
                <a:path w="64" h="53" extrusionOk="0">
                  <a:moveTo>
                    <a:pt x="30" y="0"/>
                  </a:moveTo>
                  <a:cubicBezTo>
                    <a:pt x="14" y="0"/>
                    <a:pt x="0" y="10"/>
                    <a:pt x="8" y="34"/>
                  </a:cubicBezTo>
                  <a:cubicBezTo>
                    <a:pt x="8" y="46"/>
                    <a:pt x="19" y="53"/>
                    <a:pt x="32" y="53"/>
                  </a:cubicBezTo>
                  <a:cubicBezTo>
                    <a:pt x="47" y="53"/>
                    <a:pt x="64" y="43"/>
                    <a:pt x="64" y="20"/>
                  </a:cubicBezTo>
                  <a:cubicBezTo>
                    <a:pt x="58" y="7"/>
                    <a:pt x="43" y="0"/>
                    <a:pt x="30"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2" name="Google Shape;4952;p53"/>
            <p:cNvSpPr/>
            <p:nvPr/>
          </p:nvSpPr>
          <p:spPr>
            <a:xfrm>
              <a:off x="8056862" y="6032145"/>
              <a:ext cx="5546" cy="5119"/>
            </a:xfrm>
            <a:custGeom>
              <a:avLst/>
              <a:gdLst/>
              <a:ahLst/>
              <a:cxnLst/>
              <a:rect l="l" t="t" r="r" b="b"/>
              <a:pathLst>
                <a:path w="65" h="60" extrusionOk="0">
                  <a:moveTo>
                    <a:pt x="33" y="0"/>
                  </a:moveTo>
                  <a:cubicBezTo>
                    <a:pt x="18" y="0"/>
                    <a:pt x="1" y="11"/>
                    <a:pt x="1" y="34"/>
                  </a:cubicBezTo>
                  <a:cubicBezTo>
                    <a:pt x="6" y="51"/>
                    <a:pt x="20" y="59"/>
                    <a:pt x="32" y="59"/>
                  </a:cubicBezTo>
                  <a:cubicBezTo>
                    <a:pt x="49" y="59"/>
                    <a:pt x="65" y="44"/>
                    <a:pt x="56" y="20"/>
                  </a:cubicBezTo>
                  <a:cubicBezTo>
                    <a:pt x="56" y="7"/>
                    <a:pt x="45" y="0"/>
                    <a:pt x="33"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3" name="Google Shape;4953;p53"/>
            <p:cNvSpPr/>
            <p:nvPr/>
          </p:nvSpPr>
          <p:spPr>
            <a:xfrm>
              <a:off x="8031180" y="6034022"/>
              <a:ext cx="5546" cy="5631"/>
            </a:xfrm>
            <a:custGeom>
              <a:avLst/>
              <a:gdLst/>
              <a:ahLst/>
              <a:cxnLst/>
              <a:rect l="l" t="t" r="r" b="b"/>
              <a:pathLst>
                <a:path w="65" h="66" extrusionOk="0">
                  <a:moveTo>
                    <a:pt x="39" y="1"/>
                  </a:moveTo>
                  <a:cubicBezTo>
                    <a:pt x="21" y="1"/>
                    <a:pt x="1" y="15"/>
                    <a:pt x="9" y="40"/>
                  </a:cubicBezTo>
                  <a:cubicBezTo>
                    <a:pt x="9" y="57"/>
                    <a:pt x="19" y="65"/>
                    <a:pt x="30" y="65"/>
                  </a:cubicBezTo>
                  <a:cubicBezTo>
                    <a:pt x="46" y="65"/>
                    <a:pt x="65" y="50"/>
                    <a:pt x="65" y="26"/>
                  </a:cubicBezTo>
                  <a:cubicBezTo>
                    <a:pt x="65" y="8"/>
                    <a:pt x="52" y="1"/>
                    <a:pt x="39"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4" name="Google Shape;4954;p53"/>
            <p:cNvSpPr/>
            <p:nvPr/>
          </p:nvSpPr>
          <p:spPr>
            <a:xfrm>
              <a:off x="8004474" y="6023783"/>
              <a:ext cx="4863" cy="4607"/>
            </a:xfrm>
            <a:custGeom>
              <a:avLst/>
              <a:gdLst/>
              <a:ahLst/>
              <a:cxnLst/>
              <a:rect l="l" t="t" r="r" b="b"/>
              <a:pathLst>
                <a:path w="57" h="54" extrusionOk="0">
                  <a:moveTo>
                    <a:pt x="27" y="1"/>
                  </a:moveTo>
                  <a:cubicBezTo>
                    <a:pt x="14" y="1"/>
                    <a:pt x="1" y="11"/>
                    <a:pt x="1" y="34"/>
                  </a:cubicBezTo>
                  <a:cubicBezTo>
                    <a:pt x="7" y="47"/>
                    <a:pt x="19" y="54"/>
                    <a:pt x="30" y="54"/>
                  </a:cubicBezTo>
                  <a:cubicBezTo>
                    <a:pt x="44" y="54"/>
                    <a:pt x="57" y="43"/>
                    <a:pt x="57" y="20"/>
                  </a:cubicBezTo>
                  <a:cubicBezTo>
                    <a:pt x="50" y="8"/>
                    <a:pt x="39" y="1"/>
                    <a:pt x="27"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5" name="Google Shape;4955;p53"/>
            <p:cNvSpPr/>
            <p:nvPr/>
          </p:nvSpPr>
          <p:spPr>
            <a:xfrm>
              <a:off x="8027084" y="6176851"/>
              <a:ext cx="6058" cy="5546"/>
            </a:xfrm>
            <a:custGeom>
              <a:avLst/>
              <a:gdLst/>
              <a:ahLst/>
              <a:cxnLst/>
              <a:rect l="l" t="t" r="r" b="b"/>
              <a:pathLst>
                <a:path w="71" h="65" extrusionOk="0">
                  <a:moveTo>
                    <a:pt x="38" y="0"/>
                  </a:moveTo>
                  <a:cubicBezTo>
                    <a:pt x="20" y="0"/>
                    <a:pt x="1" y="15"/>
                    <a:pt x="1" y="40"/>
                  </a:cubicBezTo>
                  <a:cubicBezTo>
                    <a:pt x="7" y="57"/>
                    <a:pt x="20" y="65"/>
                    <a:pt x="33" y="65"/>
                  </a:cubicBezTo>
                  <a:cubicBezTo>
                    <a:pt x="52" y="65"/>
                    <a:pt x="71" y="50"/>
                    <a:pt x="71" y="26"/>
                  </a:cubicBezTo>
                  <a:cubicBezTo>
                    <a:pt x="65" y="8"/>
                    <a:pt x="52" y="0"/>
                    <a:pt x="38"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6" name="Google Shape;4956;p53"/>
            <p:cNvSpPr/>
            <p:nvPr/>
          </p:nvSpPr>
          <p:spPr>
            <a:xfrm>
              <a:off x="8045002" y="6219683"/>
              <a:ext cx="5546" cy="5546"/>
            </a:xfrm>
            <a:custGeom>
              <a:avLst/>
              <a:gdLst/>
              <a:ahLst/>
              <a:cxnLst/>
              <a:rect l="l" t="t" r="r" b="b"/>
              <a:pathLst>
                <a:path w="65" h="65" extrusionOk="0">
                  <a:moveTo>
                    <a:pt x="35" y="1"/>
                  </a:moveTo>
                  <a:cubicBezTo>
                    <a:pt x="19" y="1"/>
                    <a:pt x="0" y="15"/>
                    <a:pt x="0" y="40"/>
                  </a:cubicBezTo>
                  <a:cubicBezTo>
                    <a:pt x="6" y="57"/>
                    <a:pt x="19" y="65"/>
                    <a:pt x="32" y="65"/>
                  </a:cubicBezTo>
                  <a:cubicBezTo>
                    <a:pt x="49" y="65"/>
                    <a:pt x="64" y="50"/>
                    <a:pt x="56" y="26"/>
                  </a:cubicBezTo>
                  <a:cubicBezTo>
                    <a:pt x="56" y="8"/>
                    <a:pt x="46" y="1"/>
                    <a:pt x="35"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7" name="Google Shape;4957;p53"/>
            <p:cNvSpPr/>
            <p:nvPr/>
          </p:nvSpPr>
          <p:spPr>
            <a:xfrm>
              <a:off x="8027084" y="6257395"/>
              <a:ext cx="4863" cy="4778"/>
            </a:xfrm>
            <a:custGeom>
              <a:avLst/>
              <a:gdLst/>
              <a:ahLst/>
              <a:cxnLst/>
              <a:rect l="l" t="t" r="r" b="b"/>
              <a:pathLst>
                <a:path w="57" h="56" extrusionOk="0">
                  <a:moveTo>
                    <a:pt x="32" y="1"/>
                  </a:moveTo>
                  <a:cubicBezTo>
                    <a:pt x="17" y="1"/>
                    <a:pt x="1" y="13"/>
                    <a:pt x="1" y="30"/>
                  </a:cubicBezTo>
                  <a:cubicBezTo>
                    <a:pt x="7" y="48"/>
                    <a:pt x="18" y="55"/>
                    <a:pt x="28" y="55"/>
                  </a:cubicBezTo>
                  <a:cubicBezTo>
                    <a:pt x="43" y="55"/>
                    <a:pt x="57" y="41"/>
                    <a:pt x="57" y="16"/>
                  </a:cubicBezTo>
                  <a:cubicBezTo>
                    <a:pt x="51" y="6"/>
                    <a:pt x="42" y="1"/>
                    <a:pt x="32"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8" name="Google Shape;4958;p53"/>
            <p:cNvSpPr/>
            <p:nvPr/>
          </p:nvSpPr>
          <p:spPr>
            <a:xfrm>
              <a:off x="8100888" y="6298264"/>
              <a:ext cx="4863" cy="4693"/>
            </a:xfrm>
            <a:custGeom>
              <a:avLst/>
              <a:gdLst/>
              <a:ahLst/>
              <a:cxnLst/>
              <a:rect l="l" t="t" r="r" b="b"/>
              <a:pathLst>
                <a:path w="57" h="55" extrusionOk="0">
                  <a:moveTo>
                    <a:pt x="29" y="0"/>
                  </a:moveTo>
                  <a:cubicBezTo>
                    <a:pt x="15" y="0"/>
                    <a:pt x="1" y="15"/>
                    <a:pt x="1" y="39"/>
                  </a:cubicBezTo>
                  <a:cubicBezTo>
                    <a:pt x="6" y="50"/>
                    <a:pt x="15" y="55"/>
                    <a:pt x="25" y="55"/>
                  </a:cubicBezTo>
                  <a:cubicBezTo>
                    <a:pt x="41" y="55"/>
                    <a:pt x="57" y="43"/>
                    <a:pt x="57" y="25"/>
                  </a:cubicBezTo>
                  <a:cubicBezTo>
                    <a:pt x="51" y="8"/>
                    <a:pt x="40" y="0"/>
                    <a:pt x="29" y="0"/>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9" name="Google Shape;4959;p53"/>
            <p:cNvSpPr/>
            <p:nvPr/>
          </p:nvSpPr>
          <p:spPr>
            <a:xfrm>
              <a:off x="7971199" y="5933854"/>
              <a:ext cx="84555" cy="19795"/>
            </a:xfrm>
            <a:custGeom>
              <a:avLst/>
              <a:gdLst/>
              <a:ahLst/>
              <a:cxnLst/>
              <a:rect l="l" t="t" r="r" b="b"/>
              <a:pathLst>
                <a:path w="991" h="232" extrusionOk="0">
                  <a:moveTo>
                    <a:pt x="991" y="0"/>
                  </a:moveTo>
                  <a:cubicBezTo>
                    <a:pt x="785" y="180"/>
                    <a:pt x="521" y="223"/>
                    <a:pt x="310" y="223"/>
                  </a:cubicBezTo>
                  <a:cubicBezTo>
                    <a:pt x="177" y="223"/>
                    <a:pt x="65" y="206"/>
                    <a:pt x="0" y="195"/>
                  </a:cubicBezTo>
                  <a:lnTo>
                    <a:pt x="0" y="195"/>
                  </a:lnTo>
                  <a:cubicBezTo>
                    <a:pt x="123" y="221"/>
                    <a:pt x="234" y="232"/>
                    <a:pt x="332" y="232"/>
                  </a:cubicBezTo>
                  <a:cubicBezTo>
                    <a:pt x="769" y="232"/>
                    <a:pt x="968" y="23"/>
                    <a:pt x="99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0" name="Google Shape;4960;p53"/>
            <p:cNvSpPr/>
            <p:nvPr/>
          </p:nvSpPr>
          <p:spPr>
            <a:xfrm>
              <a:off x="7759344" y="5847337"/>
              <a:ext cx="121585" cy="616370"/>
            </a:xfrm>
            <a:custGeom>
              <a:avLst/>
              <a:gdLst/>
              <a:ahLst/>
              <a:cxnLst/>
              <a:rect l="l" t="t" r="r" b="b"/>
              <a:pathLst>
                <a:path w="1425" h="7224" extrusionOk="0">
                  <a:moveTo>
                    <a:pt x="146" y="1"/>
                  </a:moveTo>
                  <a:cubicBezTo>
                    <a:pt x="92" y="1"/>
                    <a:pt x="36" y="26"/>
                    <a:pt x="0" y="80"/>
                  </a:cubicBezTo>
                  <a:lnTo>
                    <a:pt x="1130" y="7096"/>
                  </a:lnTo>
                  <a:cubicBezTo>
                    <a:pt x="1143" y="7183"/>
                    <a:pt x="1205" y="7223"/>
                    <a:pt x="1268" y="7223"/>
                  </a:cubicBezTo>
                  <a:cubicBezTo>
                    <a:pt x="1346" y="7223"/>
                    <a:pt x="1425" y="7162"/>
                    <a:pt x="1409" y="7054"/>
                  </a:cubicBezTo>
                  <a:lnTo>
                    <a:pt x="307" y="135"/>
                  </a:lnTo>
                  <a:cubicBezTo>
                    <a:pt x="291" y="47"/>
                    <a:pt x="220" y="1"/>
                    <a:pt x="1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1" name="Google Shape;4961;p53"/>
            <p:cNvSpPr/>
            <p:nvPr/>
          </p:nvSpPr>
          <p:spPr>
            <a:xfrm>
              <a:off x="7708577" y="5876944"/>
              <a:ext cx="1137434" cy="56995"/>
            </a:xfrm>
            <a:custGeom>
              <a:avLst/>
              <a:gdLst/>
              <a:ahLst/>
              <a:cxnLst/>
              <a:rect l="l" t="t" r="r" b="b"/>
              <a:pathLst>
                <a:path w="13331" h="668" extrusionOk="0">
                  <a:moveTo>
                    <a:pt x="7340" y="1"/>
                  </a:moveTo>
                  <a:cubicBezTo>
                    <a:pt x="4389" y="1"/>
                    <a:pt x="1678" y="297"/>
                    <a:pt x="177" y="388"/>
                  </a:cubicBezTo>
                  <a:cubicBezTo>
                    <a:pt x="0" y="402"/>
                    <a:pt x="49" y="668"/>
                    <a:pt x="194" y="668"/>
                  </a:cubicBezTo>
                  <a:cubicBezTo>
                    <a:pt x="198" y="668"/>
                    <a:pt x="201" y="668"/>
                    <a:pt x="205" y="667"/>
                  </a:cubicBezTo>
                  <a:cubicBezTo>
                    <a:pt x="2834" y="408"/>
                    <a:pt x="5031" y="325"/>
                    <a:pt x="6832" y="325"/>
                  </a:cubicBezTo>
                  <a:cubicBezTo>
                    <a:pt x="10039" y="325"/>
                    <a:pt x="11995" y="588"/>
                    <a:pt x="12916" y="588"/>
                  </a:cubicBezTo>
                  <a:cubicBezTo>
                    <a:pt x="13091" y="588"/>
                    <a:pt x="13229" y="578"/>
                    <a:pt x="13331" y="556"/>
                  </a:cubicBezTo>
                  <a:cubicBezTo>
                    <a:pt x="11422" y="135"/>
                    <a:pt x="9327" y="1"/>
                    <a:pt x="73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2" name="Google Shape;4962;p53"/>
            <p:cNvSpPr/>
            <p:nvPr/>
          </p:nvSpPr>
          <p:spPr>
            <a:xfrm>
              <a:off x="7793814" y="5880698"/>
              <a:ext cx="946312" cy="22269"/>
            </a:xfrm>
            <a:custGeom>
              <a:avLst/>
              <a:gdLst/>
              <a:ahLst/>
              <a:cxnLst/>
              <a:rect l="l" t="t" r="r" b="b"/>
              <a:pathLst>
                <a:path w="11091" h="261" extrusionOk="0">
                  <a:moveTo>
                    <a:pt x="5717" y="1"/>
                  </a:moveTo>
                  <a:cubicBezTo>
                    <a:pt x="3808" y="1"/>
                    <a:pt x="1901" y="88"/>
                    <a:pt x="1" y="261"/>
                  </a:cubicBezTo>
                  <a:cubicBezTo>
                    <a:pt x="181" y="251"/>
                    <a:pt x="3511" y="94"/>
                    <a:pt x="6793" y="94"/>
                  </a:cubicBezTo>
                  <a:cubicBezTo>
                    <a:pt x="8350" y="94"/>
                    <a:pt x="9896" y="129"/>
                    <a:pt x="11090" y="233"/>
                  </a:cubicBezTo>
                  <a:cubicBezTo>
                    <a:pt x="9301" y="77"/>
                    <a:pt x="7508" y="1"/>
                    <a:pt x="5717"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3" name="Google Shape;4963;p53"/>
            <p:cNvSpPr/>
            <p:nvPr/>
          </p:nvSpPr>
          <p:spPr>
            <a:xfrm>
              <a:off x="7771204" y="5927881"/>
              <a:ext cx="29863" cy="35750"/>
            </a:xfrm>
            <a:custGeom>
              <a:avLst/>
              <a:gdLst/>
              <a:ahLst/>
              <a:cxnLst/>
              <a:rect l="l" t="t" r="r" b="b"/>
              <a:pathLst>
                <a:path w="350" h="419" extrusionOk="0">
                  <a:moveTo>
                    <a:pt x="308" y="0"/>
                  </a:moveTo>
                  <a:lnTo>
                    <a:pt x="1" y="28"/>
                  </a:lnTo>
                  <a:lnTo>
                    <a:pt x="71" y="419"/>
                  </a:lnTo>
                  <a:lnTo>
                    <a:pt x="350" y="279"/>
                  </a:lnTo>
                  <a:lnTo>
                    <a:pt x="308"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4" name="Google Shape;4964;p53"/>
            <p:cNvSpPr/>
            <p:nvPr/>
          </p:nvSpPr>
          <p:spPr>
            <a:xfrm>
              <a:off x="8754284" y="5924298"/>
              <a:ext cx="32252" cy="46501"/>
            </a:xfrm>
            <a:custGeom>
              <a:avLst/>
              <a:gdLst/>
              <a:ahLst/>
              <a:cxnLst/>
              <a:rect l="l" t="t" r="r" b="b"/>
              <a:pathLst>
                <a:path w="378" h="545" extrusionOk="0">
                  <a:moveTo>
                    <a:pt x="70" y="1"/>
                  </a:moveTo>
                  <a:lnTo>
                    <a:pt x="1" y="405"/>
                  </a:lnTo>
                  <a:lnTo>
                    <a:pt x="293" y="545"/>
                  </a:lnTo>
                  <a:lnTo>
                    <a:pt x="377" y="29"/>
                  </a:lnTo>
                  <a:lnTo>
                    <a:pt x="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5" name="Google Shape;4965;p53"/>
            <p:cNvSpPr/>
            <p:nvPr/>
          </p:nvSpPr>
          <p:spPr>
            <a:xfrm>
              <a:off x="7777176" y="5963546"/>
              <a:ext cx="83445" cy="479768"/>
            </a:xfrm>
            <a:custGeom>
              <a:avLst/>
              <a:gdLst/>
              <a:ahLst/>
              <a:cxnLst/>
              <a:rect l="l" t="t" r="r" b="b"/>
              <a:pathLst>
                <a:path w="978" h="5623" extrusionOk="0">
                  <a:moveTo>
                    <a:pt x="1" y="1"/>
                  </a:moveTo>
                  <a:lnTo>
                    <a:pt x="907" y="5622"/>
                  </a:lnTo>
                  <a:lnTo>
                    <a:pt x="977" y="5622"/>
                  </a:lnTo>
                  <a:lnTo>
                    <a:pt x="1" y="1"/>
                  </a:ln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6" name="Google Shape;4966;p53"/>
            <p:cNvSpPr/>
            <p:nvPr/>
          </p:nvSpPr>
          <p:spPr>
            <a:xfrm>
              <a:off x="8763840" y="5843412"/>
              <a:ext cx="9556" cy="59555"/>
            </a:xfrm>
            <a:custGeom>
              <a:avLst/>
              <a:gdLst/>
              <a:ahLst/>
              <a:cxnLst/>
              <a:rect l="l" t="t" r="r" b="b"/>
              <a:pathLst>
                <a:path w="112" h="698" extrusionOk="0">
                  <a:moveTo>
                    <a:pt x="112" y="0"/>
                  </a:moveTo>
                  <a:lnTo>
                    <a:pt x="0" y="684"/>
                  </a:lnTo>
                  <a:lnTo>
                    <a:pt x="42" y="698"/>
                  </a:lnTo>
                  <a:lnTo>
                    <a:pt x="11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7" name="Google Shape;4967;p53"/>
            <p:cNvSpPr/>
            <p:nvPr/>
          </p:nvSpPr>
          <p:spPr>
            <a:xfrm>
              <a:off x="8677517" y="5834314"/>
              <a:ext cx="121499" cy="615602"/>
            </a:xfrm>
            <a:custGeom>
              <a:avLst/>
              <a:gdLst/>
              <a:ahLst/>
              <a:cxnLst/>
              <a:rect l="l" t="t" r="r" b="b"/>
              <a:pathLst>
                <a:path w="1424" h="7215" extrusionOk="0">
                  <a:moveTo>
                    <a:pt x="1277" y="0"/>
                  </a:moveTo>
                  <a:cubicBezTo>
                    <a:pt x="1201" y="0"/>
                    <a:pt x="1127" y="47"/>
                    <a:pt x="1103" y="135"/>
                  </a:cubicBezTo>
                  <a:lnTo>
                    <a:pt x="1" y="7054"/>
                  </a:lnTo>
                  <a:cubicBezTo>
                    <a:pt x="1" y="7157"/>
                    <a:pt x="82" y="7215"/>
                    <a:pt x="160" y="7215"/>
                  </a:cubicBezTo>
                  <a:cubicBezTo>
                    <a:pt x="219" y="7215"/>
                    <a:pt x="276" y="7181"/>
                    <a:pt x="294" y="7109"/>
                  </a:cubicBezTo>
                  <a:lnTo>
                    <a:pt x="1424" y="79"/>
                  </a:lnTo>
                  <a:cubicBezTo>
                    <a:pt x="1388" y="26"/>
                    <a:pt x="1332" y="0"/>
                    <a:pt x="12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8" name="Google Shape;4968;p53"/>
            <p:cNvSpPr/>
            <p:nvPr/>
          </p:nvSpPr>
          <p:spPr>
            <a:xfrm>
              <a:off x="8554994" y="6463479"/>
              <a:ext cx="122608" cy="36945"/>
            </a:xfrm>
            <a:custGeom>
              <a:avLst/>
              <a:gdLst/>
              <a:ahLst/>
              <a:cxnLst/>
              <a:rect l="l" t="t" r="r" b="b"/>
              <a:pathLst>
                <a:path w="1437" h="433" extrusionOk="0">
                  <a:moveTo>
                    <a:pt x="98" y="0"/>
                  </a:moveTo>
                  <a:lnTo>
                    <a:pt x="0" y="307"/>
                  </a:lnTo>
                  <a:lnTo>
                    <a:pt x="1437" y="433"/>
                  </a:lnTo>
                  <a:lnTo>
                    <a:pt x="1437" y="0"/>
                  </a:lnTo>
                  <a:close/>
                </a:path>
              </a:pathLst>
            </a:custGeom>
            <a:solidFill>
              <a:srgbClr val="4B4B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9" name="Google Shape;4969;p53"/>
            <p:cNvSpPr/>
            <p:nvPr/>
          </p:nvSpPr>
          <p:spPr>
            <a:xfrm>
              <a:off x="7796823" y="6412883"/>
              <a:ext cx="960561" cy="87541"/>
            </a:xfrm>
            <a:custGeom>
              <a:avLst/>
              <a:gdLst/>
              <a:ahLst/>
              <a:cxnLst/>
              <a:rect l="l" t="t" r="r" b="b"/>
              <a:pathLst>
                <a:path w="11258" h="1026" extrusionOk="0">
                  <a:moveTo>
                    <a:pt x="7238" y="1"/>
                  </a:moveTo>
                  <a:cubicBezTo>
                    <a:pt x="3670" y="1"/>
                    <a:pt x="1" y="440"/>
                    <a:pt x="1" y="440"/>
                  </a:cubicBezTo>
                  <a:lnTo>
                    <a:pt x="266" y="1026"/>
                  </a:lnTo>
                  <a:cubicBezTo>
                    <a:pt x="1878" y="660"/>
                    <a:pt x="3880" y="548"/>
                    <a:pt x="5719" y="548"/>
                  </a:cubicBezTo>
                  <a:cubicBezTo>
                    <a:pt x="8573" y="548"/>
                    <a:pt x="11034" y="817"/>
                    <a:pt x="11034" y="817"/>
                  </a:cubicBezTo>
                  <a:lnTo>
                    <a:pt x="11257" y="273"/>
                  </a:lnTo>
                  <a:cubicBezTo>
                    <a:pt x="10099" y="72"/>
                    <a:pt x="8677" y="1"/>
                    <a:pt x="72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0" name="Google Shape;4970;p53"/>
            <p:cNvSpPr/>
            <p:nvPr/>
          </p:nvSpPr>
          <p:spPr>
            <a:xfrm>
              <a:off x="7796823" y="6412883"/>
              <a:ext cx="960561" cy="50682"/>
            </a:xfrm>
            <a:custGeom>
              <a:avLst/>
              <a:gdLst/>
              <a:ahLst/>
              <a:cxnLst/>
              <a:rect l="l" t="t" r="r" b="b"/>
              <a:pathLst>
                <a:path w="11258" h="594" extrusionOk="0">
                  <a:moveTo>
                    <a:pt x="7238" y="1"/>
                  </a:moveTo>
                  <a:cubicBezTo>
                    <a:pt x="3670" y="1"/>
                    <a:pt x="1" y="440"/>
                    <a:pt x="1" y="440"/>
                  </a:cubicBezTo>
                  <a:lnTo>
                    <a:pt x="57" y="593"/>
                  </a:lnTo>
                  <a:cubicBezTo>
                    <a:pt x="57" y="593"/>
                    <a:pt x="3000" y="160"/>
                    <a:pt x="5482" y="160"/>
                  </a:cubicBezTo>
                  <a:cubicBezTo>
                    <a:pt x="5557" y="160"/>
                    <a:pt x="5632" y="160"/>
                    <a:pt x="5706" y="161"/>
                  </a:cubicBezTo>
                  <a:cubicBezTo>
                    <a:pt x="8231" y="189"/>
                    <a:pt x="11188" y="440"/>
                    <a:pt x="11188" y="440"/>
                  </a:cubicBezTo>
                  <a:lnTo>
                    <a:pt x="11257" y="273"/>
                  </a:lnTo>
                  <a:cubicBezTo>
                    <a:pt x="10099" y="72"/>
                    <a:pt x="8677" y="1"/>
                    <a:pt x="7238" y="1"/>
                  </a:cubicBezTo>
                  <a:close/>
                </a:path>
              </a:pathLst>
            </a:custGeom>
            <a:solidFill>
              <a:srgbClr val="EEE3FF">
                <a:alpha val="18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1" name="Google Shape;4971;p53"/>
            <p:cNvSpPr/>
            <p:nvPr/>
          </p:nvSpPr>
          <p:spPr>
            <a:xfrm>
              <a:off x="8560881" y="6468257"/>
              <a:ext cx="116721" cy="23890"/>
            </a:xfrm>
            <a:custGeom>
              <a:avLst/>
              <a:gdLst/>
              <a:ahLst/>
              <a:cxnLst/>
              <a:rect l="l" t="t" r="r" b="b"/>
              <a:pathLst>
                <a:path w="1368" h="280" extrusionOk="0">
                  <a:moveTo>
                    <a:pt x="1" y="0"/>
                  </a:moveTo>
                  <a:lnTo>
                    <a:pt x="1368" y="279"/>
                  </a:lnTo>
                  <a:lnTo>
                    <a:pt x="1368" y="98"/>
                  </a:ln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7" name="Imagen 6">
            <a:extLst>
              <a:ext uri="{FF2B5EF4-FFF2-40B4-BE49-F238E27FC236}">
                <a16:creationId xmlns:a16="http://schemas.microsoft.com/office/drawing/2014/main" id="{6C80811A-A327-40AE-8A78-F92FAF013853}"/>
              </a:ext>
            </a:extLst>
          </p:cNvPr>
          <p:cNvPicPr>
            <a:picLocks noChangeAspect="1"/>
          </p:cNvPicPr>
          <p:nvPr/>
        </p:nvPicPr>
        <p:blipFill rotWithShape="1">
          <a:blip r:embed="rId3"/>
          <a:srcRect l="2197" t="8918" r="5533" b="21807"/>
          <a:stretch/>
        </p:blipFill>
        <p:spPr>
          <a:xfrm>
            <a:off x="114037" y="1194441"/>
            <a:ext cx="8876089" cy="3860766"/>
          </a:xfrm>
          <a:prstGeom prst="rect">
            <a:avLst/>
          </a:prstGeom>
          <a:ln>
            <a:solidFill>
              <a:srgbClr val="FFFFFF"/>
            </a:solid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045"/>
        <p:cNvGrpSpPr/>
        <p:nvPr/>
      </p:nvGrpSpPr>
      <p:grpSpPr>
        <a:xfrm>
          <a:off x="0" y="0"/>
          <a:ext cx="0" cy="0"/>
          <a:chOff x="0" y="0"/>
          <a:chExt cx="0" cy="0"/>
        </a:xfrm>
      </p:grpSpPr>
      <p:grpSp>
        <p:nvGrpSpPr>
          <p:cNvPr id="5192" name="Google Shape;5192;p56"/>
          <p:cNvGrpSpPr/>
          <p:nvPr/>
        </p:nvGrpSpPr>
        <p:grpSpPr>
          <a:xfrm>
            <a:off x="8113069" y="118439"/>
            <a:ext cx="1030931" cy="745161"/>
            <a:chOff x="6209405" y="2996337"/>
            <a:chExt cx="1209320" cy="1229881"/>
          </a:xfrm>
        </p:grpSpPr>
        <p:sp>
          <p:nvSpPr>
            <p:cNvPr id="5193" name="Google Shape;5193;p56"/>
            <p:cNvSpPr/>
            <p:nvPr/>
          </p:nvSpPr>
          <p:spPr>
            <a:xfrm>
              <a:off x="6568253" y="3166628"/>
              <a:ext cx="450259" cy="402260"/>
            </a:xfrm>
            <a:custGeom>
              <a:avLst/>
              <a:gdLst/>
              <a:ahLst/>
              <a:cxnLst/>
              <a:rect l="l" t="t" r="r" b="b"/>
              <a:pathLst>
                <a:path w="5497" h="4911" extrusionOk="0">
                  <a:moveTo>
                    <a:pt x="196" y="0"/>
                  </a:moveTo>
                  <a:lnTo>
                    <a:pt x="1" y="209"/>
                  </a:lnTo>
                  <a:lnTo>
                    <a:pt x="5301" y="4910"/>
                  </a:lnTo>
                  <a:lnTo>
                    <a:pt x="5496" y="4687"/>
                  </a:lnTo>
                  <a:lnTo>
                    <a:pt x="196"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4" name="Google Shape;5194;p56"/>
            <p:cNvSpPr/>
            <p:nvPr/>
          </p:nvSpPr>
          <p:spPr>
            <a:xfrm>
              <a:off x="6339724" y="2996337"/>
              <a:ext cx="399967" cy="342793"/>
            </a:xfrm>
            <a:custGeom>
              <a:avLst/>
              <a:gdLst/>
              <a:ahLst/>
              <a:cxnLst/>
              <a:rect l="l" t="t" r="r" b="b"/>
              <a:pathLst>
                <a:path w="4883" h="4185" extrusionOk="0">
                  <a:moveTo>
                    <a:pt x="2791" y="1"/>
                  </a:moveTo>
                  <a:cubicBezTo>
                    <a:pt x="936" y="1"/>
                    <a:pt x="1" y="2247"/>
                    <a:pt x="1312" y="3572"/>
                  </a:cubicBezTo>
                  <a:cubicBezTo>
                    <a:pt x="1740" y="3995"/>
                    <a:pt x="2263" y="4184"/>
                    <a:pt x="2776" y="4184"/>
                  </a:cubicBezTo>
                  <a:cubicBezTo>
                    <a:pt x="3853" y="4184"/>
                    <a:pt x="4883" y="3350"/>
                    <a:pt x="4883" y="2093"/>
                  </a:cubicBezTo>
                  <a:cubicBezTo>
                    <a:pt x="4883" y="935"/>
                    <a:pt x="3948" y="1"/>
                    <a:pt x="2791" y="1"/>
                  </a:cubicBezTo>
                  <a:close/>
                </a:path>
              </a:pathLst>
            </a:custGeom>
            <a:gradFill>
              <a:gsLst>
                <a:gs pos="0">
                  <a:srgbClr val="7BFB19"/>
                </a:gs>
                <a:gs pos="100000">
                  <a:srgbClr val="408808"/>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5" name="Google Shape;5195;p56"/>
            <p:cNvSpPr/>
            <p:nvPr/>
          </p:nvSpPr>
          <p:spPr>
            <a:xfrm>
              <a:off x="6384283" y="2999777"/>
              <a:ext cx="267436" cy="339517"/>
            </a:xfrm>
            <a:custGeom>
              <a:avLst/>
              <a:gdLst/>
              <a:ahLst/>
              <a:cxnLst/>
              <a:rect l="l" t="t" r="r" b="b"/>
              <a:pathLst>
                <a:path w="3265" h="4145" extrusionOk="0">
                  <a:moveTo>
                    <a:pt x="1772" y="1"/>
                  </a:moveTo>
                  <a:lnTo>
                    <a:pt x="1772" y="1"/>
                  </a:lnTo>
                  <a:cubicBezTo>
                    <a:pt x="712" y="224"/>
                    <a:pt x="1" y="1214"/>
                    <a:pt x="126" y="2288"/>
                  </a:cubicBezTo>
                  <a:cubicBezTo>
                    <a:pt x="250" y="3344"/>
                    <a:pt x="1142" y="4144"/>
                    <a:pt x="2206" y="4144"/>
                  </a:cubicBezTo>
                  <a:cubicBezTo>
                    <a:pt x="2224" y="4144"/>
                    <a:pt x="2242" y="4144"/>
                    <a:pt x="2261" y="4143"/>
                  </a:cubicBezTo>
                  <a:cubicBezTo>
                    <a:pt x="2609" y="4143"/>
                    <a:pt x="2958" y="4060"/>
                    <a:pt x="3265" y="3892"/>
                  </a:cubicBezTo>
                  <a:cubicBezTo>
                    <a:pt x="3265" y="3892"/>
                    <a:pt x="2986" y="3781"/>
                    <a:pt x="2065" y="3055"/>
                  </a:cubicBezTo>
                  <a:cubicBezTo>
                    <a:pt x="182" y="1577"/>
                    <a:pt x="1772" y="1"/>
                    <a:pt x="1772" y="1"/>
                  </a:cubicBezTo>
                  <a:close/>
                </a:path>
              </a:pathLst>
            </a:custGeom>
            <a:solidFill>
              <a:srgbClr val="183030">
                <a:alpha val="21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6" name="Google Shape;5196;p56"/>
            <p:cNvSpPr/>
            <p:nvPr/>
          </p:nvSpPr>
          <p:spPr>
            <a:xfrm>
              <a:off x="6333253" y="3030657"/>
              <a:ext cx="273907" cy="308555"/>
            </a:xfrm>
            <a:custGeom>
              <a:avLst/>
              <a:gdLst/>
              <a:ahLst/>
              <a:cxnLst/>
              <a:rect l="l" t="t" r="r" b="b"/>
              <a:pathLst>
                <a:path w="3344" h="3767" extrusionOk="0">
                  <a:moveTo>
                    <a:pt x="1614" y="0"/>
                  </a:moveTo>
                  <a:lnTo>
                    <a:pt x="1614" y="0"/>
                  </a:lnTo>
                  <a:cubicBezTo>
                    <a:pt x="1" y="1197"/>
                    <a:pt x="856" y="3767"/>
                    <a:pt x="2867" y="3767"/>
                  </a:cubicBezTo>
                  <a:cubicBezTo>
                    <a:pt x="2873" y="3767"/>
                    <a:pt x="2878" y="3767"/>
                    <a:pt x="2884" y="3766"/>
                  </a:cubicBezTo>
                  <a:cubicBezTo>
                    <a:pt x="3037" y="3766"/>
                    <a:pt x="3191" y="3753"/>
                    <a:pt x="3344" y="3711"/>
                  </a:cubicBezTo>
                  <a:lnTo>
                    <a:pt x="3344" y="3711"/>
                  </a:lnTo>
                  <a:cubicBezTo>
                    <a:pt x="3344" y="3711"/>
                    <a:pt x="3343" y="3711"/>
                    <a:pt x="3342" y="3711"/>
                  </a:cubicBezTo>
                  <a:cubicBezTo>
                    <a:pt x="3317" y="3711"/>
                    <a:pt x="3027" y="3685"/>
                    <a:pt x="1977" y="2609"/>
                  </a:cubicBezTo>
                  <a:cubicBezTo>
                    <a:pt x="875" y="1479"/>
                    <a:pt x="1586" y="42"/>
                    <a:pt x="1614" y="0"/>
                  </a:cubicBezTo>
                  <a:close/>
                </a:path>
              </a:pathLst>
            </a:custGeom>
            <a:solidFill>
              <a:srgbClr val="183030">
                <a:alpha val="21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7" name="Google Shape;5197;p56"/>
            <p:cNvSpPr/>
            <p:nvPr/>
          </p:nvSpPr>
          <p:spPr>
            <a:xfrm>
              <a:off x="6657371" y="3089633"/>
              <a:ext cx="60859" cy="49310"/>
            </a:xfrm>
            <a:custGeom>
              <a:avLst/>
              <a:gdLst/>
              <a:ahLst/>
              <a:cxnLst/>
              <a:rect l="l" t="t" r="r" b="b"/>
              <a:pathLst>
                <a:path w="743" h="602" extrusionOk="0">
                  <a:moveTo>
                    <a:pt x="364" y="1"/>
                  </a:moveTo>
                  <a:cubicBezTo>
                    <a:pt x="317" y="1"/>
                    <a:pt x="269" y="11"/>
                    <a:pt x="224" y="34"/>
                  </a:cubicBezTo>
                  <a:cubicBezTo>
                    <a:pt x="1" y="159"/>
                    <a:pt x="29" y="494"/>
                    <a:pt x="280" y="578"/>
                  </a:cubicBezTo>
                  <a:cubicBezTo>
                    <a:pt x="319" y="594"/>
                    <a:pt x="358" y="601"/>
                    <a:pt x="395" y="601"/>
                  </a:cubicBezTo>
                  <a:cubicBezTo>
                    <a:pt x="586" y="601"/>
                    <a:pt x="742" y="411"/>
                    <a:pt x="684" y="201"/>
                  </a:cubicBezTo>
                  <a:cubicBezTo>
                    <a:pt x="623" y="78"/>
                    <a:pt x="494" y="1"/>
                    <a:pt x="364" y="1"/>
                  </a:cubicBezTo>
                  <a:close/>
                </a:path>
              </a:pathLst>
            </a:custGeom>
            <a:solidFill>
              <a:srgbClr val="FFFFFF">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8" name="Google Shape;5198;p56"/>
            <p:cNvSpPr/>
            <p:nvPr/>
          </p:nvSpPr>
          <p:spPr>
            <a:xfrm>
              <a:off x="6432282" y="3593954"/>
              <a:ext cx="580496" cy="52586"/>
            </a:xfrm>
            <a:custGeom>
              <a:avLst/>
              <a:gdLst/>
              <a:ahLst/>
              <a:cxnLst/>
              <a:rect l="l" t="t" r="r" b="b"/>
              <a:pathLst>
                <a:path w="7087" h="642" extrusionOk="0">
                  <a:moveTo>
                    <a:pt x="15" y="0"/>
                  </a:moveTo>
                  <a:lnTo>
                    <a:pt x="1" y="279"/>
                  </a:lnTo>
                  <a:lnTo>
                    <a:pt x="7073" y="642"/>
                  </a:lnTo>
                  <a:lnTo>
                    <a:pt x="7087" y="363"/>
                  </a:lnTo>
                  <a:lnTo>
                    <a:pt x="1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9" name="Google Shape;5199;p56"/>
            <p:cNvSpPr/>
            <p:nvPr/>
          </p:nvSpPr>
          <p:spPr>
            <a:xfrm>
              <a:off x="6217514" y="3459130"/>
              <a:ext cx="351967" cy="300937"/>
            </a:xfrm>
            <a:custGeom>
              <a:avLst/>
              <a:gdLst/>
              <a:ahLst/>
              <a:cxnLst/>
              <a:rect l="l" t="t" r="r" b="b"/>
              <a:pathLst>
                <a:path w="4297" h="3674" extrusionOk="0">
                  <a:moveTo>
                    <a:pt x="2455" y="0"/>
                  </a:moveTo>
                  <a:cubicBezTo>
                    <a:pt x="823" y="0"/>
                    <a:pt x="0" y="1981"/>
                    <a:pt x="1158" y="3139"/>
                  </a:cubicBezTo>
                  <a:cubicBezTo>
                    <a:pt x="1532" y="3508"/>
                    <a:pt x="1992" y="3674"/>
                    <a:pt x="2443" y="3674"/>
                  </a:cubicBezTo>
                  <a:cubicBezTo>
                    <a:pt x="3389" y="3674"/>
                    <a:pt x="4297" y="2946"/>
                    <a:pt x="4297" y="1841"/>
                  </a:cubicBezTo>
                  <a:cubicBezTo>
                    <a:pt x="4297" y="823"/>
                    <a:pt x="3474" y="0"/>
                    <a:pt x="245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0" name="Google Shape;5200;p56"/>
            <p:cNvSpPr/>
            <p:nvPr/>
          </p:nvSpPr>
          <p:spPr>
            <a:xfrm>
              <a:off x="6209405" y="3489928"/>
              <a:ext cx="243518" cy="270385"/>
            </a:xfrm>
            <a:custGeom>
              <a:avLst/>
              <a:gdLst/>
              <a:ahLst/>
              <a:cxnLst/>
              <a:rect l="l" t="t" r="r" b="b"/>
              <a:pathLst>
                <a:path w="2973" h="3301" extrusionOk="0">
                  <a:moveTo>
                    <a:pt x="1452" y="1"/>
                  </a:moveTo>
                  <a:cubicBezTo>
                    <a:pt x="0" y="1106"/>
                    <a:pt x="881" y="3301"/>
                    <a:pt x="2534" y="3301"/>
                  </a:cubicBezTo>
                  <a:cubicBezTo>
                    <a:pt x="2675" y="3301"/>
                    <a:pt x="2822" y="3285"/>
                    <a:pt x="2973" y="3251"/>
                  </a:cubicBezTo>
                  <a:lnTo>
                    <a:pt x="2959" y="3251"/>
                  </a:lnTo>
                  <a:cubicBezTo>
                    <a:pt x="2959" y="3251"/>
                    <a:pt x="2958" y="3251"/>
                    <a:pt x="2957" y="3251"/>
                  </a:cubicBezTo>
                  <a:cubicBezTo>
                    <a:pt x="2933" y="3251"/>
                    <a:pt x="2684" y="3226"/>
                    <a:pt x="1773" y="2288"/>
                  </a:cubicBezTo>
                  <a:cubicBezTo>
                    <a:pt x="797" y="1298"/>
                    <a:pt x="1425" y="43"/>
                    <a:pt x="1452" y="1"/>
                  </a:cubicBezTo>
                  <a:close/>
                </a:path>
              </a:pathLst>
            </a:custGeom>
            <a:solidFill>
              <a:srgbClr val="183030">
                <a:alpha val="21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1" name="Google Shape;5201;p56"/>
            <p:cNvSpPr/>
            <p:nvPr/>
          </p:nvSpPr>
          <p:spPr>
            <a:xfrm>
              <a:off x="6489455" y="3548985"/>
              <a:ext cx="60777" cy="49228"/>
            </a:xfrm>
            <a:custGeom>
              <a:avLst/>
              <a:gdLst/>
              <a:ahLst/>
              <a:cxnLst/>
              <a:rect l="l" t="t" r="r" b="b"/>
              <a:pathLst>
                <a:path w="742" h="601" extrusionOk="0">
                  <a:moveTo>
                    <a:pt x="364" y="0"/>
                  </a:moveTo>
                  <a:cubicBezTo>
                    <a:pt x="316" y="0"/>
                    <a:pt x="268" y="11"/>
                    <a:pt x="223" y="33"/>
                  </a:cubicBezTo>
                  <a:cubicBezTo>
                    <a:pt x="0" y="158"/>
                    <a:pt x="42" y="493"/>
                    <a:pt x="279" y="577"/>
                  </a:cubicBezTo>
                  <a:cubicBezTo>
                    <a:pt x="318" y="593"/>
                    <a:pt x="357" y="600"/>
                    <a:pt x="395" y="600"/>
                  </a:cubicBezTo>
                  <a:cubicBezTo>
                    <a:pt x="586" y="600"/>
                    <a:pt x="742" y="410"/>
                    <a:pt x="684" y="200"/>
                  </a:cubicBezTo>
                  <a:cubicBezTo>
                    <a:pt x="622" y="78"/>
                    <a:pt x="494" y="0"/>
                    <a:pt x="364" y="0"/>
                  </a:cubicBezTo>
                  <a:close/>
                </a:path>
              </a:pathLst>
            </a:custGeom>
            <a:solidFill>
              <a:srgbClr val="FFFFFF">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2" name="Google Shape;5202;p56"/>
            <p:cNvSpPr/>
            <p:nvPr/>
          </p:nvSpPr>
          <p:spPr>
            <a:xfrm>
              <a:off x="7040136" y="3760723"/>
              <a:ext cx="67494" cy="302821"/>
            </a:xfrm>
            <a:custGeom>
              <a:avLst/>
              <a:gdLst/>
              <a:ahLst/>
              <a:cxnLst/>
              <a:rect l="l" t="t" r="r" b="b"/>
              <a:pathLst>
                <a:path w="824" h="3697" extrusionOk="0">
                  <a:moveTo>
                    <a:pt x="279" y="1"/>
                  </a:moveTo>
                  <a:lnTo>
                    <a:pt x="0" y="42"/>
                  </a:lnTo>
                  <a:lnTo>
                    <a:pt x="544" y="3697"/>
                  </a:lnTo>
                  <a:lnTo>
                    <a:pt x="823" y="3655"/>
                  </a:lnTo>
                  <a:lnTo>
                    <a:pt x="27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3" name="Google Shape;5203;p56"/>
            <p:cNvSpPr/>
            <p:nvPr/>
          </p:nvSpPr>
          <p:spPr>
            <a:xfrm>
              <a:off x="6997871" y="4006372"/>
              <a:ext cx="219437" cy="219437"/>
            </a:xfrm>
            <a:custGeom>
              <a:avLst/>
              <a:gdLst/>
              <a:ahLst/>
              <a:cxnLst/>
              <a:rect l="l" t="t" r="r" b="b"/>
              <a:pathLst>
                <a:path w="2679" h="2679" extrusionOk="0">
                  <a:moveTo>
                    <a:pt x="1339" y="0"/>
                  </a:moveTo>
                  <a:cubicBezTo>
                    <a:pt x="600" y="0"/>
                    <a:pt x="0" y="600"/>
                    <a:pt x="0" y="1340"/>
                  </a:cubicBezTo>
                  <a:cubicBezTo>
                    <a:pt x="0" y="2079"/>
                    <a:pt x="600" y="2679"/>
                    <a:pt x="1339" y="2679"/>
                  </a:cubicBezTo>
                  <a:cubicBezTo>
                    <a:pt x="2079" y="2679"/>
                    <a:pt x="2678" y="2079"/>
                    <a:pt x="2678" y="1340"/>
                  </a:cubicBezTo>
                  <a:cubicBezTo>
                    <a:pt x="2678" y="600"/>
                    <a:pt x="2079" y="0"/>
                    <a:pt x="1339" y="0"/>
                  </a:cubicBezTo>
                  <a:close/>
                </a:path>
              </a:pathLst>
            </a:custGeom>
            <a:gradFill>
              <a:gsLst>
                <a:gs pos="0">
                  <a:srgbClr val="11E7FF"/>
                </a:gs>
                <a:gs pos="100000">
                  <a:srgbClr val="067B88"/>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4" name="Google Shape;5204;p56"/>
            <p:cNvSpPr/>
            <p:nvPr/>
          </p:nvSpPr>
          <p:spPr>
            <a:xfrm>
              <a:off x="6978622" y="4007027"/>
              <a:ext cx="201007" cy="219191"/>
            </a:xfrm>
            <a:custGeom>
              <a:avLst/>
              <a:gdLst/>
              <a:ahLst/>
              <a:cxnLst/>
              <a:rect l="l" t="t" r="r" b="b"/>
              <a:pathLst>
                <a:path w="2454" h="2676" extrusionOk="0">
                  <a:moveTo>
                    <a:pt x="1636" y="1"/>
                  </a:moveTo>
                  <a:cubicBezTo>
                    <a:pt x="1615" y="1"/>
                    <a:pt x="1595" y="2"/>
                    <a:pt x="1574" y="6"/>
                  </a:cubicBezTo>
                  <a:cubicBezTo>
                    <a:pt x="1568" y="6"/>
                    <a:pt x="1561" y="6"/>
                    <a:pt x="1554" y="6"/>
                  </a:cubicBezTo>
                  <a:cubicBezTo>
                    <a:pt x="630" y="6"/>
                    <a:pt x="1" y="934"/>
                    <a:pt x="319" y="1806"/>
                  </a:cubicBezTo>
                  <a:cubicBezTo>
                    <a:pt x="523" y="2357"/>
                    <a:pt x="1045" y="2676"/>
                    <a:pt x="1581" y="2676"/>
                  </a:cubicBezTo>
                  <a:cubicBezTo>
                    <a:pt x="1886" y="2676"/>
                    <a:pt x="2195" y="2572"/>
                    <a:pt x="2453" y="2350"/>
                  </a:cubicBezTo>
                  <a:lnTo>
                    <a:pt x="2453" y="2350"/>
                  </a:lnTo>
                  <a:cubicBezTo>
                    <a:pt x="2447" y="2353"/>
                    <a:pt x="2433" y="2359"/>
                    <a:pt x="2407" y="2359"/>
                  </a:cubicBezTo>
                  <a:cubicBezTo>
                    <a:pt x="2311" y="2359"/>
                    <a:pt x="2051" y="2266"/>
                    <a:pt x="1435" y="1541"/>
                  </a:cubicBezTo>
                  <a:cubicBezTo>
                    <a:pt x="584" y="550"/>
                    <a:pt x="1784" y="20"/>
                    <a:pt x="1784" y="20"/>
                  </a:cubicBezTo>
                  <a:cubicBezTo>
                    <a:pt x="1734" y="11"/>
                    <a:pt x="1685" y="1"/>
                    <a:pt x="1636" y="1"/>
                  </a:cubicBezTo>
                  <a:close/>
                </a:path>
              </a:pathLst>
            </a:custGeom>
            <a:solidFill>
              <a:srgbClr val="183030">
                <a:alpha val="21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5" name="Google Shape;5205;p56"/>
            <p:cNvSpPr/>
            <p:nvPr/>
          </p:nvSpPr>
          <p:spPr>
            <a:xfrm>
              <a:off x="7160135" y="4064037"/>
              <a:ext cx="48163" cy="38989"/>
            </a:xfrm>
            <a:custGeom>
              <a:avLst/>
              <a:gdLst/>
              <a:ahLst/>
              <a:cxnLst/>
              <a:rect l="l" t="t" r="r" b="b"/>
              <a:pathLst>
                <a:path w="588" h="476" extrusionOk="0">
                  <a:moveTo>
                    <a:pt x="279" y="0"/>
                  </a:moveTo>
                  <a:cubicBezTo>
                    <a:pt x="241" y="0"/>
                    <a:pt x="203" y="7"/>
                    <a:pt x="167" y="22"/>
                  </a:cubicBezTo>
                  <a:cubicBezTo>
                    <a:pt x="0" y="133"/>
                    <a:pt x="28" y="384"/>
                    <a:pt x="209" y="454"/>
                  </a:cubicBezTo>
                  <a:cubicBezTo>
                    <a:pt x="243" y="469"/>
                    <a:pt x="276" y="475"/>
                    <a:pt x="309" y="475"/>
                  </a:cubicBezTo>
                  <a:cubicBezTo>
                    <a:pt x="464" y="475"/>
                    <a:pt x="588" y="323"/>
                    <a:pt x="530" y="161"/>
                  </a:cubicBezTo>
                  <a:cubicBezTo>
                    <a:pt x="489" y="58"/>
                    <a:pt x="386" y="0"/>
                    <a:pt x="279" y="0"/>
                  </a:cubicBezTo>
                  <a:close/>
                </a:path>
              </a:pathLst>
            </a:custGeom>
            <a:solidFill>
              <a:srgbClr val="FFFFFF">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6" name="Google Shape;5206;p56"/>
            <p:cNvSpPr/>
            <p:nvPr/>
          </p:nvSpPr>
          <p:spPr>
            <a:xfrm>
              <a:off x="7110989" y="3635073"/>
              <a:ext cx="259409" cy="196584"/>
            </a:xfrm>
            <a:custGeom>
              <a:avLst/>
              <a:gdLst/>
              <a:ahLst/>
              <a:cxnLst/>
              <a:rect l="l" t="t" r="r" b="b"/>
              <a:pathLst>
                <a:path w="3167" h="2400" extrusionOk="0">
                  <a:moveTo>
                    <a:pt x="168" y="0"/>
                  </a:moveTo>
                  <a:lnTo>
                    <a:pt x="0" y="237"/>
                  </a:lnTo>
                  <a:lnTo>
                    <a:pt x="2999" y="2399"/>
                  </a:lnTo>
                  <a:lnTo>
                    <a:pt x="3167" y="2162"/>
                  </a:lnTo>
                  <a:lnTo>
                    <a:pt x="16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7" name="Google Shape;5207;p56"/>
            <p:cNvSpPr/>
            <p:nvPr/>
          </p:nvSpPr>
          <p:spPr>
            <a:xfrm>
              <a:off x="7250400" y="3724191"/>
              <a:ext cx="166851" cy="142687"/>
            </a:xfrm>
            <a:custGeom>
              <a:avLst/>
              <a:gdLst/>
              <a:ahLst/>
              <a:cxnLst/>
              <a:rect l="l" t="t" r="r" b="b"/>
              <a:pathLst>
                <a:path w="2037" h="1742" extrusionOk="0">
                  <a:moveTo>
                    <a:pt x="1158" y="0"/>
                  </a:moveTo>
                  <a:cubicBezTo>
                    <a:pt x="391" y="0"/>
                    <a:pt x="0" y="935"/>
                    <a:pt x="544" y="1479"/>
                  </a:cubicBezTo>
                  <a:cubicBezTo>
                    <a:pt x="721" y="1660"/>
                    <a:pt x="941" y="1741"/>
                    <a:pt x="1157" y="1741"/>
                  </a:cubicBezTo>
                  <a:cubicBezTo>
                    <a:pt x="1605" y="1741"/>
                    <a:pt x="2036" y="1392"/>
                    <a:pt x="2036" y="865"/>
                  </a:cubicBezTo>
                  <a:cubicBezTo>
                    <a:pt x="2036" y="391"/>
                    <a:pt x="1646" y="0"/>
                    <a:pt x="1158" y="0"/>
                  </a:cubicBezTo>
                  <a:close/>
                </a:path>
              </a:pathLst>
            </a:custGeom>
            <a:gradFill>
              <a:gsLst>
                <a:gs pos="0">
                  <a:schemeClr val="lt2"/>
                </a:gs>
                <a:gs pos="100000">
                  <a:schemeClr val="dk2"/>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8" name="Google Shape;5208;p56"/>
            <p:cNvSpPr/>
            <p:nvPr/>
          </p:nvSpPr>
          <p:spPr>
            <a:xfrm>
              <a:off x="7260802" y="3724109"/>
              <a:ext cx="131302" cy="142523"/>
            </a:xfrm>
            <a:custGeom>
              <a:avLst/>
              <a:gdLst/>
              <a:ahLst/>
              <a:cxnLst/>
              <a:rect l="l" t="t" r="r" b="b"/>
              <a:pathLst>
                <a:path w="1603" h="1740" extrusionOk="0">
                  <a:moveTo>
                    <a:pt x="1603" y="1522"/>
                  </a:moveTo>
                  <a:cubicBezTo>
                    <a:pt x="1602" y="1522"/>
                    <a:pt x="1602" y="1522"/>
                    <a:pt x="1601" y="1523"/>
                  </a:cubicBezTo>
                  <a:lnTo>
                    <a:pt x="1601" y="1523"/>
                  </a:lnTo>
                  <a:cubicBezTo>
                    <a:pt x="1602" y="1522"/>
                    <a:pt x="1602" y="1522"/>
                    <a:pt x="1603" y="1522"/>
                  </a:cubicBezTo>
                  <a:close/>
                  <a:moveTo>
                    <a:pt x="1024" y="1"/>
                  </a:moveTo>
                  <a:cubicBezTo>
                    <a:pt x="421" y="1"/>
                    <a:pt x="1" y="607"/>
                    <a:pt x="208" y="1173"/>
                  </a:cubicBezTo>
                  <a:cubicBezTo>
                    <a:pt x="340" y="1534"/>
                    <a:pt x="679" y="1740"/>
                    <a:pt x="1026" y="1740"/>
                  </a:cubicBezTo>
                  <a:cubicBezTo>
                    <a:pt x="1228" y="1740"/>
                    <a:pt x="1432" y="1671"/>
                    <a:pt x="1601" y="1523"/>
                  </a:cubicBezTo>
                  <a:lnTo>
                    <a:pt x="1601" y="1523"/>
                  </a:lnTo>
                  <a:cubicBezTo>
                    <a:pt x="1598" y="1526"/>
                    <a:pt x="1589" y="1529"/>
                    <a:pt x="1574" y="1529"/>
                  </a:cubicBezTo>
                  <a:cubicBezTo>
                    <a:pt x="1513" y="1529"/>
                    <a:pt x="1342" y="1463"/>
                    <a:pt x="947" y="992"/>
                  </a:cubicBezTo>
                  <a:cubicBezTo>
                    <a:pt x="403" y="364"/>
                    <a:pt x="1170" y="15"/>
                    <a:pt x="1170" y="15"/>
                  </a:cubicBezTo>
                  <a:cubicBezTo>
                    <a:pt x="1128" y="1"/>
                    <a:pt x="1087" y="1"/>
                    <a:pt x="1045" y="1"/>
                  </a:cubicBezTo>
                  <a:cubicBezTo>
                    <a:pt x="1038" y="1"/>
                    <a:pt x="1031" y="1"/>
                    <a:pt x="1024" y="1"/>
                  </a:cubicBezTo>
                  <a:close/>
                </a:path>
              </a:pathLst>
            </a:custGeom>
            <a:solidFill>
              <a:srgbClr val="183030">
                <a:alpha val="21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9" name="Google Shape;5209;p56"/>
            <p:cNvSpPr/>
            <p:nvPr/>
          </p:nvSpPr>
          <p:spPr>
            <a:xfrm>
              <a:off x="7247778" y="3739017"/>
              <a:ext cx="113527" cy="127288"/>
            </a:xfrm>
            <a:custGeom>
              <a:avLst/>
              <a:gdLst/>
              <a:ahLst/>
              <a:cxnLst/>
              <a:rect l="l" t="t" r="r" b="b"/>
              <a:pathLst>
                <a:path w="1386" h="1554" extrusionOk="0">
                  <a:moveTo>
                    <a:pt x="674" y="0"/>
                  </a:moveTo>
                  <a:lnTo>
                    <a:pt x="674" y="0"/>
                  </a:lnTo>
                  <a:cubicBezTo>
                    <a:pt x="0" y="519"/>
                    <a:pt x="409" y="1554"/>
                    <a:pt x="1197" y="1554"/>
                  </a:cubicBezTo>
                  <a:cubicBezTo>
                    <a:pt x="1257" y="1554"/>
                    <a:pt x="1320" y="1548"/>
                    <a:pt x="1385" y="1535"/>
                  </a:cubicBezTo>
                  <a:cubicBezTo>
                    <a:pt x="1385" y="1535"/>
                    <a:pt x="1273" y="1535"/>
                    <a:pt x="827" y="1075"/>
                  </a:cubicBezTo>
                  <a:cubicBezTo>
                    <a:pt x="367" y="614"/>
                    <a:pt x="660" y="14"/>
                    <a:pt x="674" y="0"/>
                  </a:cubicBezTo>
                  <a:close/>
                </a:path>
              </a:pathLst>
            </a:custGeom>
            <a:solidFill>
              <a:srgbClr val="183030">
                <a:alpha val="21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0" name="Google Shape;5210;p56"/>
            <p:cNvSpPr/>
            <p:nvPr/>
          </p:nvSpPr>
          <p:spPr>
            <a:xfrm>
              <a:off x="7380637" y="3762853"/>
              <a:ext cx="38088" cy="30389"/>
            </a:xfrm>
            <a:custGeom>
              <a:avLst/>
              <a:gdLst/>
              <a:ahLst/>
              <a:cxnLst/>
              <a:rect l="l" t="t" r="r" b="b"/>
              <a:pathLst>
                <a:path w="465" h="371" extrusionOk="0">
                  <a:moveTo>
                    <a:pt x="167" y="0"/>
                  </a:moveTo>
                  <a:cubicBezTo>
                    <a:pt x="143" y="0"/>
                    <a:pt x="120" y="5"/>
                    <a:pt x="98" y="16"/>
                  </a:cubicBezTo>
                  <a:cubicBezTo>
                    <a:pt x="14" y="86"/>
                    <a:pt x="0" y="212"/>
                    <a:pt x="70" y="281"/>
                  </a:cubicBezTo>
                  <a:cubicBezTo>
                    <a:pt x="82" y="345"/>
                    <a:pt x="123" y="370"/>
                    <a:pt x="172" y="370"/>
                  </a:cubicBezTo>
                  <a:cubicBezTo>
                    <a:pt x="295" y="370"/>
                    <a:pt x="464" y="214"/>
                    <a:pt x="335" y="114"/>
                  </a:cubicBezTo>
                  <a:cubicBezTo>
                    <a:pt x="304" y="42"/>
                    <a:pt x="235" y="0"/>
                    <a:pt x="167" y="0"/>
                  </a:cubicBezTo>
                  <a:close/>
                </a:path>
              </a:pathLst>
            </a:custGeom>
            <a:solidFill>
              <a:srgbClr val="FFFFFF">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1" name="Google Shape;5211;p56"/>
            <p:cNvSpPr/>
            <p:nvPr/>
          </p:nvSpPr>
          <p:spPr>
            <a:xfrm>
              <a:off x="6589959" y="3647605"/>
              <a:ext cx="450259" cy="403407"/>
            </a:xfrm>
            <a:custGeom>
              <a:avLst/>
              <a:gdLst/>
              <a:ahLst/>
              <a:cxnLst/>
              <a:rect l="l" t="t" r="r" b="b"/>
              <a:pathLst>
                <a:path w="5497" h="4925" extrusionOk="0">
                  <a:moveTo>
                    <a:pt x="5301" y="1"/>
                  </a:moveTo>
                  <a:lnTo>
                    <a:pt x="1" y="4701"/>
                  </a:lnTo>
                  <a:lnTo>
                    <a:pt x="196" y="4924"/>
                  </a:lnTo>
                  <a:lnTo>
                    <a:pt x="5496" y="210"/>
                  </a:lnTo>
                  <a:lnTo>
                    <a:pt x="530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2" name="Google Shape;5212;p56"/>
            <p:cNvSpPr/>
            <p:nvPr/>
          </p:nvSpPr>
          <p:spPr>
            <a:xfrm>
              <a:off x="6402630" y="3911520"/>
              <a:ext cx="326821" cy="280214"/>
            </a:xfrm>
            <a:custGeom>
              <a:avLst/>
              <a:gdLst/>
              <a:ahLst/>
              <a:cxnLst/>
              <a:rect l="l" t="t" r="r" b="b"/>
              <a:pathLst>
                <a:path w="3990" h="3421" extrusionOk="0">
                  <a:moveTo>
                    <a:pt x="2288" y="1"/>
                  </a:moveTo>
                  <a:cubicBezTo>
                    <a:pt x="767" y="1"/>
                    <a:pt x="0" y="1842"/>
                    <a:pt x="1074" y="2916"/>
                  </a:cubicBezTo>
                  <a:cubicBezTo>
                    <a:pt x="1422" y="3264"/>
                    <a:pt x="1851" y="3420"/>
                    <a:pt x="2271" y="3420"/>
                  </a:cubicBezTo>
                  <a:cubicBezTo>
                    <a:pt x="3148" y="3420"/>
                    <a:pt x="3989" y="2740"/>
                    <a:pt x="3989" y="1702"/>
                  </a:cubicBezTo>
                  <a:cubicBezTo>
                    <a:pt x="3989" y="768"/>
                    <a:pt x="3222" y="1"/>
                    <a:pt x="2288" y="1"/>
                  </a:cubicBezTo>
                  <a:close/>
                </a:path>
              </a:pathLst>
            </a:custGeom>
            <a:gradFill>
              <a:gsLst>
                <a:gs pos="0">
                  <a:srgbClr val="454860"/>
                </a:gs>
                <a:gs pos="100000">
                  <a:srgbClr val="0F1012"/>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3" name="Google Shape;5213;p56"/>
            <p:cNvSpPr/>
            <p:nvPr/>
          </p:nvSpPr>
          <p:spPr>
            <a:xfrm>
              <a:off x="6424337" y="3911028"/>
              <a:ext cx="255969" cy="280378"/>
            </a:xfrm>
            <a:custGeom>
              <a:avLst/>
              <a:gdLst/>
              <a:ahLst/>
              <a:cxnLst/>
              <a:rect l="l" t="t" r="r" b="b"/>
              <a:pathLst>
                <a:path w="3125" h="3423" extrusionOk="0">
                  <a:moveTo>
                    <a:pt x="3125" y="3006"/>
                  </a:moveTo>
                  <a:cubicBezTo>
                    <a:pt x="3124" y="3007"/>
                    <a:pt x="3123" y="3007"/>
                    <a:pt x="3122" y="3008"/>
                  </a:cubicBezTo>
                  <a:lnTo>
                    <a:pt x="3122" y="3008"/>
                  </a:lnTo>
                  <a:cubicBezTo>
                    <a:pt x="3123" y="3007"/>
                    <a:pt x="3124" y="3006"/>
                    <a:pt x="3125" y="3006"/>
                  </a:cubicBezTo>
                  <a:close/>
                  <a:moveTo>
                    <a:pt x="2091" y="1"/>
                  </a:moveTo>
                  <a:cubicBezTo>
                    <a:pt x="2065" y="1"/>
                    <a:pt x="2037" y="3"/>
                    <a:pt x="2009" y="7"/>
                  </a:cubicBezTo>
                  <a:cubicBezTo>
                    <a:pt x="823" y="7"/>
                    <a:pt x="0" y="1192"/>
                    <a:pt x="405" y="2308"/>
                  </a:cubicBezTo>
                  <a:cubicBezTo>
                    <a:pt x="671" y="3018"/>
                    <a:pt x="1332" y="3423"/>
                    <a:pt x="2011" y="3423"/>
                  </a:cubicBezTo>
                  <a:cubicBezTo>
                    <a:pt x="2399" y="3423"/>
                    <a:pt x="2792" y="3291"/>
                    <a:pt x="3122" y="3008"/>
                  </a:cubicBezTo>
                  <a:lnTo>
                    <a:pt x="3122" y="3008"/>
                  </a:lnTo>
                  <a:cubicBezTo>
                    <a:pt x="3114" y="3014"/>
                    <a:pt x="3097" y="3022"/>
                    <a:pt x="3069" y="3022"/>
                  </a:cubicBezTo>
                  <a:cubicBezTo>
                    <a:pt x="2949" y="3022"/>
                    <a:pt x="2616" y="2890"/>
                    <a:pt x="1827" y="1960"/>
                  </a:cubicBezTo>
                  <a:cubicBezTo>
                    <a:pt x="753" y="718"/>
                    <a:pt x="2274" y="21"/>
                    <a:pt x="2274" y="21"/>
                  </a:cubicBezTo>
                  <a:cubicBezTo>
                    <a:pt x="2215" y="11"/>
                    <a:pt x="2155" y="1"/>
                    <a:pt x="2091" y="1"/>
                  </a:cubicBezTo>
                  <a:close/>
                </a:path>
              </a:pathLst>
            </a:custGeom>
            <a:solidFill>
              <a:srgbClr val="183030">
                <a:alpha val="21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4" name="Google Shape;5214;p56"/>
            <p:cNvSpPr/>
            <p:nvPr/>
          </p:nvSpPr>
          <p:spPr>
            <a:xfrm>
              <a:off x="6441456" y="3914960"/>
              <a:ext cx="214850" cy="276610"/>
            </a:xfrm>
            <a:custGeom>
              <a:avLst/>
              <a:gdLst/>
              <a:ahLst/>
              <a:cxnLst/>
              <a:rect l="l" t="t" r="r" b="b"/>
              <a:pathLst>
                <a:path w="2623" h="3377" extrusionOk="0">
                  <a:moveTo>
                    <a:pt x="1409" y="1"/>
                  </a:moveTo>
                  <a:lnTo>
                    <a:pt x="1409" y="1"/>
                  </a:lnTo>
                  <a:cubicBezTo>
                    <a:pt x="558" y="196"/>
                    <a:pt x="0" y="1005"/>
                    <a:pt x="98" y="1856"/>
                  </a:cubicBezTo>
                  <a:cubicBezTo>
                    <a:pt x="210" y="2721"/>
                    <a:pt x="935" y="3376"/>
                    <a:pt x="1800" y="3376"/>
                  </a:cubicBezTo>
                  <a:cubicBezTo>
                    <a:pt x="2093" y="3376"/>
                    <a:pt x="2372" y="3306"/>
                    <a:pt x="2623" y="3167"/>
                  </a:cubicBezTo>
                  <a:cubicBezTo>
                    <a:pt x="2623" y="3167"/>
                    <a:pt x="2400" y="3083"/>
                    <a:pt x="1646" y="2483"/>
                  </a:cubicBezTo>
                  <a:cubicBezTo>
                    <a:pt x="112" y="1270"/>
                    <a:pt x="1409" y="1"/>
                    <a:pt x="1409" y="1"/>
                  </a:cubicBezTo>
                  <a:close/>
                </a:path>
              </a:pathLst>
            </a:custGeom>
            <a:solidFill>
              <a:srgbClr val="183030">
                <a:alpha val="21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5" name="Google Shape;5215;p56"/>
            <p:cNvSpPr/>
            <p:nvPr/>
          </p:nvSpPr>
          <p:spPr>
            <a:xfrm>
              <a:off x="6648279" y="3985403"/>
              <a:ext cx="60777" cy="49228"/>
            </a:xfrm>
            <a:custGeom>
              <a:avLst/>
              <a:gdLst/>
              <a:ahLst/>
              <a:cxnLst/>
              <a:rect l="l" t="t" r="r" b="b"/>
              <a:pathLst>
                <a:path w="742" h="601" extrusionOk="0">
                  <a:moveTo>
                    <a:pt x="364" y="0"/>
                  </a:moveTo>
                  <a:cubicBezTo>
                    <a:pt x="316" y="0"/>
                    <a:pt x="268" y="11"/>
                    <a:pt x="223" y="33"/>
                  </a:cubicBezTo>
                  <a:cubicBezTo>
                    <a:pt x="0" y="159"/>
                    <a:pt x="28" y="494"/>
                    <a:pt x="265" y="577"/>
                  </a:cubicBezTo>
                  <a:cubicBezTo>
                    <a:pt x="306" y="593"/>
                    <a:pt x="347" y="601"/>
                    <a:pt x="387" y="601"/>
                  </a:cubicBezTo>
                  <a:cubicBezTo>
                    <a:pt x="586" y="601"/>
                    <a:pt x="742" y="410"/>
                    <a:pt x="684" y="201"/>
                  </a:cubicBezTo>
                  <a:cubicBezTo>
                    <a:pt x="622" y="78"/>
                    <a:pt x="494" y="0"/>
                    <a:pt x="364" y="0"/>
                  </a:cubicBezTo>
                  <a:close/>
                </a:path>
              </a:pathLst>
            </a:custGeom>
            <a:solidFill>
              <a:srgbClr val="FFFFFF">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6" name="Google Shape;5216;p56"/>
            <p:cNvSpPr/>
            <p:nvPr/>
          </p:nvSpPr>
          <p:spPr>
            <a:xfrm>
              <a:off x="6818488" y="3439635"/>
              <a:ext cx="390793" cy="359994"/>
            </a:xfrm>
            <a:custGeom>
              <a:avLst/>
              <a:gdLst/>
              <a:ahLst/>
              <a:cxnLst/>
              <a:rect l="l" t="t" r="r" b="b"/>
              <a:pathLst>
                <a:path w="4771" h="4395" extrusionOk="0">
                  <a:moveTo>
                    <a:pt x="2581" y="1"/>
                  </a:moveTo>
                  <a:cubicBezTo>
                    <a:pt x="2414" y="1"/>
                    <a:pt x="2246" y="15"/>
                    <a:pt x="2079" y="57"/>
                  </a:cubicBezTo>
                  <a:cubicBezTo>
                    <a:pt x="1772" y="126"/>
                    <a:pt x="1493" y="266"/>
                    <a:pt x="1256" y="447"/>
                  </a:cubicBezTo>
                  <a:cubicBezTo>
                    <a:pt x="963" y="670"/>
                    <a:pt x="726" y="963"/>
                    <a:pt x="572" y="1298"/>
                  </a:cubicBezTo>
                  <a:cubicBezTo>
                    <a:pt x="0" y="2609"/>
                    <a:pt x="796" y="4116"/>
                    <a:pt x="2204" y="4367"/>
                  </a:cubicBezTo>
                  <a:cubicBezTo>
                    <a:pt x="2330" y="4381"/>
                    <a:pt x="2455" y="4395"/>
                    <a:pt x="2581" y="4395"/>
                  </a:cubicBezTo>
                  <a:cubicBezTo>
                    <a:pt x="2944" y="4395"/>
                    <a:pt x="3306" y="4297"/>
                    <a:pt x="3627" y="4130"/>
                  </a:cubicBezTo>
                  <a:cubicBezTo>
                    <a:pt x="3767" y="4060"/>
                    <a:pt x="3892" y="3962"/>
                    <a:pt x="4004" y="3865"/>
                  </a:cubicBezTo>
                  <a:cubicBezTo>
                    <a:pt x="4171" y="3725"/>
                    <a:pt x="4324" y="3558"/>
                    <a:pt x="4436" y="3363"/>
                  </a:cubicBezTo>
                  <a:cubicBezTo>
                    <a:pt x="4534" y="3209"/>
                    <a:pt x="4617" y="3042"/>
                    <a:pt x="4673" y="2860"/>
                  </a:cubicBezTo>
                  <a:cubicBezTo>
                    <a:pt x="4729" y="2707"/>
                    <a:pt x="4757" y="2540"/>
                    <a:pt x="4771" y="2372"/>
                  </a:cubicBezTo>
                  <a:lnTo>
                    <a:pt x="4771" y="2205"/>
                  </a:lnTo>
                  <a:cubicBezTo>
                    <a:pt x="4771" y="1647"/>
                    <a:pt x="4562" y="1117"/>
                    <a:pt x="4185" y="698"/>
                  </a:cubicBezTo>
                  <a:cubicBezTo>
                    <a:pt x="4101" y="601"/>
                    <a:pt x="4004" y="517"/>
                    <a:pt x="3892" y="433"/>
                  </a:cubicBezTo>
                  <a:cubicBezTo>
                    <a:pt x="3794" y="364"/>
                    <a:pt x="3683" y="294"/>
                    <a:pt x="3571" y="238"/>
                  </a:cubicBezTo>
                  <a:cubicBezTo>
                    <a:pt x="3376" y="126"/>
                    <a:pt x="3153" y="57"/>
                    <a:pt x="2916" y="29"/>
                  </a:cubicBezTo>
                  <a:cubicBezTo>
                    <a:pt x="2804" y="15"/>
                    <a:pt x="2693" y="1"/>
                    <a:pt x="2581" y="1"/>
                  </a:cubicBezTo>
                  <a:close/>
                </a:path>
              </a:pathLst>
            </a:custGeom>
            <a:gradFill>
              <a:gsLst>
                <a:gs pos="0">
                  <a:srgbClr val="EB667A"/>
                </a:gs>
                <a:gs pos="100000">
                  <a:srgbClr val="B01F35"/>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7" name="Google Shape;5217;p56"/>
            <p:cNvSpPr/>
            <p:nvPr/>
          </p:nvSpPr>
          <p:spPr>
            <a:xfrm>
              <a:off x="6821928" y="3444222"/>
              <a:ext cx="293729" cy="355899"/>
            </a:xfrm>
            <a:custGeom>
              <a:avLst/>
              <a:gdLst/>
              <a:ahLst/>
              <a:cxnLst/>
              <a:rect l="l" t="t" r="r" b="b"/>
              <a:pathLst>
                <a:path w="3586" h="4345" extrusionOk="0">
                  <a:moveTo>
                    <a:pt x="2023" y="1"/>
                  </a:moveTo>
                  <a:lnTo>
                    <a:pt x="2023" y="1"/>
                  </a:lnTo>
                  <a:cubicBezTo>
                    <a:pt x="726" y="308"/>
                    <a:pt x="0" y="1689"/>
                    <a:pt x="475" y="2930"/>
                  </a:cubicBezTo>
                  <a:cubicBezTo>
                    <a:pt x="812" y="3814"/>
                    <a:pt x="1653" y="4345"/>
                    <a:pt x="2532" y="4345"/>
                  </a:cubicBezTo>
                  <a:cubicBezTo>
                    <a:pt x="2887" y="4345"/>
                    <a:pt x="3248" y="4258"/>
                    <a:pt x="3585" y="4074"/>
                  </a:cubicBezTo>
                  <a:cubicBezTo>
                    <a:pt x="3585" y="4074"/>
                    <a:pt x="3292" y="3976"/>
                    <a:pt x="2316" y="3209"/>
                  </a:cubicBezTo>
                  <a:cubicBezTo>
                    <a:pt x="363" y="1647"/>
                    <a:pt x="2023" y="1"/>
                    <a:pt x="2023" y="1"/>
                  </a:cubicBezTo>
                  <a:close/>
                </a:path>
              </a:pathLst>
            </a:custGeom>
            <a:solidFill>
              <a:srgbClr val="183030">
                <a:alpha val="21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8" name="Google Shape;5218;p56"/>
            <p:cNvSpPr/>
            <p:nvPr/>
          </p:nvSpPr>
          <p:spPr>
            <a:xfrm>
              <a:off x="6783103" y="3476249"/>
              <a:ext cx="285702" cy="323381"/>
            </a:xfrm>
            <a:custGeom>
              <a:avLst/>
              <a:gdLst/>
              <a:ahLst/>
              <a:cxnLst/>
              <a:rect l="l" t="t" r="r" b="b"/>
              <a:pathLst>
                <a:path w="3488" h="3948" extrusionOk="0">
                  <a:moveTo>
                    <a:pt x="1674" y="0"/>
                  </a:moveTo>
                  <a:lnTo>
                    <a:pt x="1674" y="0"/>
                  </a:lnTo>
                  <a:cubicBezTo>
                    <a:pt x="0" y="1270"/>
                    <a:pt x="893" y="3948"/>
                    <a:pt x="2999" y="3948"/>
                  </a:cubicBezTo>
                  <a:cubicBezTo>
                    <a:pt x="3166" y="3948"/>
                    <a:pt x="3334" y="3934"/>
                    <a:pt x="3487" y="3906"/>
                  </a:cubicBezTo>
                  <a:lnTo>
                    <a:pt x="3487" y="3892"/>
                  </a:lnTo>
                  <a:cubicBezTo>
                    <a:pt x="3487" y="3892"/>
                    <a:pt x="3487" y="3892"/>
                    <a:pt x="3485" y="3892"/>
                  </a:cubicBezTo>
                  <a:cubicBezTo>
                    <a:pt x="3460" y="3892"/>
                    <a:pt x="3156" y="3867"/>
                    <a:pt x="2050" y="2734"/>
                  </a:cubicBezTo>
                  <a:cubicBezTo>
                    <a:pt x="893" y="1563"/>
                    <a:pt x="1646" y="56"/>
                    <a:pt x="1674" y="0"/>
                  </a:cubicBezTo>
                  <a:close/>
                </a:path>
              </a:pathLst>
            </a:custGeom>
            <a:solidFill>
              <a:srgbClr val="183030">
                <a:alpha val="21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9" name="Google Shape;5219;p56"/>
            <p:cNvSpPr/>
            <p:nvPr/>
          </p:nvSpPr>
          <p:spPr>
            <a:xfrm>
              <a:off x="7117787" y="3535306"/>
              <a:ext cx="78961" cy="78470"/>
            </a:xfrm>
            <a:custGeom>
              <a:avLst/>
              <a:gdLst/>
              <a:ahLst/>
              <a:cxnLst/>
              <a:rect l="l" t="t" r="r" b="b"/>
              <a:pathLst>
                <a:path w="964" h="958" extrusionOk="0">
                  <a:moveTo>
                    <a:pt x="392" y="0"/>
                  </a:moveTo>
                  <a:cubicBezTo>
                    <a:pt x="332" y="0"/>
                    <a:pt x="275" y="15"/>
                    <a:pt x="224" y="46"/>
                  </a:cubicBezTo>
                  <a:cubicBezTo>
                    <a:pt x="43" y="158"/>
                    <a:pt x="1" y="451"/>
                    <a:pt x="154" y="688"/>
                  </a:cubicBezTo>
                  <a:cubicBezTo>
                    <a:pt x="255" y="859"/>
                    <a:pt x="420" y="957"/>
                    <a:pt x="578" y="957"/>
                  </a:cubicBezTo>
                  <a:cubicBezTo>
                    <a:pt x="639" y="957"/>
                    <a:pt x="700" y="943"/>
                    <a:pt x="754" y="911"/>
                  </a:cubicBezTo>
                  <a:cubicBezTo>
                    <a:pt x="936" y="800"/>
                    <a:pt x="963" y="507"/>
                    <a:pt x="824" y="270"/>
                  </a:cubicBezTo>
                  <a:cubicBezTo>
                    <a:pt x="713" y="99"/>
                    <a:pt x="545" y="0"/>
                    <a:pt x="392" y="0"/>
                  </a:cubicBezTo>
                  <a:close/>
                </a:path>
              </a:pathLst>
            </a:custGeom>
            <a:solidFill>
              <a:srgbClr val="FFFFFF">
                <a:alpha val="17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1" name="CuadroTexto 180">
            <a:extLst>
              <a:ext uri="{FF2B5EF4-FFF2-40B4-BE49-F238E27FC236}">
                <a16:creationId xmlns:a16="http://schemas.microsoft.com/office/drawing/2014/main" id="{171E3A43-E278-4D31-B4A5-A15CEFF49EEC}"/>
              </a:ext>
            </a:extLst>
          </p:cNvPr>
          <p:cNvSpPr txBox="1"/>
          <p:nvPr/>
        </p:nvSpPr>
        <p:spPr>
          <a:xfrm>
            <a:off x="48949" y="232866"/>
            <a:ext cx="7947297" cy="307777"/>
          </a:xfrm>
          <a:prstGeom prst="rect">
            <a:avLst/>
          </a:prstGeom>
          <a:noFill/>
        </p:spPr>
        <p:txBody>
          <a:bodyPr wrap="square">
            <a:spAutoFit/>
          </a:bodyPr>
          <a:lstStyle/>
          <a:p>
            <a:r>
              <a:rPr lang="es-BO" b="1" dirty="0">
                <a:solidFill>
                  <a:schemeClr val="bg1"/>
                </a:solidFill>
              </a:rPr>
              <a:t>¿Qué es el método ion-electrón, para qué sirve y qué pasos se siguen para aplicarlo?</a:t>
            </a:r>
          </a:p>
        </p:txBody>
      </p:sp>
      <p:sp>
        <p:nvSpPr>
          <p:cNvPr id="183" name="CuadroTexto 182">
            <a:extLst>
              <a:ext uri="{FF2B5EF4-FFF2-40B4-BE49-F238E27FC236}">
                <a16:creationId xmlns:a16="http://schemas.microsoft.com/office/drawing/2014/main" id="{73FDDBD3-699E-49C6-AF4C-23CBA268D22A}"/>
              </a:ext>
            </a:extLst>
          </p:cNvPr>
          <p:cNvSpPr txBox="1"/>
          <p:nvPr/>
        </p:nvSpPr>
        <p:spPr>
          <a:xfrm>
            <a:off x="37697" y="570919"/>
            <a:ext cx="7890400" cy="523220"/>
          </a:xfrm>
          <a:prstGeom prst="rect">
            <a:avLst/>
          </a:prstGeom>
          <a:noFill/>
        </p:spPr>
        <p:txBody>
          <a:bodyPr wrap="square">
            <a:spAutoFit/>
          </a:bodyPr>
          <a:lstStyle/>
          <a:p>
            <a:r>
              <a:rPr lang="es-BO" dirty="0"/>
              <a:t>El método ion-electrón es una forma de balancear ecuaciones redox (de oxidación y reducción) que ocurren en disolución acuosa, ya sea ácida o básica.</a:t>
            </a:r>
          </a:p>
        </p:txBody>
      </p:sp>
      <p:sp>
        <p:nvSpPr>
          <p:cNvPr id="185" name="CuadroTexto 184">
            <a:extLst>
              <a:ext uri="{FF2B5EF4-FFF2-40B4-BE49-F238E27FC236}">
                <a16:creationId xmlns:a16="http://schemas.microsoft.com/office/drawing/2014/main" id="{C97C503C-DEC4-4788-ABAA-274A9E655377}"/>
              </a:ext>
            </a:extLst>
          </p:cNvPr>
          <p:cNvSpPr txBox="1"/>
          <p:nvPr/>
        </p:nvSpPr>
        <p:spPr>
          <a:xfrm>
            <a:off x="101145" y="1100833"/>
            <a:ext cx="3921452" cy="954107"/>
          </a:xfrm>
          <a:prstGeom prst="rect">
            <a:avLst/>
          </a:prstGeom>
          <a:noFill/>
        </p:spPr>
        <p:txBody>
          <a:bodyPr wrap="square">
            <a:spAutoFit/>
          </a:bodyPr>
          <a:lstStyle/>
          <a:p>
            <a:r>
              <a:rPr lang="es-BO" b="1" u="sng" dirty="0">
                <a:solidFill>
                  <a:schemeClr val="bg1"/>
                </a:solidFill>
              </a:rPr>
              <a:t>Objetivo:</a:t>
            </a:r>
          </a:p>
          <a:p>
            <a:r>
              <a:rPr lang="es-BO" dirty="0"/>
              <a:t>Igualar las pérdidas y ganancias de electrones entre las sustancias que se oxidan y las que se reducen.</a:t>
            </a:r>
          </a:p>
        </p:txBody>
      </p:sp>
      <p:sp>
        <p:nvSpPr>
          <p:cNvPr id="187" name="CuadroTexto 186">
            <a:extLst>
              <a:ext uri="{FF2B5EF4-FFF2-40B4-BE49-F238E27FC236}">
                <a16:creationId xmlns:a16="http://schemas.microsoft.com/office/drawing/2014/main" id="{76B1DFDD-008B-4A96-8797-A618F92AD9B3}"/>
              </a:ext>
            </a:extLst>
          </p:cNvPr>
          <p:cNvSpPr txBox="1"/>
          <p:nvPr/>
        </p:nvSpPr>
        <p:spPr>
          <a:xfrm>
            <a:off x="4230560" y="1082878"/>
            <a:ext cx="4648200" cy="1169551"/>
          </a:xfrm>
          <a:prstGeom prst="rect">
            <a:avLst/>
          </a:prstGeom>
          <a:noFill/>
        </p:spPr>
        <p:txBody>
          <a:bodyPr wrap="square">
            <a:spAutoFit/>
          </a:bodyPr>
          <a:lstStyle/>
          <a:p>
            <a:r>
              <a:rPr lang="es-BO" b="1" u="sng" dirty="0">
                <a:solidFill>
                  <a:schemeClr val="bg1"/>
                </a:solidFill>
              </a:rPr>
              <a:t>Para qué sirve:</a:t>
            </a:r>
          </a:p>
          <a:p>
            <a:r>
              <a:rPr lang="es-BO" dirty="0"/>
              <a:t>Sirve para balancear reacciones redox paso a paso, teniendo en cuenta los iones, electrones y moléculas de agua, logrando una ecuación equilibrada tanto en átomos como en cargas eléctricas.</a:t>
            </a:r>
          </a:p>
        </p:txBody>
      </p:sp>
      <p:sp>
        <p:nvSpPr>
          <p:cNvPr id="189" name="CuadroTexto 188">
            <a:extLst>
              <a:ext uri="{FF2B5EF4-FFF2-40B4-BE49-F238E27FC236}">
                <a16:creationId xmlns:a16="http://schemas.microsoft.com/office/drawing/2014/main" id="{ED9745F4-8DB3-4EA5-9E2C-2525E3CF5283}"/>
              </a:ext>
            </a:extLst>
          </p:cNvPr>
          <p:cNvSpPr txBox="1"/>
          <p:nvPr/>
        </p:nvSpPr>
        <p:spPr>
          <a:xfrm>
            <a:off x="110525" y="2252429"/>
            <a:ext cx="7193751" cy="2462213"/>
          </a:xfrm>
          <a:prstGeom prst="rect">
            <a:avLst/>
          </a:prstGeom>
          <a:noFill/>
        </p:spPr>
        <p:txBody>
          <a:bodyPr wrap="square">
            <a:spAutoFit/>
          </a:bodyPr>
          <a:lstStyle/>
          <a:p>
            <a:r>
              <a:rPr lang="es-BO" b="1" u="sng" dirty="0">
                <a:solidFill>
                  <a:schemeClr val="bg1"/>
                </a:solidFill>
              </a:rPr>
              <a:t>Pasos a seguir:</a:t>
            </a:r>
          </a:p>
          <a:p>
            <a:r>
              <a:rPr lang="es-BO" dirty="0"/>
              <a:t>1.Escribe la ecuación sin balancear.</a:t>
            </a:r>
          </a:p>
          <a:p>
            <a:r>
              <a:rPr lang="es-BO" dirty="0"/>
              <a:t>2. Divide la reacción en dos semirreacciones: una de oxidación y otra de reducción.</a:t>
            </a:r>
          </a:p>
          <a:p>
            <a:r>
              <a:rPr lang="es-BO" dirty="0"/>
              <a:t>3. Balancea los átomos que no sean oxígeno ni hidrógeno.</a:t>
            </a:r>
          </a:p>
          <a:p>
            <a:r>
              <a:rPr lang="es-BO" dirty="0"/>
              <a:t>4. Balancea el oxígeno agregando H₂O.</a:t>
            </a:r>
          </a:p>
          <a:p>
            <a:r>
              <a:rPr lang="es-BO" dirty="0"/>
              <a:t>5. Balancea el hidrógeno agregando H⁺ (si es medio ácido) o OH⁻ (si es medio básico).</a:t>
            </a:r>
          </a:p>
          <a:p>
            <a:r>
              <a:rPr lang="es-BO" dirty="0"/>
              <a:t>6. Agrega electrones (e⁻) para igualar las cargas en cada semirreacción.</a:t>
            </a:r>
          </a:p>
          <a:p>
            <a:r>
              <a:rPr lang="es-BO" dirty="0"/>
              <a:t>7. Multiplica las semirreacciones si es necesario para que el número de electrones perdidos y ganados sea el mismo.</a:t>
            </a:r>
          </a:p>
          <a:p>
            <a:r>
              <a:rPr lang="es-BO" dirty="0"/>
              <a:t>8. Suma las dos semirreacciones y elimina los electrones repetidos.</a:t>
            </a:r>
          </a:p>
          <a:p>
            <a:r>
              <a:rPr lang="es-BO" dirty="0"/>
              <a:t>9. Verifica que la ecuación esté balanceada en átomos y carga.</a:t>
            </a:r>
          </a:p>
        </p:txBody>
      </p:sp>
      <p:pic>
        <p:nvPicPr>
          <p:cNvPr id="1026" name="Picture 2" descr="Descargar niño feliz de dibujos animados agitando la mano gratis">
            <a:extLst>
              <a:ext uri="{FF2B5EF4-FFF2-40B4-BE49-F238E27FC236}">
                <a16:creationId xmlns:a16="http://schemas.microsoft.com/office/drawing/2014/main" id="{DFCDD70F-81FA-4B31-B525-AD7378CA20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75527" y="3003004"/>
            <a:ext cx="1409700" cy="14097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1862908"/>
      </p:ext>
    </p:extLst>
  </p:cSld>
  <p:clrMapOvr>
    <a:masterClrMapping/>
  </p:clrMapOvr>
</p:sld>
</file>

<file path=ppt/theme/theme1.xml><?xml version="1.0" encoding="utf-8"?>
<a:theme xmlns:a="http://schemas.openxmlformats.org/drawingml/2006/main" name="Science Subject for Elementary - 3rd Grade: Chemistry by Slidesgo">
  <a:themeElements>
    <a:clrScheme name="Simple Light">
      <a:dk1>
        <a:srgbClr val="183030"/>
      </a:dk1>
      <a:lt1>
        <a:srgbClr val="FFFFFF"/>
      </a:lt1>
      <a:dk2>
        <a:srgbClr val="292B39"/>
      </a:dk2>
      <a:lt2>
        <a:srgbClr val="9C6FE6"/>
      </a:lt2>
      <a:accent1>
        <a:srgbClr val="EEE3FF"/>
      </a:accent1>
      <a:accent2>
        <a:srgbClr val="E42B46"/>
      </a:accent2>
      <a:accent3>
        <a:srgbClr val="FFA100"/>
      </a:accent3>
      <a:accent4>
        <a:srgbClr val="00BACE"/>
      </a:accent4>
      <a:accent5>
        <a:srgbClr val="5CCD04"/>
      </a:accent5>
      <a:accent6>
        <a:srgbClr val="E3CC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156</TotalTime>
  <Words>873</Words>
  <Application>Microsoft Office PowerPoint</Application>
  <PresentationFormat>Presentación en pantalla (16:9)</PresentationFormat>
  <Paragraphs>69</Paragraphs>
  <Slides>9</Slides>
  <Notes>8</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9</vt:i4>
      </vt:variant>
    </vt:vector>
  </HeadingPairs>
  <TitlesOfParts>
    <vt:vector size="17" baseType="lpstr">
      <vt:lpstr>Josefin Slab SemiBold</vt:lpstr>
      <vt:lpstr>Bebas Neue</vt:lpstr>
      <vt:lpstr>DM Sans</vt:lpstr>
      <vt:lpstr>Arial</vt:lpstr>
      <vt:lpstr>Roboto Condensed Light</vt:lpstr>
      <vt:lpstr>DroidSerif</vt:lpstr>
      <vt:lpstr>Anaheim</vt:lpstr>
      <vt:lpstr>Science Subject for Elementary - 3rd Grade: Chemistry by Slidesgo</vt:lpstr>
      <vt:lpstr>IGUALACION DE  ECUACIONES </vt:lpstr>
      <vt:lpstr>¿Que es una ecuacion quimica?</vt:lpstr>
      <vt:lpstr>Metodo de tanteo</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IGUALACION DE  ECUACIONES</dc:title>
  <dc:creator>Usuario</dc:creator>
  <cp:lastModifiedBy>Usuario</cp:lastModifiedBy>
  <cp:revision>17</cp:revision>
  <dcterms:modified xsi:type="dcterms:W3CDTF">2025-10-21T21:23:26Z</dcterms:modified>
</cp:coreProperties>
</file>