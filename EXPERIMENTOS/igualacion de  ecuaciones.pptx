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9754"/>
    <a:srgbClr val="FEB704"/>
    <a:srgbClr val="FA5235"/>
    <a:srgbClr val="3785F2"/>
    <a:srgbClr val="FE5536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4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55F0B7-962D-4320-AF32-755FF546D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649AA43-9243-45BB-9D74-70CD7F933B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B732A7-FE74-4ADD-A359-1E707DEBB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23D97-5A31-499D-8120-57FECFCED852}" type="datetimeFigureOut">
              <a:rPr lang="es-MX" smtClean="0"/>
              <a:t>27/10/2025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29ECB2-38D5-4D85-AF0D-3389E6692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EEB76F-5100-452D-A084-BF06783A9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22A30-9127-4044-AB63-76F308E6919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15950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57428D-6B67-4AF9-95A9-88A88A9F6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19AAB4-0B40-442F-90E0-4EC20B815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4B66E4-44AC-4DD4-9A47-19083D57B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23D97-5A31-499D-8120-57FECFCED852}" type="datetimeFigureOut">
              <a:rPr lang="es-MX" smtClean="0"/>
              <a:t>27/10/2025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A8D042-A82C-4999-8420-6063BD4F2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76736A-40EE-490F-97CB-B769F393D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22A30-9127-4044-AB63-76F308E6919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36811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A4A249-9DB8-4E58-9CB9-1333F945D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873B0A4-D3B1-469C-B4AB-AC7A75727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6DFAC0-E9B8-4ED9-83DD-6F4A0889D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23D97-5A31-499D-8120-57FECFCED852}" type="datetimeFigureOut">
              <a:rPr lang="es-MX" smtClean="0"/>
              <a:t>27/10/2025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5A7A2E-09CE-43CE-993D-4B3C6E7BE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A009DA-8CEE-4B2A-984D-9939A4EF0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22A30-9127-4044-AB63-76F308E6919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14016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EA4403-F127-4B2B-BAD9-8DE52BE2D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434211-6084-4495-9562-1661EBF141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BBC5D2C-BA5A-4F80-923D-E936D6F538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9A71702-709B-4666-BDC3-E702EFFB6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23D97-5A31-499D-8120-57FECFCED852}" type="datetimeFigureOut">
              <a:rPr lang="es-MX" smtClean="0"/>
              <a:t>27/10/2025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1DF3DFB-B5F0-465A-835E-F898A1148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6E57F0F-7A01-4776-B158-E90A43854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22A30-9127-4044-AB63-76F308E6919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98042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0B9A2C-3C2F-4044-A859-CAF112DD4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2BD488A-A9D3-4B5F-B0EC-1B8F8DA57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986F64E-F637-4E53-866B-235935F800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3A820F7-C7DD-415C-B822-6ADCFA2928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7AF470F-0410-40DD-B115-E4E0988C05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59D8CE2-E16C-4008-8AFA-61005EF05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23D97-5A31-499D-8120-57FECFCED852}" type="datetimeFigureOut">
              <a:rPr lang="es-MX" smtClean="0"/>
              <a:t>27/10/2025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4D2FA2A-FD0B-4F42-A851-DE08F1757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C2A934C-960F-4BEE-B2AA-2F92561EF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22A30-9127-4044-AB63-76F308E6919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01393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65713C-84A0-42E6-8AB8-8A49D8460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FD8DC3A-E647-4161-A739-84A2AEB1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23D97-5A31-499D-8120-57FECFCED852}" type="datetimeFigureOut">
              <a:rPr lang="es-MX" smtClean="0"/>
              <a:t>27/10/2025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71F2BCF-D8EE-470C-9E6E-1C3568B33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269E88D-56DC-45AE-9683-1A932029F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22A30-9127-4044-AB63-76F308E6919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43555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A75F86B-9538-484A-847E-5A554DFCE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23D97-5A31-499D-8120-57FECFCED852}" type="datetimeFigureOut">
              <a:rPr lang="es-MX" smtClean="0"/>
              <a:t>27/10/2025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988B01-4AA3-4023-B536-F4D6F27C2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478116-8AE8-4A75-81F9-5B6972995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22A30-9127-4044-AB63-76F308E6919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77010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741662-9454-43E4-93B9-138E990B2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7D05DF-BFC8-43AC-A459-DC66BD855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A835471-ABFE-4DD4-B28A-81990688E8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A62F0EF-2F3C-4D34-A336-5649C82E6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23D97-5A31-499D-8120-57FECFCED852}" type="datetimeFigureOut">
              <a:rPr lang="es-MX" smtClean="0"/>
              <a:t>27/10/2025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F3CEEB7-4072-4944-8D13-38A0761EA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64C3556-7D15-4E45-838F-4253CE0E5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22A30-9127-4044-AB63-76F308E6919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89218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08C64F-7A41-4909-BDBA-092148D0C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5AB5584-E576-429A-AFE0-2B2996F379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03E4859-6410-4348-92AF-2FDA7887B7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C51AA97-D6CF-468F-946A-F50DDC576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23D97-5A31-499D-8120-57FECFCED852}" type="datetimeFigureOut">
              <a:rPr lang="es-MX" smtClean="0"/>
              <a:t>27/10/2025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1DF32EA-AF64-400E-A740-4B0D76AFE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C0D5658-32A8-4769-9056-31E18A6D2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22A30-9127-4044-AB63-76F308E6919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48086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1794FE-EEF8-4F76-B9A0-6B4202B3D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D3180C0-E179-4DB2-945F-7AFC871DEE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3C9282-65A0-4F92-A0CD-689E28C20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23D97-5A31-499D-8120-57FECFCED852}" type="datetimeFigureOut">
              <a:rPr lang="es-MX" smtClean="0"/>
              <a:t>27/10/2025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1D63F9-4F6B-4601-977A-11E9E0425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80572F0-22D2-4BFA-88D8-571612F2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22A30-9127-4044-AB63-76F308E6919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48685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9A72CDD-ACA9-45B7-ADE9-804DF1A23D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FEA19D1-BE96-4093-8341-A71ADE77D4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FD5096-14B0-43E0-842D-F5B933142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23D97-5A31-499D-8120-57FECFCED852}" type="datetimeFigureOut">
              <a:rPr lang="es-MX" smtClean="0"/>
              <a:t>27/10/2025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5F6396-B2A9-491B-AD2C-1B8EDA0F8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1A1839-1A30-40BD-8D13-3D9147029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22A30-9127-4044-AB63-76F308E6919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10871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40C4614-13A3-4BCC-84DB-CDABE93C8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FC3AAE4-8D3E-435D-87D4-6B0D83C67C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1BAFFA-C71E-43F9-B24D-7E705B19B7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623D97-5A31-499D-8120-57FECFCED852}" type="datetimeFigureOut">
              <a:rPr lang="es-MX" smtClean="0"/>
              <a:t>27/10/2025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E049381-693E-4301-8104-C7882C032F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08F8D4-EA5A-4C8E-87DB-15F2401F68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F22A30-9127-4044-AB63-76F308E6919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24115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slide" Target="slid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upo 14">
            <a:extLst>
              <a:ext uri="{FF2B5EF4-FFF2-40B4-BE49-F238E27FC236}">
                <a16:creationId xmlns:a16="http://schemas.microsoft.com/office/drawing/2014/main" id="{9F1749D6-CA4A-47D9-A5CA-D0A23F27B2DE}"/>
              </a:ext>
            </a:extLst>
          </p:cNvPr>
          <p:cNvGrpSpPr/>
          <p:nvPr/>
        </p:nvGrpSpPr>
        <p:grpSpPr>
          <a:xfrm>
            <a:off x="988330" y="525531"/>
            <a:ext cx="9895157" cy="5806937"/>
            <a:chOff x="1011382" y="554105"/>
            <a:chExt cx="9895157" cy="5806937"/>
          </a:xfrm>
        </p:grpSpPr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54F9695F-6387-4177-9BAC-7E484E6E3B4C}"/>
                </a:ext>
              </a:extLst>
            </p:cNvPr>
            <p:cNvGrpSpPr/>
            <p:nvPr/>
          </p:nvGrpSpPr>
          <p:grpSpPr>
            <a:xfrm>
              <a:off x="1011382" y="554105"/>
              <a:ext cx="9895157" cy="5806937"/>
              <a:chOff x="1011382" y="554105"/>
              <a:chExt cx="9895157" cy="5806937"/>
            </a:xfrm>
          </p:grpSpPr>
          <p:grpSp>
            <p:nvGrpSpPr>
              <p:cNvPr id="6" name="Grupo 5">
                <a:extLst>
                  <a:ext uri="{FF2B5EF4-FFF2-40B4-BE49-F238E27FC236}">
                    <a16:creationId xmlns:a16="http://schemas.microsoft.com/office/drawing/2014/main" id="{F6CC9175-904F-400C-89F8-29AF7E56BEA8}"/>
                  </a:ext>
                </a:extLst>
              </p:cNvPr>
              <p:cNvGrpSpPr/>
              <p:nvPr/>
            </p:nvGrpSpPr>
            <p:grpSpPr>
              <a:xfrm>
                <a:off x="1011382" y="554105"/>
                <a:ext cx="9895157" cy="5806937"/>
                <a:chOff x="1011382" y="554105"/>
                <a:chExt cx="9895157" cy="5806937"/>
              </a:xfrm>
            </p:grpSpPr>
            <p:sp>
              <p:nvSpPr>
                <p:cNvPr id="2" name="Rectángulo: esquinas redondeadas 1">
                  <a:extLst>
                    <a:ext uri="{FF2B5EF4-FFF2-40B4-BE49-F238E27FC236}">
                      <a16:creationId xmlns:a16="http://schemas.microsoft.com/office/drawing/2014/main" id="{E6DB7EE2-F3F3-48E1-B911-8476EF1526C8}"/>
                    </a:ext>
                  </a:extLst>
                </p:cNvPr>
                <p:cNvSpPr/>
                <p:nvPr/>
              </p:nvSpPr>
              <p:spPr>
                <a:xfrm>
                  <a:off x="1013790" y="554105"/>
                  <a:ext cx="9892749" cy="5806937"/>
                </a:xfrm>
                <a:prstGeom prst="roundRect">
                  <a:avLst>
                    <a:gd name="adj" fmla="val 1575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MX"/>
                </a:p>
              </p:txBody>
            </p:sp>
            <p:cxnSp>
              <p:nvCxnSpPr>
                <p:cNvPr id="4" name="Conector recto 3">
                  <a:extLst>
                    <a:ext uri="{FF2B5EF4-FFF2-40B4-BE49-F238E27FC236}">
                      <a16:creationId xmlns:a16="http://schemas.microsoft.com/office/drawing/2014/main" id="{3D8F99C1-EDAC-43FC-95A6-89EE772206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11382" y="1537855"/>
                  <a:ext cx="9892749" cy="0"/>
                </a:xfrm>
                <a:prstGeom prst="line">
                  <a:avLst/>
                </a:prstGeom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4FE049DE-68F2-4428-942E-9257B558F235}"/>
                  </a:ext>
                </a:extLst>
              </p:cNvPr>
              <p:cNvSpPr/>
              <p:nvPr/>
            </p:nvSpPr>
            <p:spPr>
              <a:xfrm>
                <a:off x="1838326" y="825923"/>
                <a:ext cx="647700" cy="11429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DFE65EA7-07D7-4B9C-9639-D94578E9CA76}"/>
                  </a:ext>
                </a:extLst>
              </p:cNvPr>
              <p:cNvSpPr/>
              <p:nvPr/>
            </p:nvSpPr>
            <p:spPr>
              <a:xfrm>
                <a:off x="1838326" y="1000693"/>
                <a:ext cx="647700" cy="11429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9" name="Rectángulo 8">
                <a:extLst>
                  <a:ext uri="{FF2B5EF4-FFF2-40B4-BE49-F238E27FC236}">
                    <a16:creationId xmlns:a16="http://schemas.microsoft.com/office/drawing/2014/main" id="{E4F69077-F240-4506-B503-E74023670841}"/>
                  </a:ext>
                </a:extLst>
              </p:cNvPr>
              <p:cNvSpPr/>
              <p:nvPr/>
            </p:nvSpPr>
            <p:spPr>
              <a:xfrm>
                <a:off x="1838326" y="1183800"/>
                <a:ext cx="647700" cy="11429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</p:grpSp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E8A3D0BD-644A-4AB8-A283-6C90CF51E85C}"/>
                </a:ext>
              </a:extLst>
            </p:cNvPr>
            <p:cNvGrpSpPr/>
            <p:nvPr/>
          </p:nvGrpSpPr>
          <p:grpSpPr>
            <a:xfrm>
              <a:off x="8755276" y="940218"/>
              <a:ext cx="1318726" cy="304474"/>
              <a:chOff x="8752114" y="1000694"/>
              <a:chExt cx="1072016" cy="268581"/>
            </a:xfrm>
            <a:solidFill>
              <a:srgbClr val="FFFF00"/>
            </a:solidFill>
          </p:grpSpPr>
          <p:sp>
            <p:nvSpPr>
              <p:cNvPr id="11" name="Elipse 10">
                <a:extLst>
                  <a:ext uri="{FF2B5EF4-FFF2-40B4-BE49-F238E27FC236}">
                    <a16:creationId xmlns:a16="http://schemas.microsoft.com/office/drawing/2014/main" id="{DD8D6058-4FD6-4511-AB51-6D94C2A07E19}"/>
                  </a:ext>
                </a:extLst>
              </p:cNvPr>
              <p:cNvSpPr/>
              <p:nvPr/>
            </p:nvSpPr>
            <p:spPr>
              <a:xfrm>
                <a:off x="8752114" y="1000694"/>
                <a:ext cx="246413" cy="251412"/>
              </a:xfrm>
              <a:prstGeom prst="ellipse">
                <a:avLst/>
              </a:prstGeom>
              <a:solidFill>
                <a:srgbClr val="FA523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12" name="Elipse 11">
                <a:extLst>
                  <a:ext uri="{FF2B5EF4-FFF2-40B4-BE49-F238E27FC236}">
                    <a16:creationId xmlns:a16="http://schemas.microsoft.com/office/drawing/2014/main" id="{EF9ECE21-F2D3-4694-976F-09B4D8CB4B47}"/>
                  </a:ext>
                </a:extLst>
              </p:cNvPr>
              <p:cNvSpPr/>
              <p:nvPr/>
            </p:nvSpPr>
            <p:spPr>
              <a:xfrm>
                <a:off x="9169482" y="1017863"/>
                <a:ext cx="246413" cy="251412"/>
              </a:xfrm>
              <a:prstGeom prst="ellipse">
                <a:avLst/>
              </a:prstGeom>
              <a:solidFill>
                <a:srgbClr val="2C975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13" name="Elipse 12">
                <a:extLst>
                  <a:ext uri="{FF2B5EF4-FFF2-40B4-BE49-F238E27FC236}">
                    <a16:creationId xmlns:a16="http://schemas.microsoft.com/office/drawing/2014/main" id="{EBDD0976-C6CF-4EB8-A4BF-84C7F66CFA52}"/>
                  </a:ext>
                </a:extLst>
              </p:cNvPr>
              <p:cNvSpPr/>
              <p:nvPr/>
            </p:nvSpPr>
            <p:spPr>
              <a:xfrm>
                <a:off x="9577717" y="1017863"/>
                <a:ext cx="246413" cy="251412"/>
              </a:xfrm>
              <a:prstGeom prst="ellipse">
                <a:avLst/>
              </a:prstGeom>
              <a:solidFill>
                <a:srgbClr val="FEB70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</p:grp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94A1135D-901D-4DC5-8C49-D3BA6D6E4A95}"/>
              </a:ext>
            </a:extLst>
          </p:cNvPr>
          <p:cNvGrpSpPr/>
          <p:nvPr/>
        </p:nvGrpSpPr>
        <p:grpSpPr>
          <a:xfrm>
            <a:off x="1527595" y="3252957"/>
            <a:ext cx="8814217" cy="749508"/>
            <a:chOff x="1550647" y="3199941"/>
            <a:chExt cx="8814217" cy="749508"/>
          </a:xfrm>
        </p:grpSpPr>
        <p:sp>
          <p:nvSpPr>
            <p:cNvPr id="16" name="Rectángulo: esquinas redondeadas 15">
              <a:extLst>
                <a:ext uri="{FF2B5EF4-FFF2-40B4-BE49-F238E27FC236}">
                  <a16:creationId xmlns:a16="http://schemas.microsoft.com/office/drawing/2014/main" id="{926971E6-EAD4-4AAB-92D6-346F9AD9A269}"/>
                </a:ext>
              </a:extLst>
            </p:cNvPr>
            <p:cNvSpPr/>
            <p:nvPr/>
          </p:nvSpPr>
          <p:spPr>
            <a:xfrm>
              <a:off x="1550647" y="3199941"/>
              <a:ext cx="8814217" cy="749508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grpSp>
          <p:nvGrpSpPr>
            <p:cNvPr id="23" name="Grupo 22">
              <a:extLst>
                <a:ext uri="{FF2B5EF4-FFF2-40B4-BE49-F238E27FC236}">
                  <a16:creationId xmlns:a16="http://schemas.microsoft.com/office/drawing/2014/main" id="{9E3AACD8-D454-44EF-9926-B31F1514B320}"/>
                </a:ext>
              </a:extLst>
            </p:cNvPr>
            <p:cNvGrpSpPr/>
            <p:nvPr/>
          </p:nvGrpSpPr>
          <p:grpSpPr>
            <a:xfrm>
              <a:off x="1842504" y="3333047"/>
              <a:ext cx="515953" cy="459000"/>
              <a:chOff x="1842504" y="3333047"/>
              <a:chExt cx="515953" cy="459000"/>
            </a:xfrm>
          </p:grpSpPr>
          <p:sp>
            <p:nvSpPr>
              <p:cNvPr id="19" name="Elipse 18">
                <a:extLst>
                  <a:ext uri="{FF2B5EF4-FFF2-40B4-BE49-F238E27FC236}">
                    <a16:creationId xmlns:a16="http://schemas.microsoft.com/office/drawing/2014/main" id="{12BDF329-0BE3-4C39-8F20-ACC3F1C780DA}"/>
                  </a:ext>
                </a:extLst>
              </p:cNvPr>
              <p:cNvSpPr/>
              <p:nvPr/>
            </p:nvSpPr>
            <p:spPr>
              <a:xfrm>
                <a:off x="1842504" y="3333047"/>
                <a:ext cx="368833" cy="391885"/>
              </a:xfrm>
              <a:prstGeom prst="ellipse">
                <a:avLst/>
              </a:prstGeom>
              <a:noFill/>
              <a:ln w="571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cxnSp>
            <p:nvCxnSpPr>
              <p:cNvPr id="22" name="Conector recto 21">
                <a:extLst>
                  <a:ext uri="{FF2B5EF4-FFF2-40B4-BE49-F238E27FC236}">
                    <a16:creationId xmlns:a16="http://schemas.microsoft.com/office/drawing/2014/main" id="{1FBC07C1-4962-474A-8CF3-5E98595938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81499" y="3657816"/>
                <a:ext cx="176958" cy="134231"/>
              </a:xfrm>
              <a:prstGeom prst="line">
                <a:avLst/>
              </a:prstGeom>
              <a:ln w="762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A7637A51-B37D-4830-AAE4-C26EBF3D4748}"/>
              </a:ext>
            </a:extLst>
          </p:cNvPr>
          <p:cNvSpPr/>
          <p:nvPr/>
        </p:nvSpPr>
        <p:spPr>
          <a:xfrm>
            <a:off x="5083329" y="4399214"/>
            <a:ext cx="1748852" cy="58461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800" dirty="0">
                <a:solidFill>
                  <a:schemeClr val="bg1">
                    <a:lumMod val="50000"/>
                  </a:schemeClr>
                </a:solidFill>
              </a:rPr>
              <a:t>Empezar</a:t>
            </a:r>
            <a:endParaRPr lang="es-MX" sz="2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Judul (title) color">
            <a:extLst>
              <a:ext uri="{FF2B5EF4-FFF2-40B4-BE49-F238E27FC236}">
                <a16:creationId xmlns:a16="http://schemas.microsoft.com/office/drawing/2014/main" id="{51077A46-6D7F-4550-8ED6-F5E7044C413B}"/>
              </a:ext>
            </a:extLst>
          </p:cNvPr>
          <p:cNvSpPr txBox="1"/>
          <p:nvPr/>
        </p:nvSpPr>
        <p:spPr>
          <a:xfrm>
            <a:off x="2285185" y="2043569"/>
            <a:ext cx="7270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spc="600" dirty="0">
                <a:solidFill>
                  <a:srgbClr val="2C9754"/>
                </a:solidFill>
                <a:latin typeface="Futura Md BT" panose="020B0602020204020303" pitchFamily="34" charset="0"/>
                <a:cs typeface="Arial" panose="020B0604020202020204" pitchFamily="34" charset="0"/>
              </a:rPr>
              <a:t>Obtención del H₂ y O₂ </a:t>
            </a:r>
            <a:endParaRPr lang="id-ID" sz="3200" b="1" spc="600" dirty="0">
              <a:solidFill>
                <a:srgbClr val="2C9754"/>
              </a:solidFill>
              <a:latin typeface="Futura Md BT" panose="020B0602020204020303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145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1" presetID="1" presetClass="entr" presetSubtype="0" fill="hold" grpId="1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Abs val="0"/>
                                      </p:iterate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" presetID="64" presetClass="path" presetSubtype="0" accel="50000" fill="hold" grpId="0" nodeType="withEffect" p14:presetBounceEnd="93000">
                                      <p:stCondLst>
                                        <p:cond delay="700"/>
                                      </p:stCondLst>
                                      <p:iterate type="lt">
                                        <p:tmPct val="16071"/>
                                      </p:iterate>
                                      <p:childTnLst>
                                        <p:animMotion origin="layout" path="M 0.00221 0.32361 L -0.00117 -0.02176 " pathEditMode="relative" rAng="0" ptsTypes="AA" p14:bounceEnd="93000">
                                          <p:cBhvr>
                                            <p:cTn id="14" dur="14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69" y="-1726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6200"/>
                                </p:stCondLst>
                                <p:childTnLst>
                                  <p:par>
                                    <p:cTn id="16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6700"/>
                                </p:stCondLst>
                                <p:childTnLst>
                                  <p:par>
                                    <p:cTn id="22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4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6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9" grpId="0" animBg="1"/>
          <p:bldP spid="33" grpId="0"/>
          <p:bldP spid="33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1" presetID="1" presetClass="entr" presetSubtype="0" fill="hold" grpId="1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Abs val="0"/>
                                      </p:iterate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" presetID="64" presetClass="path" presetSubtype="0" accel="50000" fill="hold" grpId="0" nodeType="withEffect">
                                      <p:stCondLst>
                                        <p:cond delay="700"/>
                                      </p:stCondLst>
                                      <p:iterate type="lt">
                                        <p:tmPct val="16071"/>
                                      </p:iterate>
                                      <p:childTnLst>
                                        <p:animMotion origin="layout" path="M 0.00221 0.32361 L -0.00117 -0.02176 " pathEditMode="relative" rAng="0" ptsTypes="AA">
                                          <p:cBhvr>
                                            <p:cTn id="14" dur="14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69" y="-1726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6200"/>
                                </p:stCondLst>
                                <p:childTnLst>
                                  <p:par>
                                    <p:cTn id="16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6700"/>
                                </p:stCondLst>
                                <p:childTnLst>
                                  <p:par>
                                    <p:cTn id="22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4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6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9" grpId="0" animBg="1"/>
          <p:bldP spid="33" grpId="0"/>
          <p:bldP spid="33" grpId="1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BD0CAECB-2D83-46FE-9294-9B44949CCB9A}"/>
              </a:ext>
            </a:extLst>
          </p:cNvPr>
          <p:cNvGrpSpPr/>
          <p:nvPr/>
        </p:nvGrpSpPr>
        <p:grpSpPr>
          <a:xfrm>
            <a:off x="988330" y="525531"/>
            <a:ext cx="9895157" cy="5806937"/>
            <a:chOff x="988330" y="525531"/>
            <a:chExt cx="9895157" cy="5806937"/>
          </a:xfrm>
        </p:grpSpPr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9F1749D6-CA4A-47D9-A5CA-D0A23F27B2DE}"/>
                </a:ext>
              </a:extLst>
            </p:cNvPr>
            <p:cNvGrpSpPr/>
            <p:nvPr/>
          </p:nvGrpSpPr>
          <p:grpSpPr>
            <a:xfrm>
              <a:off x="988330" y="525531"/>
              <a:ext cx="9895157" cy="5806937"/>
              <a:chOff x="1011382" y="554105"/>
              <a:chExt cx="9895157" cy="5806937"/>
            </a:xfrm>
          </p:grpSpPr>
          <p:grpSp>
            <p:nvGrpSpPr>
              <p:cNvPr id="10" name="Grupo 9">
                <a:extLst>
                  <a:ext uri="{FF2B5EF4-FFF2-40B4-BE49-F238E27FC236}">
                    <a16:creationId xmlns:a16="http://schemas.microsoft.com/office/drawing/2014/main" id="{54F9695F-6387-4177-9BAC-7E484E6E3B4C}"/>
                  </a:ext>
                </a:extLst>
              </p:cNvPr>
              <p:cNvGrpSpPr/>
              <p:nvPr/>
            </p:nvGrpSpPr>
            <p:grpSpPr>
              <a:xfrm>
                <a:off x="1011382" y="554105"/>
                <a:ext cx="9895157" cy="5806937"/>
                <a:chOff x="1011382" y="554105"/>
                <a:chExt cx="9895157" cy="5806937"/>
              </a:xfrm>
            </p:grpSpPr>
            <p:grpSp>
              <p:nvGrpSpPr>
                <p:cNvPr id="6" name="Grupo 5">
                  <a:extLst>
                    <a:ext uri="{FF2B5EF4-FFF2-40B4-BE49-F238E27FC236}">
                      <a16:creationId xmlns:a16="http://schemas.microsoft.com/office/drawing/2014/main" id="{F6CC9175-904F-400C-89F8-29AF7E56BEA8}"/>
                    </a:ext>
                  </a:extLst>
                </p:cNvPr>
                <p:cNvGrpSpPr/>
                <p:nvPr/>
              </p:nvGrpSpPr>
              <p:grpSpPr>
                <a:xfrm>
                  <a:off x="1011382" y="554105"/>
                  <a:ext cx="9895157" cy="5806937"/>
                  <a:chOff x="1011382" y="554105"/>
                  <a:chExt cx="9895157" cy="5806937"/>
                </a:xfrm>
              </p:grpSpPr>
              <p:sp>
                <p:nvSpPr>
                  <p:cNvPr id="2" name="Rectángulo: esquinas redondeadas 1">
                    <a:extLst>
                      <a:ext uri="{FF2B5EF4-FFF2-40B4-BE49-F238E27FC236}">
                        <a16:creationId xmlns:a16="http://schemas.microsoft.com/office/drawing/2014/main" id="{E6DB7EE2-F3F3-48E1-B911-8476EF1526C8}"/>
                      </a:ext>
                    </a:extLst>
                  </p:cNvPr>
                  <p:cNvSpPr/>
                  <p:nvPr/>
                </p:nvSpPr>
                <p:spPr>
                  <a:xfrm>
                    <a:off x="1013790" y="554105"/>
                    <a:ext cx="9892749" cy="5806937"/>
                  </a:xfrm>
                  <a:prstGeom prst="roundRect">
                    <a:avLst>
                      <a:gd name="adj" fmla="val 15750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MX"/>
                  </a:p>
                </p:txBody>
              </p:sp>
              <p:cxnSp>
                <p:nvCxnSpPr>
                  <p:cNvPr id="4" name="Conector recto 3">
                    <a:extLst>
                      <a:ext uri="{FF2B5EF4-FFF2-40B4-BE49-F238E27FC236}">
                        <a16:creationId xmlns:a16="http://schemas.microsoft.com/office/drawing/2014/main" id="{3D8F99C1-EDAC-43FC-95A6-89EE7722064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11382" y="1537855"/>
                    <a:ext cx="9892749" cy="0"/>
                  </a:xfrm>
                  <a:prstGeom prst="line">
                    <a:avLst/>
                  </a:prstGeom>
                  <a:ln w="3810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7" name="Rectángulo 6">
                  <a:extLst>
                    <a:ext uri="{FF2B5EF4-FFF2-40B4-BE49-F238E27FC236}">
                      <a16:creationId xmlns:a16="http://schemas.microsoft.com/office/drawing/2014/main" id="{4FE049DE-68F2-4428-942E-9257B558F235}"/>
                    </a:ext>
                  </a:extLst>
                </p:cNvPr>
                <p:cNvSpPr/>
                <p:nvPr/>
              </p:nvSpPr>
              <p:spPr>
                <a:xfrm>
                  <a:off x="1838326" y="825923"/>
                  <a:ext cx="647700" cy="114295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MX"/>
                </a:p>
              </p:txBody>
            </p:sp>
            <p:sp>
              <p:nvSpPr>
                <p:cNvPr id="8" name="Rectángulo 7">
                  <a:extLst>
                    <a:ext uri="{FF2B5EF4-FFF2-40B4-BE49-F238E27FC236}">
                      <a16:creationId xmlns:a16="http://schemas.microsoft.com/office/drawing/2014/main" id="{DFE65EA7-07D7-4B9C-9639-D94578E9CA76}"/>
                    </a:ext>
                  </a:extLst>
                </p:cNvPr>
                <p:cNvSpPr/>
                <p:nvPr/>
              </p:nvSpPr>
              <p:spPr>
                <a:xfrm>
                  <a:off x="1838326" y="1000693"/>
                  <a:ext cx="647700" cy="114295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MX"/>
                </a:p>
              </p:txBody>
            </p:sp>
            <p:sp>
              <p:nvSpPr>
                <p:cNvPr id="9" name="Rectángulo 8">
                  <a:extLst>
                    <a:ext uri="{FF2B5EF4-FFF2-40B4-BE49-F238E27FC236}">
                      <a16:creationId xmlns:a16="http://schemas.microsoft.com/office/drawing/2014/main" id="{E4F69077-F240-4506-B503-E74023670841}"/>
                    </a:ext>
                  </a:extLst>
                </p:cNvPr>
                <p:cNvSpPr/>
                <p:nvPr/>
              </p:nvSpPr>
              <p:spPr>
                <a:xfrm>
                  <a:off x="1838326" y="1183800"/>
                  <a:ext cx="647700" cy="114295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MX"/>
                </a:p>
              </p:txBody>
            </p:sp>
          </p:grpSp>
          <p:grpSp>
            <p:nvGrpSpPr>
              <p:cNvPr id="14" name="Grupo 13">
                <a:extLst>
                  <a:ext uri="{FF2B5EF4-FFF2-40B4-BE49-F238E27FC236}">
                    <a16:creationId xmlns:a16="http://schemas.microsoft.com/office/drawing/2014/main" id="{E8A3D0BD-644A-4AB8-A283-6C90CF51E85C}"/>
                  </a:ext>
                </a:extLst>
              </p:cNvPr>
              <p:cNvGrpSpPr/>
              <p:nvPr/>
            </p:nvGrpSpPr>
            <p:grpSpPr>
              <a:xfrm>
                <a:off x="8755276" y="940218"/>
                <a:ext cx="1318726" cy="304474"/>
                <a:chOff x="8752114" y="1000694"/>
                <a:chExt cx="1072016" cy="268581"/>
              </a:xfrm>
              <a:solidFill>
                <a:srgbClr val="FFFF00"/>
              </a:solidFill>
            </p:grpSpPr>
            <p:sp>
              <p:nvSpPr>
                <p:cNvPr id="11" name="Elipse 10">
                  <a:extLst>
                    <a:ext uri="{FF2B5EF4-FFF2-40B4-BE49-F238E27FC236}">
                      <a16:creationId xmlns:a16="http://schemas.microsoft.com/office/drawing/2014/main" id="{DD8D6058-4FD6-4511-AB51-6D94C2A07E19}"/>
                    </a:ext>
                  </a:extLst>
                </p:cNvPr>
                <p:cNvSpPr/>
                <p:nvPr/>
              </p:nvSpPr>
              <p:spPr>
                <a:xfrm>
                  <a:off x="8752114" y="1000694"/>
                  <a:ext cx="246413" cy="251412"/>
                </a:xfrm>
                <a:prstGeom prst="ellipse">
                  <a:avLst/>
                </a:prstGeom>
                <a:solidFill>
                  <a:srgbClr val="FA523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MX"/>
                </a:p>
              </p:txBody>
            </p:sp>
            <p:sp>
              <p:nvSpPr>
                <p:cNvPr id="12" name="Elipse 11">
                  <a:extLst>
                    <a:ext uri="{FF2B5EF4-FFF2-40B4-BE49-F238E27FC236}">
                      <a16:creationId xmlns:a16="http://schemas.microsoft.com/office/drawing/2014/main" id="{EF9ECE21-F2D3-4694-976F-09B4D8CB4B47}"/>
                    </a:ext>
                  </a:extLst>
                </p:cNvPr>
                <p:cNvSpPr/>
                <p:nvPr/>
              </p:nvSpPr>
              <p:spPr>
                <a:xfrm>
                  <a:off x="9169482" y="1017863"/>
                  <a:ext cx="246413" cy="251412"/>
                </a:xfrm>
                <a:prstGeom prst="ellipse">
                  <a:avLst/>
                </a:prstGeom>
                <a:solidFill>
                  <a:srgbClr val="2C975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MX"/>
                </a:p>
              </p:txBody>
            </p:sp>
            <p:sp>
              <p:nvSpPr>
                <p:cNvPr id="13" name="Elipse 12">
                  <a:extLst>
                    <a:ext uri="{FF2B5EF4-FFF2-40B4-BE49-F238E27FC236}">
                      <a16:creationId xmlns:a16="http://schemas.microsoft.com/office/drawing/2014/main" id="{EBDD0976-C6CF-4EB8-A4BF-84C7F66CFA52}"/>
                    </a:ext>
                  </a:extLst>
                </p:cNvPr>
                <p:cNvSpPr/>
                <p:nvPr/>
              </p:nvSpPr>
              <p:spPr>
                <a:xfrm>
                  <a:off x="9577717" y="1017863"/>
                  <a:ext cx="246413" cy="251412"/>
                </a:xfrm>
                <a:prstGeom prst="ellipse">
                  <a:avLst/>
                </a:prstGeom>
                <a:solidFill>
                  <a:srgbClr val="FEB70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MX"/>
                </a:p>
              </p:txBody>
            </p:sp>
          </p:grpSp>
        </p:grp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1FBC07C1-4962-474A-8CF3-5E9859593898}"/>
                </a:ext>
              </a:extLst>
            </p:cNvPr>
            <p:cNvCxnSpPr>
              <a:cxnSpLocks/>
            </p:cNvCxnSpPr>
            <p:nvPr/>
          </p:nvCxnSpPr>
          <p:spPr>
            <a:xfrm>
              <a:off x="6521680" y="2039803"/>
              <a:ext cx="176958" cy="117703"/>
            </a:xfrm>
            <a:prstGeom prst="line">
              <a:avLst/>
            </a:prstGeom>
            <a:ln w="762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Imagen 20">
            <a:extLst>
              <a:ext uri="{FF2B5EF4-FFF2-40B4-BE49-F238E27FC236}">
                <a16:creationId xmlns:a16="http://schemas.microsoft.com/office/drawing/2014/main" id="{765604BC-A5B8-41E4-B495-436ED94E1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089" y="694639"/>
            <a:ext cx="647700" cy="574882"/>
          </a:xfrm>
          <a:prstGeom prst="rect">
            <a:avLst/>
          </a:prstGeom>
        </p:spPr>
      </p:pic>
      <p:grpSp>
        <p:nvGrpSpPr>
          <p:cNvPr id="59" name="Grupo 58">
            <a:extLst>
              <a:ext uri="{FF2B5EF4-FFF2-40B4-BE49-F238E27FC236}">
                <a16:creationId xmlns:a16="http://schemas.microsoft.com/office/drawing/2014/main" id="{192988DE-9553-4C2E-9BC7-E7A18DE5FA13}"/>
              </a:ext>
            </a:extLst>
          </p:cNvPr>
          <p:cNvGrpSpPr/>
          <p:nvPr/>
        </p:nvGrpSpPr>
        <p:grpSpPr>
          <a:xfrm>
            <a:off x="1318541" y="1684051"/>
            <a:ext cx="5674926" cy="569216"/>
            <a:chOff x="1318541" y="1684051"/>
            <a:chExt cx="5674926" cy="569216"/>
          </a:xfrm>
        </p:grpSpPr>
        <p:sp>
          <p:nvSpPr>
            <p:cNvPr id="30" name="Rectángulo: esquinas redondeadas 29">
              <a:extLst>
                <a:ext uri="{FF2B5EF4-FFF2-40B4-BE49-F238E27FC236}">
                  <a16:creationId xmlns:a16="http://schemas.microsoft.com/office/drawing/2014/main" id="{7CED371F-8729-44AB-8499-603805498C4C}"/>
                </a:ext>
              </a:extLst>
            </p:cNvPr>
            <p:cNvSpPr/>
            <p:nvPr/>
          </p:nvSpPr>
          <p:spPr>
            <a:xfrm>
              <a:off x="1318541" y="1684051"/>
              <a:ext cx="5674926" cy="569216"/>
            </a:xfrm>
            <a:prstGeom prst="roundRect">
              <a:avLst>
                <a:gd name="adj" fmla="val 50000"/>
              </a:avLst>
            </a:prstGeom>
            <a:noFill/>
            <a:ln w="57150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Elipse 31">
              <a:extLst>
                <a:ext uri="{FF2B5EF4-FFF2-40B4-BE49-F238E27FC236}">
                  <a16:creationId xmlns:a16="http://schemas.microsoft.com/office/drawing/2014/main" id="{08DFED1A-2941-49B7-9AC8-13ED655664D3}"/>
                </a:ext>
              </a:extLst>
            </p:cNvPr>
            <p:cNvSpPr/>
            <p:nvPr/>
          </p:nvSpPr>
          <p:spPr>
            <a:xfrm>
              <a:off x="6283002" y="1793359"/>
              <a:ext cx="297766" cy="313560"/>
            </a:xfrm>
            <a:prstGeom prst="ellipse">
              <a:avLst/>
            </a:prstGeom>
            <a:noFill/>
            <a:ln w="571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E3050692-698A-4F62-A11C-E8FB78493007}"/>
                </a:ext>
              </a:extLst>
            </p:cNvPr>
            <p:cNvCxnSpPr/>
            <p:nvPr/>
          </p:nvCxnSpPr>
          <p:spPr>
            <a:xfrm>
              <a:off x="6096000" y="1786585"/>
              <a:ext cx="0" cy="364147"/>
            </a:xfrm>
            <a:prstGeom prst="line">
              <a:avLst/>
            </a:prstGeom>
            <a:ln w="38100"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CuadroTexto 38">
            <a:extLst>
              <a:ext uri="{FF2B5EF4-FFF2-40B4-BE49-F238E27FC236}">
                <a16:creationId xmlns:a16="http://schemas.microsoft.com/office/drawing/2014/main" id="{E28C92C1-672B-4A88-A443-EC7991CA48F6}"/>
              </a:ext>
            </a:extLst>
          </p:cNvPr>
          <p:cNvSpPr txBox="1"/>
          <p:nvPr/>
        </p:nvSpPr>
        <p:spPr>
          <a:xfrm>
            <a:off x="1645486" y="1707800"/>
            <a:ext cx="3029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>
                <a:solidFill>
                  <a:schemeClr val="bg1">
                    <a:lumMod val="50000"/>
                  </a:schemeClr>
                </a:solidFill>
              </a:rPr>
              <a:t>INTRODUCCION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CE33E7E6-066E-45C0-8064-8EB5EA4821A9}"/>
              </a:ext>
            </a:extLst>
          </p:cNvPr>
          <p:cNvSpPr txBox="1"/>
          <p:nvPr/>
        </p:nvSpPr>
        <p:spPr>
          <a:xfrm>
            <a:off x="1305214" y="2540973"/>
            <a:ext cx="824355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>
                    <a:lumMod val="50000"/>
                  </a:schemeClr>
                </a:solidFill>
              </a:rPr>
              <a:t>El tema de igualación de ecuaciones químicas trata sobre equilibrar las reacciones para que la cantidad de átomos de cada elemento sea la misma en los reactivos y en los productos. Esto se basa en la ley de conservación de la masa, que dice que la materia no se crea ni se destruye, solo se </a:t>
            </a:r>
            <a:r>
              <a:rPr lang="es-MX" dirty="0" err="1">
                <a:solidFill>
                  <a:schemeClr val="bg1">
                    <a:lumMod val="50000"/>
                  </a:schemeClr>
                </a:solidFill>
              </a:rPr>
              <a:t>transforma.En</a:t>
            </a:r>
            <a:r>
              <a:rPr lang="es-MX" dirty="0">
                <a:solidFill>
                  <a:schemeClr val="bg1">
                    <a:lumMod val="50000"/>
                  </a:schemeClr>
                </a:solidFill>
              </a:rPr>
              <a:t> el experimento de obtención del hidrógeno (H₂) y oxígeno (O₂), se aplica la igualación porque al descomponer el agua (H₂O) mediante electrólisis, los átomos de hidrógeno y oxígeno deben estar balanceados. La ecuación igualada queda así:2H₂O → 2H₂ + </a:t>
            </a:r>
            <a:r>
              <a:rPr lang="es-MX" dirty="0" err="1">
                <a:solidFill>
                  <a:schemeClr val="bg1">
                    <a:lumMod val="50000"/>
                  </a:schemeClr>
                </a:solidFill>
              </a:rPr>
              <a:t>O₂Esto</a:t>
            </a:r>
            <a:r>
              <a:rPr lang="es-MX" dirty="0">
                <a:solidFill>
                  <a:schemeClr val="bg1">
                    <a:lumMod val="50000"/>
                  </a:schemeClr>
                </a:solidFill>
              </a:rPr>
              <a:t> muestra que del agua se forman dos moléculas de hidrógeno y una de oxígeno, manteniendo el mismo número de átomos en ambos lados. Así, la igualación permite representar correctamente la reacción y entender cómo se transforman las sustancias sin perder ni ganar materia.</a:t>
            </a:r>
          </a:p>
        </p:txBody>
      </p:sp>
    </p:spTree>
    <p:extLst>
      <p:ext uri="{BB962C8B-B14F-4D97-AF65-F5344CB8AC3E}">
        <p14:creationId xmlns:p14="http://schemas.microsoft.com/office/powerpoint/2010/main" val="1044946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1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>
            <a:extLst>
              <a:ext uri="{FF2B5EF4-FFF2-40B4-BE49-F238E27FC236}">
                <a16:creationId xmlns:a16="http://schemas.microsoft.com/office/drawing/2014/main" id="{765604BC-A5B8-41E4-B495-436ED94E1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089" y="694639"/>
            <a:ext cx="647700" cy="574882"/>
          </a:xfrm>
          <a:prstGeom prst="rect">
            <a:avLst/>
          </a:prstGeom>
        </p:spPr>
      </p:pic>
      <p:grpSp>
        <p:nvGrpSpPr>
          <p:cNvPr id="24" name="Grupo 23">
            <a:extLst>
              <a:ext uri="{FF2B5EF4-FFF2-40B4-BE49-F238E27FC236}">
                <a16:creationId xmlns:a16="http://schemas.microsoft.com/office/drawing/2014/main" id="{4460110E-F24E-4848-8EFF-F54C2EDBB2C5}"/>
              </a:ext>
            </a:extLst>
          </p:cNvPr>
          <p:cNvGrpSpPr/>
          <p:nvPr/>
        </p:nvGrpSpPr>
        <p:grpSpPr>
          <a:xfrm>
            <a:off x="988330" y="512084"/>
            <a:ext cx="9895157" cy="5806937"/>
            <a:chOff x="988330" y="525531"/>
            <a:chExt cx="9895157" cy="5806937"/>
          </a:xfrm>
        </p:grpSpPr>
        <p:grpSp>
          <p:nvGrpSpPr>
            <p:cNvPr id="25" name="Grupo 24">
              <a:extLst>
                <a:ext uri="{FF2B5EF4-FFF2-40B4-BE49-F238E27FC236}">
                  <a16:creationId xmlns:a16="http://schemas.microsoft.com/office/drawing/2014/main" id="{BD0CAECB-2D83-46FE-9294-9B44949CCB9A}"/>
                </a:ext>
              </a:extLst>
            </p:cNvPr>
            <p:cNvGrpSpPr/>
            <p:nvPr/>
          </p:nvGrpSpPr>
          <p:grpSpPr>
            <a:xfrm>
              <a:off x="988330" y="525531"/>
              <a:ext cx="9895157" cy="5806937"/>
              <a:chOff x="988330" y="525531"/>
              <a:chExt cx="9895157" cy="5806937"/>
            </a:xfrm>
          </p:grpSpPr>
          <p:grpSp>
            <p:nvGrpSpPr>
              <p:cNvPr id="15" name="Grupo 14">
                <a:extLst>
                  <a:ext uri="{FF2B5EF4-FFF2-40B4-BE49-F238E27FC236}">
                    <a16:creationId xmlns:a16="http://schemas.microsoft.com/office/drawing/2014/main" id="{9F1749D6-CA4A-47D9-A5CA-D0A23F27B2DE}"/>
                  </a:ext>
                </a:extLst>
              </p:cNvPr>
              <p:cNvGrpSpPr/>
              <p:nvPr/>
            </p:nvGrpSpPr>
            <p:grpSpPr>
              <a:xfrm>
                <a:off x="988330" y="525531"/>
                <a:ext cx="9895157" cy="5806937"/>
                <a:chOff x="1011382" y="554105"/>
                <a:chExt cx="9895157" cy="5806937"/>
              </a:xfrm>
            </p:grpSpPr>
            <p:grpSp>
              <p:nvGrpSpPr>
                <p:cNvPr id="10" name="Grupo 9">
                  <a:extLst>
                    <a:ext uri="{FF2B5EF4-FFF2-40B4-BE49-F238E27FC236}">
                      <a16:creationId xmlns:a16="http://schemas.microsoft.com/office/drawing/2014/main" id="{54F9695F-6387-4177-9BAC-7E484E6E3B4C}"/>
                    </a:ext>
                  </a:extLst>
                </p:cNvPr>
                <p:cNvGrpSpPr/>
                <p:nvPr/>
              </p:nvGrpSpPr>
              <p:grpSpPr>
                <a:xfrm>
                  <a:off x="1011382" y="554105"/>
                  <a:ext cx="9895157" cy="5806937"/>
                  <a:chOff x="1011382" y="554105"/>
                  <a:chExt cx="9895157" cy="5806937"/>
                </a:xfrm>
              </p:grpSpPr>
              <p:grpSp>
                <p:nvGrpSpPr>
                  <p:cNvPr id="6" name="Grupo 5">
                    <a:extLst>
                      <a:ext uri="{FF2B5EF4-FFF2-40B4-BE49-F238E27FC236}">
                        <a16:creationId xmlns:a16="http://schemas.microsoft.com/office/drawing/2014/main" id="{F6CC9175-904F-400C-89F8-29AF7E56BEA8}"/>
                      </a:ext>
                    </a:extLst>
                  </p:cNvPr>
                  <p:cNvGrpSpPr/>
                  <p:nvPr/>
                </p:nvGrpSpPr>
                <p:grpSpPr>
                  <a:xfrm>
                    <a:off x="1011382" y="554105"/>
                    <a:ext cx="9895157" cy="5806937"/>
                    <a:chOff x="1011382" y="554105"/>
                    <a:chExt cx="9895157" cy="5806937"/>
                  </a:xfrm>
                </p:grpSpPr>
                <p:sp>
                  <p:nvSpPr>
                    <p:cNvPr id="2" name="Rectángulo: esquinas redondeadas 1">
                      <a:extLst>
                        <a:ext uri="{FF2B5EF4-FFF2-40B4-BE49-F238E27FC236}">
                          <a16:creationId xmlns:a16="http://schemas.microsoft.com/office/drawing/2014/main" id="{E6DB7EE2-F3F3-48E1-B911-8476EF1526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3790" y="554105"/>
                      <a:ext cx="9892749" cy="5806937"/>
                    </a:xfrm>
                    <a:prstGeom prst="roundRect">
                      <a:avLst>
                        <a:gd name="adj" fmla="val 15750"/>
                      </a:avLst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MX"/>
                    </a:p>
                  </p:txBody>
                </p:sp>
                <p:cxnSp>
                  <p:nvCxnSpPr>
                    <p:cNvPr id="4" name="Conector recto 3">
                      <a:extLst>
                        <a:ext uri="{FF2B5EF4-FFF2-40B4-BE49-F238E27FC236}">
                          <a16:creationId xmlns:a16="http://schemas.microsoft.com/office/drawing/2014/main" id="{3D8F99C1-EDAC-43FC-95A6-89EE7722064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11382" y="1537855"/>
                      <a:ext cx="9892749" cy="0"/>
                    </a:xfrm>
                    <a:prstGeom prst="line">
                      <a:avLst/>
                    </a:prstGeom>
                    <a:ln w="3810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7" name="Rectángulo 6">
                    <a:extLst>
                      <a:ext uri="{FF2B5EF4-FFF2-40B4-BE49-F238E27FC236}">
                        <a16:creationId xmlns:a16="http://schemas.microsoft.com/office/drawing/2014/main" id="{4FE049DE-68F2-4428-942E-9257B558F235}"/>
                      </a:ext>
                    </a:extLst>
                  </p:cNvPr>
                  <p:cNvSpPr/>
                  <p:nvPr/>
                </p:nvSpPr>
                <p:spPr>
                  <a:xfrm>
                    <a:off x="1838326" y="825923"/>
                    <a:ext cx="647700" cy="114295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MX"/>
                  </a:p>
                </p:txBody>
              </p:sp>
              <p:sp>
                <p:nvSpPr>
                  <p:cNvPr id="8" name="Rectángulo 7">
                    <a:extLst>
                      <a:ext uri="{FF2B5EF4-FFF2-40B4-BE49-F238E27FC236}">
                        <a16:creationId xmlns:a16="http://schemas.microsoft.com/office/drawing/2014/main" id="{DFE65EA7-07D7-4B9C-9639-D94578E9CA76}"/>
                      </a:ext>
                    </a:extLst>
                  </p:cNvPr>
                  <p:cNvSpPr/>
                  <p:nvPr/>
                </p:nvSpPr>
                <p:spPr>
                  <a:xfrm>
                    <a:off x="1838326" y="1000693"/>
                    <a:ext cx="647700" cy="114295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MX"/>
                  </a:p>
                </p:txBody>
              </p:sp>
              <p:sp>
                <p:nvSpPr>
                  <p:cNvPr id="9" name="Rectángulo 8">
                    <a:extLst>
                      <a:ext uri="{FF2B5EF4-FFF2-40B4-BE49-F238E27FC236}">
                        <a16:creationId xmlns:a16="http://schemas.microsoft.com/office/drawing/2014/main" id="{E4F69077-F240-4506-B503-E74023670841}"/>
                      </a:ext>
                    </a:extLst>
                  </p:cNvPr>
                  <p:cNvSpPr/>
                  <p:nvPr/>
                </p:nvSpPr>
                <p:spPr>
                  <a:xfrm>
                    <a:off x="1838326" y="1183800"/>
                    <a:ext cx="647700" cy="114295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MX"/>
                  </a:p>
                </p:txBody>
              </p:sp>
            </p:grpSp>
            <p:grpSp>
              <p:nvGrpSpPr>
                <p:cNvPr id="14" name="Grupo 13">
                  <a:extLst>
                    <a:ext uri="{FF2B5EF4-FFF2-40B4-BE49-F238E27FC236}">
                      <a16:creationId xmlns:a16="http://schemas.microsoft.com/office/drawing/2014/main" id="{E8A3D0BD-644A-4AB8-A283-6C90CF51E85C}"/>
                    </a:ext>
                  </a:extLst>
                </p:cNvPr>
                <p:cNvGrpSpPr/>
                <p:nvPr/>
              </p:nvGrpSpPr>
              <p:grpSpPr>
                <a:xfrm>
                  <a:off x="8755276" y="940218"/>
                  <a:ext cx="1318726" cy="304474"/>
                  <a:chOff x="8752114" y="1000694"/>
                  <a:chExt cx="1072016" cy="268581"/>
                </a:xfrm>
                <a:solidFill>
                  <a:srgbClr val="FFFF00"/>
                </a:solidFill>
              </p:grpSpPr>
              <p:sp>
                <p:nvSpPr>
                  <p:cNvPr id="11" name="Elipse 10">
                    <a:extLst>
                      <a:ext uri="{FF2B5EF4-FFF2-40B4-BE49-F238E27FC236}">
                        <a16:creationId xmlns:a16="http://schemas.microsoft.com/office/drawing/2014/main" id="{DD8D6058-4FD6-4511-AB51-6D94C2A07E19}"/>
                      </a:ext>
                    </a:extLst>
                  </p:cNvPr>
                  <p:cNvSpPr/>
                  <p:nvPr/>
                </p:nvSpPr>
                <p:spPr>
                  <a:xfrm>
                    <a:off x="8752114" y="1000694"/>
                    <a:ext cx="246413" cy="251412"/>
                  </a:xfrm>
                  <a:prstGeom prst="ellipse">
                    <a:avLst/>
                  </a:prstGeom>
                  <a:solidFill>
                    <a:srgbClr val="FA523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MX"/>
                  </a:p>
                </p:txBody>
              </p:sp>
              <p:sp>
                <p:nvSpPr>
                  <p:cNvPr id="12" name="Elipse 11">
                    <a:extLst>
                      <a:ext uri="{FF2B5EF4-FFF2-40B4-BE49-F238E27FC236}">
                        <a16:creationId xmlns:a16="http://schemas.microsoft.com/office/drawing/2014/main" id="{EF9ECE21-F2D3-4694-976F-09B4D8CB4B47}"/>
                      </a:ext>
                    </a:extLst>
                  </p:cNvPr>
                  <p:cNvSpPr/>
                  <p:nvPr/>
                </p:nvSpPr>
                <p:spPr>
                  <a:xfrm>
                    <a:off x="9169482" y="1017863"/>
                    <a:ext cx="246413" cy="251412"/>
                  </a:xfrm>
                  <a:prstGeom prst="ellipse">
                    <a:avLst/>
                  </a:prstGeom>
                  <a:solidFill>
                    <a:srgbClr val="2C975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MX"/>
                  </a:p>
                </p:txBody>
              </p:sp>
              <p:sp>
                <p:nvSpPr>
                  <p:cNvPr id="13" name="Elipse 12">
                    <a:extLst>
                      <a:ext uri="{FF2B5EF4-FFF2-40B4-BE49-F238E27FC236}">
                        <a16:creationId xmlns:a16="http://schemas.microsoft.com/office/drawing/2014/main" id="{EBDD0976-C6CF-4EB8-A4BF-84C7F66CFA52}"/>
                      </a:ext>
                    </a:extLst>
                  </p:cNvPr>
                  <p:cNvSpPr/>
                  <p:nvPr/>
                </p:nvSpPr>
                <p:spPr>
                  <a:xfrm>
                    <a:off x="9577717" y="1017863"/>
                    <a:ext cx="246413" cy="251412"/>
                  </a:xfrm>
                  <a:prstGeom prst="ellipse">
                    <a:avLst/>
                  </a:prstGeom>
                  <a:solidFill>
                    <a:srgbClr val="FEB70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MX"/>
                  </a:p>
                </p:txBody>
              </p:sp>
            </p:grpSp>
          </p:grpSp>
          <p:cxnSp>
            <p:nvCxnSpPr>
              <p:cNvPr id="22" name="Conector recto 21">
                <a:extLst>
                  <a:ext uri="{FF2B5EF4-FFF2-40B4-BE49-F238E27FC236}">
                    <a16:creationId xmlns:a16="http://schemas.microsoft.com/office/drawing/2014/main" id="{1FBC07C1-4962-474A-8CF3-5E98595938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08279" y="2057153"/>
                <a:ext cx="176958" cy="117703"/>
              </a:xfrm>
              <a:prstGeom prst="line">
                <a:avLst/>
              </a:prstGeom>
              <a:ln w="762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upo 22">
              <a:extLst>
                <a:ext uri="{FF2B5EF4-FFF2-40B4-BE49-F238E27FC236}">
                  <a16:creationId xmlns:a16="http://schemas.microsoft.com/office/drawing/2014/main" id="{03A60E64-0612-444E-879C-00F98F033E12}"/>
                </a:ext>
              </a:extLst>
            </p:cNvPr>
            <p:cNvGrpSpPr/>
            <p:nvPr/>
          </p:nvGrpSpPr>
          <p:grpSpPr>
            <a:xfrm>
              <a:off x="2462974" y="1694831"/>
              <a:ext cx="5674926" cy="569216"/>
              <a:chOff x="2462974" y="1694831"/>
              <a:chExt cx="5674926" cy="569216"/>
            </a:xfrm>
          </p:grpSpPr>
          <p:sp>
            <p:nvSpPr>
              <p:cNvPr id="30" name="Rectángulo: esquinas redondeadas 29">
                <a:extLst>
                  <a:ext uri="{FF2B5EF4-FFF2-40B4-BE49-F238E27FC236}">
                    <a16:creationId xmlns:a16="http://schemas.microsoft.com/office/drawing/2014/main" id="{7CED371F-8729-44AB-8499-603805498C4C}"/>
                  </a:ext>
                </a:extLst>
              </p:cNvPr>
              <p:cNvSpPr/>
              <p:nvPr/>
            </p:nvSpPr>
            <p:spPr>
              <a:xfrm>
                <a:off x="2462974" y="1694831"/>
                <a:ext cx="5674926" cy="569216"/>
              </a:xfrm>
              <a:prstGeom prst="roundRect">
                <a:avLst>
                  <a:gd name="adj" fmla="val 50000"/>
                </a:avLst>
              </a:prstGeom>
              <a:noFill/>
              <a:ln w="57150">
                <a:solidFill>
                  <a:srgbClr val="BFBFB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32" name="Elipse 31">
                <a:extLst>
                  <a:ext uri="{FF2B5EF4-FFF2-40B4-BE49-F238E27FC236}">
                    <a16:creationId xmlns:a16="http://schemas.microsoft.com/office/drawing/2014/main" id="{08DFED1A-2941-49B7-9AC8-13ED655664D3}"/>
                  </a:ext>
                </a:extLst>
              </p:cNvPr>
              <p:cNvSpPr/>
              <p:nvPr/>
            </p:nvSpPr>
            <p:spPr>
              <a:xfrm>
                <a:off x="7321629" y="1802445"/>
                <a:ext cx="297766" cy="313560"/>
              </a:xfrm>
              <a:prstGeom prst="ellipse">
                <a:avLst/>
              </a:prstGeom>
              <a:noFill/>
              <a:ln w="571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cxnSp>
            <p:nvCxnSpPr>
              <p:cNvPr id="35" name="Conector recto 34">
                <a:extLst>
                  <a:ext uri="{FF2B5EF4-FFF2-40B4-BE49-F238E27FC236}">
                    <a16:creationId xmlns:a16="http://schemas.microsoft.com/office/drawing/2014/main" id="{E3050692-698A-4F62-A11C-E8FB78493007}"/>
                  </a:ext>
                </a:extLst>
              </p:cNvPr>
              <p:cNvCxnSpPr/>
              <p:nvPr/>
            </p:nvCxnSpPr>
            <p:spPr>
              <a:xfrm>
                <a:off x="7099412" y="1777151"/>
                <a:ext cx="0" cy="364147"/>
              </a:xfrm>
              <a:prstGeom prst="line">
                <a:avLst/>
              </a:prstGeom>
              <a:ln w="38100">
                <a:solidFill>
                  <a:srgbClr val="BFBF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E28C92C1-672B-4A88-A443-EC7991CA48F6}"/>
                  </a:ext>
                </a:extLst>
              </p:cNvPr>
              <p:cNvSpPr txBox="1"/>
              <p:nvPr/>
            </p:nvSpPr>
            <p:spPr>
              <a:xfrm>
                <a:off x="2637890" y="1738953"/>
                <a:ext cx="294207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419" sz="2400" dirty="0">
                    <a:solidFill>
                      <a:schemeClr val="bg1">
                        <a:lumMod val="50000"/>
                      </a:schemeClr>
                    </a:solidFill>
                  </a:rPr>
                  <a:t>OBJETIVOS</a:t>
                </a:r>
                <a:endParaRPr lang="es-MX" sz="24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43" name="CuadroTexto 42">
            <a:extLst>
              <a:ext uri="{FF2B5EF4-FFF2-40B4-BE49-F238E27FC236}">
                <a16:creationId xmlns:a16="http://schemas.microsoft.com/office/drawing/2014/main" id="{CE33E7E6-066E-45C0-8064-8EB5EA4821A9}"/>
              </a:ext>
            </a:extLst>
          </p:cNvPr>
          <p:cNvSpPr txBox="1"/>
          <p:nvPr/>
        </p:nvSpPr>
        <p:spPr>
          <a:xfrm>
            <a:off x="1465729" y="2614558"/>
            <a:ext cx="463027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s-MX" sz="2400" dirty="0">
                <a:solidFill>
                  <a:schemeClr val="bg1">
                    <a:lumMod val="50000"/>
                  </a:schemeClr>
                </a:solidFill>
              </a:rPr>
              <a:t>Obtener los gases hidrógeno y oxígeno a partir del agua mediante electrólisis.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s-MX" sz="2400" dirty="0">
                <a:solidFill>
                  <a:schemeClr val="bg1">
                    <a:lumMod val="50000"/>
                  </a:schemeClr>
                </a:solidFill>
              </a:rPr>
              <a:t>Observar las diferencias en la cantidad de gas liberado en cada electrodo.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s-MX" sz="2400" dirty="0">
                <a:solidFill>
                  <a:schemeClr val="bg1">
                    <a:lumMod val="50000"/>
                  </a:schemeClr>
                </a:solidFill>
              </a:rPr>
              <a:t>Identificar experimentalmente las propiedades de cada gas.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01FF462C-53F8-4C76-B2F0-9AFA5C2E2829}"/>
              </a:ext>
            </a:extLst>
          </p:cNvPr>
          <p:cNvGrpSpPr/>
          <p:nvPr/>
        </p:nvGrpSpPr>
        <p:grpSpPr>
          <a:xfrm>
            <a:off x="1869382" y="1819753"/>
            <a:ext cx="481858" cy="457435"/>
            <a:chOff x="1869382" y="1819753"/>
            <a:chExt cx="481858" cy="457435"/>
          </a:xfrm>
        </p:grpSpPr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4BBE8B0A-7ED6-45CB-82FA-422DB7FD7FB9}"/>
                </a:ext>
              </a:extLst>
            </p:cNvPr>
            <p:cNvSpPr/>
            <p:nvPr/>
          </p:nvSpPr>
          <p:spPr>
            <a:xfrm>
              <a:off x="1869382" y="1819753"/>
              <a:ext cx="481858" cy="457435"/>
            </a:xfrm>
            <a:prstGeom prst="ellipse">
              <a:avLst/>
            </a:prstGeom>
            <a:solidFill>
              <a:srgbClr val="FA52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7" name="Flecha: a la derecha 16">
              <a:hlinkClick r:id="rId3" action="ppaction://hlinksldjump"/>
              <a:extLst>
                <a:ext uri="{FF2B5EF4-FFF2-40B4-BE49-F238E27FC236}">
                  <a16:creationId xmlns:a16="http://schemas.microsoft.com/office/drawing/2014/main" id="{A8EBE473-58A5-4BA0-94C2-AB8151ABE8FC}"/>
                </a:ext>
              </a:extLst>
            </p:cNvPr>
            <p:cNvSpPr/>
            <p:nvPr/>
          </p:nvSpPr>
          <p:spPr>
            <a:xfrm>
              <a:off x="1945596" y="1932149"/>
              <a:ext cx="356741" cy="242651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74" name="Grupo 73">
            <a:extLst>
              <a:ext uri="{FF2B5EF4-FFF2-40B4-BE49-F238E27FC236}">
                <a16:creationId xmlns:a16="http://schemas.microsoft.com/office/drawing/2014/main" id="{D98731DB-CE77-4FBB-A784-99E485DC672E}"/>
              </a:ext>
            </a:extLst>
          </p:cNvPr>
          <p:cNvGrpSpPr/>
          <p:nvPr/>
        </p:nvGrpSpPr>
        <p:grpSpPr>
          <a:xfrm>
            <a:off x="1213504" y="1802445"/>
            <a:ext cx="481858" cy="457435"/>
            <a:chOff x="1869382" y="1819753"/>
            <a:chExt cx="481858" cy="457435"/>
          </a:xfrm>
        </p:grpSpPr>
        <p:sp>
          <p:nvSpPr>
            <p:cNvPr id="75" name="Elipse 74">
              <a:extLst>
                <a:ext uri="{FF2B5EF4-FFF2-40B4-BE49-F238E27FC236}">
                  <a16:creationId xmlns:a16="http://schemas.microsoft.com/office/drawing/2014/main" id="{F85ECC7B-F5EA-41A7-A29F-3C3B11E70D59}"/>
                </a:ext>
              </a:extLst>
            </p:cNvPr>
            <p:cNvSpPr/>
            <p:nvPr/>
          </p:nvSpPr>
          <p:spPr>
            <a:xfrm>
              <a:off x="1869382" y="1819753"/>
              <a:ext cx="481858" cy="457435"/>
            </a:xfrm>
            <a:prstGeom prst="ellipse">
              <a:avLst/>
            </a:prstGeom>
            <a:solidFill>
              <a:srgbClr val="FEB7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6" name="Flecha: a la derecha 75">
              <a:hlinkClick r:id="rId4" action="ppaction://hlinksldjump"/>
              <a:extLst>
                <a:ext uri="{FF2B5EF4-FFF2-40B4-BE49-F238E27FC236}">
                  <a16:creationId xmlns:a16="http://schemas.microsoft.com/office/drawing/2014/main" id="{1E16CFFB-3AC3-445F-ADDE-DAA15F516D99}"/>
                </a:ext>
              </a:extLst>
            </p:cNvPr>
            <p:cNvSpPr/>
            <p:nvPr/>
          </p:nvSpPr>
          <p:spPr>
            <a:xfrm rot="10800000">
              <a:off x="1919297" y="1949457"/>
              <a:ext cx="356741" cy="242651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</p:spTree>
    <p:extLst>
      <p:ext uri="{BB962C8B-B14F-4D97-AF65-F5344CB8AC3E}">
        <p14:creationId xmlns:p14="http://schemas.microsoft.com/office/powerpoint/2010/main" val="1980656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>
            <a:extLst>
              <a:ext uri="{FF2B5EF4-FFF2-40B4-BE49-F238E27FC236}">
                <a16:creationId xmlns:a16="http://schemas.microsoft.com/office/drawing/2014/main" id="{765604BC-A5B8-41E4-B495-436ED94E1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089" y="694639"/>
            <a:ext cx="647700" cy="574882"/>
          </a:xfrm>
          <a:prstGeom prst="rect">
            <a:avLst/>
          </a:prstGeom>
        </p:spPr>
      </p:pic>
      <p:grpSp>
        <p:nvGrpSpPr>
          <p:cNvPr id="15" name="Grupo 14">
            <a:extLst>
              <a:ext uri="{FF2B5EF4-FFF2-40B4-BE49-F238E27FC236}">
                <a16:creationId xmlns:a16="http://schemas.microsoft.com/office/drawing/2014/main" id="{9F1749D6-CA4A-47D9-A5CA-D0A23F27B2DE}"/>
              </a:ext>
            </a:extLst>
          </p:cNvPr>
          <p:cNvGrpSpPr/>
          <p:nvPr/>
        </p:nvGrpSpPr>
        <p:grpSpPr>
          <a:xfrm>
            <a:off x="988330" y="525531"/>
            <a:ext cx="9895157" cy="5806937"/>
            <a:chOff x="1011382" y="554105"/>
            <a:chExt cx="9895157" cy="5806937"/>
          </a:xfrm>
        </p:grpSpPr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54F9695F-6387-4177-9BAC-7E484E6E3B4C}"/>
                </a:ext>
              </a:extLst>
            </p:cNvPr>
            <p:cNvGrpSpPr/>
            <p:nvPr/>
          </p:nvGrpSpPr>
          <p:grpSpPr>
            <a:xfrm>
              <a:off x="1011382" y="554105"/>
              <a:ext cx="9895157" cy="5806937"/>
              <a:chOff x="1011382" y="554105"/>
              <a:chExt cx="9895157" cy="5806937"/>
            </a:xfrm>
          </p:grpSpPr>
          <p:grpSp>
            <p:nvGrpSpPr>
              <p:cNvPr id="6" name="Grupo 5">
                <a:extLst>
                  <a:ext uri="{FF2B5EF4-FFF2-40B4-BE49-F238E27FC236}">
                    <a16:creationId xmlns:a16="http://schemas.microsoft.com/office/drawing/2014/main" id="{F6CC9175-904F-400C-89F8-29AF7E56BEA8}"/>
                  </a:ext>
                </a:extLst>
              </p:cNvPr>
              <p:cNvGrpSpPr/>
              <p:nvPr/>
            </p:nvGrpSpPr>
            <p:grpSpPr>
              <a:xfrm>
                <a:off x="1011382" y="554105"/>
                <a:ext cx="9895157" cy="5806937"/>
                <a:chOff x="1011382" y="554105"/>
                <a:chExt cx="9895157" cy="5806937"/>
              </a:xfrm>
            </p:grpSpPr>
            <p:sp>
              <p:nvSpPr>
                <p:cNvPr id="2" name="Rectángulo: esquinas redondeadas 1">
                  <a:extLst>
                    <a:ext uri="{FF2B5EF4-FFF2-40B4-BE49-F238E27FC236}">
                      <a16:creationId xmlns:a16="http://schemas.microsoft.com/office/drawing/2014/main" id="{E6DB7EE2-F3F3-48E1-B911-8476EF1526C8}"/>
                    </a:ext>
                  </a:extLst>
                </p:cNvPr>
                <p:cNvSpPr/>
                <p:nvPr/>
              </p:nvSpPr>
              <p:spPr>
                <a:xfrm>
                  <a:off x="1013790" y="554105"/>
                  <a:ext cx="9892749" cy="5806937"/>
                </a:xfrm>
                <a:prstGeom prst="roundRect">
                  <a:avLst>
                    <a:gd name="adj" fmla="val 1575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MX"/>
                </a:p>
              </p:txBody>
            </p:sp>
            <p:cxnSp>
              <p:nvCxnSpPr>
                <p:cNvPr id="4" name="Conector recto 3">
                  <a:extLst>
                    <a:ext uri="{FF2B5EF4-FFF2-40B4-BE49-F238E27FC236}">
                      <a16:creationId xmlns:a16="http://schemas.microsoft.com/office/drawing/2014/main" id="{3D8F99C1-EDAC-43FC-95A6-89EE772206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11382" y="1537855"/>
                  <a:ext cx="9892749" cy="0"/>
                </a:xfrm>
                <a:prstGeom prst="line">
                  <a:avLst/>
                </a:prstGeom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4FE049DE-68F2-4428-942E-9257B558F235}"/>
                  </a:ext>
                </a:extLst>
              </p:cNvPr>
              <p:cNvSpPr/>
              <p:nvPr/>
            </p:nvSpPr>
            <p:spPr>
              <a:xfrm>
                <a:off x="1838326" y="825923"/>
                <a:ext cx="647700" cy="11429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DFE65EA7-07D7-4B9C-9639-D94578E9CA76}"/>
                  </a:ext>
                </a:extLst>
              </p:cNvPr>
              <p:cNvSpPr/>
              <p:nvPr/>
            </p:nvSpPr>
            <p:spPr>
              <a:xfrm>
                <a:off x="1838326" y="1000693"/>
                <a:ext cx="647700" cy="11429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9" name="Rectángulo 8">
                <a:extLst>
                  <a:ext uri="{FF2B5EF4-FFF2-40B4-BE49-F238E27FC236}">
                    <a16:creationId xmlns:a16="http://schemas.microsoft.com/office/drawing/2014/main" id="{E4F69077-F240-4506-B503-E74023670841}"/>
                  </a:ext>
                </a:extLst>
              </p:cNvPr>
              <p:cNvSpPr/>
              <p:nvPr/>
            </p:nvSpPr>
            <p:spPr>
              <a:xfrm>
                <a:off x="1838326" y="1183800"/>
                <a:ext cx="647700" cy="11429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</p:grpSp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E8A3D0BD-644A-4AB8-A283-6C90CF51E85C}"/>
                </a:ext>
              </a:extLst>
            </p:cNvPr>
            <p:cNvGrpSpPr/>
            <p:nvPr/>
          </p:nvGrpSpPr>
          <p:grpSpPr>
            <a:xfrm>
              <a:off x="8755276" y="940218"/>
              <a:ext cx="1318726" cy="304474"/>
              <a:chOff x="8752114" y="1000694"/>
              <a:chExt cx="1072016" cy="268581"/>
            </a:xfrm>
            <a:solidFill>
              <a:srgbClr val="FFFF00"/>
            </a:solidFill>
          </p:grpSpPr>
          <p:sp>
            <p:nvSpPr>
              <p:cNvPr id="11" name="Elipse 10">
                <a:extLst>
                  <a:ext uri="{FF2B5EF4-FFF2-40B4-BE49-F238E27FC236}">
                    <a16:creationId xmlns:a16="http://schemas.microsoft.com/office/drawing/2014/main" id="{DD8D6058-4FD6-4511-AB51-6D94C2A07E19}"/>
                  </a:ext>
                </a:extLst>
              </p:cNvPr>
              <p:cNvSpPr/>
              <p:nvPr/>
            </p:nvSpPr>
            <p:spPr>
              <a:xfrm>
                <a:off x="8752114" y="1000694"/>
                <a:ext cx="246413" cy="251412"/>
              </a:xfrm>
              <a:prstGeom prst="ellipse">
                <a:avLst/>
              </a:prstGeom>
              <a:solidFill>
                <a:srgbClr val="FA523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12" name="Elipse 11">
                <a:extLst>
                  <a:ext uri="{FF2B5EF4-FFF2-40B4-BE49-F238E27FC236}">
                    <a16:creationId xmlns:a16="http://schemas.microsoft.com/office/drawing/2014/main" id="{EF9ECE21-F2D3-4694-976F-09B4D8CB4B47}"/>
                  </a:ext>
                </a:extLst>
              </p:cNvPr>
              <p:cNvSpPr/>
              <p:nvPr/>
            </p:nvSpPr>
            <p:spPr>
              <a:xfrm>
                <a:off x="9169482" y="1017863"/>
                <a:ext cx="246413" cy="251412"/>
              </a:xfrm>
              <a:prstGeom prst="ellipse">
                <a:avLst/>
              </a:prstGeom>
              <a:solidFill>
                <a:srgbClr val="2C975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13" name="Elipse 12">
                <a:extLst>
                  <a:ext uri="{FF2B5EF4-FFF2-40B4-BE49-F238E27FC236}">
                    <a16:creationId xmlns:a16="http://schemas.microsoft.com/office/drawing/2014/main" id="{EBDD0976-C6CF-4EB8-A4BF-84C7F66CFA52}"/>
                  </a:ext>
                </a:extLst>
              </p:cNvPr>
              <p:cNvSpPr/>
              <p:nvPr/>
            </p:nvSpPr>
            <p:spPr>
              <a:xfrm>
                <a:off x="9577717" y="1017863"/>
                <a:ext cx="246413" cy="251412"/>
              </a:xfrm>
              <a:prstGeom prst="ellipse">
                <a:avLst/>
              </a:prstGeom>
              <a:solidFill>
                <a:srgbClr val="FEB70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</p:grp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01FF462C-53F8-4C76-B2F0-9AFA5C2E2829}"/>
              </a:ext>
            </a:extLst>
          </p:cNvPr>
          <p:cNvGrpSpPr/>
          <p:nvPr/>
        </p:nvGrpSpPr>
        <p:grpSpPr>
          <a:xfrm>
            <a:off x="1869382" y="1800169"/>
            <a:ext cx="481858" cy="457435"/>
            <a:chOff x="1869382" y="1819753"/>
            <a:chExt cx="481858" cy="457435"/>
          </a:xfrm>
        </p:grpSpPr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4BBE8B0A-7ED6-45CB-82FA-422DB7FD7FB9}"/>
                </a:ext>
              </a:extLst>
            </p:cNvPr>
            <p:cNvSpPr/>
            <p:nvPr/>
          </p:nvSpPr>
          <p:spPr>
            <a:xfrm>
              <a:off x="1869382" y="1819753"/>
              <a:ext cx="481858" cy="457435"/>
            </a:xfrm>
            <a:prstGeom prst="ellipse">
              <a:avLst/>
            </a:prstGeom>
            <a:solidFill>
              <a:srgbClr val="2C97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7" name="Flecha: a la derecha 16">
              <a:hlinkClick r:id="rId3" action="ppaction://hlinksldjump"/>
              <a:extLst>
                <a:ext uri="{FF2B5EF4-FFF2-40B4-BE49-F238E27FC236}">
                  <a16:creationId xmlns:a16="http://schemas.microsoft.com/office/drawing/2014/main" id="{A8EBE473-58A5-4BA0-94C2-AB8151ABE8FC}"/>
                </a:ext>
              </a:extLst>
            </p:cNvPr>
            <p:cNvSpPr/>
            <p:nvPr/>
          </p:nvSpPr>
          <p:spPr>
            <a:xfrm>
              <a:off x="1945596" y="1932149"/>
              <a:ext cx="356741" cy="242651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74" name="Grupo 73">
            <a:extLst>
              <a:ext uri="{FF2B5EF4-FFF2-40B4-BE49-F238E27FC236}">
                <a16:creationId xmlns:a16="http://schemas.microsoft.com/office/drawing/2014/main" id="{D98731DB-CE77-4FBB-A784-99E485DC672E}"/>
              </a:ext>
            </a:extLst>
          </p:cNvPr>
          <p:cNvGrpSpPr/>
          <p:nvPr/>
        </p:nvGrpSpPr>
        <p:grpSpPr>
          <a:xfrm>
            <a:off x="1213504" y="1802445"/>
            <a:ext cx="481858" cy="457435"/>
            <a:chOff x="1869382" y="1819753"/>
            <a:chExt cx="481858" cy="457435"/>
          </a:xfrm>
        </p:grpSpPr>
        <p:sp>
          <p:nvSpPr>
            <p:cNvPr id="75" name="Elipse 74">
              <a:extLst>
                <a:ext uri="{FF2B5EF4-FFF2-40B4-BE49-F238E27FC236}">
                  <a16:creationId xmlns:a16="http://schemas.microsoft.com/office/drawing/2014/main" id="{F85ECC7B-F5EA-41A7-A29F-3C3B11E70D59}"/>
                </a:ext>
              </a:extLst>
            </p:cNvPr>
            <p:cNvSpPr/>
            <p:nvPr/>
          </p:nvSpPr>
          <p:spPr>
            <a:xfrm>
              <a:off x="1869382" y="1819753"/>
              <a:ext cx="481858" cy="457435"/>
            </a:xfrm>
            <a:prstGeom prst="ellipse">
              <a:avLst/>
            </a:prstGeom>
            <a:solidFill>
              <a:srgbClr val="3785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6" name="Flecha: a la derecha 75">
              <a:hlinkClick r:id="rId4" action="ppaction://hlinksldjump"/>
              <a:extLst>
                <a:ext uri="{FF2B5EF4-FFF2-40B4-BE49-F238E27FC236}">
                  <a16:creationId xmlns:a16="http://schemas.microsoft.com/office/drawing/2014/main" id="{1E16CFFB-3AC3-445F-ADDE-DAA15F516D99}"/>
                </a:ext>
              </a:extLst>
            </p:cNvPr>
            <p:cNvSpPr/>
            <p:nvPr/>
          </p:nvSpPr>
          <p:spPr>
            <a:xfrm rot="10800000">
              <a:off x="1919297" y="1949457"/>
              <a:ext cx="356741" cy="242651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FC344098-EB1C-424C-8DAE-495A2B22FDC6}"/>
              </a:ext>
            </a:extLst>
          </p:cNvPr>
          <p:cNvSpPr/>
          <p:nvPr/>
        </p:nvSpPr>
        <p:spPr>
          <a:xfrm>
            <a:off x="1609566" y="2574829"/>
            <a:ext cx="1828427" cy="3126625"/>
          </a:xfrm>
          <a:prstGeom prst="roundRect">
            <a:avLst/>
          </a:prstGeom>
          <a:solidFill>
            <a:srgbClr val="3785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effectLst>
                <a:reflection blurRad="6350" stA="60000" endA="900" endPos="60000" dist="29997" dir="5400000" sy="-100000" algn="bl" rotWithShape="0"/>
              </a:effectLst>
            </a:endParaRPr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C0C488C9-420D-4086-BC61-80B7E17C4102}"/>
              </a:ext>
            </a:extLst>
          </p:cNvPr>
          <p:cNvSpPr/>
          <p:nvPr/>
        </p:nvSpPr>
        <p:spPr>
          <a:xfrm>
            <a:off x="3833797" y="2622828"/>
            <a:ext cx="1828427" cy="3126625"/>
          </a:xfrm>
          <a:prstGeom prst="roundRect">
            <a:avLst/>
          </a:prstGeom>
          <a:solidFill>
            <a:srgbClr val="FA52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effectLst>
                <a:reflection blurRad="6350" stA="60000" endA="900" endPos="60000" dist="29997" dir="5400000" sy="-100000" algn="bl" rotWithShape="0"/>
              </a:effectLst>
            </a:endParaRPr>
          </a:p>
        </p:txBody>
      </p: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B35FF8C3-13D1-475D-84DC-1BC551F969E0}"/>
              </a:ext>
            </a:extLst>
          </p:cNvPr>
          <p:cNvSpPr/>
          <p:nvPr/>
        </p:nvSpPr>
        <p:spPr>
          <a:xfrm>
            <a:off x="6037019" y="2622828"/>
            <a:ext cx="1828427" cy="3126625"/>
          </a:xfrm>
          <a:prstGeom prst="roundRect">
            <a:avLst/>
          </a:prstGeom>
          <a:solidFill>
            <a:srgbClr val="FEB7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effectLst>
                <a:reflection blurRad="6350" stA="60000" endA="900" endPos="60000" dist="29997" dir="5400000" sy="-100000" algn="bl" rotWithShape="0"/>
              </a:effectLst>
            </a:endParaRPr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1876376F-6081-4101-9C8F-CE1D37629BB5}"/>
              </a:ext>
            </a:extLst>
          </p:cNvPr>
          <p:cNvSpPr/>
          <p:nvPr/>
        </p:nvSpPr>
        <p:spPr>
          <a:xfrm>
            <a:off x="8431414" y="2663856"/>
            <a:ext cx="1828427" cy="3126625"/>
          </a:xfrm>
          <a:prstGeom prst="roundRect">
            <a:avLst/>
          </a:prstGeom>
          <a:solidFill>
            <a:srgbClr val="2C97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effectLst>
                <a:reflection blurRad="6350" stA="60000" endA="900" endPos="60000" dist="29997" dir="5400000" sy="-100000" algn="bl" rotWithShape="0"/>
              </a:effectLst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11BD3B2A-2398-4CC7-AB01-0C4FFE0BC222}"/>
              </a:ext>
            </a:extLst>
          </p:cNvPr>
          <p:cNvSpPr txBox="1"/>
          <p:nvPr/>
        </p:nvSpPr>
        <p:spPr>
          <a:xfrm>
            <a:off x="1695362" y="3711389"/>
            <a:ext cx="16374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chemeClr val="bg1"/>
                </a:solidFill>
              </a:rPr>
              <a:t>Fuente de corriente continua (batería de 9V o fuente de poder)</a:t>
            </a:r>
          </a:p>
          <a:p>
            <a:pPr algn="ctr"/>
            <a:r>
              <a:rPr lang="es-MX" sz="1200" dirty="0">
                <a:solidFill>
                  <a:schemeClr val="bg1"/>
                </a:solidFill>
              </a:rPr>
              <a:t>Dos electrodos (grafito o clavos de acero inoxidable)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797CCF19-2E17-4705-8574-3D8B8C4F6649}"/>
              </a:ext>
            </a:extLst>
          </p:cNvPr>
          <p:cNvSpPr txBox="1"/>
          <p:nvPr/>
        </p:nvSpPr>
        <p:spPr>
          <a:xfrm>
            <a:off x="3774504" y="3690782"/>
            <a:ext cx="18284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chemeClr val="bg1"/>
                </a:solidFill>
              </a:rPr>
              <a:t>Vaso de precipitado</a:t>
            </a:r>
          </a:p>
          <a:p>
            <a:pPr algn="ctr"/>
            <a:r>
              <a:rPr lang="es-MX" sz="1200" dirty="0">
                <a:solidFill>
                  <a:schemeClr val="bg1"/>
                </a:solidFill>
              </a:rPr>
              <a:t>Solución de agua con sal o ácido sulfúrico diluido (electrolito)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9C168878-FE24-4BE2-BB96-31DCAE7F9A2C}"/>
              </a:ext>
            </a:extLst>
          </p:cNvPr>
          <p:cNvSpPr txBox="1"/>
          <p:nvPr/>
        </p:nvSpPr>
        <p:spPr>
          <a:xfrm>
            <a:off x="6096000" y="3811668"/>
            <a:ext cx="17101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chemeClr val="bg1"/>
                </a:solidFill>
              </a:rPr>
              <a:t>Dos tubos de ensayo o probetas invertidas llenas de </a:t>
            </a:r>
            <a:r>
              <a:rPr lang="es-MX" sz="1200" dirty="0" err="1">
                <a:solidFill>
                  <a:schemeClr val="bg1"/>
                </a:solidFill>
              </a:rPr>
              <a:t>aguaCables</a:t>
            </a:r>
            <a:r>
              <a:rPr lang="es-MX" sz="1200" dirty="0">
                <a:solidFill>
                  <a:schemeClr val="bg1"/>
                </a:solidFill>
              </a:rPr>
              <a:t> con pinzas cocodrilo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D5D3873D-2594-4C3F-A454-B980BC177FF9}"/>
              </a:ext>
            </a:extLst>
          </p:cNvPr>
          <p:cNvSpPr txBox="1"/>
          <p:nvPr/>
        </p:nvSpPr>
        <p:spPr>
          <a:xfrm>
            <a:off x="8490550" y="3876531"/>
            <a:ext cx="17101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400" dirty="0">
                <a:solidFill>
                  <a:schemeClr val="bg1"/>
                </a:solidFill>
              </a:rPr>
              <a:t>Mechero o encendedor</a:t>
            </a:r>
          </a:p>
        </p:txBody>
      </p:sp>
      <p:grpSp>
        <p:nvGrpSpPr>
          <p:cNvPr id="37" name="Grupo 36">
            <a:extLst>
              <a:ext uri="{FF2B5EF4-FFF2-40B4-BE49-F238E27FC236}">
                <a16:creationId xmlns:a16="http://schemas.microsoft.com/office/drawing/2014/main" id="{330B3EE0-BCEB-4828-A350-3A1F9EBA4F67}"/>
              </a:ext>
            </a:extLst>
          </p:cNvPr>
          <p:cNvGrpSpPr/>
          <p:nvPr/>
        </p:nvGrpSpPr>
        <p:grpSpPr>
          <a:xfrm>
            <a:off x="2462974" y="1694831"/>
            <a:ext cx="5674926" cy="569216"/>
            <a:chOff x="2462974" y="1694831"/>
            <a:chExt cx="5674926" cy="569216"/>
          </a:xfrm>
        </p:grpSpPr>
        <p:sp>
          <p:nvSpPr>
            <p:cNvPr id="30" name="Rectángulo: esquinas redondeadas 29">
              <a:extLst>
                <a:ext uri="{FF2B5EF4-FFF2-40B4-BE49-F238E27FC236}">
                  <a16:creationId xmlns:a16="http://schemas.microsoft.com/office/drawing/2014/main" id="{7CED371F-8729-44AB-8499-603805498C4C}"/>
                </a:ext>
              </a:extLst>
            </p:cNvPr>
            <p:cNvSpPr/>
            <p:nvPr/>
          </p:nvSpPr>
          <p:spPr>
            <a:xfrm>
              <a:off x="2462974" y="1694831"/>
              <a:ext cx="5674926" cy="569216"/>
            </a:xfrm>
            <a:prstGeom prst="roundRect">
              <a:avLst>
                <a:gd name="adj" fmla="val 50000"/>
              </a:avLst>
            </a:prstGeom>
            <a:noFill/>
            <a:ln w="57150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E3050692-698A-4F62-A11C-E8FB78493007}"/>
                </a:ext>
              </a:extLst>
            </p:cNvPr>
            <p:cNvCxnSpPr/>
            <p:nvPr/>
          </p:nvCxnSpPr>
          <p:spPr>
            <a:xfrm>
              <a:off x="7099412" y="1777151"/>
              <a:ext cx="0" cy="364147"/>
            </a:xfrm>
            <a:prstGeom prst="line">
              <a:avLst/>
            </a:prstGeom>
            <a:ln w="38100"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E28C92C1-672B-4A88-A443-EC7991CA48F6}"/>
                </a:ext>
              </a:extLst>
            </p:cNvPr>
            <p:cNvSpPr txBox="1"/>
            <p:nvPr/>
          </p:nvSpPr>
          <p:spPr>
            <a:xfrm>
              <a:off x="2765195" y="1768329"/>
              <a:ext cx="29420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419" sz="2400" dirty="0">
                  <a:solidFill>
                    <a:schemeClr val="bg1">
                      <a:lumMod val="50000"/>
                    </a:schemeClr>
                  </a:solidFill>
                </a:rPr>
                <a:t>MARERIALES</a:t>
              </a:r>
              <a:endParaRPr lang="es-MX" sz="24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52" name="Grupo 51">
              <a:extLst>
                <a:ext uri="{FF2B5EF4-FFF2-40B4-BE49-F238E27FC236}">
                  <a16:creationId xmlns:a16="http://schemas.microsoft.com/office/drawing/2014/main" id="{EAB24581-9FB8-481C-A238-690DC871C8F8}"/>
                </a:ext>
              </a:extLst>
            </p:cNvPr>
            <p:cNvGrpSpPr/>
            <p:nvPr/>
          </p:nvGrpSpPr>
          <p:grpSpPr>
            <a:xfrm>
              <a:off x="7407949" y="1800169"/>
              <a:ext cx="421414" cy="381383"/>
              <a:chOff x="7840134" y="381079"/>
              <a:chExt cx="421414" cy="381383"/>
            </a:xfrm>
          </p:grpSpPr>
          <p:cxnSp>
            <p:nvCxnSpPr>
              <p:cNvPr id="53" name="Conector recto 52">
                <a:extLst>
                  <a:ext uri="{FF2B5EF4-FFF2-40B4-BE49-F238E27FC236}">
                    <a16:creationId xmlns:a16="http://schemas.microsoft.com/office/drawing/2014/main" id="{30105544-8836-4B21-9B55-4E983D40E3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84590" y="644759"/>
                <a:ext cx="176958" cy="117703"/>
              </a:xfrm>
              <a:prstGeom prst="line">
                <a:avLst/>
              </a:prstGeom>
              <a:ln w="762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Elipse 53">
                <a:extLst>
                  <a:ext uri="{FF2B5EF4-FFF2-40B4-BE49-F238E27FC236}">
                    <a16:creationId xmlns:a16="http://schemas.microsoft.com/office/drawing/2014/main" id="{8B2F906A-0546-491A-8144-5E7C7F13E522}"/>
                  </a:ext>
                </a:extLst>
              </p:cNvPr>
              <p:cNvSpPr/>
              <p:nvPr/>
            </p:nvSpPr>
            <p:spPr>
              <a:xfrm>
                <a:off x="7840134" y="381079"/>
                <a:ext cx="297766" cy="313560"/>
              </a:xfrm>
              <a:prstGeom prst="ellipse">
                <a:avLst/>
              </a:prstGeom>
              <a:noFill/>
              <a:ln w="571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76252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4" grpId="0"/>
      <p:bldP spid="46" grpId="0"/>
      <p:bldP spid="4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upo 14">
            <a:extLst>
              <a:ext uri="{FF2B5EF4-FFF2-40B4-BE49-F238E27FC236}">
                <a16:creationId xmlns:a16="http://schemas.microsoft.com/office/drawing/2014/main" id="{9F1749D6-CA4A-47D9-A5CA-D0A23F27B2DE}"/>
              </a:ext>
            </a:extLst>
          </p:cNvPr>
          <p:cNvGrpSpPr/>
          <p:nvPr/>
        </p:nvGrpSpPr>
        <p:grpSpPr>
          <a:xfrm>
            <a:off x="988330" y="525531"/>
            <a:ext cx="9895157" cy="5806937"/>
            <a:chOff x="1011382" y="554105"/>
            <a:chExt cx="9895157" cy="5806937"/>
          </a:xfrm>
        </p:grpSpPr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54F9695F-6387-4177-9BAC-7E484E6E3B4C}"/>
                </a:ext>
              </a:extLst>
            </p:cNvPr>
            <p:cNvGrpSpPr/>
            <p:nvPr/>
          </p:nvGrpSpPr>
          <p:grpSpPr>
            <a:xfrm>
              <a:off x="1011382" y="554105"/>
              <a:ext cx="9895157" cy="5806937"/>
              <a:chOff x="1011382" y="554105"/>
              <a:chExt cx="9895157" cy="5806937"/>
            </a:xfrm>
          </p:grpSpPr>
          <p:grpSp>
            <p:nvGrpSpPr>
              <p:cNvPr id="6" name="Grupo 5">
                <a:extLst>
                  <a:ext uri="{FF2B5EF4-FFF2-40B4-BE49-F238E27FC236}">
                    <a16:creationId xmlns:a16="http://schemas.microsoft.com/office/drawing/2014/main" id="{F6CC9175-904F-400C-89F8-29AF7E56BEA8}"/>
                  </a:ext>
                </a:extLst>
              </p:cNvPr>
              <p:cNvGrpSpPr/>
              <p:nvPr/>
            </p:nvGrpSpPr>
            <p:grpSpPr>
              <a:xfrm>
                <a:off x="1011382" y="554105"/>
                <a:ext cx="9895157" cy="5806937"/>
                <a:chOff x="1011382" y="554105"/>
                <a:chExt cx="9895157" cy="5806937"/>
              </a:xfrm>
            </p:grpSpPr>
            <p:sp>
              <p:nvSpPr>
                <p:cNvPr id="2" name="Rectángulo: esquinas redondeadas 1">
                  <a:extLst>
                    <a:ext uri="{FF2B5EF4-FFF2-40B4-BE49-F238E27FC236}">
                      <a16:creationId xmlns:a16="http://schemas.microsoft.com/office/drawing/2014/main" id="{E6DB7EE2-F3F3-48E1-B911-8476EF1526C8}"/>
                    </a:ext>
                  </a:extLst>
                </p:cNvPr>
                <p:cNvSpPr/>
                <p:nvPr/>
              </p:nvSpPr>
              <p:spPr>
                <a:xfrm>
                  <a:off x="1013790" y="554105"/>
                  <a:ext cx="9892749" cy="5806937"/>
                </a:xfrm>
                <a:prstGeom prst="roundRect">
                  <a:avLst>
                    <a:gd name="adj" fmla="val 1575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MX"/>
                </a:p>
              </p:txBody>
            </p:sp>
            <p:cxnSp>
              <p:nvCxnSpPr>
                <p:cNvPr id="4" name="Conector recto 3">
                  <a:extLst>
                    <a:ext uri="{FF2B5EF4-FFF2-40B4-BE49-F238E27FC236}">
                      <a16:creationId xmlns:a16="http://schemas.microsoft.com/office/drawing/2014/main" id="{3D8F99C1-EDAC-43FC-95A6-89EE772206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11382" y="1537855"/>
                  <a:ext cx="9892749" cy="0"/>
                </a:xfrm>
                <a:prstGeom prst="line">
                  <a:avLst/>
                </a:prstGeom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4FE049DE-68F2-4428-942E-9257B558F235}"/>
                  </a:ext>
                </a:extLst>
              </p:cNvPr>
              <p:cNvSpPr/>
              <p:nvPr/>
            </p:nvSpPr>
            <p:spPr>
              <a:xfrm>
                <a:off x="1838326" y="825923"/>
                <a:ext cx="647700" cy="11429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DFE65EA7-07D7-4B9C-9639-D94578E9CA76}"/>
                  </a:ext>
                </a:extLst>
              </p:cNvPr>
              <p:cNvSpPr/>
              <p:nvPr/>
            </p:nvSpPr>
            <p:spPr>
              <a:xfrm>
                <a:off x="1838326" y="1000693"/>
                <a:ext cx="647700" cy="11429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9" name="Rectángulo 8">
                <a:extLst>
                  <a:ext uri="{FF2B5EF4-FFF2-40B4-BE49-F238E27FC236}">
                    <a16:creationId xmlns:a16="http://schemas.microsoft.com/office/drawing/2014/main" id="{E4F69077-F240-4506-B503-E74023670841}"/>
                  </a:ext>
                </a:extLst>
              </p:cNvPr>
              <p:cNvSpPr/>
              <p:nvPr/>
            </p:nvSpPr>
            <p:spPr>
              <a:xfrm>
                <a:off x="1838326" y="1183800"/>
                <a:ext cx="647700" cy="11429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</p:grpSp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E8A3D0BD-644A-4AB8-A283-6C90CF51E85C}"/>
                </a:ext>
              </a:extLst>
            </p:cNvPr>
            <p:cNvGrpSpPr/>
            <p:nvPr/>
          </p:nvGrpSpPr>
          <p:grpSpPr>
            <a:xfrm>
              <a:off x="8755276" y="940218"/>
              <a:ext cx="1318726" cy="304474"/>
              <a:chOff x="8752114" y="1000694"/>
              <a:chExt cx="1072016" cy="268581"/>
            </a:xfrm>
            <a:solidFill>
              <a:srgbClr val="FFFF00"/>
            </a:solidFill>
          </p:grpSpPr>
          <p:sp>
            <p:nvSpPr>
              <p:cNvPr id="11" name="Elipse 10">
                <a:extLst>
                  <a:ext uri="{FF2B5EF4-FFF2-40B4-BE49-F238E27FC236}">
                    <a16:creationId xmlns:a16="http://schemas.microsoft.com/office/drawing/2014/main" id="{DD8D6058-4FD6-4511-AB51-6D94C2A07E19}"/>
                  </a:ext>
                </a:extLst>
              </p:cNvPr>
              <p:cNvSpPr/>
              <p:nvPr/>
            </p:nvSpPr>
            <p:spPr>
              <a:xfrm>
                <a:off x="8752114" y="1000694"/>
                <a:ext cx="246413" cy="251412"/>
              </a:xfrm>
              <a:prstGeom prst="ellipse">
                <a:avLst/>
              </a:prstGeom>
              <a:solidFill>
                <a:srgbClr val="FA523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12" name="Elipse 11">
                <a:extLst>
                  <a:ext uri="{FF2B5EF4-FFF2-40B4-BE49-F238E27FC236}">
                    <a16:creationId xmlns:a16="http://schemas.microsoft.com/office/drawing/2014/main" id="{EF9ECE21-F2D3-4694-976F-09B4D8CB4B47}"/>
                  </a:ext>
                </a:extLst>
              </p:cNvPr>
              <p:cNvSpPr/>
              <p:nvPr/>
            </p:nvSpPr>
            <p:spPr>
              <a:xfrm>
                <a:off x="9169482" y="1017863"/>
                <a:ext cx="246413" cy="251412"/>
              </a:xfrm>
              <a:prstGeom prst="ellipse">
                <a:avLst/>
              </a:prstGeom>
              <a:solidFill>
                <a:srgbClr val="2C975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13" name="Elipse 12">
                <a:extLst>
                  <a:ext uri="{FF2B5EF4-FFF2-40B4-BE49-F238E27FC236}">
                    <a16:creationId xmlns:a16="http://schemas.microsoft.com/office/drawing/2014/main" id="{EBDD0976-C6CF-4EB8-A4BF-84C7F66CFA52}"/>
                  </a:ext>
                </a:extLst>
              </p:cNvPr>
              <p:cNvSpPr/>
              <p:nvPr/>
            </p:nvSpPr>
            <p:spPr>
              <a:xfrm>
                <a:off x="9577717" y="1017863"/>
                <a:ext cx="246413" cy="251412"/>
              </a:xfrm>
              <a:prstGeom prst="ellipse">
                <a:avLst/>
              </a:prstGeom>
              <a:solidFill>
                <a:srgbClr val="FEB70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</p:grpSp>
      </p:grpSp>
      <p:pic>
        <p:nvPicPr>
          <p:cNvPr id="21" name="Imagen 20">
            <a:extLst>
              <a:ext uri="{FF2B5EF4-FFF2-40B4-BE49-F238E27FC236}">
                <a16:creationId xmlns:a16="http://schemas.microsoft.com/office/drawing/2014/main" id="{765604BC-A5B8-41E4-B495-436ED94E1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089" y="694639"/>
            <a:ext cx="647700" cy="574882"/>
          </a:xfrm>
          <a:prstGeom prst="rect">
            <a:avLst/>
          </a:prstGeom>
        </p:spPr>
      </p:pic>
      <p:sp>
        <p:nvSpPr>
          <p:cNvPr id="39" name="CuadroTexto 38">
            <a:extLst>
              <a:ext uri="{FF2B5EF4-FFF2-40B4-BE49-F238E27FC236}">
                <a16:creationId xmlns:a16="http://schemas.microsoft.com/office/drawing/2014/main" id="{E28C92C1-672B-4A88-A443-EC7991CA48F6}"/>
              </a:ext>
            </a:extLst>
          </p:cNvPr>
          <p:cNvSpPr txBox="1"/>
          <p:nvPr/>
        </p:nvSpPr>
        <p:spPr>
          <a:xfrm>
            <a:off x="2588987" y="1728391"/>
            <a:ext cx="3742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400" dirty="0">
                <a:solidFill>
                  <a:schemeClr val="bg1">
                    <a:lumMod val="50000"/>
                  </a:schemeClr>
                </a:solidFill>
              </a:rPr>
              <a:t>PROCEDIMIENTO</a:t>
            </a:r>
            <a:endParaRPr lang="es-MX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CE33E7E6-066E-45C0-8064-8EB5EA4821A9}"/>
              </a:ext>
            </a:extLst>
          </p:cNvPr>
          <p:cNvSpPr txBox="1"/>
          <p:nvPr/>
        </p:nvSpPr>
        <p:spPr>
          <a:xfrm>
            <a:off x="1454433" y="2405431"/>
            <a:ext cx="543069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s-MX" dirty="0">
                <a:solidFill>
                  <a:schemeClr val="bg1">
                    <a:lumMod val="50000"/>
                  </a:schemeClr>
                </a:solidFill>
              </a:rPr>
              <a:t>Llena un vaso de precipitado con agua y añade sal o ácido sulfúrico diluido para mejorar la conductividad.</a:t>
            </a:r>
          </a:p>
          <a:p>
            <a:pPr marL="342900" indent="-342900">
              <a:buAutoNum type="arabicPeriod" startAt="2"/>
            </a:pPr>
            <a:r>
              <a:rPr lang="es-MX" dirty="0">
                <a:solidFill>
                  <a:schemeClr val="bg1">
                    <a:lumMod val="50000"/>
                  </a:schemeClr>
                </a:solidFill>
              </a:rPr>
              <a:t>Conecta los electrodos a la fuente de corriente: uno al polo positivo (ánodo) y otro al polo negativo (cátodo).</a:t>
            </a:r>
          </a:p>
          <a:p>
            <a:pPr marL="342900" indent="-342900">
              <a:buAutoNum type="arabicPeriod" startAt="2"/>
            </a:pPr>
            <a:r>
              <a:rPr lang="es-MX" dirty="0">
                <a:solidFill>
                  <a:schemeClr val="bg1">
                    <a:lumMod val="50000"/>
                  </a:schemeClr>
                </a:solidFill>
              </a:rPr>
              <a:t>Introduce los electrodos en el agua y cubre cada uno con un tubo de ensayo invertido lleno de agua.</a:t>
            </a:r>
          </a:p>
          <a:p>
            <a:pPr marL="342900" indent="-342900">
              <a:buAutoNum type="arabicPeriod" startAt="2"/>
            </a:pPr>
            <a:r>
              <a:rPr lang="es-MX" dirty="0">
                <a:solidFill>
                  <a:schemeClr val="bg1">
                    <a:lumMod val="50000"/>
                  </a:schemeClr>
                </a:solidFill>
              </a:rPr>
              <a:t>Enciende la fuente de corriente y observa la formación de burbujas.</a:t>
            </a:r>
          </a:p>
          <a:p>
            <a:pPr marL="342900" indent="-342900">
              <a:buAutoNum type="arabicPeriod" startAt="2"/>
            </a:pPr>
            <a:r>
              <a:rPr lang="es-MX" dirty="0">
                <a:solidFill>
                  <a:schemeClr val="bg1">
                    <a:lumMod val="50000"/>
                  </a:schemeClr>
                </a:solidFill>
              </a:rPr>
              <a:t>Realiza pruebas para identificar los gases: Acerca una llama al gas del cátodo → se escucha un “pop”: es hidrógeno (H₂).Introduce una varilla encendida al gas del ánodo → la llama se reaviva: es oxígeno (O₂).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01FF462C-53F8-4C76-B2F0-9AFA5C2E2829}"/>
              </a:ext>
            </a:extLst>
          </p:cNvPr>
          <p:cNvGrpSpPr/>
          <p:nvPr/>
        </p:nvGrpSpPr>
        <p:grpSpPr>
          <a:xfrm>
            <a:off x="1869382" y="1819753"/>
            <a:ext cx="481858" cy="457435"/>
            <a:chOff x="1869382" y="1819753"/>
            <a:chExt cx="481858" cy="457435"/>
          </a:xfrm>
        </p:grpSpPr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4BBE8B0A-7ED6-45CB-82FA-422DB7FD7FB9}"/>
                </a:ext>
              </a:extLst>
            </p:cNvPr>
            <p:cNvSpPr/>
            <p:nvPr/>
          </p:nvSpPr>
          <p:spPr>
            <a:xfrm>
              <a:off x="1869382" y="1819753"/>
              <a:ext cx="481858" cy="457435"/>
            </a:xfrm>
            <a:prstGeom prst="ellipse">
              <a:avLst/>
            </a:prstGeom>
            <a:solidFill>
              <a:srgbClr val="FA52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7" name="Flecha: a la derecha 16">
              <a:extLst>
                <a:ext uri="{FF2B5EF4-FFF2-40B4-BE49-F238E27FC236}">
                  <a16:creationId xmlns:a16="http://schemas.microsoft.com/office/drawing/2014/main" id="{A8EBE473-58A5-4BA0-94C2-AB8151ABE8FC}"/>
                </a:ext>
              </a:extLst>
            </p:cNvPr>
            <p:cNvSpPr/>
            <p:nvPr/>
          </p:nvSpPr>
          <p:spPr>
            <a:xfrm>
              <a:off x="1945596" y="1932149"/>
              <a:ext cx="356741" cy="242651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74" name="Grupo 73">
            <a:extLst>
              <a:ext uri="{FF2B5EF4-FFF2-40B4-BE49-F238E27FC236}">
                <a16:creationId xmlns:a16="http://schemas.microsoft.com/office/drawing/2014/main" id="{D98731DB-CE77-4FBB-A784-99E485DC672E}"/>
              </a:ext>
            </a:extLst>
          </p:cNvPr>
          <p:cNvGrpSpPr/>
          <p:nvPr/>
        </p:nvGrpSpPr>
        <p:grpSpPr>
          <a:xfrm>
            <a:off x="1213504" y="1802445"/>
            <a:ext cx="481858" cy="457435"/>
            <a:chOff x="1869382" y="1819753"/>
            <a:chExt cx="481858" cy="457435"/>
          </a:xfrm>
        </p:grpSpPr>
        <p:sp>
          <p:nvSpPr>
            <p:cNvPr id="75" name="Elipse 74">
              <a:extLst>
                <a:ext uri="{FF2B5EF4-FFF2-40B4-BE49-F238E27FC236}">
                  <a16:creationId xmlns:a16="http://schemas.microsoft.com/office/drawing/2014/main" id="{F85ECC7B-F5EA-41A7-A29F-3C3B11E70D59}"/>
                </a:ext>
              </a:extLst>
            </p:cNvPr>
            <p:cNvSpPr/>
            <p:nvPr/>
          </p:nvSpPr>
          <p:spPr>
            <a:xfrm>
              <a:off x="1869382" y="1819753"/>
              <a:ext cx="481858" cy="457435"/>
            </a:xfrm>
            <a:prstGeom prst="ellipse">
              <a:avLst/>
            </a:prstGeom>
            <a:solidFill>
              <a:srgbClr val="2C97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6" name="Flecha: a la derecha 75">
              <a:hlinkClick r:id="rId3" action="ppaction://hlinksldjump"/>
              <a:extLst>
                <a:ext uri="{FF2B5EF4-FFF2-40B4-BE49-F238E27FC236}">
                  <a16:creationId xmlns:a16="http://schemas.microsoft.com/office/drawing/2014/main" id="{1E16CFFB-3AC3-445F-ADDE-DAA15F516D99}"/>
                </a:ext>
              </a:extLst>
            </p:cNvPr>
            <p:cNvSpPr/>
            <p:nvPr/>
          </p:nvSpPr>
          <p:spPr>
            <a:xfrm rot="10800000">
              <a:off x="1917139" y="1935193"/>
              <a:ext cx="356741" cy="242651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C2451FDA-26BD-464A-B33D-DF6A9223291A}"/>
              </a:ext>
            </a:extLst>
          </p:cNvPr>
          <p:cNvGrpSpPr/>
          <p:nvPr/>
        </p:nvGrpSpPr>
        <p:grpSpPr>
          <a:xfrm>
            <a:off x="2462974" y="1694831"/>
            <a:ext cx="5674926" cy="569216"/>
            <a:chOff x="2462974" y="1694831"/>
            <a:chExt cx="5674926" cy="569216"/>
          </a:xfrm>
        </p:grpSpPr>
        <p:sp>
          <p:nvSpPr>
            <p:cNvPr id="30" name="Rectángulo: esquinas redondeadas 29">
              <a:extLst>
                <a:ext uri="{FF2B5EF4-FFF2-40B4-BE49-F238E27FC236}">
                  <a16:creationId xmlns:a16="http://schemas.microsoft.com/office/drawing/2014/main" id="{7CED371F-8729-44AB-8499-603805498C4C}"/>
                </a:ext>
              </a:extLst>
            </p:cNvPr>
            <p:cNvSpPr/>
            <p:nvPr/>
          </p:nvSpPr>
          <p:spPr>
            <a:xfrm>
              <a:off x="2462974" y="1694831"/>
              <a:ext cx="5674926" cy="569216"/>
            </a:xfrm>
            <a:prstGeom prst="roundRect">
              <a:avLst>
                <a:gd name="adj" fmla="val 50000"/>
              </a:avLst>
            </a:prstGeom>
            <a:noFill/>
            <a:ln w="57150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E3050692-698A-4F62-A11C-E8FB78493007}"/>
                </a:ext>
              </a:extLst>
            </p:cNvPr>
            <p:cNvCxnSpPr/>
            <p:nvPr/>
          </p:nvCxnSpPr>
          <p:spPr>
            <a:xfrm>
              <a:off x="7099412" y="1777151"/>
              <a:ext cx="0" cy="364147"/>
            </a:xfrm>
            <a:prstGeom prst="line">
              <a:avLst/>
            </a:prstGeom>
            <a:ln w="38100"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Grupo 43">
              <a:extLst>
                <a:ext uri="{FF2B5EF4-FFF2-40B4-BE49-F238E27FC236}">
                  <a16:creationId xmlns:a16="http://schemas.microsoft.com/office/drawing/2014/main" id="{0F06510C-8EEA-4B55-AB80-99D3C01575C7}"/>
                </a:ext>
              </a:extLst>
            </p:cNvPr>
            <p:cNvGrpSpPr/>
            <p:nvPr/>
          </p:nvGrpSpPr>
          <p:grpSpPr>
            <a:xfrm>
              <a:off x="7445611" y="1768531"/>
              <a:ext cx="421414" cy="381383"/>
              <a:chOff x="7840134" y="381079"/>
              <a:chExt cx="421414" cy="381383"/>
            </a:xfrm>
          </p:grpSpPr>
          <p:cxnSp>
            <p:nvCxnSpPr>
              <p:cNvPr id="46" name="Conector recto 45">
                <a:extLst>
                  <a:ext uri="{FF2B5EF4-FFF2-40B4-BE49-F238E27FC236}">
                    <a16:creationId xmlns:a16="http://schemas.microsoft.com/office/drawing/2014/main" id="{05F5573A-35EF-4A1A-B633-8DFA2C82E4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84590" y="644759"/>
                <a:ext cx="176958" cy="117703"/>
              </a:xfrm>
              <a:prstGeom prst="line">
                <a:avLst/>
              </a:prstGeom>
              <a:ln w="762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Elipse 46">
                <a:extLst>
                  <a:ext uri="{FF2B5EF4-FFF2-40B4-BE49-F238E27FC236}">
                    <a16:creationId xmlns:a16="http://schemas.microsoft.com/office/drawing/2014/main" id="{7B86A399-29E9-4BA8-91B3-5E8AB2EAE1B5}"/>
                  </a:ext>
                </a:extLst>
              </p:cNvPr>
              <p:cNvSpPr/>
              <p:nvPr/>
            </p:nvSpPr>
            <p:spPr>
              <a:xfrm>
                <a:off x="7840134" y="381079"/>
                <a:ext cx="297766" cy="313560"/>
              </a:xfrm>
              <a:prstGeom prst="ellipse">
                <a:avLst/>
              </a:prstGeom>
              <a:noFill/>
              <a:ln w="571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39551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701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01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01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>
            <a:extLst>
              <a:ext uri="{FF2B5EF4-FFF2-40B4-BE49-F238E27FC236}">
                <a16:creationId xmlns:a16="http://schemas.microsoft.com/office/drawing/2014/main" id="{765604BC-A5B8-41E4-B495-436ED94E1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089" y="694639"/>
            <a:ext cx="647700" cy="574882"/>
          </a:xfrm>
          <a:prstGeom prst="rect">
            <a:avLst/>
          </a:prstGeom>
        </p:spPr>
      </p:pic>
      <p:grpSp>
        <p:nvGrpSpPr>
          <p:cNvPr id="24" name="Grupo 23">
            <a:extLst>
              <a:ext uri="{FF2B5EF4-FFF2-40B4-BE49-F238E27FC236}">
                <a16:creationId xmlns:a16="http://schemas.microsoft.com/office/drawing/2014/main" id="{4460110E-F24E-4848-8EFF-F54C2EDBB2C5}"/>
              </a:ext>
            </a:extLst>
          </p:cNvPr>
          <p:cNvGrpSpPr/>
          <p:nvPr/>
        </p:nvGrpSpPr>
        <p:grpSpPr>
          <a:xfrm>
            <a:off x="988330" y="512084"/>
            <a:ext cx="9895157" cy="5806937"/>
            <a:chOff x="988330" y="525531"/>
            <a:chExt cx="9895157" cy="5806937"/>
          </a:xfrm>
        </p:grpSpPr>
        <p:grpSp>
          <p:nvGrpSpPr>
            <p:cNvPr id="25" name="Grupo 24">
              <a:extLst>
                <a:ext uri="{FF2B5EF4-FFF2-40B4-BE49-F238E27FC236}">
                  <a16:creationId xmlns:a16="http://schemas.microsoft.com/office/drawing/2014/main" id="{BD0CAECB-2D83-46FE-9294-9B44949CCB9A}"/>
                </a:ext>
              </a:extLst>
            </p:cNvPr>
            <p:cNvGrpSpPr/>
            <p:nvPr/>
          </p:nvGrpSpPr>
          <p:grpSpPr>
            <a:xfrm>
              <a:off x="988330" y="525531"/>
              <a:ext cx="9895157" cy="5806937"/>
              <a:chOff x="988330" y="525531"/>
              <a:chExt cx="9895157" cy="5806937"/>
            </a:xfrm>
          </p:grpSpPr>
          <p:grpSp>
            <p:nvGrpSpPr>
              <p:cNvPr id="15" name="Grupo 14">
                <a:extLst>
                  <a:ext uri="{FF2B5EF4-FFF2-40B4-BE49-F238E27FC236}">
                    <a16:creationId xmlns:a16="http://schemas.microsoft.com/office/drawing/2014/main" id="{9F1749D6-CA4A-47D9-A5CA-D0A23F27B2DE}"/>
                  </a:ext>
                </a:extLst>
              </p:cNvPr>
              <p:cNvGrpSpPr/>
              <p:nvPr/>
            </p:nvGrpSpPr>
            <p:grpSpPr>
              <a:xfrm>
                <a:off x="988330" y="525531"/>
                <a:ext cx="9895157" cy="5806937"/>
                <a:chOff x="1011382" y="554105"/>
                <a:chExt cx="9895157" cy="5806937"/>
              </a:xfrm>
            </p:grpSpPr>
            <p:grpSp>
              <p:nvGrpSpPr>
                <p:cNvPr id="10" name="Grupo 9">
                  <a:extLst>
                    <a:ext uri="{FF2B5EF4-FFF2-40B4-BE49-F238E27FC236}">
                      <a16:creationId xmlns:a16="http://schemas.microsoft.com/office/drawing/2014/main" id="{54F9695F-6387-4177-9BAC-7E484E6E3B4C}"/>
                    </a:ext>
                  </a:extLst>
                </p:cNvPr>
                <p:cNvGrpSpPr/>
                <p:nvPr/>
              </p:nvGrpSpPr>
              <p:grpSpPr>
                <a:xfrm>
                  <a:off x="1011382" y="554105"/>
                  <a:ext cx="9895157" cy="5806937"/>
                  <a:chOff x="1011382" y="554105"/>
                  <a:chExt cx="9895157" cy="5806937"/>
                </a:xfrm>
              </p:grpSpPr>
              <p:grpSp>
                <p:nvGrpSpPr>
                  <p:cNvPr id="6" name="Grupo 5">
                    <a:extLst>
                      <a:ext uri="{FF2B5EF4-FFF2-40B4-BE49-F238E27FC236}">
                        <a16:creationId xmlns:a16="http://schemas.microsoft.com/office/drawing/2014/main" id="{F6CC9175-904F-400C-89F8-29AF7E56BEA8}"/>
                      </a:ext>
                    </a:extLst>
                  </p:cNvPr>
                  <p:cNvGrpSpPr/>
                  <p:nvPr/>
                </p:nvGrpSpPr>
                <p:grpSpPr>
                  <a:xfrm>
                    <a:off x="1011382" y="554105"/>
                    <a:ext cx="9895157" cy="5806937"/>
                    <a:chOff x="1011382" y="554105"/>
                    <a:chExt cx="9895157" cy="5806937"/>
                  </a:xfrm>
                </p:grpSpPr>
                <p:sp>
                  <p:nvSpPr>
                    <p:cNvPr id="2" name="Rectángulo: esquinas redondeadas 1">
                      <a:extLst>
                        <a:ext uri="{FF2B5EF4-FFF2-40B4-BE49-F238E27FC236}">
                          <a16:creationId xmlns:a16="http://schemas.microsoft.com/office/drawing/2014/main" id="{E6DB7EE2-F3F3-48E1-B911-8476EF1526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3790" y="554105"/>
                      <a:ext cx="9892749" cy="5806937"/>
                    </a:xfrm>
                    <a:prstGeom prst="roundRect">
                      <a:avLst>
                        <a:gd name="adj" fmla="val 15750"/>
                      </a:avLst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MX"/>
                    </a:p>
                  </p:txBody>
                </p:sp>
                <p:cxnSp>
                  <p:nvCxnSpPr>
                    <p:cNvPr id="4" name="Conector recto 3">
                      <a:extLst>
                        <a:ext uri="{FF2B5EF4-FFF2-40B4-BE49-F238E27FC236}">
                          <a16:creationId xmlns:a16="http://schemas.microsoft.com/office/drawing/2014/main" id="{3D8F99C1-EDAC-43FC-95A6-89EE7722064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11382" y="1537855"/>
                      <a:ext cx="9892749" cy="0"/>
                    </a:xfrm>
                    <a:prstGeom prst="line">
                      <a:avLst/>
                    </a:prstGeom>
                    <a:ln w="3810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7" name="Rectángulo 6">
                    <a:extLst>
                      <a:ext uri="{FF2B5EF4-FFF2-40B4-BE49-F238E27FC236}">
                        <a16:creationId xmlns:a16="http://schemas.microsoft.com/office/drawing/2014/main" id="{4FE049DE-68F2-4428-942E-9257B558F235}"/>
                      </a:ext>
                    </a:extLst>
                  </p:cNvPr>
                  <p:cNvSpPr/>
                  <p:nvPr/>
                </p:nvSpPr>
                <p:spPr>
                  <a:xfrm>
                    <a:off x="1838326" y="825923"/>
                    <a:ext cx="647700" cy="114295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MX"/>
                  </a:p>
                </p:txBody>
              </p:sp>
              <p:sp>
                <p:nvSpPr>
                  <p:cNvPr id="8" name="Rectángulo 7">
                    <a:extLst>
                      <a:ext uri="{FF2B5EF4-FFF2-40B4-BE49-F238E27FC236}">
                        <a16:creationId xmlns:a16="http://schemas.microsoft.com/office/drawing/2014/main" id="{DFE65EA7-07D7-4B9C-9639-D94578E9CA76}"/>
                      </a:ext>
                    </a:extLst>
                  </p:cNvPr>
                  <p:cNvSpPr/>
                  <p:nvPr/>
                </p:nvSpPr>
                <p:spPr>
                  <a:xfrm>
                    <a:off x="1838326" y="1000693"/>
                    <a:ext cx="647700" cy="114295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MX"/>
                  </a:p>
                </p:txBody>
              </p:sp>
              <p:sp>
                <p:nvSpPr>
                  <p:cNvPr id="9" name="Rectángulo 8">
                    <a:extLst>
                      <a:ext uri="{FF2B5EF4-FFF2-40B4-BE49-F238E27FC236}">
                        <a16:creationId xmlns:a16="http://schemas.microsoft.com/office/drawing/2014/main" id="{E4F69077-F240-4506-B503-E74023670841}"/>
                      </a:ext>
                    </a:extLst>
                  </p:cNvPr>
                  <p:cNvSpPr/>
                  <p:nvPr/>
                </p:nvSpPr>
                <p:spPr>
                  <a:xfrm>
                    <a:off x="1838326" y="1183800"/>
                    <a:ext cx="647700" cy="114295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MX"/>
                  </a:p>
                </p:txBody>
              </p:sp>
            </p:grpSp>
            <p:grpSp>
              <p:nvGrpSpPr>
                <p:cNvPr id="14" name="Grupo 13">
                  <a:extLst>
                    <a:ext uri="{FF2B5EF4-FFF2-40B4-BE49-F238E27FC236}">
                      <a16:creationId xmlns:a16="http://schemas.microsoft.com/office/drawing/2014/main" id="{E8A3D0BD-644A-4AB8-A283-6C90CF51E85C}"/>
                    </a:ext>
                  </a:extLst>
                </p:cNvPr>
                <p:cNvGrpSpPr/>
                <p:nvPr/>
              </p:nvGrpSpPr>
              <p:grpSpPr>
                <a:xfrm>
                  <a:off x="8755276" y="940218"/>
                  <a:ext cx="1318726" cy="304474"/>
                  <a:chOff x="8752114" y="1000694"/>
                  <a:chExt cx="1072016" cy="268581"/>
                </a:xfrm>
                <a:solidFill>
                  <a:srgbClr val="FFFF00"/>
                </a:solidFill>
              </p:grpSpPr>
              <p:sp>
                <p:nvSpPr>
                  <p:cNvPr id="11" name="Elipse 10">
                    <a:extLst>
                      <a:ext uri="{FF2B5EF4-FFF2-40B4-BE49-F238E27FC236}">
                        <a16:creationId xmlns:a16="http://schemas.microsoft.com/office/drawing/2014/main" id="{DD8D6058-4FD6-4511-AB51-6D94C2A07E19}"/>
                      </a:ext>
                    </a:extLst>
                  </p:cNvPr>
                  <p:cNvSpPr/>
                  <p:nvPr/>
                </p:nvSpPr>
                <p:spPr>
                  <a:xfrm>
                    <a:off x="8752114" y="1000694"/>
                    <a:ext cx="246413" cy="251412"/>
                  </a:xfrm>
                  <a:prstGeom prst="ellipse">
                    <a:avLst/>
                  </a:prstGeom>
                  <a:solidFill>
                    <a:srgbClr val="FA523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MX"/>
                  </a:p>
                </p:txBody>
              </p:sp>
              <p:sp>
                <p:nvSpPr>
                  <p:cNvPr id="12" name="Elipse 11">
                    <a:extLst>
                      <a:ext uri="{FF2B5EF4-FFF2-40B4-BE49-F238E27FC236}">
                        <a16:creationId xmlns:a16="http://schemas.microsoft.com/office/drawing/2014/main" id="{EF9ECE21-F2D3-4694-976F-09B4D8CB4B47}"/>
                      </a:ext>
                    </a:extLst>
                  </p:cNvPr>
                  <p:cNvSpPr/>
                  <p:nvPr/>
                </p:nvSpPr>
                <p:spPr>
                  <a:xfrm>
                    <a:off x="9169482" y="1017863"/>
                    <a:ext cx="246413" cy="251412"/>
                  </a:xfrm>
                  <a:prstGeom prst="ellipse">
                    <a:avLst/>
                  </a:prstGeom>
                  <a:solidFill>
                    <a:srgbClr val="2C975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MX"/>
                  </a:p>
                </p:txBody>
              </p:sp>
              <p:sp>
                <p:nvSpPr>
                  <p:cNvPr id="13" name="Elipse 12">
                    <a:extLst>
                      <a:ext uri="{FF2B5EF4-FFF2-40B4-BE49-F238E27FC236}">
                        <a16:creationId xmlns:a16="http://schemas.microsoft.com/office/drawing/2014/main" id="{EBDD0976-C6CF-4EB8-A4BF-84C7F66CFA52}"/>
                      </a:ext>
                    </a:extLst>
                  </p:cNvPr>
                  <p:cNvSpPr/>
                  <p:nvPr/>
                </p:nvSpPr>
                <p:spPr>
                  <a:xfrm>
                    <a:off x="9577717" y="1017863"/>
                    <a:ext cx="246413" cy="251412"/>
                  </a:xfrm>
                  <a:prstGeom prst="ellipse">
                    <a:avLst/>
                  </a:prstGeom>
                  <a:solidFill>
                    <a:srgbClr val="FEB70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MX"/>
                  </a:p>
                </p:txBody>
              </p:sp>
            </p:grpSp>
          </p:grpSp>
          <p:cxnSp>
            <p:nvCxnSpPr>
              <p:cNvPr id="22" name="Conector recto 21">
                <a:extLst>
                  <a:ext uri="{FF2B5EF4-FFF2-40B4-BE49-F238E27FC236}">
                    <a16:creationId xmlns:a16="http://schemas.microsoft.com/office/drawing/2014/main" id="{1FBC07C1-4962-474A-8CF3-5E98595938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08279" y="2057153"/>
                <a:ext cx="176958" cy="117703"/>
              </a:xfrm>
              <a:prstGeom prst="line">
                <a:avLst/>
              </a:prstGeom>
              <a:ln w="762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upo 22">
              <a:extLst>
                <a:ext uri="{FF2B5EF4-FFF2-40B4-BE49-F238E27FC236}">
                  <a16:creationId xmlns:a16="http://schemas.microsoft.com/office/drawing/2014/main" id="{03A60E64-0612-444E-879C-00F98F033E12}"/>
                </a:ext>
              </a:extLst>
            </p:cNvPr>
            <p:cNvGrpSpPr/>
            <p:nvPr/>
          </p:nvGrpSpPr>
          <p:grpSpPr>
            <a:xfrm>
              <a:off x="2462974" y="1694831"/>
              <a:ext cx="5674926" cy="569216"/>
              <a:chOff x="2462974" y="1694831"/>
              <a:chExt cx="5674926" cy="569216"/>
            </a:xfrm>
          </p:grpSpPr>
          <p:sp>
            <p:nvSpPr>
              <p:cNvPr id="30" name="Rectángulo: esquinas redondeadas 29">
                <a:extLst>
                  <a:ext uri="{FF2B5EF4-FFF2-40B4-BE49-F238E27FC236}">
                    <a16:creationId xmlns:a16="http://schemas.microsoft.com/office/drawing/2014/main" id="{7CED371F-8729-44AB-8499-603805498C4C}"/>
                  </a:ext>
                </a:extLst>
              </p:cNvPr>
              <p:cNvSpPr/>
              <p:nvPr/>
            </p:nvSpPr>
            <p:spPr>
              <a:xfrm>
                <a:off x="2462974" y="1694831"/>
                <a:ext cx="5674926" cy="569216"/>
              </a:xfrm>
              <a:prstGeom prst="roundRect">
                <a:avLst>
                  <a:gd name="adj" fmla="val 50000"/>
                </a:avLst>
              </a:prstGeom>
              <a:noFill/>
              <a:ln w="57150">
                <a:solidFill>
                  <a:srgbClr val="BFBFB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32" name="Elipse 31">
                <a:extLst>
                  <a:ext uri="{FF2B5EF4-FFF2-40B4-BE49-F238E27FC236}">
                    <a16:creationId xmlns:a16="http://schemas.microsoft.com/office/drawing/2014/main" id="{08DFED1A-2941-49B7-9AC8-13ED655664D3}"/>
                  </a:ext>
                </a:extLst>
              </p:cNvPr>
              <p:cNvSpPr/>
              <p:nvPr/>
            </p:nvSpPr>
            <p:spPr>
              <a:xfrm>
                <a:off x="7321629" y="1802445"/>
                <a:ext cx="297766" cy="313560"/>
              </a:xfrm>
              <a:prstGeom prst="ellipse">
                <a:avLst/>
              </a:prstGeom>
              <a:noFill/>
              <a:ln w="571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cxnSp>
            <p:nvCxnSpPr>
              <p:cNvPr id="35" name="Conector recto 34">
                <a:extLst>
                  <a:ext uri="{FF2B5EF4-FFF2-40B4-BE49-F238E27FC236}">
                    <a16:creationId xmlns:a16="http://schemas.microsoft.com/office/drawing/2014/main" id="{E3050692-698A-4F62-A11C-E8FB78493007}"/>
                  </a:ext>
                </a:extLst>
              </p:cNvPr>
              <p:cNvCxnSpPr/>
              <p:nvPr/>
            </p:nvCxnSpPr>
            <p:spPr>
              <a:xfrm>
                <a:off x="7099412" y="1777151"/>
                <a:ext cx="0" cy="364147"/>
              </a:xfrm>
              <a:prstGeom prst="line">
                <a:avLst/>
              </a:prstGeom>
              <a:ln w="38100">
                <a:solidFill>
                  <a:srgbClr val="BFBF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E28C92C1-672B-4A88-A443-EC7991CA48F6}"/>
                  </a:ext>
                </a:extLst>
              </p:cNvPr>
              <p:cNvSpPr txBox="1"/>
              <p:nvPr/>
            </p:nvSpPr>
            <p:spPr>
              <a:xfrm>
                <a:off x="2637890" y="1738953"/>
                <a:ext cx="294207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419" sz="2400" dirty="0">
                    <a:solidFill>
                      <a:schemeClr val="bg1">
                        <a:lumMod val="50000"/>
                      </a:schemeClr>
                    </a:solidFill>
                  </a:rPr>
                  <a:t>OBSERVACIONES</a:t>
                </a:r>
                <a:endParaRPr lang="es-MX" sz="24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43" name="CuadroTexto 42">
            <a:extLst>
              <a:ext uri="{FF2B5EF4-FFF2-40B4-BE49-F238E27FC236}">
                <a16:creationId xmlns:a16="http://schemas.microsoft.com/office/drawing/2014/main" id="{CE33E7E6-066E-45C0-8064-8EB5EA4821A9}"/>
              </a:ext>
            </a:extLst>
          </p:cNvPr>
          <p:cNvSpPr txBox="1"/>
          <p:nvPr/>
        </p:nvSpPr>
        <p:spPr>
          <a:xfrm>
            <a:off x="1465729" y="2614558"/>
            <a:ext cx="463027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s-MX" sz="2400" dirty="0">
                <a:solidFill>
                  <a:schemeClr val="bg1">
                    <a:lumMod val="50000"/>
                  </a:schemeClr>
                </a:solidFill>
              </a:rPr>
              <a:t>Se formaron burbujas en ambos electrodos.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s-MX" sz="2400" dirty="0">
                <a:solidFill>
                  <a:schemeClr val="bg1">
                    <a:lumMod val="50000"/>
                  </a:schemeClr>
                </a:solidFill>
              </a:rPr>
              <a:t>El gas del cátodo se produjo en mayor cantidad que el del ánodo (relación 2:1).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s-MX" sz="2400" dirty="0">
                <a:solidFill>
                  <a:schemeClr val="bg1">
                    <a:lumMod val="50000"/>
                  </a:schemeClr>
                </a:solidFill>
              </a:rPr>
              <a:t>El hidrógeno produce un pequeño estallido con la llama.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s-MX" sz="2400" dirty="0">
                <a:solidFill>
                  <a:schemeClr val="bg1">
                    <a:lumMod val="50000"/>
                  </a:schemeClr>
                </a:solidFill>
              </a:rPr>
              <a:t>El oxígeno reaviva la llama encendida.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01FF462C-53F8-4C76-B2F0-9AFA5C2E2829}"/>
              </a:ext>
            </a:extLst>
          </p:cNvPr>
          <p:cNvGrpSpPr/>
          <p:nvPr/>
        </p:nvGrpSpPr>
        <p:grpSpPr>
          <a:xfrm>
            <a:off x="1869382" y="1819753"/>
            <a:ext cx="481858" cy="457435"/>
            <a:chOff x="1869382" y="1819753"/>
            <a:chExt cx="481858" cy="457435"/>
          </a:xfrm>
        </p:grpSpPr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4BBE8B0A-7ED6-45CB-82FA-422DB7FD7FB9}"/>
                </a:ext>
              </a:extLst>
            </p:cNvPr>
            <p:cNvSpPr/>
            <p:nvPr/>
          </p:nvSpPr>
          <p:spPr>
            <a:xfrm>
              <a:off x="1869382" y="1819753"/>
              <a:ext cx="481858" cy="457435"/>
            </a:xfrm>
            <a:prstGeom prst="ellipse">
              <a:avLst/>
            </a:prstGeom>
            <a:solidFill>
              <a:srgbClr val="FA52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7" name="Flecha: a la derecha 16">
              <a:hlinkClick r:id="rId3" action="ppaction://hlinksldjump"/>
              <a:extLst>
                <a:ext uri="{FF2B5EF4-FFF2-40B4-BE49-F238E27FC236}">
                  <a16:creationId xmlns:a16="http://schemas.microsoft.com/office/drawing/2014/main" id="{A8EBE473-58A5-4BA0-94C2-AB8151ABE8FC}"/>
                </a:ext>
              </a:extLst>
            </p:cNvPr>
            <p:cNvSpPr/>
            <p:nvPr/>
          </p:nvSpPr>
          <p:spPr>
            <a:xfrm>
              <a:off x="1945596" y="1932149"/>
              <a:ext cx="356741" cy="242651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74" name="Grupo 73">
            <a:extLst>
              <a:ext uri="{FF2B5EF4-FFF2-40B4-BE49-F238E27FC236}">
                <a16:creationId xmlns:a16="http://schemas.microsoft.com/office/drawing/2014/main" id="{D98731DB-CE77-4FBB-A784-99E485DC672E}"/>
              </a:ext>
            </a:extLst>
          </p:cNvPr>
          <p:cNvGrpSpPr/>
          <p:nvPr/>
        </p:nvGrpSpPr>
        <p:grpSpPr>
          <a:xfrm>
            <a:off x="1213504" y="1802445"/>
            <a:ext cx="481858" cy="457435"/>
            <a:chOff x="1869382" y="1819753"/>
            <a:chExt cx="481858" cy="457435"/>
          </a:xfrm>
        </p:grpSpPr>
        <p:sp>
          <p:nvSpPr>
            <p:cNvPr id="75" name="Elipse 74">
              <a:extLst>
                <a:ext uri="{FF2B5EF4-FFF2-40B4-BE49-F238E27FC236}">
                  <a16:creationId xmlns:a16="http://schemas.microsoft.com/office/drawing/2014/main" id="{F85ECC7B-F5EA-41A7-A29F-3C3B11E70D59}"/>
                </a:ext>
              </a:extLst>
            </p:cNvPr>
            <p:cNvSpPr/>
            <p:nvPr/>
          </p:nvSpPr>
          <p:spPr>
            <a:xfrm>
              <a:off x="1869382" y="1819753"/>
              <a:ext cx="481858" cy="457435"/>
            </a:xfrm>
            <a:prstGeom prst="ellipse">
              <a:avLst/>
            </a:prstGeom>
            <a:solidFill>
              <a:srgbClr val="FEB7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6" name="Flecha: a la derecha 75">
              <a:hlinkClick r:id="rId4" action="ppaction://hlinksldjump"/>
              <a:extLst>
                <a:ext uri="{FF2B5EF4-FFF2-40B4-BE49-F238E27FC236}">
                  <a16:creationId xmlns:a16="http://schemas.microsoft.com/office/drawing/2014/main" id="{1E16CFFB-3AC3-445F-ADDE-DAA15F516D99}"/>
                </a:ext>
              </a:extLst>
            </p:cNvPr>
            <p:cNvSpPr/>
            <p:nvPr/>
          </p:nvSpPr>
          <p:spPr>
            <a:xfrm rot="10800000">
              <a:off x="1919297" y="1949457"/>
              <a:ext cx="356741" cy="242651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</p:spTree>
    <p:extLst>
      <p:ext uri="{BB962C8B-B14F-4D97-AF65-F5344CB8AC3E}">
        <p14:creationId xmlns:p14="http://schemas.microsoft.com/office/powerpoint/2010/main" val="3367186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BD0CAECB-2D83-46FE-9294-9B44949CCB9A}"/>
              </a:ext>
            </a:extLst>
          </p:cNvPr>
          <p:cNvGrpSpPr/>
          <p:nvPr/>
        </p:nvGrpSpPr>
        <p:grpSpPr>
          <a:xfrm>
            <a:off x="988330" y="525531"/>
            <a:ext cx="9895157" cy="5806937"/>
            <a:chOff x="988330" y="525531"/>
            <a:chExt cx="9895157" cy="5806937"/>
          </a:xfrm>
        </p:grpSpPr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9F1749D6-CA4A-47D9-A5CA-D0A23F27B2DE}"/>
                </a:ext>
              </a:extLst>
            </p:cNvPr>
            <p:cNvGrpSpPr/>
            <p:nvPr/>
          </p:nvGrpSpPr>
          <p:grpSpPr>
            <a:xfrm>
              <a:off x="988330" y="525531"/>
              <a:ext cx="9895157" cy="5806937"/>
              <a:chOff x="1011382" y="554105"/>
              <a:chExt cx="9895157" cy="5806937"/>
            </a:xfrm>
          </p:grpSpPr>
          <p:grpSp>
            <p:nvGrpSpPr>
              <p:cNvPr id="10" name="Grupo 9">
                <a:extLst>
                  <a:ext uri="{FF2B5EF4-FFF2-40B4-BE49-F238E27FC236}">
                    <a16:creationId xmlns:a16="http://schemas.microsoft.com/office/drawing/2014/main" id="{54F9695F-6387-4177-9BAC-7E484E6E3B4C}"/>
                  </a:ext>
                </a:extLst>
              </p:cNvPr>
              <p:cNvGrpSpPr/>
              <p:nvPr/>
            </p:nvGrpSpPr>
            <p:grpSpPr>
              <a:xfrm>
                <a:off x="1011382" y="554105"/>
                <a:ext cx="9895157" cy="5806937"/>
                <a:chOff x="1011382" y="554105"/>
                <a:chExt cx="9895157" cy="5806937"/>
              </a:xfrm>
            </p:grpSpPr>
            <p:grpSp>
              <p:nvGrpSpPr>
                <p:cNvPr id="6" name="Grupo 5">
                  <a:extLst>
                    <a:ext uri="{FF2B5EF4-FFF2-40B4-BE49-F238E27FC236}">
                      <a16:creationId xmlns:a16="http://schemas.microsoft.com/office/drawing/2014/main" id="{F6CC9175-904F-400C-89F8-29AF7E56BEA8}"/>
                    </a:ext>
                  </a:extLst>
                </p:cNvPr>
                <p:cNvGrpSpPr/>
                <p:nvPr/>
              </p:nvGrpSpPr>
              <p:grpSpPr>
                <a:xfrm>
                  <a:off x="1011382" y="554105"/>
                  <a:ext cx="9895157" cy="5806937"/>
                  <a:chOff x="1011382" y="554105"/>
                  <a:chExt cx="9895157" cy="5806937"/>
                </a:xfrm>
              </p:grpSpPr>
              <p:sp>
                <p:nvSpPr>
                  <p:cNvPr id="2" name="Rectángulo: esquinas redondeadas 1">
                    <a:extLst>
                      <a:ext uri="{FF2B5EF4-FFF2-40B4-BE49-F238E27FC236}">
                        <a16:creationId xmlns:a16="http://schemas.microsoft.com/office/drawing/2014/main" id="{E6DB7EE2-F3F3-48E1-B911-8476EF1526C8}"/>
                      </a:ext>
                    </a:extLst>
                  </p:cNvPr>
                  <p:cNvSpPr/>
                  <p:nvPr/>
                </p:nvSpPr>
                <p:spPr>
                  <a:xfrm>
                    <a:off x="1013790" y="554105"/>
                    <a:ext cx="9892749" cy="5806937"/>
                  </a:xfrm>
                  <a:prstGeom prst="roundRect">
                    <a:avLst>
                      <a:gd name="adj" fmla="val 15750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MX"/>
                  </a:p>
                </p:txBody>
              </p:sp>
              <p:cxnSp>
                <p:nvCxnSpPr>
                  <p:cNvPr id="4" name="Conector recto 3">
                    <a:extLst>
                      <a:ext uri="{FF2B5EF4-FFF2-40B4-BE49-F238E27FC236}">
                        <a16:creationId xmlns:a16="http://schemas.microsoft.com/office/drawing/2014/main" id="{3D8F99C1-EDAC-43FC-95A6-89EE7722064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11382" y="1537855"/>
                    <a:ext cx="9892749" cy="0"/>
                  </a:xfrm>
                  <a:prstGeom prst="line">
                    <a:avLst/>
                  </a:prstGeom>
                  <a:ln w="3810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7" name="Rectángulo 6">
                  <a:extLst>
                    <a:ext uri="{FF2B5EF4-FFF2-40B4-BE49-F238E27FC236}">
                      <a16:creationId xmlns:a16="http://schemas.microsoft.com/office/drawing/2014/main" id="{4FE049DE-68F2-4428-942E-9257B558F235}"/>
                    </a:ext>
                  </a:extLst>
                </p:cNvPr>
                <p:cNvSpPr/>
                <p:nvPr/>
              </p:nvSpPr>
              <p:spPr>
                <a:xfrm>
                  <a:off x="1838326" y="825923"/>
                  <a:ext cx="647700" cy="114295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MX"/>
                </a:p>
              </p:txBody>
            </p:sp>
            <p:sp>
              <p:nvSpPr>
                <p:cNvPr id="8" name="Rectángulo 7">
                  <a:extLst>
                    <a:ext uri="{FF2B5EF4-FFF2-40B4-BE49-F238E27FC236}">
                      <a16:creationId xmlns:a16="http://schemas.microsoft.com/office/drawing/2014/main" id="{DFE65EA7-07D7-4B9C-9639-D94578E9CA76}"/>
                    </a:ext>
                  </a:extLst>
                </p:cNvPr>
                <p:cNvSpPr/>
                <p:nvPr/>
              </p:nvSpPr>
              <p:spPr>
                <a:xfrm>
                  <a:off x="1838326" y="1000693"/>
                  <a:ext cx="647700" cy="114295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MX"/>
                </a:p>
              </p:txBody>
            </p:sp>
            <p:sp>
              <p:nvSpPr>
                <p:cNvPr id="9" name="Rectángulo 8">
                  <a:extLst>
                    <a:ext uri="{FF2B5EF4-FFF2-40B4-BE49-F238E27FC236}">
                      <a16:creationId xmlns:a16="http://schemas.microsoft.com/office/drawing/2014/main" id="{E4F69077-F240-4506-B503-E74023670841}"/>
                    </a:ext>
                  </a:extLst>
                </p:cNvPr>
                <p:cNvSpPr/>
                <p:nvPr/>
              </p:nvSpPr>
              <p:spPr>
                <a:xfrm>
                  <a:off x="1838326" y="1183800"/>
                  <a:ext cx="647700" cy="114295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MX"/>
                </a:p>
              </p:txBody>
            </p:sp>
          </p:grpSp>
          <p:grpSp>
            <p:nvGrpSpPr>
              <p:cNvPr id="14" name="Grupo 13">
                <a:extLst>
                  <a:ext uri="{FF2B5EF4-FFF2-40B4-BE49-F238E27FC236}">
                    <a16:creationId xmlns:a16="http://schemas.microsoft.com/office/drawing/2014/main" id="{E8A3D0BD-644A-4AB8-A283-6C90CF51E85C}"/>
                  </a:ext>
                </a:extLst>
              </p:cNvPr>
              <p:cNvGrpSpPr/>
              <p:nvPr/>
            </p:nvGrpSpPr>
            <p:grpSpPr>
              <a:xfrm>
                <a:off x="8755276" y="940218"/>
                <a:ext cx="1318726" cy="304474"/>
                <a:chOff x="8752114" y="1000694"/>
                <a:chExt cx="1072016" cy="268581"/>
              </a:xfrm>
              <a:solidFill>
                <a:srgbClr val="FFFF00"/>
              </a:solidFill>
            </p:grpSpPr>
            <p:sp>
              <p:nvSpPr>
                <p:cNvPr id="11" name="Elipse 10">
                  <a:extLst>
                    <a:ext uri="{FF2B5EF4-FFF2-40B4-BE49-F238E27FC236}">
                      <a16:creationId xmlns:a16="http://schemas.microsoft.com/office/drawing/2014/main" id="{DD8D6058-4FD6-4511-AB51-6D94C2A07E19}"/>
                    </a:ext>
                  </a:extLst>
                </p:cNvPr>
                <p:cNvSpPr/>
                <p:nvPr/>
              </p:nvSpPr>
              <p:spPr>
                <a:xfrm>
                  <a:off x="8752114" y="1000694"/>
                  <a:ext cx="246413" cy="251412"/>
                </a:xfrm>
                <a:prstGeom prst="ellipse">
                  <a:avLst/>
                </a:prstGeom>
                <a:solidFill>
                  <a:srgbClr val="FA523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MX"/>
                </a:p>
              </p:txBody>
            </p:sp>
            <p:sp>
              <p:nvSpPr>
                <p:cNvPr id="12" name="Elipse 11">
                  <a:extLst>
                    <a:ext uri="{FF2B5EF4-FFF2-40B4-BE49-F238E27FC236}">
                      <a16:creationId xmlns:a16="http://schemas.microsoft.com/office/drawing/2014/main" id="{EF9ECE21-F2D3-4694-976F-09B4D8CB4B47}"/>
                    </a:ext>
                  </a:extLst>
                </p:cNvPr>
                <p:cNvSpPr/>
                <p:nvPr/>
              </p:nvSpPr>
              <p:spPr>
                <a:xfrm>
                  <a:off x="9169482" y="1017863"/>
                  <a:ext cx="246413" cy="251412"/>
                </a:xfrm>
                <a:prstGeom prst="ellipse">
                  <a:avLst/>
                </a:prstGeom>
                <a:solidFill>
                  <a:srgbClr val="2C975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MX"/>
                </a:p>
              </p:txBody>
            </p:sp>
            <p:sp>
              <p:nvSpPr>
                <p:cNvPr id="13" name="Elipse 12">
                  <a:extLst>
                    <a:ext uri="{FF2B5EF4-FFF2-40B4-BE49-F238E27FC236}">
                      <a16:creationId xmlns:a16="http://schemas.microsoft.com/office/drawing/2014/main" id="{EBDD0976-C6CF-4EB8-A4BF-84C7F66CFA52}"/>
                    </a:ext>
                  </a:extLst>
                </p:cNvPr>
                <p:cNvSpPr/>
                <p:nvPr/>
              </p:nvSpPr>
              <p:spPr>
                <a:xfrm>
                  <a:off x="9577717" y="1017863"/>
                  <a:ext cx="246413" cy="251412"/>
                </a:xfrm>
                <a:prstGeom prst="ellipse">
                  <a:avLst/>
                </a:prstGeom>
                <a:solidFill>
                  <a:srgbClr val="FEB70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MX"/>
                </a:p>
              </p:txBody>
            </p:sp>
          </p:grpSp>
        </p:grp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1FBC07C1-4962-474A-8CF3-5E9859593898}"/>
                </a:ext>
              </a:extLst>
            </p:cNvPr>
            <p:cNvCxnSpPr>
              <a:cxnSpLocks/>
            </p:cNvCxnSpPr>
            <p:nvPr/>
          </p:nvCxnSpPr>
          <p:spPr>
            <a:xfrm>
              <a:off x="6521680" y="2039803"/>
              <a:ext cx="176958" cy="117703"/>
            </a:xfrm>
            <a:prstGeom prst="line">
              <a:avLst/>
            </a:prstGeom>
            <a:ln w="762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Imagen 20">
            <a:extLst>
              <a:ext uri="{FF2B5EF4-FFF2-40B4-BE49-F238E27FC236}">
                <a16:creationId xmlns:a16="http://schemas.microsoft.com/office/drawing/2014/main" id="{765604BC-A5B8-41E4-B495-436ED94E1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089" y="694639"/>
            <a:ext cx="647700" cy="574882"/>
          </a:xfrm>
          <a:prstGeom prst="rect">
            <a:avLst/>
          </a:prstGeom>
        </p:spPr>
      </p:pic>
      <p:grpSp>
        <p:nvGrpSpPr>
          <p:cNvPr id="59" name="Grupo 58">
            <a:extLst>
              <a:ext uri="{FF2B5EF4-FFF2-40B4-BE49-F238E27FC236}">
                <a16:creationId xmlns:a16="http://schemas.microsoft.com/office/drawing/2014/main" id="{192988DE-9553-4C2E-9BC7-E7A18DE5FA13}"/>
              </a:ext>
            </a:extLst>
          </p:cNvPr>
          <p:cNvGrpSpPr/>
          <p:nvPr/>
        </p:nvGrpSpPr>
        <p:grpSpPr>
          <a:xfrm>
            <a:off x="1318541" y="1684051"/>
            <a:ext cx="5674926" cy="569216"/>
            <a:chOff x="1318541" y="1684051"/>
            <a:chExt cx="5674926" cy="569216"/>
          </a:xfrm>
        </p:grpSpPr>
        <p:sp>
          <p:nvSpPr>
            <p:cNvPr id="30" name="Rectángulo: esquinas redondeadas 29">
              <a:extLst>
                <a:ext uri="{FF2B5EF4-FFF2-40B4-BE49-F238E27FC236}">
                  <a16:creationId xmlns:a16="http://schemas.microsoft.com/office/drawing/2014/main" id="{7CED371F-8729-44AB-8499-603805498C4C}"/>
                </a:ext>
              </a:extLst>
            </p:cNvPr>
            <p:cNvSpPr/>
            <p:nvPr/>
          </p:nvSpPr>
          <p:spPr>
            <a:xfrm>
              <a:off x="1318541" y="1684051"/>
              <a:ext cx="5674926" cy="569216"/>
            </a:xfrm>
            <a:prstGeom prst="roundRect">
              <a:avLst>
                <a:gd name="adj" fmla="val 50000"/>
              </a:avLst>
            </a:prstGeom>
            <a:noFill/>
            <a:ln w="57150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Elipse 31">
              <a:extLst>
                <a:ext uri="{FF2B5EF4-FFF2-40B4-BE49-F238E27FC236}">
                  <a16:creationId xmlns:a16="http://schemas.microsoft.com/office/drawing/2014/main" id="{08DFED1A-2941-49B7-9AC8-13ED655664D3}"/>
                </a:ext>
              </a:extLst>
            </p:cNvPr>
            <p:cNvSpPr/>
            <p:nvPr/>
          </p:nvSpPr>
          <p:spPr>
            <a:xfrm>
              <a:off x="6283002" y="1793359"/>
              <a:ext cx="297766" cy="313560"/>
            </a:xfrm>
            <a:prstGeom prst="ellipse">
              <a:avLst/>
            </a:prstGeom>
            <a:noFill/>
            <a:ln w="571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E3050692-698A-4F62-A11C-E8FB78493007}"/>
                </a:ext>
              </a:extLst>
            </p:cNvPr>
            <p:cNvCxnSpPr/>
            <p:nvPr/>
          </p:nvCxnSpPr>
          <p:spPr>
            <a:xfrm>
              <a:off x="6096000" y="1786585"/>
              <a:ext cx="0" cy="364147"/>
            </a:xfrm>
            <a:prstGeom prst="line">
              <a:avLst/>
            </a:prstGeom>
            <a:ln w="38100"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CuadroTexto 38">
            <a:extLst>
              <a:ext uri="{FF2B5EF4-FFF2-40B4-BE49-F238E27FC236}">
                <a16:creationId xmlns:a16="http://schemas.microsoft.com/office/drawing/2014/main" id="{E28C92C1-672B-4A88-A443-EC7991CA48F6}"/>
              </a:ext>
            </a:extLst>
          </p:cNvPr>
          <p:cNvSpPr txBox="1"/>
          <p:nvPr/>
        </p:nvSpPr>
        <p:spPr>
          <a:xfrm>
            <a:off x="1645486" y="1707800"/>
            <a:ext cx="3029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>
                <a:solidFill>
                  <a:schemeClr val="bg1">
                    <a:lumMod val="50000"/>
                  </a:schemeClr>
                </a:solidFill>
              </a:rPr>
              <a:t>OBSERVACIONES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CE33E7E6-066E-45C0-8064-8EB5EA4821A9}"/>
              </a:ext>
            </a:extLst>
          </p:cNvPr>
          <p:cNvSpPr txBox="1"/>
          <p:nvPr/>
        </p:nvSpPr>
        <p:spPr>
          <a:xfrm>
            <a:off x="322730" y="2453107"/>
            <a:ext cx="577327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s-MX" sz="2400" dirty="0">
                <a:solidFill>
                  <a:schemeClr val="bg1">
                    <a:lumMod val="50000"/>
                  </a:schemeClr>
                </a:solidFill>
              </a:rPr>
              <a:t>Se formaron burbujas en ambos electrodos.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s-MX" sz="2400" dirty="0">
                <a:solidFill>
                  <a:schemeClr val="bg1">
                    <a:lumMod val="50000"/>
                  </a:schemeClr>
                </a:solidFill>
              </a:rPr>
              <a:t>El gas del cátodo se produjo en mayor cantidad que el del ánodo (relación 2:1).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s-MX" sz="2400" dirty="0">
                <a:solidFill>
                  <a:schemeClr val="bg1">
                    <a:lumMod val="50000"/>
                  </a:schemeClr>
                </a:solidFill>
              </a:rPr>
              <a:t>El hidrógeno produce un pequeño estallido con la llama.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s-MX" sz="2400" dirty="0">
                <a:solidFill>
                  <a:schemeClr val="bg1">
                    <a:lumMod val="50000"/>
                  </a:schemeClr>
                </a:solidFill>
              </a:rPr>
              <a:t>El oxígeno reaviva la llama encendida.</a:t>
            </a:r>
          </a:p>
          <a:p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60" name="Grupo 59">
            <a:extLst>
              <a:ext uri="{FF2B5EF4-FFF2-40B4-BE49-F238E27FC236}">
                <a16:creationId xmlns:a16="http://schemas.microsoft.com/office/drawing/2014/main" id="{55FD144A-01E6-491F-9A00-6E13A49C46F1}"/>
              </a:ext>
            </a:extLst>
          </p:cNvPr>
          <p:cNvGrpSpPr/>
          <p:nvPr/>
        </p:nvGrpSpPr>
        <p:grpSpPr>
          <a:xfrm>
            <a:off x="6242623" y="2513258"/>
            <a:ext cx="4158224" cy="3386139"/>
            <a:chOff x="6242623" y="2513258"/>
            <a:chExt cx="4158224" cy="3386139"/>
          </a:xfrm>
        </p:grpSpPr>
        <p:sp>
          <p:nvSpPr>
            <p:cNvPr id="46" name="Rectángulo: esquinas redondeadas 45">
              <a:extLst>
                <a:ext uri="{FF2B5EF4-FFF2-40B4-BE49-F238E27FC236}">
                  <a16:creationId xmlns:a16="http://schemas.microsoft.com/office/drawing/2014/main" id="{BC61F97E-DE0B-4AC5-8D9D-FBADD2E3B337}"/>
                </a:ext>
              </a:extLst>
            </p:cNvPr>
            <p:cNvSpPr/>
            <p:nvPr/>
          </p:nvSpPr>
          <p:spPr>
            <a:xfrm>
              <a:off x="6257299" y="2513258"/>
              <a:ext cx="4143548" cy="3386139"/>
            </a:xfrm>
            <a:prstGeom prst="roundRect">
              <a:avLst>
                <a:gd name="adj" fmla="val 11128"/>
              </a:avLst>
            </a:prstGeom>
            <a:noFill/>
            <a:ln w="19050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11107144-CD2A-4AB2-847B-6F246BC841B5}"/>
                </a:ext>
              </a:extLst>
            </p:cNvPr>
            <p:cNvCxnSpPr>
              <a:cxnSpLocks/>
            </p:cNvCxnSpPr>
            <p:nvPr/>
          </p:nvCxnSpPr>
          <p:spPr>
            <a:xfrm>
              <a:off x="6242623" y="4217550"/>
              <a:ext cx="4158224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A67C707B-8EE0-426F-941F-37EDD2053719}"/>
              </a:ext>
            </a:extLst>
          </p:cNvPr>
          <p:cNvSpPr/>
          <p:nvPr/>
        </p:nvSpPr>
        <p:spPr>
          <a:xfrm>
            <a:off x="6242623" y="2448291"/>
            <a:ext cx="1412546" cy="1128079"/>
          </a:xfrm>
          <a:prstGeom prst="roundRect">
            <a:avLst>
              <a:gd name="adj" fmla="val 7163"/>
            </a:avLst>
          </a:prstGeom>
          <a:solidFill>
            <a:srgbClr val="2C97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E283D25D-4759-4779-BEAB-1E4CFFFC9439}"/>
              </a:ext>
            </a:extLst>
          </p:cNvPr>
          <p:cNvSpPr/>
          <p:nvPr/>
        </p:nvSpPr>
        <p:spPr>
          <a:xfrm>
            <a:off x="7622800" y="2448290"/>
            <a:ext cx="1412546" cy="1128079"/>
          </a:xfrm>
          <a:prstGeom prst="roundRect">
            <a:avLst>
              <a:gd name="adj" fmla="val 7163"/>
            </a:avLst>
          </a:prstGeom>
          <a:solidFill>
            <a:srgbClr val="FE55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2" name="Rectángulo: esquinas redondeadas 51">
            <a:extLst>
              <a:ext uri="{FF2B5EF4-FFF2-40B4-BE49-F238E27FC236}">
                <a16:creationId xmlns:a16="http://schemas.microsoft.com/office/drawing/2014/main" id="{9D32A7A6-1E8F-4D28-A771-C3241E30E5D1}"/>
              </a:ext>
            </a:extLst>
          </p:cNvPr>
          <p:cNvSpPr/>
          <p:nvPr/>
        </p:nvSpPr>
        <p:spPr>
          <a:xfrm>
            <a:off x="8988301" y="2453107"/>
            <a:ext cx="1412546" cy="1128079"/>
          </a:xfrm>
          <a:prstGeom prst="roundRect">
            <a:avLst>
              <a:gd name="adj" fmla="val 7163"/>
            </a:avLst>
          </a:prstGeom>
          <a:solidFill>
            <a:srgbClr val="FEB7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8D194915-A249-4CF8-A5BA-3D2677124086}"/>
              </a:ext>
            </a:extLst>
          </p:cNvPr>
          <p:cNvSpPr txBox="1"/>
          <p:nvPr/>
        </p:nvSpPr>
        <p:spPr>
          <a:xfrm>
            <a:off x="6404143" y="3670269"/>
            <a:ext cx="4454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>
                    <a:lumMod val="50000"/>
                  </a:schemeClr>
                </a:solidFill>
              </a:rPr>
              <a:t> Ecuación de formación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0BDA91C5-5436-4CA1-AB51-7EE8F2E0CBA5}"/>
              </a:ext>
            </a:extLst>
          </p:cNvPr>
          <p:cNvSpPr txBox="1"/>
          <p:nvPr/>
        </p:nvSpPr>
        <p:spPr>
          <a:xfrm>
            <a:off x="6431885" y="4389509"/>
            <a:ext cx="38088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>
                    <a:lumMod val="50000"/>
                  </a:schemeClr>
                </a:solidFill>
              </a:rPr>
              <a:t>2H</a:t>
            </a:r>
            <a:r>
              <a:rPr lang="es-MX" sz="16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es-MX" sz="2000" dirty="0">
                <a:solidFill>
                  <a:schemeClr val="bg1">
                    <a:lumMod val="50000"/>
                  </a:schemeClr>
                </a:solidFill>
              </a:rPr>
              <a:t>O(I)</a:t>
            </a:r>
            <a:r>
              <a:rPr lang="es-MX" dirty="0">
                <a:solidFill>
                  <a:schemeClr val="bg1">
                    <a:lumMod val="50000"/>
                  </a:schemeClr>
                </a:solidFill>
              </a:rPr>
              <a:t>              2H</a:t>
            </a:r>
            <a:r>
              <a:rPr lang="es-MX" sz="1600" dirty="0">
                <a:solidFill>
                  <a:schemeClr val="bg1">
                    <a:lumMod val="50000"/>
                  </a:schemeClr>
                </a:solidFill>
              </a:rPr>
              <a:t>2(g)+</a:t>
            </a:r>
            <a:r>
              <a:rPr lang="es-MX" dirty="0">
                <a:solidFill>
                  <a:schemeClr val="bg1">
                    <a:lumMod val="50000"/>
                  </a:schemeClr>
                </a:solidFill>
              </a:rPr>
              <a:t> O</a:t>
            </a:r>
            <a:r>
              <a:rPr lang="es-MX" sz="16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es-MX" dirty="0">
                <a:solidFill>
                  <a:schemeClr val="bg1">
                    <a:lumMod val="50000"/>
                  </a:schemeClr>
                </a:solidFill>
              </a:rPr>
              <a:t>(g)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6EF320F9-50B9-43C6-9619-78418183F78A}"/>
              </a:ext>
            </a:extLst>
          </p:cNvPr>
          <p:cNvCxnSpPr>
            <a:cxnSpLocks/>
          </p:cNvCxnSpPr>
          <p:nvPr/>
        </p:nvCxnSpPr>
        <p:spPr>
          <a:xfrm flipV="1">
            <a:off x="7366057" y="4583724"/>
            <a:ext cx="578224" cy="5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184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701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201"/>
                            </p:stCondLst>
                            <p:childTnLst>
                              <p:par>
                                <p:cTn id="1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1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701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201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701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201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701"/>
                            </p:stCondLst>
                            <p:childTnLst>
                              <p:par>
                                <p:cTn id="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3" grpId="0"/>
      <p:bldP spid="47" grpId="0" animBg="1"/>
      <p:bldP spid="51" grpId="0" animBg="1"/>
      <p:bldP spid="52" grpId="0" animBg="1"/>
      <p:bldP spid="57" grpId="0"/>
      <p:bldP spid="5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>
            <a:extLst>
              <a:ext uri="{FF2B5EF4-FFF2-40B4-BE49-F238E27FC236}">
                <a16:creationId xmlns:a16="http://schemas.microsoft.com/office/drawing/2014/main" id="{765604BC-A5B8-41E4-B495-436ED94E1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089" y="694639"/>
            <a:ext cx="647700" cy="574882"/>
          </a:xfrm>
          <a:prstGeom prst="rect">
            <a:avLst/>
          </a:prstGeom>
        </p:spPr>
      </p:pic>
      <p:grpSp>
        <p:nvGrpSpPr>
          <p:cNvPr id="24" name="Grupo 23">
            <a:extLst>
              <a:ext uri="{FF2B5EF4-FFF2-40B4-BE49-F238E27FC236}">
                <a16:creationId xmlns:a16="http://schemas.microsoft.com/office/drawing/2014/main" id="{4460110E-F24E-4848-8EFF-F54C2EDBB2C5}"/>
              </a:ext>
            </a:extLst>
          </p:cNvPr>
          <p:cNvGrpSpPr/>
          <p:nvPr/>
        </p:nvGrpSpPr>
        <p:grpSpPr>
          <a:xfrm>
            <a:off x="988330" y="512084"/>
            <a:ext cx="9895157" cy="5806937"/>
            <a:chOff x="988330" y="525531"/>
            <a:chExt cx="9895157" cy="5806937"/>
          </a:xfrm>
        </p:grpSpPr>
        <p:grpSp>
          <p:nvGrpSpPr>
            <p:cNvPr id="25" name="Grupo 24">
              <a:extLst>
                <a:ext uri="{FF2B5EF4-FFF2-40B4-BE49-F238E27FC236}">
                  <a16:creationId xmlns:a16="http://schemas.microsoft.com/office/drawing/2014/main" id="{BD0CAECB-2D83-46FE-9294-9B44949CCB9A}"/>
                </a:ext>
              </a:extLst>
            </p:cNvPr>
            <p:cNvGrpSpPr/>
            <p:nvPr/>
          </p:nvGrpSpPr>
          <p:grpSpPr>
            <a:xfrm>
              <a:off x="988330" y="525531"/>
              <a:ext cx="9895157" cy="5806937"/>
              <a:chOff x="988330" y="525531"/>
              <a:chExt cx="9895157" cy="5806937"/>
            </a:xfrm>
          </p:grpSpPr>
          <p:grpSp>
            <p:nvGrpSpPr>
              <p:cNvPr id="15" name="Grupo 14">
                <a:extLst>
                  <a:ext uri="{FF2B5EF4-FFF2-40B4-BE49-F238E27FC236}">
                    <a16:creationId xmlns:a16="http://schemas.microsoft.com/office/drawing/2014/main" id="{9F1749D6-CA4A-47D9-A5CA-D0A23F27B2DE}"/>
                  </a:ext>
                </a:extLst>
              </p:cNvPr>
              <p:cNvGrpSpPr/>
              <p:nvPr/>
            </p:nvGrpSpPr>
            <p:grpSpPr>
              <a:xfrm>
                <a:off x="988330" y="525531"/>
                <a:ext cx="9895157" cy="5806937"/>
                <a:chOff x="1011382" y="554105"/>
                <a:chExt cx="9895157" cy="5806937"/>
              </a:xfrm>
            </p:grpSpPr>
            <p:grpSp>
              <p:nvGrpSpPr>
                <p:cNvPr id="10" name="Grupo 9">
                  <a:extLst>
                    <a:ext uri="{FF2B5EF4-FFF2-40B4-BE49-F238E27FC236}">
                      <a16:creationId xmlns:a16="http://schemas.microsoft.com/office/drawing/2014/main" id="{54F9695F-6387-4177-9BAC-7E484E6E3B4C}"/>
                    </a:ext>
                  </a:extLst>
                </p:cNvPr>
                <p:cNvGrpSpPr/>
                <p:nvPr/>
              </p:nvGrpSpPr>
              <p:grpSpPr>
                <a:xfrm>
                  <a:off x="1011382" y="554105"/>
                  <a:ext cx="9895157" cy="5806937"/>
                  <a:chOff x="1011382" y="554105"/>
                  <a:chExt cx="9895157" cy="5806937"/>
                </a:xfrm>
              </p:grpSpPr>
              <p:grpSp>
                <p:nvGrpSpPr>
                  <p:cNvPr id="6" name="Grupo 5">
                    <a:extLst>
                      <a:ext uri="{FF2B5EF4-FFF2-40B4-BE49-F238E27FC236}">
                        <a16:creationId xmlns:a16="http://schemas.microsoft.com/office/drawing/2014/main" id="{F6CC9175-904F-400C-89F8-29AF7E56BEA8}"/>
                      </a:ext>
                    </a:extLst>
                  </p:cNvPr>
                  <p:cNvGrpSpPr/>
                  <p:nvPr/>
                </p:nvGrpSpPr>
                <p:grpSpPr>
                  <a:xfrm>
                    <a:off x="1011382" y="554105"/>
                    <a:ext cx="9895157" cy="5806937"/>
                    <a:chOff x="1011382" y="554105"/>
                    <a:chExt cx="9895157" cy="5806937"/>
                  </a:xfrm>
                </p:grpSpPr>
                <p:sp>
                  <p:nvSpPr>
                    <p:cNvPr id="2" name="Rectángulo: esquinas redondeadas 1">
                      <a:extLst>
                        <a:ext uri="{FF2B5EF4-FFF2-40B4-BE49-F238E27FC236}">
                          <a16:creationId xmlns:a16="http://schemas.microsoft.com/office/drawing/2014/main" id="{E6DB7EE2-F3F3-48E1-B911-8476EF1526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3790" y="554105"/>
                      <a:ext cx="9892749" cy="5806937"/>
                    </a:xfrm>
                    <a:prstGeom prst="roundRect">
                      <a:avLst>
                        <a:gd name="adj" fmla="val 15750"/>
                      </a:avLst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MX"/>
                    </a:p>
                  </p:txBody>
                </p:sp>
                <p:cxnSp>
                  <p:nvCxnSpPr>
                    <p:cNvPr id="4" name="Conector recto 3">
                      <a:extLst>
                        <a:ext uri="{FF2B5EF4-FFF2-40B4-BE49-F238E27FC236}">
                          <a16:creationId xmlns:a16="http://schemas.microsoft.com/office/drawing/2014/main" id="{3D8F99C1-EDAC-43FC-95A6-89EE7722064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11382" y="1537855"/>
                      <a:ext cx="9892749" cy="0"/>
                    </a:xfrm>
                    <a:prstGeom prst="line">
                      <a:avLst/>
                    </a:prstGeom>
                    <a:ln w="3810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7" name="Rectángulo 6">
                    <a:extLst>
                      <a:ext uri="{FF2B5EF4-FFF2-40B4-BE49-F238E27FC236}">
                        <a16:creationId xmlns:a16="http://schemas.microsoft.com/office/drawing/2014/main" id="{4FE049DE-68F2-4428-942E-9257B558F235}"/>
                      </a:ext>
                    </a:extLst>
                  </p:cNvPr>
                  <p:cNvSpPr/>
                  <p:nvPr/>
                </p:nvSpPr>
                <p:spPr>
                  <a:xfrm>
                    <a:off x="1838326" y="825923"/>
                    <a:ext cx="647700" cy="114295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MX"/>
                  </a:p>
                </p:txBody>
              </p:sp>
              <p:sp>
                <p:nvSpPr>
                  <p:cNvPr id="8" name="Rectángulo 7">
                    <a:extLst>
                      <a:ext uri="{FF2B5EF4-FFF2-40B4-BE49-F238E27FC236}">
                        <a16:creationId xmlns:a16="http://schemas.microsoft.com/office/drawing/2014/main" id="{DFE65EA7-07D7-4B9C-9639-D94578E9CA76}"/>
                      </a:ext>
                    </a:extLst>
                  </p:cNvPr>
                  <p:cNvSpPr/>
                  <p:nvPr/>
                </p:nvSpPr>
                <p:spPr>
                  <a:xfrm>
                    <a:off x="1838326" y="1000693"/>
                    <a:ext cx="647700" cy="114295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MX"/>
                  </a:p>
                </p:txBody>
              </p:sp>
              <p:sp>
                <p:nvSpPr>
                  <p:cNvPr id="9" name="Rectángulo 8">
                    <a:extLst>
                      <a:ext uri="{FF2B5EF4-FFF2-40B4-BE49-F238E27FC236}">
                        <a16:creationId xmlns:a16="http://schemas.microsoft.com/office/drawing/2014/main" id="{E4F69077-F240-4506-B503-E74023670841}"/>
                      </a:ext>
                    </a:extLst>
                  </p:cNvPr>
                  <p:cNvSpPr/>
                  <p:nvPr/>
                </p:nvSpPr>
                <p:spPr>
                  <a:xfrm>
                    <a:off x="1838326" y="1183800"/>
                    <a:ext cx="647700" cy="114295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MX"/>
                  </a:p>
                </p:txBody>
              </p:sp>
            </p:grpSp>
            <p:grpSp>
              <p:nvGrpSpPr>
                <p:cNvPr id="14" name="Grupo 13">
                  <a:extLst>
                    <a:ext uri="{FF2B5EF4-FFF2-40B4-BE49-F238E27FC236}">
                      <a16:creationId xmlns:a16="http://schemas.microsoft.com/office/drawing/2014/main" id="{E8A3D0BD-644A-4AB8-A283-6C90CF51E85C}"/>
                    </a:ext>
                  </a:extLst>
                </p:cNvPr>
                <p:cNvGrpSpPr/>
                <p:nvPr/>
              </p:nvGrpSpPr>
              <p:grpSpPr>
                <a:xfrm>
                  <a:off x="8755276" y="940218"/>
                  <a:ext cx="1318726" cy="304474"/>
                  <a:chOff x="8752114" y="1000694"/>
                  <a:chExt cx="1072016" cy="268581"/>
                </a:xfrm>
                <a:solidFill>
                  <a:srgbClr val="FFFF00"/>
                </a:solidFill>
              </p:grpSpPr>
              <p:sp>
                <p:nvSpPr>
                  <p:cNvPr id="11" name="Elipse 10">
                    <a:extLst>
                      <a:ext uri="{FF2B5EF4-FFF2-40B4-BE49-F238E27FC236}">
                        <a16:creationId xmlns:a16="http://schemas.microsoft.com/office/drawing/2014/main" id="{DD8D6058-4FD6-4511-AB51-6D94C2A07E19}"/>
                      </a:ext>
                    </a:extLst>
                  </p:cNvPr>
                  <p:cNvSpPr/>
                  <p:nvPr/>
                </p:nvSpPr>
                <p:spPr>
                  <a:xfrm>
                    <a:off x="8752114" y="1000694"/>
                    <a:ext cx="246413" cy="251412"/>
                  </a:xfrm>
                  <a:prstGeom prst="ellipse">
                    <a:avLst/>
                  </a:prstGeom>
                  <a:solidFill>
                    <a:srgbClr val="FA523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MX"/>
                  </a:p>
                </p:txBody>
              </p:sp>
              <p:sp>
                <p:nvSpPr>
                  <p:cNvPr id="12" name="Elipse 11">
                    <a:extLst>
                      <a:ext uri="{FF2B5EF4-FFF2-40B4-BE49-F238E27FC236}">
                        <a16:creationId xmlns:a16="http://schemas.microsoft.com/office/drawing/2014/main" id="{EF9ECE21-F2D3-4694-976F-09B4D8CB4B47}"/>
                      </a:ext>
                    </a:extLst>
                  </p:cNvPr>
                  <p:cNvSpPr/>
                  <p:nvPr/>
                </p:nvSpPr>
                <p:spPr>
                  <a:xfrm>
                    <a:off x="9169482" y="1017863"/>
                    <a:ext cx="246413" cy="251412"/>
                  </a:xfrm>
                  <a:prstGeom prst="ellipse">
                    <a:avLst/>
                  </a:prstGeom>
                  <a:solidFill>
                    <a:srgbClr val="2C975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MX"/>
                  </a:p>
                </p:txBody>
              </p:sp>
              <p:sp>
                <p:nvSpPr>
                  <p:cNvPr id="13" name="Elipse 12">
                    <a:extLst>
                      <a:ext uri="{FF2B5EF4-FFF2-40B4-BE49-F238E27FC236}">
                        <a16:creationId xmlns:a16="http://schemas.microsoft.com/office/drawing/2014/main" id="{EBDD0976-C6CF-4EB8-A4BF-84C7F66CFA52}"/>
                      </a:ext>
                    </a:extLst>
                  </p:cNvPr>
                  <p:cNvSpPr/>
                  <p:nvPr/>
                </p:nvSpPr>
                <p:spPr>
                  <a:xfrm>
                    <a:off x="9577717" y="1017863"/>
                    <a:ext cx="246413" cy="251412"/>
                  </a:xfrm>
                  <a:prstGeom prst="ellipse">
                    <a:avLst/>
                  </a:prstGeom>
                  <a:solidFill>
                    <a:srgbClr val="FEB70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MX"/>
                  </a:p>
                </p:txBody>
              </p:sp>
            </p:grpSp>
          </p:grpSp>
          <p:cxnSp>
            <p:nvCxnSpPr>
              <p:cNvPr id="22" name="Conector recto 21">
                <a:extLst>
                  <a:ext uri="{FF2B5EF4-FFF2-40B4-BE49-F238E27FC236}">
                    <a16:creationId xmlns:a16="http://schemas.microsoft.com/office/drawing/2014/main" id="{1FBC07C1-4962-474A-8CF3-5E98595938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08279" y="2057153"/>
                <a:ext cx="176958" cy="117703"/>
              </a:xfrm>
              <a:prstGeom prst="line">
                <a:avLst/>
              </a:prstGeom>
              <a:ln w="762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upo 22">
              <a:extLst>
                <a:ext uri="{FF2B5EF4-FFF2-40B4-BE49-F238E27FC236}">
                  <a16:creationId xmlns:a16="http://schemas.microsoft.com/office/drawing/2014/main" id="{03A60E64-0612-444E-879C-00F98F033E12}"/>
                </a:ext>
              </a:extLst>
            </p:cNvPr>
            <p:cNvGrpSpPr/>
            <p:nvPr/>
          </p:nvGrpSpPr>
          <p:grpSpPr>
            <a:xfrm>
              <a:off x="2462974" y="1694831"/>
              <a:ext cx="5674926" cy="569216"/>
              <a:chOff x="2462974" y="1694831"/>
              <a:chExt cx="5674926" cy="569216"/>
            </a:xfrm>
          </p:grpSpPr>
          <p:sp>
            <p:nvSpPr>
              <p:cNvPr id="30" name="Rectángulo: esquinas redondeadas 29">
                <a:extLst>
                  <a:ext uri="{FF2B5EF4-FFF2-40B4-BE49-F238E27FC236}">
                    <a16:creationId xmlns:a16="http://schemas.microsoft.com/office/drawing/2014/main" id="{7CED371F-8729-44AB-8499-603805498C4C}"/>
                  </a:ext>
                </a:extLst>
              </p:cNvPr>
              <p:cNvSpPr/>
              <p:nvPr/>
            </p:nvSpPr>
            <p:spPr>
              <a:xfrm>
                <a:off x="2462974" y="1694831"/>
                <a:ext cx="5674926" cy="569216"/>
              </a:xfrm>
              <a:prstGeom prst="roundRect">
                <a:avLst>
                  <a:gd name="adj" fmla="val 50000"/>
                </a:avLst>
              </a:prstGeom>
              <a:noFill/>
              <a:ln w="57150">
                <a:solidFill>
                  <a:srgbClr val="BFBFB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32" name="Elipse 31">
                <a:extLst>
                  <a:ext uri="{FF2B5EF4-FFF2-40B4-BE49-F238E27FC236}">
                    <a16:creationId xmlns:a16="http://schemas.microsoft.com/office/drawing/2014/main" id="{08DFED1A-2941-49B7-9AC8-13ED655664D3}"/>
                  </a:ext>
                </a:extLst>
              </p:cNvPr>
              <p:cNvSpPr/>
              <p:nvPr/>
            </p:nvSpPr>
            <p:spPr>
              <a:xfrm>
                <a:off x="7321629" y="1802445"/>
                <a:ext cx="297766" cy="313560"/>
              </a:xfrm>
              <a:prstGeom prst="ellipse">
                <a:avLst/>
              </a:prstGeom>
              <a:noFill/>
              <a:ln w="571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cxnSp>
            <p:nvCxnSpPr>
              <p:cNvPr id="35" name="Conector recto 34">
                <a:extLst>
                  <a:ext uri="{FF2B5EF4-FFF2-40B4-BE49-F238E27FC236}">
                    <a16:creationId xmlns:a16="http://schemas.microsoft.com/office/drawing/2014/main" id="{E3050692-698A-4F62-A11C-E8FB78493007}"/>
                  </a:ext>
                </a:extLst>
              </p:cNvPr>
              <p:cNvCxnSpPr/>
              <p:nvPr/>
            </p:nvCxnSpPr>
            <p:spPr>
              <a:xfrm>
                <a:off x="7099412" y="1777151"/>
                <a:ext cx="0" cy="364147"/>
              </a:xfrm>
              <a:prstGeom prst="line">
                <a:avLst/>
              </a:prstGeom>
              <a:ln w="38100">
                <a:solidFill>
                  <a:srgbClr val="BFBF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E28C92C1-672B-4A88-A443-EC7991CA48F6}"/>
                  </a:ext>
                </a:extLst>
              </p:cNvPr>
              <p:cNvSpPr txBox="1"/>
              <p:nvPr/>
            </p:nvSpPr>
            <p:spPr>
              <a:xfrm>
                <a:off x="2637890" y="1738953"/>
                <a:ext cx="294207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419" sz="2400" dirty="0">
                    <a:solidFill>
                      <a:schemeClr val="bg1">
                        <a:lumMod val="50000"/>
                      </a:schemeClr>
                    </a:solidFill>
                  </a:rPr>
                  <a:t>CUESTIONARIO</a:t>
                </a:r>
                <a:endParaRPr lang="es-MX" sz="24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43" name="CuadroTexto 42">
            <a:extLst>
              <a:ext uri="{FF2B5EF4-FFF2-40B4-BE49-F238E27FC236}">
                <a16:creationId xmlns:a16="http://schemas.microsoft.com/office/drawing/2014/main" id="{CE33E7E6-066E-45C0-8064-8EB5EA4821A9}"/>
              </a:ext>
            </a:extLst>
          </p:cNvPr>
          <p:cNvSpPr txBox="1"/>
          <p:nvPr/>
        </p:nvSpPr>
        <p:spPr>
          <a:xfrm>
            <a:off x="421075" y="2614558"/>
            <a:ext cx="861427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s-MX" sz="2000" dirty="0">
                <a:solidFill>
                  <a:schemeClr val="bg1">
                    <a:lumMod val="50000"/>
                  </a:schemeClr>
                </a:solidFill>
              </a:rPr>
              <a:t>¿Qué gas se produce en mayor cantidad?</a:t>
            </a:r>
          </a:p>
          <a:p>
            <a:r>
              <a:rPr lang="es-MX" sz="2000" dirty="0">
                <a:solidFill>
                  <a:schemeClr val="bg1">
                    <a:lumMod val="50000"/>
                  </a:schemeClr>
                </a:solidFill>
              </a:rPr>
              <a:t>        Hidrógeno (H₂).</a:t>
            </a:r>
          </a:p>
          <a:p>
            <a:pPr marL="457200" indent="-457200">
              <a:buAutoNum type="arabicPeriod" startAt="2"/>
            </a:pPr>
            <a:r>
              <a:rPr lang="es-MX" sz="2000" dirty="0">
                <a:solidFill>
                  <a:schemeClr val="bg1">
                    <a:lumMod val="50000"/>
                  </a:schemeClr>
                </a:solidFill>
              </a:rPr>
              <a:t>¿Por qué el volumen de hidrógeno es el doble que el de oxígeno?</a:t>
            </a:r>
          </a:p>
          <a:p>
            <a:r>
              <a:rPr lang="es-MX" sz="2000" dirty="0">
                <a:solidFill>
                  <a:schemeClr val="bg1">
                    <a:lumMod val="50000"/>
                  </a:schemeClr>
                </a:solidFill>
              </a:rPr>
              <a:t>        Porque la molécula de agua tiene 2 átomos de  hidrógeno por cada átomo de          </a:t>
            </a:r>
          </a:p>
          <a:p>
            <a:r>
              <a:rPr lang="es-MX" sz="2000" dirty="0">
                <a:solidFill>
                  <a:schemeClr val="bg1">
                    <a:lumMod val="50000"/>
                  </a:schemeClr>
                </a:solidFill>
              </a:rPr>
              <a:t>        oxigeno</a:t>
            </a:r>
          </a:p>
          <a:p>
            <a:r>
              <a:rPr lang="es-MX" sz="2000" dirty="0">
                <a:solidFill>
                  <a:schemeClr val="bg1">
                    <a:lumMod val="50000"/>
                  </a:schemeClr>
                </a:solidFill>
              </a:rPr>
              <a:t>3.   ¿Qué tipo de reacción ocurre en la electrólisis del agua?</a:t>
            </a:r>
          </a:p>
          <a:p>
            <a:r>
              <a:rPr lang="es-MX" sz="2000" dirty="0">
                <a:solidFill>
                  <a:schemeClr val="bg1">
                    <a:lumMod val="50000"/>
                  </a:schemeClr>
                </a:solidFill>
              </a:rPr>
              <a:t>       Reacción de descomposición.</a:t>
            </a:r>
          </a:p>
          <a:p>
            <a:r>
              <a:rPr lang="es-MX" sz="2000" dirty="0">
                <a:solidFill>
                  <a:schemeClr val="bg1">
                    <a:lumMod val="50000"/>
                  </a:schemeClr>
                </a:solidFill>
              </a:rPr>
              <a:t>4.   ¿Cómo se puede comprobar que el gas del cátodo es hidrógeno?</a:t>
            </a:r>
          </a:p>
          <a:p>
            <a:r>
              <a:rPr lang="es-MX" sz="2000" dirty="0">
                <a:solidFill>
                  <a:schemeClr val="bg1">
                    <a:lumMod val="50000"/>
                  </a:schemeClr>
                </a:solidFill>
              </a:rPr>
              <a:t>      Acercando una llama: produce un “pop”.</a:t>
            </a:r>
          </a:p>
          <a:p>
            <a:r>
              <a:rPr lang="es-MX" sz="2000" dirty="0">
                <a:solidFill>
                  <a:schemeClr val="bg1">
                    <a:lumMod val="50000"/>
                  </a:schemeClr>
                </a:solidFill>
              </a:rPr>
              <a:t>5.  ¿Cómo se puede comprobar que el gas del ánodo es oxígeno?</a:t>
            </a:r>
          </a:p>
          <a:p>
            <a:r>
              <a:rPr lang="es-MX" sz="2000" dirty="0">
                <a:solidFill>
                  <a:schemeClr val="bg1">
                    <a:lumMod val="50000"/>
                  </a:schemeClr>
                </a:solidFill>
              </a:rPr>
              <a:t>     Introduciendo una varilla encendida: reaviva la llama.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01FF462C-53F8-4C76-B2F0-9AFA5C2E2829}"/>
              </a:ext>
            </a:extLst>
          </p:cNvPr>
          <p:cNvGrpSpPr/>
          <p:nvPr/>
        </p:nvGrpSpPr>
        <p:grpSpPr>
          <a:xfrm>
            <a:off x="1869382" y="1819753"/>
            <a:ext cx="481858" cy="457435"/>
            <a:chOff x="1869382" y="1819753"/>
            <a:chExt cx="481858" cy="457435"/>
          </a:xfrm>
        </p:grpSpPr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4BBE8B0A-7ED6-45CB-82FA-422DB7FD7FB9}"/>
                </a:ext>
              </a:extLst>
            </p:cNvPr>
            <p:cNvSpPr/>
            <p:nvPr/>
          </p:nvSpPr>
          <p:spPr>
            <a:xfrm>
              <a:off x="1869382" y="1819753"/>
              <a:ext cx="481858" cy="457435"/>
            </a:xfrm>
            <a:prstGeom prst="ellipse">
              <a:avLst/>
            </a:prstGeom>
            <a:solidFill>
              <a:srgbClr val="FA52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7" name="Flecha: a la derecha 16">
              <a:hlinkClick r:id="rId3" action="ppaction://hlinksldjump"/>
              <a:extLst>
                <a:ext uri="{FF2B5EF4-FFF2-40B4-BE49-F238E27FC236}">
                  <a16:creationId xmlns:a16="http://schemas.microsoft.com/office/drawing/2014/main" id="{A8EBE473-58A5-4BA0-94C2-AB8151ABE8FC}"/>
                </a:ext>
              </a:extLst>
            </p:cNvPr>
            <p:cNvSpPr/>
            <p:nvPr/>
          </p:nvSpPr>
          <p:spPr>
            <a:xfrm>
              <a:off x="1945596" y="1932149"/>
              <a:ext cx="356741" cy="242651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74" name="Grupo 73">
            <a:extLst>
              <a:ext uri="{FF2B5EF4-FFF2-40B4-BE49-F238E27FC236}">
                <a16:creationId xmlns:a16="http://schemas.microsoft.com/office/drawing/2014/main" id="{D98731DB-CE77-4FBB-A784-99E485DC672E}"/>
              </a:ext>
            </a:extLst>
          </p:cNvPr>
          <p:cNvGrpSpPr/>
          <p:nvPr/>
        </p:nvGrpSpPr>
        <p:grpSpPr>
          <a:xfrm>
            <a:off x="1213504" y="1802445"/>
            <a:ext cx="481858" cy="457435"/>
            <a:chOff x="1869382" y="1819753"/>
            <a:chExt cx="481858" cy="457435"/>
          </a:xfrm>
        </p:grpSpPr>
        <p:sp>
          <p:nvSpPr>
            <p:cNvPr id="75" name="Elipse 74">
              <a:extLst>
                <a:ext uri="{FF2B5EF4-FFF2-40B4-BE49-F238E27FC236}">
                  <a16:creationId xmlns:a16="http://schemas.microsoft.com/office/drawing/2014/main" id="{F85ECC7B-F5EA-41A7-A29F-3C3B11E70D59}"/>
                </a:ext>
              </a:extLst>
            </p:cNvPr>
            <p:cNvSpPr/>
            <p:nvPr/>
          </p:nvSpPr>
          <p:spPr>
            <a:xfrm>
              <a:off x="1869382" y="1819753"/>
              <a:ext cx="481858" cy="457435"/>
            </a:xfrm>
            <a:prstGeom prst="ellipse">
              <a:avLst/>
            </a:prstGeom>
            <a:solidFill>
              <a:srgbClr val="FEB7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6" name="Flecha: a la derecha 75">
              <a:hlinkClick r:id="rId4" action="ppaction://hlinksldjump"/>
              <a:extLst>
                <a:ext uri="{FF2B5EF4-FFF2-40B4-BE49-F238E27FC236}">
                  <a16:creationId xmlns:a16="http://schemas.microsoft.com/office/drawing/2014/main" id="{1E16CFFB-3AC3-445F-ADDE-DAA15F516D99}"/>
                </a:ext>
              </a:extLst>
            </p:cNvPr>
            <p:cNvSpPr/>
            <p:nvPr/>
          </p:nvSpPr>
          <p:spPr>
            <a:xfrm rot="10800000">
              <a:off x="1919297" y="1949457"/>
              <a:ext cx="356741" cy="242651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</p:spTree>
    <p:extLst>
      <p:ext uri="{BB962C8B-B14F-4D97-AF65-F5344CB8AC3E}">
        <p14:creationId xmlns:p14="http://schemas.microsoft.com/office/powerpoint/2010/main" val="1319489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BD0CAECB-2D83-46FE-9294-9B44949CCB9A}"/>
              </a:ext>
            </a:extLst>
          </p:cNvPr>
          <p:cNvGrpSpPr/>
          <p:nvPr/>
        </p:nvGrpSpPr>
        <p:grpSpPr>
          <a:xfrm>
            <a:off x="988330" y="525531"/>
            <a:ext cx="9895157" cy="5806937"/>
            <a:chOff x="988330" y="525531"/>
            <a:chExt cx="9895157" cy="5806937"/>
          </a:xfrm>
        </p:grpSpPr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9F1749D6-CA4A-47D9-A5CA-D0A23F27B2DE}"/>
                </a:ext>
              </a:extLst>
            </p:cNvPr>
            <p:cNvGrpSpPr/>
            <p:nvPr/>
          </p:nvGrpSpPr>
          <p:grpSpPr>
            <a:xfrm>
              <a:off x="988330" y="525531"/>
              <a:ext cx="9895157" cy="5806937"/>
              <a:chOff x="1011382" y="554105"/>
              <a:chExt cx="9895157" cy="5806937"/>
            </a:xfrm>
          </p:grpSpPr>
          <p:grpSp>
            <p:nvGrpSpPr>
              <p:cNvPr id="10" name="Grupo 9">
                <a:extLst>
                  <a:ext uri="{FF2B5EF4-FFF2-40B4-BE49-F238E27FC236}">
                    <a16:creationId xmlns:a16="http://schemas.microsoft.com/office/drawing/2014/main" id="{54F9695F-6387-4177-9BAC-7E484E6E3B4C}"/>
                  </a:ext>
                </a:extLst>
              </p:cNvPr>
              <p:cNvGrpSpPr/>
              <p:nvPr/>
            </p:nvGrpSpPr>
            <p:grpSpPr>
              <a:xfrm>
                <a:off x="1011382" y="554105"/>
                <a:ext cx="9895157" cy="5806937"/>
                <a:chOff x="1011382" y="554105"/>
                <a:chExt cx="9895157" cy="5806937"/>
              </a:xfrm>
            </p:grpSpPr>
            <p:grpSp>
              <p:nvGrpSpPr>
                <p:cNvPr id="6" name="Grupo 5">
                  <a:extLst>
                    <a:ext uri="{FF2B5EF4-FFF2-40B4-BE49-F238E27FC236}">
                      <a16:creationId xmlns:a16="http://schemas.microsoft.com/office/drawing/2014/main" id="{F6CC9175-904F-400C-89F8-29AF7E56BEA8}"/>
                    </a:ext>
                  </a:extLst>
                </p:cNvPr>
                <p:cNvGrpSpPr/>
                <p:nvPr/>
              </p:nvGrpSpPr>
              <p:grpSpPr>
                <a:xfrm>
                  <a:off x="1011382" y="554105"/>
                  <a:ext cx="9895157" cy="5806937"/>
                  <a:chOff x="1011382" y="554105"/>
                  <a:chExt cx="9895157" cy="5806937"/>
                </a:xfrm>
              </p:grpSpPr>
              <p:sp>
                <p:nvSpPr>
                  <p:cNvPr id="2" name="Rectángulo: esquinas redondeadas 1">
                    <a:extLst>
                      <a:ext uri="{FF2B5EF4-FFF2-40B4-BE49-F238E27FC236}">
                        <a16:creationId xmlns:a16="http://schemas.microsoft.com/office/drawing/2014/main" id="{E6DB7EE2-F3F3-48E1-B911-8476EF1526C8}"/>
                      </a:ext>
                    </a:extLst>
                  </p:cNvPr>
                  <p:cNvSpPr/>
                  <p:nvPr/>
                </p:nvSpPr>
                <p:spPr>
                  <a:xfrm>
                    <a:off x="1013790" y="554105"/>
                    <a:ext cx="9892749" cy="5806937"/>
                  </a:xfrm>
                  <a:prstGeom prst="roundRect">
                    <a:avLst>
                      <a:gd name="adj" fmla="val 15750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MX"/>
                  </a:p>
                </p:txBody>
              </p:sp>
              <p:cxnSp>
                <p:nvCxnSpPr>
                  <p:cNvPr id="4" name="Conector recto 3">
                    <a:extLst>
                      <a:ext uri="{FF2B5EF4-FFF2-40B4-BE49-F238E27FC236}">
                        <a16:creationId xmlns:a16="http://schemas.microsoft.com/office/drawing/2014/main" id="{3D8F99C1-EDAC-43FC-95A6-89EE7722064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11382" y="1537855"/>
                    <a:ext cx="9892749" cy="0"/>
                  </a:xfrm>
                  <a:prstGeom prst="line">
                    <a:avLst/>
                  </a:prstGeom>
                  <a:ln w="3810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7" name="Rectángulo 6">
                  <a:extLst>
                    <a:ext uri="{FF2B5EF4-FFF2-40B4-BE49-F238E27FC236}">
                      <a16:creationId xmlns:a16="http://schemas.microsoft.com/office/drawing/2014/main" id="{4FE049DE-68F2-4428-942E-9257B558F235}"/>
                    </a:ext>
                  </a:extLst>
                </p:cNvPr>
                <p:cNvSpPr/>
                <p:nvPr/>
              </p:nvSpPr>
              <p:spPr>
                <a:xfrm>
                  <a:off x="1838326" y="825923"/>
                  <a:ext cx="647700" cy="114295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MX"/>
                </a:p>
              </p:txBody>
            </p:sp>
            <p:sp>
              <p:nvSpPr>
                <p:cNvPr id="8" name="Rectángulo 7">
                  <a:extLst>
                    <a:ext uri="{FF2B5EF4-FFF2-40B4-BE49-F238E27FC236}">
                      <a16:creationId xmlns:a16="http://schemas.microsoft.com/office/drawing/2014/main" id="{DFE65EA7-07D7-4B9C-9639-D94578E9CA76}"/>
                    </a:ext>
                  </a:extLst>
                </p:cNvPr>
                <p:cNvSpPr/>
                <p:nvPr/>
              </p:nvSpPr>
              <p:spPr>
                <a:xfrm>
                  <a:off x="1838326" y="1000693"/>
                  <a:ext cx="647700" cy="114295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MX"/>
                </a:p>
              </p:txBody>
            </p:sp>
            <p:sp>
              <p:nvSpPr>
                <p:cNvPr id="9" name="Rectángulo 8">
                  <a:extLst>
                    <a:ext uri="{FF2B5EF4-FFF2-40B4-BE49-F238E27FC236}">
                      <a16:creationId xmlns:a16="http://schemas.microsoft.com/office/drawing/2014/main" id="{E4F69077-F240-4506-B503-E74023670841}"/>
                    </a:ext>
                  </a:extLst>
                </p:cNvPr>
                <p:cNvSpPr/>
                <p:nvPr/>
              </p:nvSpPr>
              <p:spPr>
                <a:xfrm>
                  <a:off x="1838326" y="1183800"/>
                  <a:ext cx="647700" cy="114295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MX"/>
                </a:p>
              </p:txBody>
            </p:sp>
          </p:grpSp>
          <p:grpSp>
            <p:nvGrpSpPr>
              <p:cNvPr id="14" name="Grupo 13">
                <a:extLst>
                  <a:ext uri="{FF2B5EF4-FFF2-40B4-BE49-F238E27FC236}">
                    <a16:creationId xmlns:a16="http://schemas.microsoft.com/office/drawing/2014/main" id="{E8A3D0BD-644A-4AB8-A283-6C90CF51E85C}"/>
                  </a:ext>
                </a:extLst>
              </p:cNvPr>
              <p:cNvGrpSpPr/>
              <p:nvPr/>
            </p:nvGrpSpPr>
            <p:grpSpPr>
              <a:xfrm>
                <a:off x="8755276" y="940218"/>
                <a:ext cx="1318726" cy="304474"/>
                <a:chOff x="8752114" y="1000694"/>
                <a:chExt cx="1072016" cy="268581"/>
              </a:xfrm>
              <a:solidFill>
                <a:srgbClr val="FFFF00"/>
              </a:solidFill>
            </p:grpSpPr>
            <p:sp>
              <p:nvSpPr>
                <p:cNvPr id="11" name="Elipse 10">
                  <a:extLst>
                    <a:ext uri="{FF2B5EF4-FFF2-40B4-BE49-F238E27FC236}">
                      <a16:creationId xmlns:a16="http://schemas.microsoft.com/office/drawing/2014/main" id="{DD8D6058-4FD6-4511-AB51-6D94C2A07E19}"/>
                    </a:ext>
                  </a:extLst>
                </p:cNvPr>
                <p:cNvSpPr/>
                <p:nvPr/>
              </p:nvSpPr>
              <p:spPr>
                <a:xfrm>
                  <a:off x="8752114" y="1000694"/>
                  <a:ext cx="246413" cy="251412"/>
                </a:xfrm>
                <a:prstGeom prst="ellipse">
                  <a:avLst/>
                </a:prstGeom>
                <a:solidFill>
                  <a:srgbClr val="FA523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MX"/>
                </a:p>
              </p:txBody>
            </p:sp>
            <p:sp>
              <p:nvSpPr>
                <p:cNvPr id="12" name="Elipse 11">
                  <a:extLst>
                    <a:ext uri="{FF2B5EF4-FFF2-40B4-BE49-F238E27FC236}">
                      <a16:creationId xmlns:a16="http://schemas.microsoft.com/office/drawing/2014/main" id="{EF9ECE21-F2D3-4694-976F-09B4D8CB4B47}"/>
                    </a:ext>
                  </a:extLst>
                </p:cNvPr>
                <p:cNvSpPr/>
                <p:nvPr/>
              </p:nvSpPr>
              <p:spPr>
                <a:xfrm>
                  <a:off x="9169482" y="1017863"/>
                  <a:ext cx="246413" cy="251412"/>
                </a:xfrm>
                <a:prstGeom prst="ellipse">
                  <a:avLst/>
                </a:prstGeom>
                <a:solidFill>
                  <a:srgbClr val="2C975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MX"/>
                </a:p>
              </p:txBody>
            </p:sp>
            <p:sp>
              <p:nvSpPr>
                <p:cNvPr id="13" name="Elipse 12">
                  <a:extLst>
                    <a:ext uri="{FF2B5EF4-FFF2-40B4-BE49-F238E27FC236}">
                      <a16:creationId xmlns:a16="http://schemas.microsoft.com/office/drawing/2014/main" id="{EBDD0976-C6CF-4EB8-A4BF-84C7F66CFA52}"/>
                    </a:ext>
                  </a:extLst>
                </p:cNvPr>
                <p:cNvSpPr/>
                <p:nvPr/>
              </p:nvSpPr>
              <p:spPr>
                <a:xfrm>
                  <a:off x="9577717" y="1017863"/>
                  <a:ext cx="246413" cy="251412"/>
                </a:xfrm>
                <a:prstGeom prst="ellipse">
                  <a:avLst/>
                </a:prstGeom>
                <a:solidFill>
                  <a:srgbClr val="FEB70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MX"/>
                </a:p>
              </p:txBody>
            </p:sp>
          </p:grpSp>
        </p:grp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1FBC07C1-4962-474A-8CF3-5E9859593898}"/>
                </a:ext>
              </a:extLst>
            </p:cNvPr>
            <p:cNvCxnSpPr>
              <a:cxnSpLocks/>
            </p:cNvCxnSpPr>
            <p:nvPr/>
          </p:nvCxnSpPr>
          <p:spPr>
            <a:xfrm>
              <a:off x="6521680" y="2039803"/>
              <a:ext cx="176958" cy="117703"/>
            </a:xfrm>
            <a:prstGeom prst="line">
              <a:avLst/>
            </a:prstGeom>
            <a:ln w="762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Imagen 20">
            <a:extLst>
              <a:ext uri="{FF2B5EF4-FFF2-40B4-BE49-F238E27FC236}">
                <a16:creationId xmlns:a16="http://schemas.microsoft.com/office/drawing/2014/main" id="{765604BC-A5B8-41E4-B495-436ED94E1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089" y="694639"/>
            <a:ext cx="647700" cy="574882"/>
          </a:xfrm>
          <a:prstGeom prst="rect">
            <a:avLst/>
          </a:prstGeom>
        </p:spPr>
      </p:pic>
      <p:grpSp>
        <p:nvGrpSpPr>
          <p:cNvPr id="59" name="Grupo 58">
            <a:extLst>
              <a:ext uri="{FF2B5EF4-FFF2-40B4-BE49-F238E27FC236}">
                <a16:creationId xmlns:a16="http://schemas.microsoft.com/office/drawing/2014/main" id="{192988DE-9553-4C2E-9BC7-E7A18DE5FA13}"/>
              </a:ext>
            </a:extLst>
          </p:cNvPr>
          <p:cNvGrpSpPr/>
          <p:nvPr/>
        </p:nvGrpSpPr>
        <p:grpSpPr>
          <a:xfrm>
            <a:off x="1318541" y="1684051"/>
            <a:ext cx="5674926" cy="569216"/>
            <a:chOff x="1318541" y="1684051"/>
            <a:chExt cx="5674926" cy="569216"/>
          </a:xfrm>
        </p:grpSpPr>
        <p:sp>
          <p:nvSpPr>
            <p:cNvPr id="30" name="Rectángulo: esquinas redondeadas 29">
              <a:extLst>
                <a:ext uri="{FF2B5EF4-FFF2-40B4-BE49-F238E27FC236}">
                  <a16:creationId xmlns:a16="http://schemas.microsoft.com/office/drawing/2014/main" id="{7CED371F-8729-44AB-8499-603805498C4C}"/>
                </a:ext>
              </a:extLst>
            </p:cNvPr>
            <p:cNvSpPr/>
            <p:nvPr/>
          </p:nvSpPr>
          <p:spPr>
            <a:xfrm>
              <a:off x="1318541" y="1684051"/>
              <a:ext cx="5674926" cy="569216"/>
            </a:xfrm>
            <a:prstGeom prst="roundRect">
              <a:avLst>
                <a:gd name="adj" fmla="val 50000"/>
              </a:avLst>
            </a:prstGeom>
            <a:noFill/>
            <a:ln w="57150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Elipse 31">
              <a:extLst>
                <a:ext uri="{FF2B5EF4-FFF2-40B4-BE49-F238E27FC236}">
                  <a16:creationId xmlns:a16="http://schemas.microsoft.com/office/drawing/2014/main" id="{08DFED1A-2941-49B7-9AC8-13ED655664D3}"/>
                </a:ext>
              </a:extLst>
            </p:cNvPr>
            <p:cNvSpPr/>
            <p:nvPr/>
          </p:nvSpPr>
          <p:spPr>
            <a:xfrm>
              <a:off x="6283002" y="1793359"/>
              <a:ext cx="297766" cy="313560"/>
            </a:xfrm>
            <a:prstGeom prst="ellipse">
              <a:avLst/>
            </a:prstGeom>
            <a:noFill/>
            <a:ln w="571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E3050692-698A-4F62-A11C-E8FB78493007}"/>
                </a:ext>
              </a:extLst>
            </p:cNvPr>
            <p:cNvCxnSpPr/>
            <p:nvPr/>
          </p:nvCxnSpPr>
          <p:spPr>
            <a:xfrm>
              <a:off x="6096000" y="1786585"/>
              <a:ext cx="0" cy="364147"/>
            </a:xfrm>
            <a:prstGeom prst="line">
              <a:avLst/>
            </a:prstGeom>
            <a:ln w="38100"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CuadroTexto 38">
            <a:extLst>
              <a:ext uri="{FF2B5EF4-FFF2-40B4-BE49-F238E27FC236}">
                <a16:creationId xmlns:a16="http://schemas.microsoft.com/office/drawing/2014/main" id="{E28C92C1-672B-4A88-A443-EC7991CA48F6}"/>
              </a:ext>
            </a:extLst>
          </p:cNvPr>
          <p:cNvSpPr txBox="1"/>
          <p:nvPr/>
        </p:nvSpPr>
        <p:spPr>
          <a:xfrm>
            <a:off x="1645486" y="1707800"/>
            <a:ext cx="3029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>
                <a:solidFill>
                  <a:schemeClr val="bg1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CE33E7E6-066E-45C0-8064-8EB5EA4821A9}"/>
              </a:ext>
            </a:extLst>
          </p:cNvPr>
          <p:cNvSpPr txBox="1"/>
          <p:nvPr/>
        </p:nvSpPr>
        <p:spPr>
          <a:xfrm>
            <a:off x="322730" y="2453107"/>
            <a:ext cx="577327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>
                <a:solidFill>
                  <a:schemeClr val="bg1">
                    <a:lumMod val="50000"/>
                  </a:schemeClr>
                </a:solidFill>
              </a:rPr>
              <a:t>Se logró obtener hidrógeno y oxígeno a partir de la electrólisis del agua. </a:t>
            </a:r>
          </a:p>
          <a:p>
            <a:r>
              <a:rPr lang="es-MX" sz="2400" dirty="0">
                <a:solidFill>
                  <a:schemeClr val="bg1">
                    <a:lumMod val="50000"/>
                  </a:schemeClr>
                </a:solidFill>
              </a:rPr>
              <a:t>Se comprobó experimentalmente que el hidrógeno se produce en el doble de cantidad que el oxígeno y que ambos gases presentan propiedades específicas que permiten su identificación. </a:t>
            </a:r>
          </a:p>
          <a:p>
            <a:r>
              <a:rPr lang="es-MX" sz="2400" dirty="0">
                <a:solidFill>
                  <a:schemeClr val="bg1">
                    <a:lumMod val="50000"/>
                  </a:schemeClr>
                </a:solidFill>
              </a:rPr>
              <a:t>Este experimento evidencia la transformación de energía eléctrica en energía química.</a:t>
            </a:r>
          </a:p>
        </p:txBody>
      </p:sp>
      <p:grpSp>
        <p:nvGrpSpPr>
          <p:cNvPr id="60" name="Grupo 59">
            <a:extLst>
              <a:ext uri="{FF2B5EF4-FFF2-40B4-BE49-F238E27FC236}">
                <a16:creationId xmlns:a16="http://schemas.microsoft.com/office/drawing/2014/main" id="{55FD144A-01E6-491F-9A00-6E13A49C46F1}"/>
              </a:ext>
            </a:extLst>
          </p:cNvPr>
          <p:cNvGrpSpPr/>
          <p:nvPr/>
        </p:nvGrpSpPr>
        <p:grpSpPr>
          <a:xfrm>
            <a:off x="6242623" y="2513258"/>
            <a:ext cx="4158224" cy="3386139"/>
            <a:chOff x="6242623" y="2513258"/>
            <a:chExt cx="4158224" cy="3386139"/>
          </a:xfrm>
        </p:grpSpPr>
        <p:sp>
          <p:nvSpPr>
            <p:cNvPr id="46" name="Rectángulo: esquinas redondeadas 45">
              <a:extLst>
                <a:ext uri="{FF2B5EF4-FFF2-40B4-BE49-F238E27FC236}">
                  <a16:creationId xmlns:a16="http://schemas.microsoft.com/office/drawing/2014/main" id="{BC61F97E-DE0B-4AC5-8D9D-FBADD2E3B337}"/>
                </a:ext>
              </a:extLst>
            </p:cNvPr>
            <p:cNvSpPr/>
            <p:nvPr/>
          </p:nvSpPr>
          <p:spPr>
            <a:xfrm>
              <a:off x="6257299" y="2513258"/>
              <a:ext cx="4143548" cy="3386139"/>
            </a:xfrm>
            <a:prstGeom prst="roundRect">
              <a:avLst>
                <a:gd name="adj" fmla="val 11128"/>
              </a:avLst>
            </a:prstGeom>
            <a:noFill/>
            <a:ln w="19050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11107144-CD2A-4AB2-847B-6F246BC841B5}"/>
                </a:ext>
              </a:extLst>
            </p:cNvPr>
            <p:cNvCxnSpPr>
              <a:cxnSpLocks/>
            </p:cNvCxnSpPr>
            <p:nvPr/>
          </p:nvCxnSpPr>
          <p:spPr>
            <a:xfrm>
              <a:off x="6242623" y="4217550"/>
              <a:ext cx="4158224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A67C707B-8EE0-426F-941F-37EDD2053719}"/>
              </a:ext>
            </a:extLst>
          </p:cNvPr>
          <p:cNvSpPr/>
          <p:nvPr/>
        </p:nvSpPr>
        <p:spPr>
          <a:xfrm>
            <a:off x="6242623" y="2448291"/>
            <a:ext cx="1412546" cy="1128079"/>
          </a:xfrm>
          <a:prstGeom prst="roundRect">
            <a:avLst>
              <a:gd name="adj" fmla="val 7163"/>
            </a:avLst>
          </a:prstGeom>
          <a:solidFill>
            <a:srgbClr val="2C97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E283D25D-4759-4779-BEAB-1E4CFFFC9439}"/>
              </a:ext>
            </a:extLst>
          </p:cNvPr>
          <p:cNvSpPr/>
          <p:nvPr/>
        </p:nvSpPr>
        <p:spPr>
          <a:xfrm>
            <a:off x="7622800" y="2448290"/>
            <a:ext cx="1412546" cy="1128079"/>
          </a:xfrm>
          <a:prstGeom prst="roundRect">
            <a:avLst>
              <a:gd name="adj" fmla="val 7163"/>
            </a:avLst>
          </a:prstGeom>
          <a:solidFill>
            <a:srgbClr val="FE55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2" name="Rectángulo: esquinas redondeadas 51">
            <a:extLst>
              <a:ext uri="{FF2B5EF4-FFF2-40B4-BE49-F238E27FC236}">
                <a16:creationId xmlns:a16="http://schemas.microsoft.com/office/drawing/2014/main" id="{9D32A7A6-1E8F-4D28-A771-C3241E30E5D1}"/>
              </a:ext>
            </a:extLst>
          </p:cNvPr>
          <p:cNvSpPr/>
          <p:nvPr/>
        </p:nvSpPr>
        <p:spPr>
          <a:xfrm>
            <a:off x="8988301" y="2453107"/>
            <a:ext cx="1412546" cy="1128079"/>
          </a:xfrm>
          <a:prstGeom prst="roundRect">
            <a:avLst>
              <a:gd name="adj" fmla="val 7163"/>
            </a:avLst>
          </a:prstGeom>
          <a:solidFill>
            <a:srgbClr val="FEB7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8D194915-A249-4CF8-A5BA-3D2677124086}"/>
              </a:ext>
            </a:extLst>
          </p:cNvPr>
          <p:cNvSpPr txBox="1"/>
          <p:nvPr/>
        </p:nvSpPr>
        <p:spPr>
          <a:xfrm>
            <a:off x="6404143" y="3670269"/>
            <a:ext cx="4454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>
                    <a:lumMod val="50000"/>
                  </a:schemeClr>
                </a:solidFill>
              </a:rPr>
              <a:t> BIBLIOGRAFIA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0BDA91C5-5436-4CA1-AB51-7EE8F2E0CBA5}"/>
              </a:ext>
            </a:extLst>
          </p:cNvPr>
          <p:cNvSpPr txBox="1"/>
          <p:nvPr/>
        </p:nvSpPr>
        <p:spPr>
          <a:xfrm>
            <a:off x="6417307" y="4318484"/>
            <a:ext cx="38088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>
                <a:solidFill>
                  <a:schemeClr val="bg1">
                    <a:lumMod val="50000"/>
                  </a:schemeClr>
                </a:solidFill>
              </a:rPr>
              <a:t>Chang, R. (2016). Química General. McGraw-Hill.</a:t>
            </a:r>
          </a:p>
          <a:p>
            <a:r>
              <a:rPr lang="es-MX" sz="1400" dirty="0">
                <a:solidFill>
                  <a:schemeClr val="bg1">
                    <a:lumMod val="50000"/>
                  </a:schemeClr>
                </a:solidFill>
              </a:rPr>
              <a:t>Brown, T. L., </a:t>
            </a:r>
            <a:r>
              <a:rPr lang="es-MX" sz="1400" dirty="0" err="1">
                <a:solidFill>
                  <a:schemeClr val="bg1">
                    <a:lumMod val="50000"/>
                  </a:schemeClr>
                </a:solidFill>
              </a:rPr>
              <a:t>LeMay</a:t>
            </a:r>
            <a:r>
              <a:rPr lang="es-MX" sz="1400" dirty="0">
                <a:solidFill>
                  <a:schemeClr val="bg1">
                    <a:lumMod val="50000"/>
                  </a:schemeClr>
                </a:solidFill>
              </a:rPr>
              <a:t>, H. E., &amp; </a:t>
            </a:r>
            <a:r>
              <a:rPr lang="es-MX" sz="1400" dirty="0" err="1">
                <a:solidFill>
                  <a:schemeClr val="bg1">
                    <a:lumMod val="50000"/>
                  </a:schemeClr>
                </a:solidFill>
              </a:rPr>
              <a:t>Bursten</a:t>
            </a:r>
            <a:r>
              <a:rPr lang="es-MX" sz="1400" dirty="0">
                <a:solidFill>
                  <a:schemeClr val="bg1">
                    <a:lumMod val="50000"/>
                  </a:schemeClr>
                </a:solidFill>
              </a:rPr>
              <a:t>, B. E. (2015). Química: La Ciencia Central. Pearson </a:t>
            </a:r>
            <a:r>
              <a:rPr lang="es-MX" sz="1400" dirty="0" err="1">
                <a:solidFill>
                  <a:schemeClr val="bg1">
                    <a:lumMod val="50000"/>
                  </a:schemeClr>
                </a:solidFill>
              </a:rPr>
              <a:t>Educación.Ministerio</a:t>
            </a:r>
            <a:r>
              <a:rPr lang="es-MX" sz="1400" dirty="0">
                <a:solidFill>
                  <a:schemeClr val="bg1">
                    <a:lumMod val="50000"/>
                  </a:schemeClr>
                </a:solidFill>
              </a:rPr>
              <a:t> de Educación de Bolivia (2019</a:t>
            </a:r>
            <a:r>
              <a:rPr lang="es-MX" sz="1400">
                <a:solidFill>
                  <a:schemeClr val="bg1">
                    <a:lumMod val="50000"/>
                  </a:schemeClr>
                </a:solidFill>
              </a:rPr>
              <a:t>). </a:t>
            </a:r>
          </a:p>
          <a:p>
            <a:r>
              <a:rPr lang="es-MX" sz="1400">
                <a:solidFill>
                  <a:schemeClr val="bg1">
                    <a:lumMod val="50000"/>
                  </a:schemeClr>
                </a:solidFill>
              </a:rPr>
              <a:t>Guía </a:t>
            </a:r>
            <a:r>
              <a:rPr lang="es-MX" sz="1400" dirty="0">
                <a:solidFill>
                  <a:schemeClr val="bg1">
                    <a:lumMod val="50000"/>
                  </a:schemeClr>
                </a:solidFill>
              </a:rPr>
              <a:t>de Laboratorio de Química Básica.</a:t>
            </a:r>
          </a:p>
        </p:txBody>
      </p:sp>
    </p:spTree>
    <p:extLst>
      <p:ext uri="{BB962C8B-B14F-4D97-AF65-F5344CB8AC3E}">
        <p14:creationId xmlns:p14="http://schemas.microsoft.com/office/powerpoint/2010/main" val="1121322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401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901"/>
                            </p:stCondLst>
                            <p:childTnLst>
                              <p:par>
                                <p:cTn id="1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1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401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901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401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901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401"/>
                            </p:stCondLst>
                            <p:childTnLst>
                              <p:par>
                                <p:cTn id="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3" grpId="0"/>
      <p:bldP spid="47" grpId="0" animBg="1"/>
      <p:bldP spid="51" grpId="0" animBg="1"/>
      <p:bldP spid="52" grpId="0" animBg="1"/>
      <p:bldP spid="57" grpId="0"/>
      <p:bldP spid="58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719</TotalTime>
  <Words>721</Words>
  <Application>Microsoft Office PowerPoint</Application>
  <PresentationFormat>Panorámica</PresentationFormat>
  <Paragraphs>53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Futura Md BT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MILDRED GONZALEZ PAXTIAN</dc:creator>
  <cp:lastModifiedBy>Usuario</cp:lastModifiedBy>
  <cp:revision>28</cp:revision>
  <dcterms:created xsi:type="dcterms:W3CDTF">2021-04-12T02:26:30Z</dcterms:created>
  <dcterms:modified xsi:type="dcterms:W3CDTF">2025-10-28T02:18:24Z</dcterms:modified>
</cp:coreProperties>
</file>