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6" r:id="rId5"/>
    <p:sldId id="267" r:id="rId6"/>
    <p:sldId id="268" r:id="rId7"/>
    <p:sldId id="270" r:id="rId8"/>
    <p:sldId id="271"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B0FF"/>
    <a:srgbClr val="F87575"/>
    <a:srgbClr val="FFB5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660"/>
  </p:normalViewPr>
  <p:slideViewPr>
    <p:cSldViewPr snapToGrid="0">
      <p:cViewPr varScale="1">
        <p:scale>
          <a:sx n="71" d="100"/>
          <a:sy n="71" d="100"/>
        </p:scale>
        <p:origin x="6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28856647-EE3A-190E-8811-C7C919564D2A}"/>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5" name="Marcador de pie de página 4">
            <a:extLst>
              <a:ext uri="{FF2B5EF4-FFF2-40B4-BE49-F238E27FC236}">
                <a16:creationId xmlns:a16="http://schemas.microsoft.com/office/drawing/2014/main" id="{B237FFE2-6233-361B-906C-732D5330B49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F324E0F-2EED-7B3E-AFA8-19D6E2CCF93A}"/>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7" name="Rectángulo 20">
            <a:extLst>
              <a:ext uri="{FF2B5EF4-FFF2-40B4-BE49-F238E27FC236}">
                <a16:creationId xmlns:a16="http://schemas.microsoft.com/office/drawing/2014/main" id="{5E5595E2-D699-7C85-0A53-F8D9FE6AAC69}"/>
              </a:ext>
            </a:extLst>
          </p:cNvPr>
          <p:cNvSpPr/>
          <p:nvPr userDrawn="1"/>
        </p:nvSpPr>
        <p:spPr>
          <a:xfrm>
            <a:off x="175364" y="181629"/>
            <a:ext cx="8555277" cy="3945698"/>
          </a:xfrm>
          <a:custGeom>
            <a:avLst/>
            <a:gdLst>
              <a:gd name="connsiteX0" fmla="*/ 0 w 7265096"/>
              <a:gd name="connsiteY0" fmla="*/ 0 h 3544865"/>
              <a:gd name="connsiteX1" fmla="*/ 7265096 w 7265096"/>
              <a:gd name="connsiteY1" fmla="*/ 0 h 3544865"/>
              <a:gd name="connsiteX2" fmla="*/ 7265096 w 7265096"/>
              <a:gd name="connsiteY2" fmla="*/ 3544865 h 3544865"/>
              <a:gd name="connsiteX3" fmla="*/ 0 w 7265096"/>
              <a:gd name="connsiteY3" fmla="*/ 3544865 h 3544865"/>
              <a:gd name="connsiteX4" fmla="*/ 0 w 7265096"/>
              <a:gd name="connsiteY4" fmla="*/ 0 h 3544865"/>
              <a:gd name="connsiteX0" fmla="*/ 0 w 8555277"/>
              <a:gd name="connsiteY0" fmla="*/ 0 h 3945698"/>
              <a:gd name="connsiteX1" fmla="*/ 7265096 w 8555277"/>
              <a:gd name="connsiteY1" fmla="*/ 0 h 3945698"/>
              <a:gd name="connsiteX2" fmla="*/ 8555277 w 8555277"/>
              <a:gd name="connsiteY2" fmla="*/ 3945698 h 3945698"/>
              <a:gd name="connsiteX3" fmla="*/ 0 w 8555277"/>
              <a:gd name="connsiteY3" fmla="*/ 3544865 h 3945698"/>
              <a:gd name="connsiteX4" fmla="*/ 0 w 8555277"/>
              <a:gd name="connsiteY4" fmla="*/ 0 h 3945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5277" h="3945698">
                <a:moveTo>
                  <a:pt x="0" y="0"/>
                </a:moveTo>
                <a:lnTo>
                  <a:pt x="7265096" y="0"/>
                </a:lnTo>
                <a:lnTo>
                  <a:pt x="8555277" y="3945698"/>
                </a:lnTo>
                <a:lnTo>
                  <a:pt x="0" y="3544865"/>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21">
            <a:extLst>
              <a:ext uri="{FF2B5EF4-FFF2-40B4-BE49-F238E27FC236}">
                <a16:creationId xmlns:a16="http://schemas.microsoft.com/office/drawing/2014/main" id="{DF94EBFB-2CBE-EDAC-E7DD-81578EF8DB85}"/>
              </a:ext>
            </a:extLst>
          </p:cNvPr>
          <p:cNvSpPr/>
          <p:nvPr userDrawn="1"/>
        </p:nvSpPr>
        <p:spPr>
          <a:xfrm>
            <a:off x="175364" y="3883069"/>
            <a:ext cx="9594937" cy="2793303"/>
          </a:xfrm>
          <a:custGeom>
            <a:avLst/>
            <a:gdLst>
              <a:gd name="connsiteX0" fmla="*/ 0 w 7265096"/>
              <a:gd name="connsiteY0" fmla="*/ 0 h 2793303"/>
              <a:gd name="connsiteX1" fmla="*/ 7265096 w 7265096"/>
              <a:gd name="connsiteY1" fmla="*/ 0 h 2793303"/>
              <a:gd name="connsiteX2" fmla="*/ 7265096 w 7265096"/>
              <a:gd name="connsiteY2" fmla="*/ 2793303 h 2793303"/>
              <a:gd name="connsiteX3" fmla="*/ 0 w 7265096"/>
              <a:gd name="connsiteY3" fmla="*/ 2793303 h 2793303"/>
              <a:gd name="connsiteX4" fmla="*/ 0 w 7265096"/>
              <a:gd name="connsiteY4" fmla="*/ 0 h 2793303"/>
              <a:gd name="connsiteX0" fmla="*/ 0 w 9594937"/>
              <a:gd name="connsiteY0" fmla="*/ 0 h 2793303"/>
              <a:gd name="connsiteX1" fmla="*/ 7265096 w 9594937"/>
              <a:gd name="connsiteY1" fmla="*/ 0 h 2793303"/>
              <a:gd name="connsiteX2" fmla="*/ 9594937 w 9594937"/>
              <a:gd name="connsiteY2" fmla="*/ 2768251 h 2793303"/>
              <a:gd name="connsiteX3" fmla="*/ 0 w 9594937"/>
              <a:gd name="connsiteY3" fmla="*/ 2793303 h 2793303"/>
              <a:gd name="connsiteX4" fmla="*/ 0 w 9594937"/>
              <a:gd name="connsiteY4" fmla="*/ 0 h 2793303"/>
              <a:gd name="connsiteX0" fmla="*/ 0 w 9594937"/>
              <a:gd name="connsiteY0" fmla="*/ 0 h 2793303"/>
              <a:gd name="connsiteX1" fmla="*/ 8668011 w 9594937"/>
              <a:gd name="connsiteY1" fmla="*/ 475990 h 2793303"/>
              <a:gd name="connsiteX2" fmla="*/ 9594937 w 9594937"/>
              <a:gd name="connsiteY2" fmla="*/ 2768251 h 2793303"/>
              <a:gd name="connsiteX3" fmla="*/ 0 w 9594937"/>
              <a:gd name="connsiteY3" fmla="*/ 2793303 h 2793303"/>
              <a:gd name="connsiteX4" fmla="*/ 0 w 9594937"/>
              <a:gd name="connsiteY4" fmla="*/ 0 h 279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937" h="2793303">
                <a:moveTo>
                  <a:pt x="0" y="0"/>
                </a:moveTo>
                <a:lnTo>
                  <a:pt x="8668011" y="475990"/>
                </a:lnTo>
                <a:lnTo>
                  <a:pt x="9594937" y="2768251"/>
                </a:lnTo>
                <a:lnTo>
                  <a:pt x="0" y="2793303"/>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22">
            <a:extLst>
              <a:ext uri="{FF2B5EF4-FFF2-40B4-BE49-F238E27FC236}">
                <a16:creationId xmlns:a16="http://schemas.microsoft.com/office/drawing/2014/main" id="{A85D3765-435A-EB95-9DE6-F53F8C295FE7}"/>
              </a:ext>
            </a:extLst>
          </p:cNvPr>
          <p:cNvSpPr/>
          <p:nvPr userDrawn="1"/>
        </p:nvSpPr>
        <p:spPr>
          <a:xfrm>
            <a:off x="7703507" y="181628"/>
            <a:ext cx="4313129" cy="6419588"/>
          </a:xfrm>
          <a:custGeom>
            <a:avLst/>
            <a:gdLst>
              <a:gd name="connsiteX0" fmla="*/ 0 w 4313129"/>
              <a:gd name="connsiteY0" fmla="*/ 0 h 6407062"/>
              <a:gd name="connsiteX1" fmla="*/ 4313129 w 4313129"/>
              <a:gd name="connsiteY1" fmla="*/ 0 h 6407062"/>
              <a:gd name="connsiteX2" fmla="*/ 4313129 w 4313129"/>
              <a:gd name="connsiteY2" fmla="*/ 6407062 h 6407062"/>
              <a:gd name="connsiteX3" fmla="*/ 0 w 4313129"/>
              <a:gd name="connsiteY3" fmla="*/ 6407062 h 6407062"/>
              <a:gd name="connsiteX4" fmla="*/ 0 w 4313129"/>
              <a:gd name="connsiteY4" fmla="*/ 0 h 6407062"/>
              <a:gd name="connsiteX0" fmla="*/ 0 w 4313129"/>
              <a:gd name="connsiteY0" fmla="*/ 0 h 6419588"/>
              <a:gd name="connsiteX1" fmla="*/ 4313129 w 4313129"/>
              <a:gd name="connsiteY1" fmla="*/ 0 h 6419588"/>
              <a:gd name="connsiteX2" fmla="*/ 4313129 w 4313129"/>
              <a:gd name="connsiteY2" fmla="*/ 6407062 h 6419588"/>
              <a:gd name="connsiteX3" fmla="*/ 2379945 w 4313129"/>
              <a:gd name="connsiteY3" fmla="*/ 6419588 h 6419588"/>
              <a:gd name="connsiteX4" fmla="*/ 0 w 4313129"/>
              <a:gd name="connsiteY4" fmla="*/ 0 h 641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129" h="6419588">
                <a:moveTo>
                  <a:pt x="0" y="0"/>
                </a:moveTo>
                <a:lnTo>
                  <a:pt x="4313129" y="0"/>
                </a:lnTo>
                <a:lnTo>
                  <a:pt x="4313129" y="6407062"/>
                </a:lnTo>
                <a:lnTo>
                  <a:pt x="2379945" y="6419588"/>
                </a:lnTo>
                <a:lnTo>
                  <a:pt x="0" y="0"/>
                </a:lnTo>
                <a:close/>
              </a:path>
            </a:pathLst>
          </a:cu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Triángulo rectángulo 9">
            <a:extLst>
              <a:ext uri="{FF2B5EF4-FFF2-40B4-BE49-F238E27FC236}">
                <a16:creationId xmlns:a16="http://schemas.microsoft.com/office/drawing/2014/main" id="{C34AD0F0-3A0C-1199-E659-E6F7D40D5D97}"/>
              </a:ext>
            </a:extLst>
          </p:cNvPr>
          <p:cNvSpPr/>
          <p:nvPr userDrawn="1"/>
        </p:nvSpPr>
        <p:spPr>
          <a:xfrm>
            <a:off x="5025024" y="1060774"/>
            <a:ext cx="1039660" cy="2168620"/>
          </a:xfrm>
          <a:prstGeom prst="r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Picture 4" descr="zoomlines sticker by @qckita2fo_kk_wkcl4fo">
            <a:extLst>
              <a:ext uri="{FF2B5EF4-FFF2-40B4-BE49-F238E27FC236}">
                <a16:creationId xmlns:a16="http://schemas.microsoft.com/office/drawing/2014/main" id="{39A7ADC7-B488-BC84-D5C6-8B1C5B819C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16"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2" name="Bocadillo nube: nube 11">
            <a:extLst>
              <a:ext uri="{FF2B5EF4-FFF2-40B4-BE49-F238E27FC236}">
                <a16:creationId xmlns:a16="http://schemas.microsoft.com/office/drawing/2014/main" id="{703EA220-62EF-B77F-CEC3-55F7A5549727}"/>
              </a:ext>
            </a:extLst>
          </p:cNvPr>
          <p:cNvSpPr/>
          <p:nvPr userDrawn="1"/>
        </p:nvSpPr>
        <p:spPr>
          <a:xfrm>
            <a:off x="1280266" y="590238"/>
            <a:ext cx="9063622" cy="3576180"/>
          </a:xfrm>
          <a:prstGeom prst="cloudCallout">
            <a:avLst>
              <a:gd name="adj1" fmla="val 42878"/>
              <a:gd name="adj2" fmla="val 67053"/>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Bocadillo: rectángulo 12">
            <a:extLst>
              <a:ext uri="{FF2B5EF4-FFF2-40B4-BE49-F238E27FC236}">
                <a16:creationId xmlns:a16="http://schemas.microsoft.com/office/drawing/2014/main" id="{0004B189-4833-8372-47E9-4E575B8C3AEF}"/>
              </a:ext>
            </a:extLst>
          </p:cNvPr>
          <p:cNvSpPr/>
          <p:nvPr userDrawn="1"/>
        </p:nvSpPr>
        <p:spPr>
          <a:xfrm>
            <a:off x="3477013" y="4790396"/>
            <a:ext cx="4747365" cy="720247"/>
          </a:xfrm>
          <a:prstGeom prst="wedgeRectCallout">
            <a:avLst>
              <a:gd name="adj1" fmla="val -44316"/>
              <a:gd name="adj2" fmla="val 11989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Bocadillo: rectángulo 13">
            <a:extLst>
              <a:ext uri="{FF2B5EF4-FFF2-40B4-BE49-F238E27FC236}">
                <a16:creationId xmlns:a16="http://schemas.microsoft.com/office/drawing/2014/main" id="{94338C37-588B-3F64-7D91-BEF77C10A0D4}"/>
              </a:ext>
            </a:extLst>
          </p:cNvPr>
          <p:cNvSpPr/>
          <p:nvPr userDrawn="1"/>
        </p:nvSpPr>
        <p:spPr>
          <a:xfrm flipH="1">
            <a:off x="5110618" y="5332147"/>
            <a:ext cx="4747365" cy="720247"/>
          </a:xfrm>
          <a:prstGeom prst="wedgeRectCallout">
            <a:avLst>
              <a:gd name="adj1" fmla="val -44316"/>
              <a:gd name="adj2" fmla="val 11989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537630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36E21DD6-4C15-F808-DCF6-1C845A4AB59C}"/>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5" name="Marcador de pie de página 4">
            <a:extLst>
              <a:ext uri="{FF2B5EF4-FFF2-40B4-BE49-F238E27FC236}">
                <a16:creationId xmlns:a16="http://schemas.microsoft.com/office/drawing/2014/main" id="{2D2F1EDC-B220-FD26-1355-3A97B45C53B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39B7880-150A-8383-A8B8-9610DEE86762}"/>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7" name="Rectángulo 1">
            <a:extLst>
              <a:ext uri="{FF2B5EF4-FFF2-40B4-BE49-F238E27FC236}">
                <a16:creationId xmlns:a16="http://schemas.microsoft.com/office/drawing/2014/main" id="{DF3B7E4C-EC77-28BB-44DC-363F793380B0}"/>
              </a:ext>
            </a:extLst>
          </p:cNvPr>
          <p:cNvSpPr/>
          <p:nvPr userDrawn="1"/>
        </p:nvSpPr>
        <p:spPr>
          <a:xfrm>
            <a:off x="225468" y="212942"/>
            <a:ext cx="6150279" cy="3331924"/>
          </a:xfrm>
          <a:custGeom>
            <a:avLst/>
            <a:gdLst>
              <a:gd name="connsiteX0" fmla="*/ 0 w 6150279"/>
              <a:gd name="connsiteY0" fmla="*/ 0 h 3331924"/>
              <a:gd name="connsiteX1" fmla="*/ 6150279 w 6150279"/>
              <a:gd name="connsiteY1" fmla="*/ 0 h 3331924"/>
              <a:gd name="connsiteX2" fmla="*/ 6150279 w 6150279"/>
              <a:gd name="connsiteY2" fmla="*/ 3331924 h 3331924"/>
              <a:gd name="connsiteX3" fmla="*/ 0 w 6150279"/>
              <a:gd name="connsiteY3" fmla="*/ 3331924 h 3331924"/>
              <a:gd name="connsiteX4" fmla="*/ 0 w 6150279"/>
              <a:gd name="connsiteY4" fmla="*/ 0 h 3331924"/>
              <a:gd name="connsiteX0" fmla="*/ 0 w 6150279"/>
              <a:gd name="connsiteY0" fmla="*/ 0 h 3331924"/>
              <a:gd name="connsiteX1" fmla="*/ 4947780 w 6150279"/>
              <a:gd name="connsiteY1" fmla="*/ 0 h 3331924"/>
              <a:gd name="connsiteX2" fmla="*/ 6150279 w 6150279"/>
              <a:gd name="connsiteY2" fmla="*/ 3331924 h 3331924"/>
              <a:gd name="connsiteX3" fmla="*/ 0 w 6150279"/>
              <a:gd name="connsiteY3" fmla="*/ 3331924 h 3331924"/>
              <a:gd name="connsiteX4" fmla="*/ 0 w 6150279"/>
              <a:gd name="connsiteY4" fmla="*/ 0 h 3331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0279" h="3331924">
                <a:moveTo>
                  <a:pt x="0" y="0"/>
                </a:moveTo>
                <a:lnTo>
                  <a:pt x="4947780" y="0"/>
                </a:lnTo>
                <a:lnTo>
                  <a:pt x="6150279" y="3331924"/>
                </a:lnTo>
                <a:lnTo>
                  <a:pt x="0" y="3331924"/>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2">
            <a:extLst>
              <a:ext uri="{FF2B5EF4-FFF2-40B4-BE49-F238E27FC236}">
                <a16:creationId xmlns:a16="http://schemas.microsoft.com/office/drawing/2014/main" id="{2EB40CBB-8254-36F5-D2FB-933D3B166513}"/>
              </a:ext>
            </a:extLst>
          </p:cNvPr>
          <p:cNvSpPr/>
          <p:nvPr userDrawn="1"/>
        </p:nvSpPr>
        <p:spPr>
          <a:xfrm>
            <a:off x="5538593" y="212942"/>
            <a:ext cx="6427940" cy="3331924"/>
          </a:xfrm>
          <a:custGeom>
            <a:avLst/>
            <a:gdLst>
              <a:gd name="connsiteX0" fmla="*/ 0 w 5363228"/>
              <a:gd name="connsiteY0" fmla="*/ 0 h 3331924"/>
              <a:gd name="connsiteX1" fmla="*/ 5363228 w 5363228"/>
              <a:gd name="connsiteY1" fmla="*/ 0 h 3331924"/>
              <a:gd name="connsiteX2" fmla="*/ 5363228 w 5363228"/>
              <a:gd name="connsiteY2" fmla="*/ 3331924 h 3331924"/>
              <a:gd name="connsiteX3" fmla="*/ 0 w 5363228"/>
              <a:gd name="connsiteY3" fmla="*/ 3331924 h 3331924"/>
              <a:gd name="connsiteX4" fmla="*/ 0 w 5363228"/>
              <a:gd name="connsiteY4" fmla="*/ 0 h 3331924"/>
              <a:gd name="connsiteX0" fmla="*/ 0 w 6427940"/>
              <a:gd name="connsiteY0" fmla="*/ 0 h 3331924"/>
              <a:gd name="connsiteX1" fmla="*/ 6427940 w 6427940"/>
              <a:gd name="connsiteY1" fmla="*/ 0 h 3331924"/>
              <a:gd name="connsiteX2" fmla="*/ 6427940 w 6427940"/>
              <a:gd name="connsiteY2" fmla="*/ 3331924 h 3331924"/>
              <a:gd name="connsiteX3" fmla="*/ 1064712 w 6427940"/>
              <a:gd name="connsiteY3" fmla="*/ 3331924 h 3331924"/>
              <a:gd name="connsiteX4" fmla="*/ 0 w 6427940"/>
              <a:gd name="connsiteY4" fmla="*/ 0 h 3331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27940" h="3331924">
                <a:moveTo>
                  <a:pt x="0" y="0"/>
                </a:moveTo>
                <a:lnTo>
                  <a:pt x="6427940" y="0"/>
                </a:lnTo>
                <a:lnTo>
                  <a:pt x="6427940" y="3331924"/>
                </a:lnTo>
                <a:lnTo>
                  <a:pt x="1064712" y="3331924"/>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3">
            <a:extLst>
              <a:ext uri="{FF2B5EF4-FFF2-40B4-BE49-F238E27FC236}">
                <a16:creationId xmlns:a16="http://schemas.microsoft.com/office/drawing/2014/main" id="{F5D6C009-098B-C76B-E068-3BEA79AE2A92}"/>
              </a:ext>
            </a:extLst>
          </p:cNvPr>
          <p:cNvSpPr/>
          <p:nvPr userDrawn="1"/>
        </p:nvSpPr>
        <p:spPr>
          <a:xfrm>
            <a:off x="225468" y="3663863"/>
            <a:ext cx="5363228" cy="2981195"/>
          </a:xfrm>
          <a:custGeom>
            <a:avLst/>
            <a:gdLst>
              <a:gd name="connsiteX0" fmla="*/ 0 w 5363228"/>
              <a:gd name="connsiteY0" fmla="*/ 0 h 2981195"/>
              <a:gd name="connsiteX1" fmla="*/ 5363228 w 5363228"/>
              <a:gd name="connsiteY1" fmla="*/ 0 h 2981195"/>
              <a:gd name="connsiteX2" fmla="*/ 5363228 w 5363228"/>
              <a:gd name="connsiteY2" fmla="*/ 2981195 h 2981195"/>
              <a:gd name="connsiteX3" fmla="*/ 0 w 5363228"/>
              <a:gd name="connsiteY3" fmla="*/ 2981195 h 2981195"/>
              <a:gd name="connsiteX4" fmla="*/ 0 w 5363228"/>
              <a:gd name="connsiteY4" fmla="*/ 0 h 2981195"/>
              <a:gd name="connsiteX0" fmla="*/ 0 w 5363228"/>
              <a:gd name="connsiteY0" fmla="*/ 0 h 2981195"/>
              <a:gd name="connsiteX1" fmla="*/ 4498932 w 5363228"/>
              <a:gd name="connsiteY1" fmla="*/ 62630 h 2981195"/>
              <a:gd name="connsiteX2" fmla="*/ 5363228 w 5363228"/>
              <a:gd name="connsiteY2" fmla="*/ 2981195 h 2981195"/>
              <a:gd name="connsiteX3" fmla="*/ 0 w 5363228"/>
              <a:gd name="connsiteY3" fmla="*/ 2981195 h 2981195"/>
              <a:gd name="connsiteX4" fmla="*/ 0 w 5363228"/>
              <a:gd name="connsiteY4" fmla="*/ 0 h 2981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3228" h="2981195">
                <a:moveTo>
                  <a:pt x="0" y="0"/>
                </a:moveTo>
                <a:lnTo>
                  <a:pt x="4498932" y="62630"/>
                </a:lnTo>
                <a:lnTo>
                  <a:pt x="5363228" y="2981195"/>
                </a:lnTo>
                <a:lnTo>
                  <a:pt x="0" y="2981195"/>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4">
            <a:extLst>
              <a:ext uri="{FF2B5EF4-FFF2-40B4-BE49-F238E27FC236}">
                <a16:creationId xmlns:a16="http://schemas.microsoft.com/office/drawing/2014/main" id="{A6FBBFBA-3062-8994-EE36-1EA6914E4D9D}"/>
              </a:ext>
            </a:extLst>
          </p:cNvPr>
          <p:cNvSpPr/>
          <p:nvPr userDrawn="1"/>
        </p:nvSpPr>
        <p:spPr>
          <a:xfrm>
            <a:off x="5139848" y="3663863"/>
            <a:ext cx="6826684" cy="2981195"/>
          </a:xfrm>
          <a:custGeom>
            <a:avLst/>
            <a:gdLst>
              <a:gd name="connsiteX0" fmla="*/ 0 w 6150279"/>
              <a:gd name="connsiteY0" fmla="*/ 0 h 2981195"/>
              <a:gd name="connsiteX1" fmla="*/ 6150279 w 6150279"/>
              <a:gd name="connsiteY1" fmla="*/ 0 h 2981195"/>
              <a:gd name="connsiteX2" fmla="*/ 6150279 w 6150279"/>
              <a:gd name="connsiteY2" fmla="*/ 2981195 h 2981195"/>
              <a:gd name="connsiteX3" fmla="*/ 0 w 6150279"/>
              <a:gd name="connsiteY3" fmla="*/ 2981195 h 2981195"/>
              <a:gd name="connsiteX4" fmla="*/ 0 w 6150279"/>
              <a:gd name="connsiteY4" fmla="*/ 0 h 2981195"/>
              <a:gd name="connsiteX0" fmla="*/ 739035 w 6150279"/>
              <a:gd name="connsiteY0" fmla="*/ 62630 h 2981195"/>
              <a:gd name="connsiteX1" fmla="*/ 6150279 w 6150279"/>
              <a:gd name="connsiteY1" fmla="*/ 0 h 2981195"/>
              <a:gd name="connsiteX2" fmla="*/ 6150279 w 6150279"/>
              <a:gd name="connsiteY2" fmla="*/ 2981195 h 2981195"/>
              <a:gd name="connsiteX3" fmla="*/ 0 w 6150279"/>
              <a:gd name="connsiteY3" fmla="*/ 2981195 h 2981195"/>
              <a:gd name="connsiteX4" fmla="*/ 739035 w 6150279"/>
              <a:gd name="connsiteY4" fmla="*/ 62630 h 2981195"/>
              <a:gd name="connsiteX0" fmla="*/ 801666 w 6150279"/>
              <a:gd name="connsiteY0" fmla="*/ 12526 h 2981195"/>
              <a:gd name="connsiteX1" fmla="*/ 6150279 w 6150279"/>
              <a:gd name="connsiteY1" fmla="*/ 0 h 2981195"/>
              <a:gd name="connsiteX2" fmla="*/ 6150279 w 6150279"/>
              <a:gd name="connsiteY2" fmla="*/ 2981195 h 2981195"/>
              <a:gd name="connsiteX3" fmla="*/ 0 w 6150279"/>
              <a:gd name="connsiteY3" fmla="*/ 2981195 h 2981195"/>
              <a:gd name="connsiteX4" fmla="*/ 801666 w 6150279"/>
              <a:gd name="connsiteY4" fmla="*/ 12526 h 2981195"/>
              <a:gd name="connsiteX0" fmla="*/ 0 w 6826684"/>
              <a:gd name="connsiteY0" fmla="*/ 62630 h 2981195"/>
              <a:gd name="connsiteX1" fmla="*/ 6826684 w 6826684"/>
              <a:gd name="connsiteY1" fmla="*/ 0 h 2981195"/>
              <a:gd name="connsiteX2" fmla="*/ 6826684 w 6826684"/>
              <a:gd name="connsiteY2" fmla="*/ 2981195 h 2981195"/>
              <a:gd name="connsiteX3" fmla="*/ 676405 w 6826684"/>
              <a:gd name="connsiteY3" fmla="*/ 2981195 h 2981195"/>
              <a:gd name="connsiteX4" fmla="*/ 0 w 6826684"/>
              <a:gd name="connsiteY4" fmla="*/ 62630 h 2981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6684" h="2981195">
                <a:moveTo>
                  <a:pt x="0" y="62630"/>
                </a:moveTo>
                <a:lnTo>
                  <a:pt x="6826684" y="0"/>
                </a:lnTo>
                <a:lnTo>
                  <a:pt x="6826684" y="2981195"/>
                </a:lnTo>
                <a:lnTo>
                  <a:pt x="676405" y="2981195"/>
                </a:lnTo>
                <a:lnTo>
                  <a:pt x="0" y="62630"/>
                </a:lnTo>
                <a:close/>
              </a:path>
            </a:pathLst>
          </a:cu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Picture 2" descr="Gaceta UNAM 30052022 - Gaceta UNAM">
            <a:extLst>
              <a:ext uri="{FF2B5EF4-FFF2-40B4-BE49-F238E27FC236}">
                <a16:creationId xmlns:a16="http://schemas.microsoft.com/office/drawing/2014/main" id="{CCBB4A39-C451-7B55-3AE3-D2127BC4EDC7}"/>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16200000">
            <a:off x="4301646" y="-1032353"/>
            <a:ext cx="3588707" cy="1219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Gaceta UNAM 30052022 - Gaceta UNAM">
            <a:extLst>
              <a:ext uri="{FF2B5EF4-FFF2-40B4-BE49-F238E27FC236}">
                <a16:creationId xmlns:a16="http://schemas.microsoft.com/office/drawing/2014/main" id="{1C0A0A74-0DDC-26CF-9DCA-8314171D61EB}"/>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16200000" flipH="1" flipV="1">
            <a:off x="4301648" y="-4301646"/>
            <a:ext cx="3588707" cy="12192000"/>
          </a:xfrm>
          <a:prstGeom prst="rect">
            <a:avLst/>
          </a:prstGeom>
          <a:noFill/>
          <a:extLst>
            <a:ext uri="{909E8E84-426E-40DD-AFC4-6F175D3DCCD1}">
              <a14:hiddenFill xmlns:a14="http://schemas.microsoft.com/office/drawing/2010/main">
                <a:solidFill>
                  <a:srgbClr val="FFFFFF"/>
                </a:solidFill>
              </a14:hiddenFill>
            </a:ext>
          </a:extLst>
        </p:spPr>
      </p:pic>
      <p:sp>
        <p:nvSpPr>
          <p:cNvPr id="13" name="Bocadillo: rectángulo 12">
            <a:extLst>
              <a:ext uri="{FF2B5EF4-FFF2-40B4-BE49-F238E27FC236}">
                <a16:creationId xmlns:a16="http://schemas.microsoft.com/office/drawing/2014/main" id="{0248B287-4B66-117D-BB52-566703C694C7}"/>
              </a:ext>
            </a:extLst>
          </p:cNvPr>
          <p:cNvSpPr/>
          <p:nvPr userDrawn="1"/>
        </p:nvSpPr>
        <p:spPr>
          <a:xfrm>
            <a:off x="836374" y="440629"/>
            <a:ext cx="8498126" cy="2615721"/>
          </a:xfrm>
          <a:prstGeom prst="wedgeRectCallout">
            <a:avLst>
              <a:gd name="adj1" fmla="val -43247"/>
              <a:gd name="adj2" fmla="val 89652"/>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Bocadillo: rectángulo 13">
            <a:extLst>
              <a:ext uri="{FF2B5EF4-FFF2-40B4-BE49-F238E27FC236}">
                <a16:creationId xmlns:a16="http://schemas.microsoft.com/office/drawing/2014/main" id="{9C749C70-51F4-A74F-4D71-30BA2E46C4E5}"/>
              </a:ext>
            </a:extLst>
          </p:cNvPr>
          <p:cNvSpPr/>
          <p:nvPr userDrawn="1"/>
        </p:nvSpPr>
        <p:spPr>
          <a:xfrm flipH="1">
            <a:off x="3860493" y="3429000"/>
            <a:ext cx="7828378" cy="2171700"/>
          </a:xfrm>
          <a:prstGeom prst="wedgeRectCallout">
            <a:avLst>
              <a:gd name="adj1" fmla="val -47384"/>
              <a:gd name="adj2" fmla="val 8175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08728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78C9D89-06B1-D5A6-7FF5-FFD4B258B2C7}"/>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5" name="Marcador de pie de página 4">
            <a:extLst>
              <a:ext uri="{FF2B5EF4-FFF2-40B4-BE49-F238E27FC236}">
                <a16:creationId xmlns:a16="http://schemas.microsoft.com/office/drawing/2014/main" id="{3EEDBC05-29B3-9A3D-81AF-F9892B513A0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C3B7321-398D-0030-8919-0B7676593DBB}"/>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7" name="Rectángulo 6">
            <a:extLst>
              <a:ext uri="{FF2B5EF4-FFF2-40B4-BE49-F238E27FC236}">
                <a16:creationId xmlns:a16="http://schemas.microsoft.com/office/drawing/2014/main" id="{FEE3CACB-0FC6-6B12-CD19-050EB5389999}"/>
              </a:ext>
            </a:extLst>
          </p:cNvPr>
          <p:cNvSpPr/>
          <p:nvPr userDrawn="1"/>
        </p:nvSpPr>
        <p:spPr>
          <a:xfrm>
            <a:off x="237994" y="137786"/>
            <a:ext cx="11716011" cy="1440493"/>
          </a:xfrm>
          <a:prstGeom prst="rect">
            <a:avLst/>
          </a:pr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riángulo rectángulo 7">
            <a:extLst>
              <a:ext uri="{FF2B5EF4-FFF2-40B4-BE49-F238E27FC236}">
                <a16:creationId xmlns:a16="http://schemas.microsoft.com/office/drawing/2014/main" id="{69961C66-34F9-27CC-EA5A-819838A6DA4F}"/>
              </a:ext>
            </a:extLst>
          </p:cNvPr>
          <p:cNvSpPr/>
          <p:nvPr userDrawn="1"/>
        </p:nvSpPr>
        <p:spPr>
          <a:xfrm>
            <a:off x="237994" y="1741119"/>
            <a:ext cx="4672209" cy="4979096"/>
          </a:xfrm>
          <a:prstGeom prst="rtTriangle">
            <a:avLst/>
          </a:pr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3">
            <a:extLst>
              <a:ext uri="{FF2B5EF4-FFF2-40B4-BE49-F238E27FC236}">
                <a16:creationId xmlns:a16="http://schemas.microsoft.com/office/drawing/2014/main" id="{5A90E1D0-8EBA-FD0B-B1CB-F6D89DB458AD}"/>
              </a:ext>
            </a:extLst>
          </p:cNvPr>
          <p:cNvSpPr/>
          <p:nvPr userDrawn="1"/>
        </p:nvSpPr>
        <p:spPr>
          <a:xfrm>
            <a:off x="567848" y="1741119"/>
            <a:ext cx="8780745" cy="4979096"/>
          </a:xfrm>
          <a:custGeom>
            <a:avLst/>
            <a:gdLst>
              <a:gd name="connsiteX0" fmla="*/ 0 w 4133589"/>
              <a:gd name="connsiteY0" fmla="*/ 0 h 4979096"/>
              <a:gd name="connsiteX1" fmla="*/ 4133589 w 4133589"/>
              <a:gd name="connsiteY1" fmla="*/ 0 h 4979096"/>
              <a:gd name="connsiteX2" fmla="*/ 4133589 w 4133589"/>
              <a:gd name="connsiteY2" fmla="*/ 4979096 h 4979096"/>
              <a:gd name="connsiteX3" fmla="*/ 0 w 4133589"/>
              <a:gd name="connsiteY3" fmla="*/ 4979096 h 4979096"/>
              <a:gd name="connsiteX4" fmla="*/ 0 w 4133589"/>
              <a:gd name="connsiteY4" fmla="*/ 0 h 4979096"/>
              <a:gd name="connsiteX0" fmla="*/ 0 w 8780745"/>
              <a:gd name="connsiteY0" fmla="*/ 0 h 4979096"/>
              <a:gd name="connsiteX1" fmla="*/ 8780745 w 8780745"/>
              <a:gd name="connsiteY1" fmla="*/ 0 h 4979096"/>
              <a:gd name="connsiteX2" fmla="*/ 8780745 w 8780745"/>
              <a:gd name="connsiteY2" fmla="*/ 4979096 h 4979096"/>
              <a:gd name="connsiteX3" fmla="*/ 4647156 w 8780745"/>
              <a:gd name="connsiteY3" fmla="*/ 4979096 h 4979096"/>
              <a:gd name="connsiteX4" fmla="*/ 0 w 8780745"/>
              <a:gd name="connsiteY4" fmla="*/ 0 h 4979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0745" h="4979096">
                <a:moveTo>
                  <a:pt x="0" y="0"/>
                </a:moveTo>
                <a:lnTo>
                  <a:pt x="8780745" y="0"/>
                </a:lnTo>
                <a:lnTo>
                  <a:pt x="8780745" y="4979096"/>
                </a:lnTo>
                <a:lnTo>
                  <a:pt x="4647156" y="4979096"/>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8F36D0D2-DA7E-F430-649C-4BA929B68B01}"/>
              </a:ext>
            </a:extLst>
          </p:cNvPr>
          <p:cNvSpPr/>
          <p:nvPr userDrawn="1"/>
        </p:nvSpPr>
        <p:spPr>
          <a:xfrm>
            <a:off x="9532306" y="1741119"/>
            <a:ext cx="2521908" cy="4979095"/>
          </a:xfrm>
          <a:prstGeom prst="rect">
            <a:avLst/>
          </a:pr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Picture 2" descr="Radial Zoom Texture Pack on Behance">
            <a:extLst>
              <a:ext uri="{FF2B5EF4-FFF2-40B4-BE49-F238E27FC236}">
                <a16:creationId xmlns:a16="http://schemas.microsoft.com/office/drawing/2014/main" id="{8EDDA564-36AE-0B7B-14EF-0D1D50F6B0C9}"/>
              </a:ext>
            </a:extLst>
          </p:cNvPr>
          <p:cNvPicPr>
            <a:picLocks noChangeAspect="1" noChangeArrowheads="1"/>
          </p:cNvPicPr>
          <p:nvPr userDrawn="1"/>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33545" cy="6858000"/>
          </a:xfrm>
          <a:prstGeom prst="rect">
            <a:avLst/>
          </a:prstGeom>
          <a:noFill/>
          <a:extLst>
            <a:ext uri="{909E8E84-426E-40DD-AFC4-6F175D3DCCD1}">
              <a14:hiddenFill xmlns:a14="http://schemas.microsoft.com/office/drawing/2010/main">
                <a:solidFill>
                  <a:srgbClr val="FFFFFF"/>
                </a:solidFill>
              </a14:hiddenFill>
            </a:ext>
          </a:extLst>
        </p:spPr>
      </p:pic>
      <p:sp>
        <p:nvSpPr>
          <p:cNvPr id="12" name="Bocadillo: rectángulo 11">
            <a:extLst>
              <a:ext uri="{FF2B5EF4-FFF2-40B4-BE49-F238E27FC236}">
                <a16:creationId xmlns:a16="http://schemas.microsoft.com/office/drawing/2014/main" id="{D0111F47-1E6E-3DA4-86F9-D16F3BD4A286}"/>
              </a:ext>
            </a:extLst>
          </p:cNvPr>
          <p:cNvSpPr/>
          <p:nvPr userDrawn="1"/>
        </p:nvSpPr>
        <p:spPr>
          <a:xfrm flipH="1">
            <a:off x="781050" y="2058966"/>
            <a:ext cx="10591800" cy="3770334"/>
          </a:xfrm>
          <a:prstGeom prst="wedgeRectCallout">
            <a:avLst>
              <a:gd name="adj1" fmla="val -54531"/>
              <a:gd name="adj2" fmla="val 66180"/>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239037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mbio de seccion">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A02F11CE-E2B1-49FC-D668-BE749A6B131E}"/>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6" name="Marcador de pie de página 5">
            <a:extLst>
              <a:ext uri="{FF2B5EF4-FFF2-40B4-BE49-F238E27FC236}">
                <a16:creationId xmlns:a16="http://schemas.microsoft.com/office/drawing/2014/main" id="{8FB2752E-8FFB-A839-C7FA-B4CB37B12AB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E87168C-5648-5082-9974-6AAE37B9741D}"/>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8" name="Rectángulo 20">
            <a:extLst>
              <a:ext uri="{FF2B5EF4-FFF2-40B4-BE49-F238E27FC236}">
                <a16:creationId xmlns:a16="http://schemas.microsoft.com/office/drawing/2014/main" id="{72DD6C98-4A50-2A21-A0D8-C7B408C74CDF}"/>
              </a:ext>
            </a:extLst>
          </p:cNvPr>
          <p:cNvSpPr/>
          <p:nvPr userDrawn="1"/>
        </p:nvSpPr>
        <p:spPr>
          <a:xfrm>
            <a:off x="175364" y="181629"/>
            <a:ext cx="8555277" cy="3945698"/>
          </a:xfrm>
          <a:custGeom>
            <a:avLst/>
            <a:gdLst>
              <a:gd name="connsiteX0" fmla="*/ 0 w 7265096"/>
              <a:gd name="connsiteY0" fmla="*/ 0 h 3544865"/>
              <a:gd name="connsiteX1" fmla="*/ 7265096 w 7265096"/>
              <a:gd name="connsiteY1" fmla="*/ 0 h 3544865"/>
              <a:gd name="connsiteX2" fmla="*/ 7265096 w 7265096"/>
              <a:gd name="connsiteY2" fmla="*/ 3544865 h 3544865"/>
              <a:gd name="connsiteX3" fmla="*/ 0 w 7265096"/>
              <a:gd name="connsiteY3" fmla="*/ 3544865 h 3544865"/>
              <a:gd name="connsiteX4" fmla="*/ 0 w 7265096"/>
              <a:gd name="connsiteY4" fmla="*/ 0 h 3544865"/>
              <a:gd name="connsiteX0" fmla="*/ 0 w 8555277"/>
              <a:gd name="connsiteY0" fmla="*/ 0 h 3945698"/>
              <a:gd name="connsiteX1" fmla="*/ 7265096 w 8555277"/>
              <a:gd name="connsiteY1" fmla="*/ 0 h 3945698"/>
              <a:gd name="connsiteX2" fmla="*/ 8555277 w 8555277"/>
              <a:gd name="connsiteY2" fmla="*/ 3945698 h 3945698"/>
              <a:gd name="connsiteX3" fmla="*/ 0 w 8555277"/>
              <a:gd name="connsiteY3" fmla="*/ 3544865 h 3945698"/>
              <a:gd name="connsiteX4" fmla="*/ 0 w 8555277"/>
              <a:gd name="connsiteY4" fmla="*/ 0 h 3945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5277" h="3945698">
                <a:moveTo>
                  <a:pt x="0" y="0"/>
                </a:moveTo>
                <a:lnTo>
                  <a:pt x="7265096" y="0"/>
                </a:lnTo>
                <a:lnTo>
                  <a:pt x="8555277" y="3945698"/>
                </a:lnTo>
                <a:lnTo>
                  <a:pt x="0" y="3544865"/>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21">
            <a:extLst>
              <a:ext uri="{FF2B5EF4-FFF2-40B4-BE49-F238E27FC236}">
                <a16:creationId xmlns:a16="http://schemas.microsoft.com/office/drawing/2014/main" id="{23FEB656-D4BA-8529-9101-0FF03BA45F80}"/>
              </a:ext>
            </a:extLst>
          </p:cNvPr>
          <p:cNvSpPr/>
          <p:nvPr userDrawn="1"/>
        </p:nvSpPr>
        <p:spPr>
          <a:xfrm>
            <a:off x="175364" y="3883069"/>
            <a:ext cx="9594937" cy="2793303"/>
          </a:xfrm>
          <a:custGeom>
            <a:avLst/>
            <a:gdLst>
              <a:gd name="connsiteX0" fmla="*/ 0 w 7265096"/>
              <a:gd name="connsiteY0" fmla="*/ 0 h 2793303"/>
              <a:gd name="connsiteX1" fmla="*/ 7265096 w 7265096"/>
              <a:gd name="connsiteY1" fmla="*/ 0 h 2793303"/>
              <a:gd name="connsiteX2" fmla="*/ 7265096 w 7265096"/>
              <a:gd name="connsiteY2" fmla="*/ 2793303 h 2793303"/>
              <a:gd name="connsiteX3" fmla="*/ 0 w 7265096"/>
              <a:gd name="connsiteY3" fmla="*/ 2793303 h 2793303"/>
              <a:gd name="connsiteX4" fmla="*/ 0 w 7265096"/>
              <a:gd name="connsiteY4" fmla="*/ 0 h 2793303"/>
              <a:gd name="connsiteX0" fmla="*/ 0 w 9594937"/>
              <a:gd name="connsiteY0" fmla="*/ 0 h 2793303"/>
              <a:gd name="connsiteX1" fmla="*/ 7265096 w 9594937"/>
              <a:gd name="connsiteY1" fmla="*/ 0 h 2793303"/>
              <a:gd name="connsiteX2" fmla="*/ 9594937 w 9594937"/>
              <a:gd name="connsiteY2" fmla="*/ 2768251 h 2793303"/>
              <a:gd name="connsiteX3" fmla="*/ 0 w 9594937"/>
              <a:gd name="connsiteY3" fmla="*/ 2793303 h 2793303"/>
              <a:gd name="connsiteX4" fmla="*/ 0 w 9594937"/>
              <a:gd name="connsiteY4" fmla="*/ 0 h 2793303"/>
              <a:gd name="connsiteX0" fmla="*/ 0 w 9594937"/>
              <a:gd name="connsiteY0" fmla="*/ 0 h 2793303"/>
              <a:gd name="connsiteX1" fmla="*/ 8668011 w 9594937"/>
              <a:gd name="connsiteY1" fmla="*/ 475990 h 2793303"/>
              <a:gd name="connsiteX2" fmla="*/ 9594937 w 9594937"/>
              <a:gd name="connsiteY2" fmla="*/ 2768251 h 2793303"/>
              <a:gd name="connsiteX3" fmla="*/ 0 w 9594937"/>
              <a:gd name="connsiteY3" fmla="*/ 2793303 h 2793303"/>
              <a:gd name="connsiteX4" fmla="*/ 0 w 9594937"/>
              <a:gd name="connsiteY4" fmla="*/ 0 h 279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937" h="2793303">
                <a:moveTo>
                  <a:pt x="0" y="0"/>
                </a:moveTo>
                <a:lnTo>
                  <a:pt x="8668011" y="475990"/>
                </a:lnTo>
                <a:lnTo>
                  <a:pt x="9594937" y="2768251"/>
                </a:lnTo>
                <a:lnTo>
                  <a:pt x="0" y="2793303"/>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22">
            <a:extLst>
              <a:ext uri="{FF2B5EF4-FFF2-40B4-BE49-F238E27FC236}">
                <a16:creationId xmlns:a16="http://schemas.microsoft.com/office/drawing/2014/main" id="{A5167CD2-BBF4-48DA-6372-CB66B4080FDD}"/>
              </a:ext>
            </a:extLst>
          </p:cNvPr>
          <p:cNvSpPr/>
          <p:nvPr userDrawn="1"/>
        </p:nvSpPr>
        <p:spPr>
          <a:xfrm>
            <a:off x="7703507" y="181628"/>
            <a:ext cx="4313129" cy="6419588"/>
          </a:xfrm>
          <a:custGeom>
            <a:avLst/>
            <a:gdLst>
              <a:gd name="connsiteX0" fmla="*/ 0 w 4313129"/>
              <a:gd name="connsiteY0" fmla="*/ 0 h 6407062"/>
              <a:gd name="connsiteX1" fmla="*/ 4313129 w 4313129"/>
              <a:gd name="connsiteY1" fmla="*/ 0 h 6407062"/>
              <a:gd name="connsiteX2" fmla="*/ 4313129 w 4313129"/>
              <a:gd name="connsiteY2" fmla="*/ 6407062 h 6407062"/>
              <a:gd name="connsiteX3" fmla="*/ 0 w 4313129"/>
              <a:gd name="connsiteY3" fmla="*/ 6407062 h 6407062"/>
              <a:gd name="connsiteX4" fmla="*/ 0 w 4313129"/>
              <a:gd name="connsiteY4" fmla="*/ 0 h 6407062"/>
              <a:gd name="connsiteX0" fmla="*/ 0 w 4313129"/>
              <a:gd name="connsiteY0" fmla="*/ 0 h 6419588"/>
              <a:gd name="connsiteX1" fmla="*/ 4313129 w 4313129"/>
              <a:gd name="connsiteY1" fmla="*/ 0 h 6419588"/>
              <a:gd name="connsiteX2" fmla="*/ 4313129 w 4313129"/>
              <a:gd name="connsiteY2" fmla="*/ 6407062 h 6419588"/>
              <a:gd name="connsiteX3" fmla="*/ 2379945 w 4313129"/>
              <a:gd name="connsiteY3" fmla="*/ 6419588 h 6419588"/>
              <a:gd name="connsiteX4" fmla="*/ 0 w 4313129"/>
              <a:gd name="connsiteY4" fmla="*/ 0 h 641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129" h="6419588">
                <a:moveTo>
                  <a:pt x="0" y="0"/>
                </a:moveTo>
                <a:lnTo>
                  <a:pt x="4313129" y="0"/>
                </a:lnTo>
                <a:lnTo>
                  <a:pt x="4313129" y="6407062"/>
                </a:lnTo>
                <a:lnTo>
                  <a:pt x="2379945" y="6419588"/>
                </a:lnTo>
                <a:lnTo>
                  <a:pt x="0" y="0"/>
                </a:lnTo>
                <a:close/>
              </a:path>
            </a:pathLst>
          </a:cu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Picture 2" descr="Gaceta UNAM 30052022 - Gaceta UNAM">
            <a:extLst>
              <a:ext uri="{FF2B5EF4-FFF2-40B4-BE49-F238E27FC236}">
                <a16:creationId xmlns:a16="http://schemas.microsoft.com/office/drawing/2014/main" id="{1A16AB56-7F15-77F5-C555-80E437873007}"/>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16200000">
            <a:off x="4301646" y="-1032353"/>
            <a:ext cx="3588707" cy="121920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4">
            <a:extLst>
              <a:ext uri="{FF2B5EF4-FFF2-40B4-BE49-F238E27FC236}">
                <a16:creationId xmlns:a16="http://schemas.microsoft.com/office/drawing/2014/main" id="{21AC1CF7-9EB5-5915-7B2C-5FC02667D97B}"/>
              </a:ext>
            </a:extLst>
          </p:cNvPr>
          <p:cNvSpPr/>
          <p:nvPr userDrawn="1"/>
        </p:nvSpPr>
        <p:spPr>
          <a:xfrm>
            <a:off x="457199" y="569934"/>
            <a:ext cx="11277601" cy="5718131"/>
          </a:xfrm>
          <a:custGeom>
            <a:avLst/>
            <a:gdLst>
              <a:gd name="connsiteX0" fmla="*/ 0 w 11624153"/>
              <a:gd name="connsiteY0" fmla="*/ 0 h 6707688"/>
              <a:gd name="connsiteX1" fmla="*/ 11624153 w 11624153"/>
              <a:gd name="connsiteY1" fmla="*/ 0 h 6707688"/>
              <a:gd name="connsiteX2" fmla="*/ 11624153 w 11624153"/>
              <a:gd name="connsiteY2" fmla="*/ 6707688 h 6707688"/>
              <a:gd name="connsiteX3" fmla="*/ 0 w 11624153"/>
              <a:gd name="connsiteY3" fmla="*/ 6707688 h 6707688"/>
              <a:gd name="connsiteX4" fmla="*/ 0 w 11624153"/>
              <a:gd name="connsiteY4" fmla="*/ 0 h 6707688"/>
              <a:gd name="connsiteX0" fmla="*/ 814191 w 11624153"/>
              <a:gd name="connsiteY0" fmla="*/ 576198 h 6707688"/>
              <a:gd name="connsiteX1" fmla="*/ 11624153 w 11624153"/>
              <a:gd name="connsiteY1" fmla="*/ 0 h 6707688"/>
              <a:gd name="connsiteX2" fmla="*/ 11624153 w 11624153"/>
              <a:gd name="connsiteY2" fmla="*/ 6707688 h 6707688"/>
              <a:gd name="connsiteX3" fmla="*/ 0 w 11624153"/>
              <a:gd name="connsiteY3" fmla="*/ 6707688 h 6707688"/>
              <a:gd name="connsiteX4" fmla="*/ 814191 w 11624153"/>
              <a:gd name="connsiteY4" fmla="*/ 576198 h 6707688"/>
              <a:gd name="connsiteX0" fmla="*/ 814191 w 11624153"/>
              <a:gd name="connsiteY0" fmla="*/ 576198 h 6707688"/>
              <a:gd name="connsiteX1" fmla="*/ 11624153 w 11624153"/>
              <a:gd name="connsiteY1" fmla="*/ 0 h 6707688"/>
              <a:gd name="connsiteX2" fmla="*/ 11273424 w 11624153"/>
              <a:gd name="connsiteY2" fmla="*/ 6432115 h 6707688"/>
              <a:gd name="connsiteX3" fmla="*/ 0 w 11624153"/>
              <a:gd name="connsiteY3" fmla="*/ 6707688 h 6707688"/>
              <a:gd name="connsiteX4" fmla="*/ 814191 w 11624153"/>
              <a:gd name="connsiteY4" fmla="*/ 576198 h 6707688"/>
              <a:gd name="connsiteX0" fmla="*/ 814191 w 11661731"/>
              <a:gd name="connsiteY0" fmla="*/ 313151 h 6444641"/>
              <a:gd name="connsiteX1" fmla="*/ 11661731 w 11661731"/>
              <a:gd name="connsiteY1" fmla="*/ 0 h 6444641"/>
              <a:gd name="connsiteX2" fmla="*/ 11273424 w 11661731"/>
              <a:gd name="connsiteY2" fmla="*/ 6169068 h 6444641"/>
              <a:gd name="connsiteX3" fmla="*/ 0 w 11661731"/>
              <a:gd name="connsiteY3" fmla="*/ 6444641 h 6444641"/>
              <a:gd name="connsiteX4" fmla="*/ 814191 w 11661731"/>
              <a:gd name="connsiteY4" fmla="*/ 313151 h 6444641"/>
              <a:gd name="connsiteX0" fmla="*/ 651353 w 11498893"/>
              <a:gd name="connsiteY0" fmla="*/ 313151 h 6231698"/>
              <a:gd name="connsiteX1" fmla="*/ 11498893 w 11498893"/>
              <a:gd name="connsiteY1" fmla="*/ 0 h 6231698"/>
              <a:gd name="connsiteX2" fmla="*/ 11110586 w 11498893"/>
              <a:gd name="connsiteY2" fmla="*/ 6169068 h 6231698"/>
              <a:gd name="connsiteX3" fmla="*/ 0 w 11498893"/>
              <a:gd name="connsiteY3" fmla="*/ 6231698 h 6231698"/>
              <a:gd name="connsiteX4" fmla="*/ 651353 w 11498893"/>
              <a:gd name="connsiteY4" fmla="*/ 313151 h 623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8893" h="6231698">
                <a:moveTo>
                  <a:pt x="651353" y="313151"/>
                </a:moveTo>
                <a:lnTo>
                  <a:pt x="11498893" y="0"/>
                </a:lnTo>
                <a:lnTo>
                  <a:pt x="11110586" y="6169068"/>
                </a:lnTo>
                <a:lnTo>
                  <a:pt x="0" y="6231698"/>
                </a:lnTo>
                <a:lnTo>
                  <a:pt x="651353" y="313151"/>
                </a:lnTo>
                <a:close/>
              </a:path>
            </a:pathLst>
          </a:cu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791375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ma simple">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F7921071-73EE-A3C1-C56B-EC2284A2C384}"/>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8" name="Marcador de pie de página 7">
            <a:extLst>
              <a:ext uri="{FF2B5EF4-FFF2-40B4-BE49-F238E27FC236}">
                <a16:creationId xmlns:a16="http://schemas.microsoft.com/office/drawing/2014/main" id="{B74B962F-6CFD-68C4-CEF6-67C26594317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06FF422-3E01-F4E2-7C14-F7BFC68B355B}"/>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10" name="Rectángulo 20">
            <a:extLst>
              <a:ext uri="{FF2B5EF4-FFF2-40B4-BE49-F238E27FC236}">
                <a16:creationId xmlns:a16="http://schemas.microsoft.com/office/drawing/2014/main" id="{02490DFE-1616-8CCB-CD0F-6A98B5C69646}"/>
              </a:ext>
            </a:extLst>
          </p:cNvPr>
          <p:cNvSpPr/>
          <p:nvPr userDrawn="1"/>
        </p:nvSpPr>
        <p:spPr>
          <a:xfrm>
            <a:off x="175364" y="181629"/>
            <a:ext cx="8555277" cy="3945698"/>
          </a:xfrm>
          <a:custGeom>
            <a:avLst/>
            <a:gdLst>
              <a:gd name="connsiteX0" fmla="*/ 0 w 7265096"/>
              <a:gd name="connsiteY0" fmla="*/ 0 h 3544865"/>
              <a:gd name="connsiteX1" fmla="*/ 7265096 w 7265096"/>
              <a:gd name="connsiteY1" fmla="*/ 0 h 3544865"/>
              <a:gd name="connsiteX2" fmla="*/ 7265096 w 7265096"/>
              <a:gd name="connsiteY2" fmla="*/ 3544865 h 3544865"/>
              <a:gd name="connsiteX3" fmla="*/ 0 w 7265096"/>
              <a:gd name="connsiteY3" fmla="*/ 3544865 h 3544865"/>
              <a:gd name="connsiteX4" fmla="*/ 0 w 7265096"/>
              <a:gd name="connsiteY4" fmla="*/ 0 h 3544865"/>
              <a:gd name="connsiteX0" fmla="*/ 0 w 8555277"/>
              <a:gd name="connsiteY0" fmla="*/ 0 h 3945698"/>
              <a:gd name="connsiteX1" fmla="*/ 7265096 w 8555277"/>
              <a:gd name="connsiteY1" fmla="*/ 0 h 3945698"/>
              <a:gd name="connsiteX2" fmla="*/ 8555277 w 8555277"/>
              <a:gd name="connsiteY2" fmla="*/ 3945698 h 3945698"/>
              <a:gd name="connsiteX3" fmla="*/ 0 w 8555277"/>
              <a:gd name="connsiteY3" fmla="*/ 3544865 h 3945698"/>
              <a:gd name="connsiteX4" fmla="*/ 0 w 8555277"/>
              <a:gd name="connsiteY4" fmla="*/ 0 h 3945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5277" h="3945698">
                <a:moveTo>
                  <a:pt x="0" y="0"/>
                </a:moveTo>
                <a:lnTo>
                  <a:pt x="7265096" y="0"/>
                </a:lnTo>
                <a:lnTo>
                  <a:pt x="8555277" y="3945698"/>
                </a:lnTo>
                <a:lnTo>
                  <a:pt x="0" y="3544865"/>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21">
            <a:extLst>
              <a:ext uri="{FF2B5EF4-FFF2-40B4-BE49-F238E27FC236}">
                <a16:creationId xmlns:a16="http://schemas.microsoft.com/office/drawing/2014/main" id="{96E2FE51-A05A-E72C-0300-DD35C60E23E2}"/>
              </a:ext>
            </a:extLst>
          </p:cNvPr>
          <p:cNvSpPr/>
          <p:nvPr userDrawn="1"/>
        </p:nvSpPr>
        <p:spPr>
          <a:xfrm>
            <a:off x="175364" y="3883069"/>
            <a:ext cx="9594937" cy="2793303"/>
          </a:xfrm>
          <a:custGeom>
            <a:avLst/>
            <a:gdLst>
              <a:gd name="connsiteX0" fmla="*/ 0 w 7265096"/>
              <a:gd name="connsiteY0" fmla="*/ 0 h 2793303"/>
              <a:gd name="connsiteX1" fmla="*/ 7265096 w 7265096"/>
              <a:gd name="connsiteY1" fmla="*/ 0 h 2793303"/>
              <a:gd name="connsiteX2" fmla="*/ 7265096 w 7265096"/>
              <a:gd name="connsiteY2" fmla="*/ 2793303 h 2793303"/>
              <a:gd name="connsiteX3" fmla="*/ 0 w 7265096"/>
              <a:gd name="connsiteY3" fmla="*/ 2793303 h 2793303"/>
              <a:gd name="connsiteX4" fmla="*/ 0 w 7265096"/>
              <a:gd name="connsiteY4" fmla="*/ 0 h 2793303"/>
              <a:gd name="connsiteX0" fmla="*/ 0 w 9594937"/>
              <a:gd name="connsiteY0" fmla="*/ 0 h 2793303"/>
              <a:gd name="connsiteX1" fmla="*/ 7265096 w 9594937"/>
              <a:gd name="connsiteY1" fmla="*/ 0 h 2793303"/>
              <a:gd name="connsiteX2" fmla="*/ 9594937 w 9594937"/>
              <a:gd name="connsiteY2" fmla="*/ 2768251 h 2793303"/>
              <a:gd name="connsiteX3" fmla="*/ 0 w 9594937"/>
              <a:gd name="connsiteY3" fmla="*/ 2793303 h 2793303"/>
              <a:gd name="connsiteX4" fmla="*/ 0 w 9594937"/>
              <a:gd name="connsiteY4" fmla="*/ 0 h 2793303"/>
              <a:gd name="connsiteX0" fmla="*/ 0 w 9594937"/>
              <a:gd name="connsiteY0" fmla="*/ 0 h 2793303"/>
              <a:gd name="connsiteX1" fmla="*/ 8668011 w 9594937"/>
              <a:gd name="connsiteY1" fmla="*/ 475990 h 2793303"/>
              <a:gd name="connsiteX2" fmla="*/ 9594937 w 9594937"/>
              <a:gd name="connsiteY2" fmla="*/ 2768251 h 2793303"/>
              <a:gd name="connsiteX3" fmla="*/ 0 w 9594937"/>
              <a:gd name="connsiteY3" fmla="*/ 2793303 h 2793303"/>
              <a:gd name="connsiteX4" fmla="*/ 0 w 9594937"/>
              <a:gd name="connsiteY4" fmla="*/ 0 h 279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937" h="2793303">
                <a:moveTo>
                  <a:pt x="0" y="0"/>
                </a:moveTo>
                <a:lnTo>
                  <a:pt x="8668011" y="475990"/>
                </a:lnTo>
                <a:lnTo>
                  <a:pt x="9594937" y="2768251"/>
                </a:lnTo>
                <a:lnTo>
                  <a:pt x="0" y="2793303"/>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22">
            <a:extLst>
              <a:ext uri="{FF2B5EF4-FFF2-40B4-BE49-F238E27FC236}">
                <a16:creationId xmlns:a16="http://schemas.microsoft.com/office/drawing/2014/main" id="{C60BF3E3-0022-E51C-BDFE-0E8563771F8B}"/>
              </a:ext>
            </a:extLst>
          </p:cNvPr>
          <p:cNvSpPr/>
          <p:nvPr userDrawn="1"/>
        </p:nvSpPr>
        <p:spPr>
          <a:xfrm>
            <a:off x="7703507" y="181628"/>
            <a:ext cx="4313129" cy="6419588"/>
          </a:xfrm>
          <a:custGeom>
            <a:avLst/>
            <a:gdLst>
              <a:gd name="connsiteX0" fmla="*/ 0 w 4313129"/>
              <a:gd name="connsiteY0" fmla="*/ 0 h 6407062"/>
              <a:gd name="connsiteX1" fmla="*/ 4313129 w 4313129"/>
              <a:gd name="connsiteY1" fmla="*/ 0 h 6407062"/>
              <a:gd name="connsiteX2" fmla="*/ 4313129 w 4313129"/>
              <a:gd name="connsiteY2" fmla="*/ 6407062 h 6407062"/>
              <a:gd name="connsiteX3" fmla="*/ 0 w 4313129"/>
              <a:gd name="connsiteY3" fmla="*/ 6407062 h 6407062"/>
              <a:gd name="connsiteX4" fmla="*/ 0 w 4313129"/>
              <a:gd name="connsiteY4" fmla="*/ 0 h 6407062"/>
              <a:gd name="connsiteX0" fmla="*/ 0 w 4313129"/>
              <a:gd name="connsiteY0" fmla="*/ 0 h 6419588"/>
              <a:gd name="connsiteX1" fmla="*/ 4313129 w 4313129"/>
              <a:gd name="connsiteY1" fmla="*/ 0 h 6419588"/>
              <a:gd name="connsiteX2" fmla="*/ 4313129 w 4313129"/>
              <a:gd name="connsiteY2" fmla="*/ 6407062 h 6419588"/>
              <a:gd name="connsiteX3" fmla="*/ 2379945 w 4313129"/>
              <a:gd name="connsiteY3" fmla="*/ 6419588 h 6419588"/>
              <a:gd name="connsiteX4" fmla="*/ 0 w 4313129"/>
              <a:gd name="connsiteY4" fmla="*/ 0 h 641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129" h="6419588">
                <a:moveTo>
                  <a:pt x="0" y="0"/>
                </a:moveTo>
                <a:lnTo>
                  <a:pt x="4313129" y="0"/>
                </a:lnTo>
                <a:lnTo>
                  <a:pt x="4313129" y="6407062"/>
                </a:lnTo>
                <a:lnTo>
                  <a:pt x="2379945" y="6419588"/>
                </a:lnTo>
                <a:lnTo>
                  <a:pt x="0" y="0"/>
                </a:lnTo>
                <a:close/>
              </a:path>
            </a:pathLst>
          </a:cu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Picture 2" descr="Gaceta UNAM 30052022 - Gaceta UNAM">
            <a:extLst>
              <a:ext uri="{FF2B5EF4-FFF2-40B4-BE49-F238E27FC236}">
                <a16:creationId xmlns:a16="http://schemas.microsoft.com/office/drawing/2014/main" id="{BF4E7A20-579D-FCC4-3BC2-160EB9B9FEC1}"/>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5400000">
            <a:off x="4301647" y="-4301646"/>
            <a:ext cx="3588707" cy="121920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
            <a:extLst>
              <a:ext uri="{FF2B5EF4-FFF2-40B4-BE49-F238E27FC236}">
                <a16:creationId xmlns:a16="http://schemas.microsoft.com/office/drawing/2014/main" id="{8828832D-3CCF-84B5-4781-EB67F6586D85}"/>
              </a:ext>
            </a:extLst>
          </p:cNvPr>
          <p:cNvSpPr/>
          <p:nvPr userDrawn="1"/>
        </p:nvSpPr>
        <p:spPr>
          <a:xfrm>
            <a:off x="344399" y="2091198"/>
            <a:ext cx="11123110" cy="4249714"/>
          </a:xfrm>
          <a:custGeom>
            <a:avLst/>
            <a:gdLst>
              <a:gd name="connsiteX0" fmla="*/ 0 w 11624153"/>
              <a:gd name="connsiteY0" fmla="*/ 0 h 6707688"/>
              <a:gd name="connsiteX1" fmla="*/ 11624153 w 11624153"/>
              <a:gd name="connsiteY1" fmla="*/ 0 h 6707688"/>
              <a:gd name="connsiteX2" fmla="*/ 11624153 w 11624153"/>
              <a:gd name="connsiteY2" fmla="*/ 6707688 h 6707688"/>
              <a:gd name="connsiteX3" fmla="*/ 0 w 11624153"/>
              <a:gd name="connsiteY3" fmla="*/ 6707688 h 6707688"/>
              <a:gd name="connsiteX4" fmla="*/ 0 w 11624153"/>
              <a:gd name="connsiteY4" fmla="*/ 0 h 6707688"/>
              <a:gd name="connsiteX0" fmla="*/ 87682 w 11624153"/>
              <a:gd name="connsiteY0" fmla="*/ 526093 h 6707688"/>
              <a:gd name="connsiteX1" fmla="*/ 11624153 w 11624153"/>
              <a:gd name="connsiteY1" fmla="*/ 0 h 6707688"/>
              <a:gd name="connsiteX2" fmla="*/ 11624153 w 11624153"/>
              <a:gd name="connsiteY2" fmla="*/ 6707688 h 6707688"/>
              <a:gd name="connsiteX3" fmla="*/ 0 w 11624153"/>
              <a:gd name="connsiteY3" fmla="*/ 6707688 h 6707688"/>
              <a:gd name="connsiteX4" fmla="*/ 87682 w 11624153"/>
              <a:gd name="connsiteY4" fmla="*/ 526093 h 6707688"/>
              <a:gd name="connsiteX0" fmla="*/ 87682 w 11624153"/>
              <a:gd name="connsiteY0" fmla="*/ 375781 h 6557376"/>
              <a:gd name="connsiteX1" fmla="*/ 11599101 w 11624153"/>
              <a:gd name="connsiteY1" fmla="*/ 0 h 6557376"/>
              <a:gd name="connsiteX2" fmla="*/ 11624153 w 11624153"/>
              <a:gd name="connsiteY2" fmla="*/ 6557376 h 6557376"/>
              <a:gd name="connsiteX3" fmla="*/ 0 w 11624153"/>
              <a:gd name="connsiteY3" fmla="*/ 6557376 h 6557376"/>
              <a:gd name="connsiteX4" fmla="*/ 87682 w 11624153"/>
              <a:gd name="connsiteY4" fmla="*/ 375781 h 6557376"/>
              <a:gd name="connsiteX0" fmla="*/ 87682 w 11624153"/>
              <a:gd name="connsiteY0" fmla="*/ 37578 h 6219173"/>
              <a:gd name="connsiteX1" fmla="*/ 11599101 w 11624153"/>
              <a:gd name="connsiteY1" fmla="*/ 0 h 6219173"/>
              <a:gd name="connsiteX2" fmla="*/ 11624153 w 11624153"/>
              <a:gd name="connsiteY2" fmla="*/ 6219173 h 6219173"/>
              <a:gd name="connsiteX3" fmla="*/ 0 w 11624153"/>
              <a:gd name="connsiteY3" fmla="*/ 6219173 h 6219173"/>
              <a:gd name="connsiteX4" fmla="*/ 87682 w 11624153"/>
              <a:gd name="connsiteY4" fmla="*/ 37578 h 6219173"/>
              <a:gd name="connsiteX0" fmla="*/ 0 w 11536471"/>
              <a:gd name="connsiteY0" fmla="*/ 37578 h 6219173"/>
              <a:gd name="connsiteX1" fmla="*/ 11511419 w 11536471"/>
              <a:gd name="connsiteY1" fmla="*/ 0 h 6219173"/>
              <a:gd name="connsiteX2" fmla="*/ 11536471 w 11536471"/>
              <a:gd name="connsiteY2" fmla="*/ 6219173 h 6219173"/>
              <a:gd name="connsiteX3" fmla="*/ 50104 w 11536471"/>
              <a:gd name="connsiteY3" fmla="*/ 5730658 h 6219173"/>
              <a:gd name="connsiteX4" fmla="*/ 0 w 11536471"/>
              <a:gd name="connsiteY4" fmla="*/ 37578 h 6219173"/>
              <a:gd name="connsiteX0" fmla="*/ 0 w 11512143"/>
              <a:gd name="connsiteY0" fmla="*/ 37578 h 5843392"/>
              <a:gd name="connsiteX1" fmla="*/ 11511419 w 11512143"/>
              <a:gd name="connsiteY1" fmla="*/ 0 h 5843392"/>
              <a:gd name="connsiteX2" fmla="*/ 11461315 w 11512143"/>
              <a:gd name="connsiteY2" fmla="*/ 5843392 h 5843392"/>
              <a:gd name="connsiteX3" fmla="*/ 50104 w 11512143"/>
              <a:gd name="connsiteY3" fmla="*/ 5730658 h 5843392"/>
              <a:gd name="connsiteX4" fmla="*/ 0 w 11512143"/>
              <a:gd name="connsiteY4" fmla="*/ 37578 h 5843392"/>
              <a:gd name="connsiteX0" fmla="*/ 0 w 11461315"/>
              <a:gd name="connsiteY0" fmla="*/ 237994 h 6043808"/>
              <a:gd name="connsiteX1" fmla="*/ 11386159 w 11461315"/>
              <a:gd name="connsiteY1" fmla="*/ 0 h 6043808"/>
              <a:gd name="connsiteX2" fmla="*/ 11461315 w 11461315"/>
              <a:gd name="connsiteY2" fmla="*/ 6043808 h 6043808"/>
              <a:gd name="connsiteX3" fmla="*/ 50104 w 11461315"/>
              <a:gd name="connsiteY3" fmla="*/ 5931074 h 6043808"/>
              <a:gd name="connsiteX4" fmla="*/ 0 w 11461315"/>
              <a:gd name="connsiteY4" fmla="*/ 237994 h 6043808"/>
              <a:gd name="connsiteX0" fmla="*/ 400833 w 11411211"/>
              <a:gd name="connsiteY0" fmla="*/ 400833 h 6043808"/>
              <a:gd name="connsiteX1" fmla="*/ 11336055 w 11411211"/>
              <a:gd name="connsiteY1" fmla="*/ 0 h 6043808"/>
              <a:gd name="connsiteX2" fmla="*/ 11411211 w 11411211"/>
              <a:gd name="connsiteY2" fmla="*/ 6043808 h 6043808"/>
              <a:gd name="connsiteX3" fmla="*/ 0 w 11411211"/>
              <a:gd name="connsiteY3" fmla="*/ 5931074 h 6043808"/>
              <a:gd name="connsiteX4" fmla="*/ 400833 w 11411211"/>
              <a:gd name="connsiteY4" fmla="*/ 400833 h 6043808"/>
              <a:gd name="connsiteX0" fmla="*/ 400833 w 11411211"/>
              <a:gd name="connsiteY0" fmla="*/ 75156 h 5718131"/>
              <a:gd name="connsiteX1" fmla="*/ 11323529 w 11411211"/>
              <a:gd name="connsiteY1" fmla="*/ 0 h 5718131"/>
              <a:gd name="connsiteX2" fmla="*/ 11411211 w 11411211"/>
              <a:gd name="connsiteY2" fmla="*/ 5718131 h 5718131"/>
              <a:gd name="connsiteX3" fmla="*/ 0 w 11411211"/>
              <a:gd name="connsiteY3" fmla="*/ 5605397 h 5718131"/>
              <a:gd name="connsiteX4" fmla="*/ 400833 w 11411211"/>
              <a:gd name="connsiteY4" fmla="*/ 75156 h 5718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1211" h="5718131">
                <a:moveTo>
                  <a:pt x="400833" y="75156"/>
                </a:moveTo>
                <a:lnTo>
                  <a:pt x="11323529" y="0"/>
                </a:lnTo>
                <a:cubicBezTo>
                  <a:pt x="11331880" y="2185792"/>
                  <a:pt x="11402860" y="3532339"/>
                  <a:pt x="11411211" y="5718131"/>
                </a:cubicBezTo>
                <a:lnTo>
                  <a:pt x="0" y="5605397"/>
                </a:lnTo>
                <a:lnTo>
                  <a:pt x="400833" y="75156"/>
                </a:lnTo>
                <a:close/>
              </a:path>
            </a:pathLst>
          </a:cu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1">
            <a:extLst>
              <a:ext uri="{FF2B5EF4-FFF2-40B4-BE49-F238E27FC236}">
                <a16:creationId xmlns:a16="http://schemas.microsoft.com/office/drawing/2014/main" id="{D505D731-63DD-790F-9C5C-09853E4A9D8B}"/>
              </a:ext>
            </a:extLst>
          </p:cNvPr>
          <p:cNvSpPr/>
          <p:nvPr userDrawn="1"/>
        </p:nvSpPr>
        <p:spPr>
          <a:xfrm flipH="1">
            <a:off x="515848" y="588729"/>
            <a:ext cx="11123109" cy="1125771"/>
          </a:xfrm>
          <a:custGeom>
            <a:avLst/>
            <a:gdLst>
              <a:gd name="connsiteX0" fmla="*/ 0 w 11624153"/>
              <a:gd name="connsiteY0" fmla="*/ 0 h 6707688"/>
              <a:gd name="connsiteX1" fmla="*/ 11624153 w 11624153"/>
              <a:gd name="connsiteY1" fmla="*/ 0 h 6707688"/>
              <a:gd name="connsiteX2" fmla="*/ 11624153 w 11624153"/>
              <a:gd name="connsiteY2" fmla="*/ 6707688 h 6707688"/>
              <a:gd name="connsiteX3" fmla="*/ 0 w 11624153"/>
              <a:gd name="connsiteY3" fmla="*/ 6707688 h 6707688"/>
              <a:gd name="connsiteX4" fmla="*/ 0 w 11624153"/>
              <a:gd name="connsiteY4" fmla="*/ 0 h 6707688"/>
              <a:gd name="connsiteX0" fmla="*/ 87682 w 11624153"/>
              <a:gd name="connsiteY0" fmla="*/ 526093 h 6707688"/>
              <a:gd name="connsiteX1" fmla="*/ 11624153 w 11624153"/>
              <a:gd name="connsiteY1" fmla="*/ 0 h 6707688"/>
              <a:gd name="connsiteX2" fmla="*/ 11624153 w 11624153"/>
              <a:gd name="connsiteY2" fmla="*/ 6707688 h 6707688"/>
              <a:gd name="connsiteX3" fmla="*/ 0 w 11624153"/>
              <a:gd name="connsiteY3" fmla="*/ 6707688 h 6707688"/>
              <a:gd name="connsiteX4" fmla="*/ 87682 w 11624153"/>
              <a:gd name="connsiteY4" fmla="*/ 526093 h 6707688"/>
              <a:gd name="connsiteX0" fmla="*/ 87682 w 11624153"/>
              <a:gd name="connsiteY0" fmla="*/ 375781 h 6557376"/>
              <a:gd name="connsiteX1" fmla="*/ 11599101 w 11624153"/>
              <a:gd name="connsiteY1" fmla="*/ 0 h 6557376"/>
              <a:gd name="connsiteX2" fmla="*/ 11624153 w 11624153"/>
              <a:gd name="connsiteY2" fmla="*/ 6557376 h 6557376"/>
              <a:gd name="connsiteX3" fmla="*/ 0 w 11624153"/>
              <a:gd name="connsiteY3" fmla="*/ 6557376 h 6557376"/>
              <a:gd name="connsiteX4" fmla="*/ 87682 w 11624153"/>
              <a:gd name="connsiteY4" fmla="*/ 375781 h 6557376"/>
              <a:gd name="connsiteX0" fmla="*/ 87682 w 11624153"/>
              <a:gd name="connsiteY0" fmla="*/ 37578 h 6219173"/>
              <a:gd name="connsiteX1" fmla="*/ 11599101 w 11624153"/>
              <a:gd name="connsiteY1" fmla="*/ 0 h 6219173"/>
              <a:gd name="connsiteX2" fmla="*/ 11624153 w 11624153"/>
              <a:gd name="connsiteY2" fmla="*/ 6219173 h 6219173"/>
              <a:gd name="connsiteX3" fmla="*/ 0 w 11624153"/>
              <a:gd name="connsiteY3" fmla="*/ 6219173 h 6219173"/>
              <a:gd name="connsiteX4" fmla="*/ 87682 w 11624153"/>
              <a:gd name="connsiteY4" fmla="*/ 37578 h 6219173"/>
              <a:gd name="connsiteX0" fmla="*/ 0 w 11536471"/>
              <a:gd name="connsiteY0" fmla="*/ 37578 h 6219173"/>
              <a:gd name="connsiteX1" fmla="*/ 11511419 w 11536471"/>
              <a:gd name="connsiteY1" fmla="*/ 0 h 6219173"/>
              <a:gd name="connsiteX2" fmla="*/ 11536471 w 11536471"/>
              <a:gd name="connsiteY2" fmla="*/ 6219173 h 6219173"/>
              <a:gd name="connsiteX3" fmla="*/ 50104 w 11536471"/>
              <a:gd name="connsiteY3" fmla="*/ 5730658 h 6219173"/>
              <a:gd name="connsiteX4" fmla="*/ 0 w 11536471"/>
              <a:gd name="connsiteY4" fmla="*/ 37578 h 6219173"/>
              <a:gd name="connsiteX0" fmla="*/ 0 w 11512143"/>
              <a:gd name="connsiteY0" fmla="*/ 37578 h 5843392"/>
              <a:gd name="connsiteX1" fmla="*/ 11511419 w 11512143"/>
              <a:gd name="connsiteY1" fmla="*/ 0 h 5843392"/>
              <a:gd name="connsiteX2" fmla="*/ 11461315 w 11512143"/>
              <a:gd name="connsiteY2" fmla="*/ 5843392 h 5843392"/>
              <a:gd name="connsiteX3" fmla="*/ 50104 w 11512143"/>
              <a:gd name="connsiteY3" fmla="*/ 5730658 h 5843392"/>
              <a:gd name="connsiteX4" fmla="*/ 0 w 11512143"/>
              <a:gd name="connsiteY4" fmla="*/ 37578 h 5843392"/>
              <a:gd name="connsiteX0" fmla="*/ 0 w 11461315"/>
              <a:gd name="connsiteY0" fmla="*/ 237994 h 6043808"/>
              <a:gd name="connsiteX1" fmla="*/ 11386159 w 11461315"/>
              <a:gd name="connsiteY1" fmla="*/ 0 h 6043808"/>
              <a:gd name="connsiteX2" fmla="*/ 11461315 w 11461315"/>
              <a:gd name="connsiteY2" fmla="*/ 6043808 h 6043808"/>
              <a:gd name="connsiteX3" fmla="*/ 50104 w 11461315"/>
              <a:gd name="connsiteY3" fmla="*/ 5931074 h 6043808"/>
              <a:gd name="connsiteX4" fmla="*/ 0 w 11461315"/>
              <a:gd name="connsiteY4" fmla="*/ 237994 h 6043808"/>
              <a:gd name="connsiteX0" fmla="*/ 400833 w 11411211"/>
              <a:gd name="connsiteY0" fmla="*/ 400833 h 6043808"/>
              <a:gd name="connsiteX1" fmla="*/ 11336055 w 11411211"/>
              <a:gd name="connsiteY1" fmla="*/ 0 h 6043808"/>
              <a:gd name="connsiteX2" fmla="*/ 11411211 w 11411211"/>
              <a:gd name="connsiteY2" fmla="*/ 6043808 h 6043808"/>
              <a:gd name="connsiteX3" fmla="*/ 0 w 11411211"/>
              <a:gd name="connsiteY3" fmla="*/ 5931074 h 6043808"/>
              <a:gd name="connsiteX4" fmla="*/ 400833 w 11411211"/>
              <a:gd name="connsiteY4" fmla="*/ 400833 h 6043808"/>
              <a:gd name="connsiteX0" fmla="*/ 400833 w 11411211"/>
              <a:gd name="connsiteY0" fmla="*/ 75156 h 5718131"/>
              <a:gd name="connsiteX1" fmla="*/ 11323529 w 11411211"/>
              <a:gd name="connsiteY1" fmla="*/ 0 h 5718131"/>
              <a:gd name="connsiteX2" fmla="*/ 11411211 w 11411211"/>
              <a:gd name="connsiteY2" fmla="*/ 5718131 h 5718131"/>
              <a:gd name="connsiteX3" fmla="*/ 0 w 11411211"/>
              <a:gd name="connsiteY3" fmla="*/ 5605397 h 5718131"/>
              <a:gd name="connsiteX4" fmla="*/ 400833 w 11411211"/>
              <a:gd name="connsiteY4" fmla="*/ 75156 h 5718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1211" h="5718131">
                <a:moveTo>
                  <a:pt x="400833" y="75156"/>
                </a:moveTo>
                <a:lnTo>
                  <a:pt x="11323529" y="0"/>
                </a:lnTo>
                <a:cubicBezTo>
                  <a:pt x="11331880" y="2185792"/>
                  <a:pt x="11402860" y="3532339"/>
                  <a:pt x="11411211" y="5718131"/>
                </a:cubicBezTo>
                <a:lnTo>
                  <a:pt x="0" y="5605397"/>
                </a:lnTo>
                <a:lnTo>
                  <a:pt x="400833" y="75156"/>
                </a:lnTo>
                <a:close/>
              </a:path>
            </a:pathLst>
          </a:cu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962544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cion">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67E04898-AFD8-A9E8-9BA7-40C4CCA3B450}"/>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4" name="Marcador de pie de página 3">
            <a:extLst>
              <a:ext uri="{FF2B5EF4-FFF2-40B4-BE49-F238E27FC236}">
                <a16:creationId xmlns:a16="http://schemas.microsoft.com/office/drawing/2014/main" id="{CDBEE787-651F-0767-A7A9-0FB317AF22F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BBE9F267-50A6-B0DB-CA8B-3C2F0E138003}"/>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6" name="Rectángulo 20">
            <a:extLst>
              <a:ext uri="{FF2B5EF4-FFF2-40B4-BE49-F238E27FC236}">
                <a16:creationId xmlns:a16="http://schemas.microsoft.com/office/drawing/2014/main" id="{713A820C-EC9A-BD0B-8644-CEF8EB8370E5}"/>
              </a:ext>
            </a:extLst>
          </p:cNvPr>
          <p:cNvSpPr/>
          <p:nvPr userDrawn="1"/>
        </p:nvSpPr>
        <p:spPr>
          <a:xfrm>
            <a:off x="175364" y="181629"/>
            <a:ext cx="8555277" cy="3945698"/>
          </a:xfrm>
          <a:custGeom>
            <a:avLst/>
            <a:gdLst>
              <a:gd name="connsiteX0" fmla="*/ 0 w 7265096"/>
              <a:gd name="connsiteY0" fmla="*/ 0 h 3544865"/>
              <a:gd name="connsiteX1" fmla="*/ 7265096 w 7265096"/>
              <a:gd name="connsiteY1" fmla="*/ 0 h 3544865"/>
              <a:gd name="connsiteX2" fmla="*/ 7265096 w 7265096"/>
              <a:gd name="connsiteY2" fmla="*/ 3544865 h 3544865"/>
              <a:gd name="connsiteX3" fmla="*/ 0 w 7265096"/>
              <a:gd name="connsiteY3" fmla="*/ 3544865 h 3544865"/>
              <a:gd name="connsiteX4" fmla="*/ 0 w 7265096"/>
              <a:gd name="connsiteY4" fmla="*/ 0 h 3544865"/>
              <a:gd name="connsiteX0" fmla="*/ 0 w 8555277"/>
              <a:gd name="connsiteY0" fmla="*/ 0 h 3945698"/>
              <a:gd name="connsiteX1" fmla="*/ 7265096 w 8555277"/>
              <a:gd name="connsiteY1" fmla="*/ 0 h 3945698"/>
              <a:gd name="connsiteX2" fmla="*/ 8555277 w 8555277"/>
              <a:gd name="connsiteY2" fmla="*/ 3945698 h 3945698"/>
              <a:gd name="connsiteX3" fmla="*/ 0 w 8555277"/>
              <a:gd name="connsiteY3" fmla="*/ 3544865 h 3945698"/>
              <a:gd name="connsiteX4" fmla="*/ 0 w 8555277"/>
              <a:gd name="connsiteY4" fmla="*/ 0 h 3945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5277" h="3945698">
                <a:moveTo>
                  <a:pt x="0" y="0"/>
                </a:moveTo>
                <a:lnTo>
                  <a:pt x="7265096" y="0"/>
                </a:lnTo>
                <a:lnTo>
                  <a:pt x="8555277" y="3945698"/>
                </a:lnTo>
                <a:lnTo>
                  <a:pt x="0" y="3544865"/>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21">
            <a:extLst>
              <a:ext uri="{FF2B5EF4-FFF2-40B4-BE49-F238E27FC236}">
                <a16:creationId xmlns:a16="http://schemas.microsoft.com/office/drawing/2014/main" id="{36A50076-5CAA-0FA5-12DB-A6CA578474BE}"/>
              </a:ext>
            </a:extLst>
          </p:cNvPr>
          <p:cNvSpPr/>
          <p:nvPr userDrawn="1"/>
        </p:nvSpPr>
        <p:spPr>
          <a:xfrm>
            <a:off x="175364" y="3883069"/>
            <a:ext cx="9594937" cy="2793303"/>
          </a:xfrm>
          <a:custGeom>
            <a:avLst/>
            <a:gdLst>
              <a:gd name="connsiteX0" fmla="*/ 0 w 7265096"/>
              <a:gd name="connsiteY0" fmla="*/ 0 h 2793303"/>
              <a:gd name="connsiteX1" fmla="*/ 7265096 w 7265096"/>
              <a:gd name="connsiteY1" fmla="*/ 0 h 2793303"/>
              <a:gd name="connsiteX2" fmla="*/ 7265096 w 7265096"/>
              <a:gd name="connsiteY2" fmla="*/ 2793303 h 2793303"/>
              <a:gd name="connsiteX3" fmla="*/ 0 w 7265096"/>
              <a:gd name="connsiteY3" fmla="*/ 2793303 h 2793303"/>
              <a:gd name="connsiteX4" fmla="*/ 0 w 7265096"/>
              <a:gd name="connsiteY4" fmla="*/ 0 h 2793303"/>
              <a:gd name="connsiteX0" fmla="*/ 0 w 9594937"/>
              <a:gd name="connsiteY0" fmla="*/ 0 h 2793303"/>
              <a:gd name="connsiteX1" fmla="*/ 7265096 w 9594937"/>
              <a:gd name="connsiteY1" fmla="*/ 0 h 2793303"/>
              <a:gd name="connsiteX2" fmla="*/ 9594937 w 9594937"/>
              <a:gd name="connsiteY2" fmla="*/ 2768251 h 2793303"/>
              <a:gd name="connsiteX3" fmla="*/ 0 w 9594937"/>
              <a:gd name="connsiteY3" fmla="*/ 2793303 h 2793303"/>
              <a:gd name="connsiteX4" fmla="*/ 0 w 9594937"/>
              <a:gd name="connsiteY4" fmla="*/ 0 h 2793303"/>
              <a:gd name="connsiteX0" fmla="*/ 0 w 9594937"/>
              <a:gd name="connsiteY0" fmla="*/ 0 h 2793303"/>
              <a:gd name="connsiteX1" fmla="*/ 8668011 w 9594937"/>
              <a:gd name="connsiteY1" fmla="*/ 475990 h 2793303"/>
              <a:gd name="connsiteX2" fmla="*/ 9594937 w 9594937"/>
              <a:gd name="connsiteY2" fmla="*/ 2768251 h 2793303"/>
              <a:gd name="connsiteX3" fmla="*/ 0 w 9594937"/>
              <a:gd name="connsiteY3" fmla="*/ 2793303 h 2793303"/>
              <a:gd name="connsiteX4" fmla="*/ 0 w 9594937"/>
              <a:gd name="connsiteY4" fmla="*/ 0 h 279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937" h="2793303">
                <a:moveTo>
                  <a:pt x="0" y="0"/>
                </a:moveTo>
                <a:lnTo>
                  <a:pt x="8668011" y="475990"/>
                </a:lnTo>
                <a:lnTo>
                  <a:pt x="9594937" y="2768251"/>
                </a:lnTo>
                <a:lnTo>
                  <a:pt x="0" y="2793303"/>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22">
            <a:extLst>
              <a:ext uri="{FF2B5EF4-FFF2-40B4-BE49-F238E27FC236}">
                <a16:creationId xmlns:a16="http://schemas.microsoft.com/office/drawing/2014/main" id="{5A17B830-D353-8DC9-3401-D3107DABD3FE}"/>
              </a:ext>
            </a:extLst>
          </p:cNvPr>
          <p:cNvSpPr/>
          <p:nvPr userDrawn="1"/>
        </p:nvSpPr>
        <p:spPr>
          <a:xfrm>
            <a:off x="7703507" y="181628"/>
            <a:ext cx="4313129" cy="6419588"/>
          </a:xfrm>
          <a:custGeom>
            <a:avLst/>
            <a:gdLst>
              <a:gd name="connsiteX0" fmla="*/ 0 w 4313129"/>
              <a:gd name="connsiteY0" fmla="*/ 0 h 6407062"/>
              <a:gd name="connsiteX1" fmla="*/ 4313129 w 4313129"/>
              <a:gd name="connsiteY1" fmla="*/ 0 h 6407062"/>
              <a:gd name="connsiteX2" fmla="*/ 4313129 w 4313129"/>
              <a:gd name="connsiteY2" fmla="*/ 6407062 h 6407062"/>
              <a:gd name="connsiteX3" fmla="*/ 0 w 4313129"/>
              <a:gd name="connsiteY3" fmla="*/ 6407062 h 6407062"/>
              <a:gd name="connsiteX4" fmla="*/ 0 w 4313129"/>
              <a:gd name="connsiteY4" fmla="*/ 0 h 6407062"/>
              <a:gd name="connsiteX0" fmla="*/ 0 w 4313129"/>
              <a:gd name="connsiteY0" fmla="*/ 0 h 6419588"/>
              <a:gd name="connsiteX1" fmla="*/ 4313129 w 4313129"/>
              <a:gd name="connsiteY1" fmla="*/ 0 h 6419588"/>
              <a:gd name="connsiteX2" fmla="*/ 4313129 w 4313129"/>
              <a:gd name="connsiteY2" fmla="*/ 6407062 h 6419588"/>
              <a:gd name="connsiteX3" fmla="*/ 2379945 w 4313129"/>
              <a:gd name="connsiteY3" fmla="*/ 6419588 h 6419588"/>
              <a:gd name="connsiteX4" fmla="*/ 0 w 4313129"/>
              <a:gd name="connsiteY4" fmla="*/ 0 h 641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129" h="6419588">
                <a:moveTo>
                  <a:pt x="0" y="0"/>
                </a:moveTo>
                <a:lnTo>
                  <a:pt x="4313129" y="0"/>
                </a:lnTo>
                <a:lnTo>
                  <a:pt x="4313129" y="6407062"/>
                </a:lnTo>
                <a:lnTo>
                  <a:pt x="2379945" y="6419588"/>
                </a:lnTo>
                <a:lnTo>
                  <a:pt x="0" y="0"/>
                </a:lnTo>
                <a:close/>
              </a:path>
            </a:pathLst>
          </a:cu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Picture 2" descr="Gaceta UNAM 30052022 - Gaceta UNAM">
            <a:extLst>
              <a:ext uri="{FF2B5EF4-FFF2-40B4-BE49-F238E27FC236}">
                <a16:creationId xmlns:a16="http://schemas.microsoft.com/office/drawing/2014/main" id="{163E7339-32D8-AB2E-E0D1-2214F66D10CE}"/>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16200000">
            <a:off x="4301646" y="-1032353"/>
            <a:ext cx="3588707" cy="12192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Gaceta UNAM 30052022 - Gaceta UNAM">
            <a:extLst>
              <a:ext uri="{FF2B5EF4-FFF2-40B4-BE49-F238E27FC236}">
                <a16:creationId xmlns:a16="http://schemas.microsoft.com/office/drawing/2014/main" id="{D914B841-9076-F32E-36ED-E19E2FE48F5B}"/>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16200000" flipH="1" flipV="1">
            <a:off x="4301647" y="-4307909"/>
            <a:ext cx="3588707" cy="121920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
            <a:extLst>
              <a:ext uri="{FF2B5EF4-FFF2-40B4-BE49-F238E27FC236}">
                <a16:creationId xmlns:a16="http://schemas.microsoft.com/office/drawing/2014/main" id="{605B8FBA-3FF0-DE7B-7711-D00F59BC9CC5}"/>
              </a:ext>
            </a:extLst>
          </p:cNvPr>
          <p:cNvSpPr/>
          <p:nvPr userDrawn="1"/>
        </p:nvSpPr>
        <p:spPr>
          <a:xfrm>
            <a:off x="409183" y="814191"/>
            <a:ext cx="5761973" cy="5486401"/>
          </a:xfrm>
          <a:custGeom>
            <a:avLst/>
            <a:gdLst>
              <a:gd name="connsiteX0" fmla="*/ 0 w 5636713"/>
              <a:gd name="connsiteY0" fmla="*/ 0 h 4609580"/>
              <a:gd name="connsiteX1" fmla="*/ 5636713 w 5636713"/>
              <a:gd name="connsiteY1" fmla="*/ 0 h 4609580"/>
              <a:gd name="connsiteX2" fmla="*/ 5636713 w 5636713"/>
              <a:gd name="connsiteY2" fmla="*/ 4609580 h 4609580"/>
              <a:gd name="connsiteX3" fmla="*/ 0 w 5636713"/>
              <a:gd name="connsiteY3" fmla="*/ 4609580 h 4609580"/>
              <a:gd name="connsiteX4" fmla="*/ 0 w 5636713"/>
              <a:gd name="connsiteY4" fmla="*/ 0 h 4609580"/>
              <a:gd name="connsiteX0" fmla="*/ 0 w 5636713"/>
              <a:gd name="connsiteY0" fmla="*/ 0 h 5047990"/>
              <a:gd name="connsiteX1" fmla="*/ 5636713 w 5636713"/>
              <a:gd name="connsiteY1" fmla="*/ 0 h 5047990"/>
              <a:gd name="connsiteX2" fmla="*/ 5511453 w 5636713"/>
              <a:gd name="connsiteY2" fmla="*/ 5047990 h 5047990"/>
              <a:gd name="connsiteX3" fmla="*/ 0 w 5636713"/>
              <a:gd name="connsiteY3" fmla="*/ 4609580 h 5047990"/>
              <a:gd name="connsiteX4" fmla="*/ 0 w 5636713"/>
              <a:gd name="connsiteY4" fmla="*/ 0 h 5047990"/>
              <a:gd name="connsiteX0" fmla="*/ 0 w 5711869"/>
              <a:gd name="connsiteY0" fmla="*/ 37578 h 5085568"/>
              <a:gd name="connsiteX1" fmla="*/ 5711869 w 5711869"/>
              <a:gd name="connsiteY1" fmla="*/ 0 h 5085568"/>
              <a:gd name="connsiteX2" fmla="*/ 5511453 w 5711869"/>
              <a:gd name="connsiteY2" fmla="*/ 5085568 h 5085568"/>
              <a:gd name="connsiteX3" fmla="*/ 0 w 5711869"/>
              <a:gd name="connsiteY3" fmla="*/ 4647158 h 5085568"/>
              <a:gd name="connsiteX4" fmla="*/ 0 w 5711869"/>
              <a:gd name="connsiteY4" fmla="*/ 37578 h 5085568"/>
              <a:gd name="connsiteX0" fmla="*/ 50104 w 5761973"/>
              <a:gd name="connsiteY0" fmla="*/ 37578 h 5210829"/>
              <a:gd name="connsiteX1" fmla="*/ 5761973 w 5761973"/>
              <a:gd name="connsiteY1" fmla="*/ 0 h 5210829"/>
              <a:gd name="connsiteX2" fmla="*/ 5561557 w 5761973"/>
              <a:gd name="connsiteY2" fmla="*/ 5085568 h 5210829"/>
              <a:gd name="connsiteX3" fmla="*/ 0 w 5761973"/>
              <a:gd name="connsiteY3" fmla="*/ 5210829 h 5210829"/>
              <a:gd name="connsiteX4" fmla="*/ 50104 w 5761973"/>
              <a:gd name="connsiteY4" fmla="*/ 37578 h 5210829"/>
              <a:gd name="connsiteX0" fmla="*/ 50104 w 5761973"/>
              <a:gd name="connsiteY0" fmla="*/ 0 h 5486401"/>
              <a:gd name="connsiteX1" fmla="*/ 5761973 w 5761973"/>
              <a:gd name="connsiteY1" fmla="*/ 275572 h 5486401"/>
              <a:gd name="connsiteX2" fmla="*/ 5561557 w 5761973"/>
              <a:gd name="connsiteY2" fmla="*/ 5361140 h 5486401"/>
              <a:gd name="connsiteX3" fmla="*/ 0 w 5761973"/>
              <a:gd name="connsiteY3" fmla="*/ 5486401 h 5486401"/>
              <a:gd name="connsiteX4" fmla="*/ 50104 w 5761973"/>
              <a:gd name="connsiteY4" fmla="*/ 0 h 5486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1973" h="5486401">
                <a:moveTo>
                  <a:pt x="50104" y="0"/>
                </a:moveTo>
                <a:lnTo>
                  <a:pt x="5761973" y="275572"/>
                </a:lnTo>
                <a:lnTo>
                  <a:pt x="5561557" y="5361140"/>
                </a:lnTo>
                <a:lnTo>
                  <a:pt x="0" y="5486401"/>
                </a:lnTo>
                <a:lnTo>
                  <a:pt x="50104" y="0"/>
                </a:lnTo>
                <a:close/>
              </a:path>
            </a:pathLst>
          </a:cu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2">
            <a:extLst>
              <a:ext uri="{FF2B5EF4-FFF2-40B4-BE49-F238E27FC236}">
                <a16:creationId xmlns:a16="http://schemas.microsoft.com/office/drawing/2014/main" id="{867A1937-22AD-C40C-BBC8-C7EDCEC45A36}"/>
              </a:ext>
            </a:extLst>
          </p:cNvPr>
          <p:cNvSpPr/>
          <p:nvPr userDrawn="1"/>
        </p:nvSpPr>
        <p:spPr>
          <a:xfrm rot="10800000">
            <a:off x="6258838" y="739033"/>
            <a:ext cx="5523979" cy="5636715"/>
          </a:xfrm>
          <a:custGeom>
            <a:avLst/>
            <a:gdLst>
              <a:gd name="connsiteX0" fmla="*/ 0 w 5636713"/>
              <a:gd name="connsiteY0" fmla="*/ 0 h 4609580"/>
              <a:gd name="connsiteX1" fmla="*/ 5636713 w 5636713"/>
              <a:gd name="connsiteY1" fmla="*/ 0 h 4609580"/>
              <a:gd name="connsiteX2" fmla="*/ 5636713 w 5636713"/>
              <a:gd name="connsiteY2" fmla="*/ 4609580 h 4609580"/>
              <a:gd name="connsiteX3" fmla="*/ 0 w 5636713"/>
              <a:gd name="connsiteY3" fmla="*/ 4609580 h 4609580"/>
              <a:gd name="connsiteX4" fmla="*/ 0 w 5636713"/>
              <a:gd name="connsiteY4" fmla="*/ 0 h 4609580"/>
              <a:gd name="connsiteX0" fmla="*/ 175364 w 5636713"/>
              <a:gd name="connsiteY0" fmla="*/ 37578 h 4609580"/>
              <a:gd name="connsiteX1" fmla="*/ 5636713 w 5636713"/>
              <a:gd name="connsiteY1" fmla="*/ 0 h 4609580"/>
              <a:gd name="connsiteX2" fmla="*/ 5636713 w 5636713"/>
              <a:gd name="connsiteY2" fmla="*/ 4609580 h 4609580"/>
              <a:gd name="connsiteX3" fmla="*/ 0 w 5636713"/>
              <a:gd name="connsiteY3" fmla="*/ 4609580 h 4609580"/>
              <a:gd name="connsiteX4" fmla="*/ 175364 w 5636713"/>
              <a:gd name="connsiteY4" fmla="*/ 37578 h 4609580"/>
              <a:gd name="connsiteX0" fmla="*/ 300625 w 5761974"/>
              <a:gd name="connsiteY0" fmla="*/ 37578 h 5323564"/>
              <a:gd name="connsiteX1" fmla="*/ 5761974 w 5761974"/>
              <a:gd name="connsiteY1" fmla="*/ 0 h 5323564"/>
              <a:gd name="connsiteX2" fmla="*/ 5761974 w 5761974"/>
              <a:gd name="connsiteY2" fmla="*/ 4609580 h 5323564"/>
              <a:gd name="connsiteX3" fmla="*/ 0 w 5761974"/>
              <a:gd name="connsiteY3" fmla="*/ 5323564 h 5323564"/>
              <a:gd name="connsiteX4" fmla="*/ 300625 w 5761974"/>
              <a:gd name="connsiteY4" fmla="*/ 37578 h 5323564"/>
              <a:gd name="connsiteX0" fmla="*/ 300625 w 5761974"/>
              <a:gd name="connsiteY0" fmla="*/ 37578 h 5323564"/>
              <a:gd name="connsiteX1" fmla="*/ 5761974 w 5761974"/>
              <a:gd name="connsiteY1" fmla="*/ 0 h 5323564"/>
              <a:gd name="connsiteX2" fmla="*/ 5574084 w 5761974"/>
              <a:gd name="connsiteY2" fmla="*/ 4759892 h 5323564"/>
              <a:gd name="connsiteX3" fmla="*/ 0 w 5761974"/>
              <a:gd name="connsiteY3" fmla="*/ 5323564 h 5323564"/>
              <a:gd name="connsiteX4" fmla="*/ 300625 w 5761974"/>
              <a:gd name="connsiteY4" fmla="*/ 37578 h 5323564"/>
              <a:gd name="connsiteX0" fmla="*/ 300625 w 5636714"/>
              <a:gd name="connsiteY0" fmla="*/ 212942 h 5498928"/>
              <a:gd name="connsiteX1" fmla="*/ 5636714 w 5636714"/>
              <a:gd name="connsiteY1" fmla="*/ 0 h 5498928"/>
              <a:gd name="connsiteX2" fmla="*/ 5574084 w 5636714"/>
              <a:gd name="connsiteY2" fmla="*/ 4935256 h 5498928"/>
              <a:gd name="connsiteX3" fmla="*/ 0 w 5636714"/>
              <a:gd name="connsiteY3" fmla="*/ 5498928 h 5498928"/>
              <a:gd name="connsiteX4" fmla="*/ 300625 w 5636714"/>
              <a:gd name="connsiteY4" fmla="*/ 212942 h 5498928"/>
              <a:gd name="connsiteX0" fmla="*/ 325677 w 5636714"/>
              <a:gd name="connsiteY0" fmla="*/ 0 h 5611663"/>
              <a:gd name="connsiteX1" fmla="*/ 5636714 w 5636714"/>
              <a:gd name="connsiteY1" fmla="*/ 112735 h 5611663"/>
              <a:gd name="connsiteX2" fmla="*/ 5574084 w 5636714"/>
              <a:gd name="connsiteY2" fmla="*/ 5047991 h 5611663"/>
              <a:gd name="connsiteX3" fmla="*/ 0 w 5636714"/>
              <a:gd name="connsiteY3" fmla="*/ 5611663 h 5611663"/>
              <a:gd name="connsiteX4" fmla="*/ 325677 w 5636714"/>
              <a:gd name="connsiteY4" fmla="*/ 0 h 5611663"/>
              <a:gd name="connsiteX0" fmla="*/ 212942 w 5523979"/>
              <a:gd name="connsiteY0" fmla="*/ 0 h 5636715"/>
              <a:gd name="connsiteX1" fmla="*/ 5523979 w 5523979"/>
              <a:gd name="connsiteY1" fmla="*/ 112735 h 5636715"/>
              <a:gd name="connsiteX2" fmla="*/ 5461349 w 5523979"/>
              <a:gd name="connsiteY2" fmla="*/ 5047991 h 5636715"/>
              <a:gd name="connsiteX3" fmla="*/ 0 w 5523979"/>
              <a:gd name="connsiteY3" fmla="*/ 5636715 h 5636715"/>
              <a:gd name="connsiteX4" fmla="*/ 212942 w 5523979"/>
              <a:gd name="connsiteY4" fmla="*/ 0 h 5636715"/>
              <a:gd name="connsiteX0" fmla="*/ 212942 w 5523979"/>
              <a:gd name="connsiteY0" fmla="*/ 0 h 5636715"/>
              <a:gd name="connsiteX1" fmla="*/ 5523979 w 5523979"/>
              <a:gd name="connsiteY1" fmla="*/ 112735 h 5636715"/>
              <a:gd name="connsiteX2" fmla="*/ 5373667 w 5523979"/>
              <a:gd name="connsiteY2" fmla="*/ 5085570 h 5636715"/>
              <a:gd name="connsiteX3" fmla="*/ 0 w 5523979"/>
              <a:gd name="connsiteY3" fmla="*/ 5636715 h 5636715"/>
              <a:gd name="connsiteX4" fmla="*/ 212942 w 5523979"/>
              <a:gd name="connsiteY4" fmla="*/ 0 h 5636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3979" h="5636715">
                <a:moveTo>
                  <a:pt x="212942" y="0"/>
                </a:moveTo>
                <a:lnTo>
                  <a:pt x="5523979" y="112735"/>
                </a:lnTo>
                <a:lnTo>
                  <a:pt x="5373667" y="5085570"/>
                </a:lnTo>
                <a:lnTo>
                  <a:pt x="0" y="5636715"/>
                </a:lnTo>
                <a:lnTo>
                  <a:pt x="212942" y="0"/>
                </a:lnTo>
                <a:close/>
              </a:path>
            </a:pathLst>
          </a:cu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161111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BBE98D2-5B78-8F16-B9A1-4A604BBCB94F}"/>
              </a:ext>
            </a:extLst>
          </p:cNvPr>
          <p:cNvSpPr>
            <a:spLocks noGrp="1"/>
          </p:cNvSpPr>
          <p:nvPr>
            <p:ph type="dt" sz="half" idx="10"/>
          </p:nvPr>
        </p:nvSpPr>
        <p:spPr/>
        <p:txBody>
          <a:bodyPr/>
          <a:lstStyle/>
          <a:p>
            <a:fld id="{72717B24-F9ED-4FA7-BCDA-117492D0B830}" type="datetimeFigureOut">
              <a:rPr lang="es-MX" smtClean="0"/>
              <a:t>27/10/2025</a:t>
            </a:fld>
            <a:endParaRPr lang="es-MX"/>
          </a:p>
        </p:txBody>
      </p:sp>
      <p:sp>
        <p:nvSpPr>
          <p:cNvPr id="3" name="Marcador de pie de página 2">
            <a:extLst>
              <a:ext uri="{FF2B5EF4-FFF2-40B4-BE49-F238E27FC236}">
                <a16:creationId xmlns:a16="http://schemas.microsoft.com/office/drawing/2014/main" id="{4DE2D2DB-2A97-AE0C-4085-C2643F5FCAB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4B5963D-0259-A02E-58D7-3437772FA9BE}"/>
              </a:ext>
            </a:extLst>
          </p:cNvPr>
          <p:cNvSpPr>
            <a:spLocks noGrp="1"/>
          </p:cNvSpPr>
          <p:nvPr>
            <p:ph type="sldNum" sz="quarter" idx="12"/>
          </p:nvPr>
        </p:nvSpPr>
        <p:spPr/>
        <p:txBody>
          <a:bodyPr/>
          <a:lstStyle/>
          <a:p>
            <a:fld id="{D0DADC6E-85F2-40E4-A87C-ECE63EC57241}" type="slidenum">
              <a:rPr lang="es-MX" smtClean="0"/>
              <a:t>‹Nº›</a:t>
            </a:fld>
            <a:endParaRPr lang="es-MX"/>
          </a:p>
        </p:txBody>
      </p:sp>
      <p:sp>
        <p:nvSpPr>
          <p:cNvPr id="5" name="Rectángulo 20">
            <a:extLst>
              <a:ext uri="{FF2B5EF4-FFF2-40B4-BE49-F238E27FC236}">
                <a16:creationId xmlns:a16="http://schemas.microsoft.com/office/drawing/2014/main" id="{E9E0436A-7DE8-D98E-29E6-6700D52C37F6}"/>
              </a:ext>
            </a:extLst>
          </p:cNvPr>
          <p:cNvSpPr/>
          <p:nvPr userDrawn="1"/>
        </p:nvSpPr>
        <p:spPr>
          <a:xfrm>
            <a:off x="175364" y="181629"/>
            <a:ext cx="8555277" cy="3945698"/>
          </a:xfrm>
          <a:custGeom>
            <a:avLst/>
            <a:gdLst>
              <a:gd name="connsiteX0" fmla="*/ 0 w 7265096"/>
              <a:gd name="connsiteY0" fmla="*/ 0 h 3544865"/>
              <a:gd name="connsiteX1" fmla="*/ 7265096 w 7265096"/>
              <a:gd name="connsiteY1" fmla="*/ 0 h 3544865"/>
              <a:gd name="connsiteX2" fmla="*/ 7265096 w 7265096"/>
              <a:gd name="connsiteY2" fmla="*/ 3544865 h 3544865"/>
              <a:gd name="connsiteX3" fmla="*/ 0 w 7265096"/>
              <a:gd name="connsiteY3" fmla="*/ 3544865 h 3544865"/>
              <a:gd name="connsiteX4" fmla="*/ 0 w 7265096"/>
              <a:gd name="connsiteY4" fmla="*/ 0 h 3544865"/>
              <a:gd name="connsiteX0" fmla="*/ 0 w 8555277"/>
              <a:gd name="connsiteY0" fmla="*/ 0 h 3945698"/>
              <a:gd name="connsiteX1" fmla="*/ 7265096 w 8555277"/>
              <a:gd name="connsiteY1" fmla="*/ 0 h 3945698"/>
              <a:gd name="connsiteX2" fmla="*/ 8555277 w 8555277"/>
              <a:gd name="connsiteY2" fmla="*/ 3945698 h 3945698"/>
              <a:gd name="connsiteX3" fmla="*/ 0 w 8555277"/>
              <a:gd name="connsiteY3" fmla="*/ 3544865 h 3945698"/>
              <a:gd name="connsiteX4" fmla="*/ 0 w 8555277"/>
              <a:gd name="connsiteY4" fmla="*/ 0 h 3945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5277" h="3945698">
                <a:moveTo>
                  <a:pt x="0" y="0"/>
                </a:moveTo>
                <a:lnTo>
                  <a:pt x="7265096" y="0"/>
                </a:lnTo>
                <a:lnTo>
                  <a:pt x="8555277" y="3945698"/>
                </a:lnTo>
                <a:lnTo>
                  <a:pt x="0" y="3544865"/>
                </a:lnTo>
                <a:lnTo>
                  <a:pt x="0" y="0"/>
                </a:lnTo>
                <a:close/>
              </a:path>
            </a:pathLst>
          </a:custGeom>
          <a:solidFill>
            <a:srgbClr val="3BB0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21">
            <a:extLst>
              <a:ext uri="{FF2B5EF4-FFF2-40B4-BE49-F238E27FC236}">
                <a16:creationId xmlns:a16="http://schemas.microsoft.com/office/drawing/2014/main" id="{4E99F31D-BD84-E5B2-A944-08C52E00420D}"/>
              </a:ext>
            </a:extLst>
          </p:cNvPr>
          <p:cNvSpPr/>
          <p:nvPr userDrawn="1"/>
        </p:nvSpPr>
        <p:spPr>
          <a:xfrm>
            <a:off x="175364" y="3883069"/>
            <a:ext cx="9594937" cy="2793303"/>
          </a:xfrm>
          <a:custGeom>
            <a:avLst/>
            <a:gdLst>
              <a:gd name="connsiteX0" fmla="*/ 0 w 7265096"/>
              <a:gd name="connsiteY0" fmla="*/ 0 h 2793303"/>
              <a:gd name="connsiteX1" fmla="*/ 7265096 w 7265096"/>
              <a:gd name="connsiteY1" fmla="*/ 0 h 2793303"/>
              <a:gd name="connsiteX2" fmla="*/ 7265096 w 7265096"/>
              <a:gd name="connsiteY2" fmla="*/ 2793303 h 2793303"/>
              <a:gd name="connsiteX3" fmla="*/ 0 w 7265096"/>
              <a:gd name="connsiteY3" fmla="*/ 2793303 h 2793303"/>
              <a:gd name="connsiteX4" fmla="*/ 0 w 7265096"/>
              <a:gd name="connsiteY4" fmla="*/ 0 h 2793303"/>
              <a:gd name="connsiteX0" fmla="*/ 0 w 9594937"/>
              <a:gd name="connsiteY0" fmla="*/ 0 h 2793303"/>
              <a:gd name="connsiteX1" fmla="*/ 7265096 w 9594937"/>
              <a:gd name="connsiteY1" fmla="*/ 0 h 2793303"/>
              <a:gd name="connsiteX2" fmla="*/ 9594937 w 9594937"/>
              <a:gd name="connsiteY2" fmla="*/ 2768251 h 2793303"/>
              <a:gd name="connsiteX3" fmla="*/ 0 w 9594937"/>
              <a:gd name="connsiteY3" fmla="*/ 2793303 h 2793303"/>
              <a:gd name="connsiteX4" fmla="*/ 0 w 9594937"/>
              <a:gd name="connsiteY4" fmla="*/ 0 h 2793303"/>
              <a:gd name="connsiteX0" fmla="*/ 0 w 9594937"/>
              <a:gd name="connsiteY0" fmla="*/ 0 h 2793303"/>
              <a:gd name="connsiteX1" fmla="*/ 8668011 w 9594937"/>
              <a:gd name="connsiteY1" fmla="*/ 475990 h 2793303"/>
              <a:gd name="connsiteX2" fmla="*/ 9594937 w 9594937"/>
              <a:gd name="connsiteY2" fmla="*/ 2768251 h 2793303"/>
              <a:gd name="connsiteX3" fmla="*/ 0 w 9594937"/>
              <a:gd name="connsiteY3" fmla="*/ 2793303 h 2793303"/>
              <a:gd name="connsiteX4" fmla="*/ 0 w 9594937"/>
              <a:gd name="connsiteY4" fmla="*/ 0 h 279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937" h="2793303">
                <a:moveTo>
                  <a:pt x="0" y="0"/>
                </a:moveTo>
                <a:lnTo>
                  <a:pt x="8668011" y="475990"/>
                </a:lnTo>
                <a:lnTo>
                  <a:pt x="9594937" y="2768251"/>
                </a:lnTo>
                <a:lnTo>
                  <a:pt x="0" y="2793303"/>
                </a:lnTo>
                <a:lnTo>
                  <a:pt x="0" y="0"/>
                </a:lnTo>
                <a:close/>
              </a:path>
            </a:pathLst>
          </a:custGeom>
          <a:solidFill>
            <a:srgbClr val="FFB56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22">
            <a:extLst>
              <a:ext uri="{FF2B5EF4-FFF2-40B4-BE49-F238E27FC236}">
                <a16:creationId xmlns:a16="http://schemas.microsoft.com/office/drawing/2014/main" id="{134C485C-98F2-88B8-B379-D2B6B856F500}"/>
              </a:ext>
            </a:extLst>
          </p:cNvPr>
          <p:cNvSpPr/>
          <p:nvPr userDrawn="1"/>
        </p:nvSpPr>
        <p:spPr>
          <a:xfrm>
            <a:off x="7703507" y="181628"/>
            <a:ext cx="4313129" cy="6419588"/>
          </a:xfrm>
          <a:custGeom>
            <a:avLst/>
            <a:gdLst>
              <a:gd name="connsiteX0" fmla="*/ 0 w 4313129"/>
              <a:gd name="connsiteY0" fmla="*/ 0 h 6407062"/>
              <a:gd name="connsiteX1" fmla="*/ 4313129 w 4313129"/>
              <a:gd name="connsiteY1" fmla="*/ 0 h 6407062"/>
              <a:gd name="connsiteX2" fmla="*/ 4313129 w 4313129"/>
              <a:gd name="connsiteY2" fmla="*/ 6407062 h 6407062"/>
              <a:gd name="connsiteX3" fmla="*/ 0 w 4313129"/>
              <a:gd name="connsiteY3" fmla="*/ 6407062 h 6407062"/>
              <a:gd name="connsiteX4" fmla="*/ 0 w 4313129"/>
              <a:gd name="connsiteY4" fmla="*/ 0 h 6407062"/>
              <a:gd name="connsiteX0" fmla="*/ 0 w 4313129"/>
              <a:gd name="connsiteY0" fmla="*/ 0 h 6419588"/>
              <a:gd name="connsiteX1" fmla="*/ 4313129 w 4313129"/>
              <a:gd name="connsiteY1" fmla="*/ 0 h 6419588"/>
              <a:gd name="connsiteX2" fmla="*/ 4313129 w 4313129"/>
              <a:gd name="connsiteY2" fmla="*/ 6407062 h 6419588"/>
              <a:gd name="connsiteX3" fmla="*/ 2379945 w 4313129"/>
              <a:gd name="connsiteY3" fmla="*/ 6419588 h 6419588"/>
              <a:gd name="connsiteX4" fmla="*/ 0 w 4313129"/>
              <a:gd name="connsiteY4" fmla="*/ 0 h 641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129" h="6419588">
                <a:moveTo>
                  <a:pt x="0" y="0"/>
                </a:moveTo>
                <a:lnTo>
                  <a:pt x="4313129" y="0"/>
                </a:lnTo>
                <a:lnTo>
                  <a:pt x="4313129" y="6407062"/>
                </a:lnTo>
                <a:lnTo>
                  <a:pt x="2379945" y="6419588"/>
                </a:lnTo>
                <a:lnTo>
                  <a:pt x="0" y="0"/>
                </a:lnTo>
                <a:close/>
              </a:path>
            </a:pathLst>
          </a:custGeom>
          <a:solidFill>
            <a:srgbClr val="F87575"/>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8" name="Picture 2" descr="Gaceta UNAM 30052022 - Gaceta UNAM">
            <a:extLst>
              <a:ext uri="{FF2B5EF4-FFF2-40B4-BE49-F238E27FC236}">
                <a16:creationId xmlns:a16="http://schemas.microsoft.com/office/drawing/2014/main" id="{D20A09B3-0483-A85A-5F56-8899520AC9E4}"/>
              </a:ext>
            </a:extLst>
          </p:cNvPr>
          <p:cNvPicPr>
            <a:picLocks noChangeAspect="1" noChangeArrowheads="1"/>
          </p:cNvPicPr>
          <p:nvPr userDrawn="1"/>
        </p:nvPicPr>
        <p:blipFill>
          <a:blip r:embed="rId2">
            <a:alphaModFix amt="35000"/>
            <a:extLst>
              <a:ext uri="{28A0092B-C50C-407E-A947-70E740481C1C}">
                <a14:useLocalDpi xmlns:a14="http://schemas.microsoft.com/office/drawing/2010/main" val="0"/>
              </a:ext>
            </a:extLst>
          </a:blip>
          <a:srcRect/>
          <a:stretch>
            <a:fillRect/>
          </a:stretch>
        </p:blipFill>
        <p:spPr bwMode="auto">
          <a:xfrm rot="16200000">
            <a:off x="4301646" y="-1032353"/>
            <a:ext cx="3588707" cy="1219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13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5C4C994-20CC-F6EA-3051-04450B9CD2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39987B8-9839-1FFD-95D2-9105EF968F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5629874-E3D7-BDA6-DEC1-5906A11AA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717B24-F9ED-4FA7-BCDA-117492D0B830}" type="datetimeFigureOut">
              <a:rPr lang="es-MX" smtClean="0"/>
              <a:t>27/10/2025</a:t>
            </a:fld>
            <a:endParaRPr lang="es-MX"/>
          </a:p>
        </p:txBody>
      </p:sp>
      <p:sp>
        <p:nvSpPr>
          <p:cNvPr id="5" name="Marcador de pie de página 4">
            <a:extLst>
              <a:ext uri="{FF2B5EF4-FFF2-40B4-BE49-F238E27FC236}">
                <a16:creationId xmlns:a16="http://schemas.microsoft.com/office/drawing/2014/main" id="{B02C3D90-DF14-196E-9586-5F8CA2535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FCC8641E-4D76-775A-3729-11873479B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ADC6E-85F2-40E4-A87C-ECE63EC57241}" type="slidenum">
              <a:rPr lang="es-MX" smtClean="0"/>
              <a:t>‹Nº›</a:t>
            </a:fld>
            <a:endParaRPr lang="es-MX"/>
          </a:p>
        </p:txBody>
      </p:sp>
      <p:sp>
        <p:nvSpPr>
          <p:cNvPr id="7" name="CuadroTexto 6">
            <a:extLst>
              <a:ext uri="{FF2B5EF4-FFF2-40B4-BE49-F238E27FC236}">
                <a16:creationId xmlns:a16="http://schemas.microsoft.com/office/drawing/2014/main" id="{BDB2AA3A-4A9C-036C-8038-CB5DC6892DAD}"/>
              </a:ext>
            </a:extLst>
          </p:cNvPr>
          <p:cNvSpPr txBox="1"/>
          <p:nvPr userDrawn="1"/>
        </p:nvSpPr>
        <p:spPr>
          <a:xfrm>
            <a:off x="9639300" y="6409293"/>
            <a:ext cx="3429000" cy="369332"/>
          </a:xfrm>
          <a:prstGeom prst="rect">
            <a:avLst/>
          </a:prstGeom>
          <a:noFill/>
        </p:spPr>
        <p:txBody>
          <a:bodyPr wrap="square" rtlCol="0">
            <a:spAutoFit/>
          </a:bodyPr>
          <a:lstStyle/>
          <a:p>
            <a:r>
              <a:rPr lang="es-MX" dirty="0">
                <a:latin typeface="lazer84" panose="02000500000000000000" pitchFamily="2" charset="0"/>
              </a:rPr>
              <a:t>@STUDYGRAM_DIG</a:t>
            </a:r>
          </a:p>
        </p:txBody>
      </p:sp>
    </p:spTree>
    <p:extLst>
      <p:ext uri="{BB962C8B-B14F-4D97-AF65-F5344CB8AC3E}">
        <p14:creationId xmlns:p14="http://schemas.microsoft.com/office/powerpoint/2010/main" val="1743892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3F01AE0-80F1-827B-FA69-4D3C0934F28D}"/>
              </a:ext>
            </a:extLst>
          </p:cNvPr>
          <p:cNvSpPr txBox="1"/>
          <p:nvPr/>
        </p:nvSpPr>
        <p:spPr>
          <a:xfrm>
            <a:off x="3333750" y="1117759"/>
            <a:ext cx="4610100" cy="2800767"/>
          </a:xfrm>
          <a:prstGeom prst="rect">
            <a:avLst/>
          </a:prstGeom>
          <a:noFill/>
        </p:spPr>
        <p:txBody>
          <a:bodyPr wrap="square" rtlCol="0">
            <a:spAutoFit/>
          </a:bodyPr>
          <a:lstStyle/>
          <a:p>
            <a:pPr algn="ctr"/>
            <a:r>
              <a:rPr lang="en-US" sz="4400" dirty="0">
                <a:effectLst/>
                <a:latin typeface="Cambria" panose="02040503050406030204" pitchFamily="18" charset="0"/>
                <a:ea typeface="MS Mincho" panose="02020609040205080304" pitchFamily="49" charset="-128"/>
                <a:cs typeface="Times New Roman" panose="02020603050405020304" pitchFamily="18" charset="0"/>
              </a:rPr>
              <a:t>Descomposición térmica del bicarbonato de sodio </a:t>
            </a:r>
            <a:endParaRPr lang="es-MX" sz="4400" dirty="0">
              <a:latin typeface="DK Millefeuille" pitchFamily="50" charset="0"/>
            </a:endParaRPr>
          </a:p>
        </p:txBody>
      </p:sp>
      <p:sp>
        <p:nvSpPr>
          <p:cNvPr id="3" name="CuadroTexto 2">
            <a:extLst>
              <a:ext uri="{FF2B5EF4-FFF2-40B4-BE49-F238E27FC236}">
                <a16:creationId xmlns:a16="http://schemas.microsoft.com/office/drawing/2014/main" id="{B4AAD71D-741E-EAFA-98BA-2AFDF7782891}"/>
              </a:ext>
            </a:extLst>
          </p:cNvPr>
          <p:cNvSpPr txBox="1"/>
          <p:nvPr/>
        </p:nvSpPr>
        <p:spPr>
          <a:xfrm>
            <a:off x="5638800" y="5478631"/>
            <a:ext cx="3714750" cy="523220"/>
          </a:xfrm>
          <a:prstGeom prst="rect">
            <a:avLst/>
          </a:prstGeom>
          <a:noFill/>
        </p:spPr>
        <p:txBody>
          <a:bodyPr wrap="square" rtlCol="0">
            <a:spAutoFit/>
          </a:bodyPr>
          <a:lstStyle/>
          <a:p>
            <a:pPr algn="ctr"/>
            <a:r>
              <a:rPr lang="es-MX" sz="2800" dirty="0">
                <a:latin typeface="FLOTTA" panose="02000500000000000000" pitchFamily="2" charset="0"/>
              </a:rPr>
              <a:t>Gestion:2025</a:t>
            </a:r>
          </a:p>
        </p:txBody>
      </p:sp>
      <p:sp>
        <p:nvSpPr>
          <p:cNvPr id="4" name="CuadroTexto 3">
            <a:extLst>
              <a:ext uri="{FF2B5EF4-FFF2-40B4-BE49-F238E27FC236}">
                <a16:creationId xmlns:a16="http://schemas.microsoft.com/office/drawing/2014/main" id="{682A7FEE-ADE5-2AAF-F0A3-5DF11A53B406}"/>
              </a:ext>
            </a:extLst>
          </p:cNvPr>
          <p:cNvSpPr txBox="1"/>
          <p:nvPr/>
        </p:nvSpPr>
        <p:spPr>
          <a:xfrm>
            <a:off x="3333750" y="4816971"/>
            <a:ext cx="5057774" cy="523220"/>
          </a:xfrm>
          <a:prstGeom prst="rect">
            <a:avLst/>
          </a:prstGeom>
          <a:noFill/>
        </p:spPr>
        <p:txBody>
          <a:bodyPr wrap="square" rtlCol="0">
            <a:spAutoFit/>
          </a:bodyPr>
          <a:lstStyle/>
          <a:p>
            <a:pPr algn="ctr"/>
            <a:r>
              <a:rPr lang="es-MX" sz="2800" dirty="0">
                <a:latin typeface="FLOTTA" panose="02000500000000000000" pitchFamily="2" charset="0"/>
              </a:rPr>
              <a:t>Autor: Sebastián Belén Machaca</a:t>
            </a:r>
          </a:p>
        </p:txBody>
      </p:sp>
    </p:spTree>
    <p:extLst>
      <p:ext uri="{BB962C8B-B14F-4D97-AF65-F5344CB8AC3E}">
        <p14:creationId xmlns:p14="http://schemas.microsoft.com/office/powerpoint/2010/main" val="377311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9C4C8D2-3364-0B55-2A8F-D1B50BCADB97}"/>
              </a:ext>
            </a:extLst>
          </p:cNvPr>
          <p:cNvSpPr txBox="1"/>
          <p:nvPr/>
        </p:nvSpPr>
        <p:spPr>
          <a:xfrm>
            <a:off x="867336" y="415354"/>
            <a:ext cx="8397688" cy="3013646"/>
          </a:xfrm>
          <a:prstGeom prst="rect">
            <a:avLst/>
          </a:prstGeom>
          <a:noFill/>
        </p:spPr>
        <p:txBody>
          <a:bodyPr wrap="square" rtlCol="0">
            <a:spAutoFit/>
          </a:bodyPr>
          <a:lstStyle/>
          <a:p>
            <a:pPr>
              <a:lnSpc>
                <a:spcPct val="115000"/>
              </a:lnSpc>
              <a:spcBef>
                <a:spcPts val="1000"/>
              </a:spcBef>
            </a:pPr>
            <a:r>
              <a:rPr lang="en-US" sz="1800" b="1" u="sng" dirty="0" err="1">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Introducción</a:t>
            </a:r>
            <a:endParaRPr lang="es-BO" sz="1800"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s-MX" sz="1600" dirty="0">
                <a:effectLst/>
                <a:latin typeface="Cambria" panose="02040503050406030204" pitchFamily="18" charset="0"/>
                <a:ea typeface="MS Mincho" panose="02020609040205080304" pitchFamily="49" charset="-128"/>
                <a:cs typeface="Times New Roman" panose="02020603050405020304" pitchFamily="18" charset="0"/>
              </a:rPr>
              <a:t>La ley de conservación de la masa dice que la materia no se crea ni se destruye, solo se transforma. Esto significa que la masa de los reactivos es igual a la masa de los productos en una reacción </a:t>
            </a:r>
            <a:r>
              <a:rPr lang="es-MX" sz="1600" dirty="0" err="1">
                <a:effectLst/>
                <a:latin typeface="Cambria" panose="02040503050406030204" pitchFamily="18" charset="0"/>
                <a:ea typeface="MS Mincho" panose="02020609040205080304" pitchFamily="49" charset="-128"/>
                <a:cs typeface="Times New Roman" panose="02020603050405020304" pitchFamily="18" charset="0"/>
              </a:rPr>
              <a:t>química.En</a:t>
            </a:r>
            <a:r>
              <a:rPr lang="es-MX" sz="1600" dirty="0">
                <a:effectLst/>
                <a:latin typeface="Cambria" panose="02040503050406030204" pitchFamily="18" charset="0"/>
                <a:ea typeface="MS Mincho" panose="02020609040205080304" pitchFamily="49" charset="-128"/>
                <a:cs typeface="Times New Roman" panose="02020603050405020304" pitchFamily="18" charset="0"/>
              </a:rPr>
              <a:t> el experimento de descomposición térmica del bicarbonato de sodio, al calentar el bicarbonato, este se descompone en carbonato de sodio, dióxido de carbono y vapor de agua. Aunque parece que la masa disminuye, en realidad el gas liberado también tiene masa, solo que escapa al aire. Así, este experimento demuestra que la masa total se conserva, solo cambia de forma o estado.</a:t>
            </a:r>
            <a:endParaRPr lang="es-BO" sz="16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
        <p:nvSpPr>
          <p:cNvPr id="3" name="CuadroTexto 2">
            <a:extLst>
              <a:ext uri="{FF2B5EF4-FFF2-40B4-BE49-F238E27FC236}">
                <a16:creationId xmlns:a16="http://schemas.microsoft.com/office/drawing/2014/main" id="{C38A7AA6-07B6-A323-346C-4ACAC10126B4}"/>
              </a:ext>
            </a:extLst>
          </p:cNvPr>
          <p:cNvSpPr txBox="1"/>
          <p:nvPr/>
        </p:nvSpPr>
        <p:spPr>
          <a:xfrm>
            <a:off x="4000500" y="3429000"/>
            <a:ext cx="7524750" cy="1668662"/>
          </a:xfrm>
          <a:prstGeom prst="rect">
            <a:avLst/>
          </a:prstGeom>
          <a:noFill/>
        </p:spPr>
        <p:txBody>
          <a:bodyPr wrap="square" rtlCol="0">
            <a:spAutoFit/>
          </a:bodyPr>
          <a:lstStyle/>
          <a:p>
            <a:pPr>
              <a:lnSpc>
                <a:spcPct val="115000"/>
              </a:lnSpc>
              <a:spcBef>
                <a:spcPts val="1000"/>
              </a:spcBef>
            </a:pPr>
            <a:r>
              <a:rPr lang="en-US" sz="1800" b="1" u="sng" dirty="0" err="1">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Objetivo</a:t>
            </a:r>
            <a:endParaRPr lang="es-BO" sz="1800"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Comprobar</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la Ley de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Conservación</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de la Masa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mediante</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la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descomposición</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del bicarbonato de sodio al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aplicar</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calor</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a:t>
            </a:r>
            <a:endParaRPr lang="es-BO"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1068588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174AA5-61F8-6A57-84A3-3B2A1D50CA42}"/>
              </a:ext>
            </a:extLst>
          </p:cNvPr>
          <p:cNvSpPr txBox="1"/>
          <p:nvPr/>
        </p:nvSpPr>
        <p:spPr>
          <a:xfrm>
            <a:off x="2414587" y="206871"/>
            <a:ext cx="7362825" cy="1200329"/>
          </a:xfrm>
          <a:prstGeom prst="rect">
            <a:avLst/>
          </a:prstGeom>
          <a:noFill/>
        </p:spPr>
        <p:txBody>
          <a:bodyPr wrap="square" rtlCol="0">
            <a:spAutoFit/>
          </a:bodyPr>
          <a:lstStyle/>
          <a:p>
            <a:pPr algn="ctr"/>
            <a:r>
              <a:rPr lang="es-MX" sz="7200" dirty="0">
                <a:latin typeface="FLOTTA" panose="02000500000000000000" pitchFamily="2" charset="0"/>
              </a:rPr>
              <a:t>Materiales</a:t>
            </a:r>
          </a:p>
        </p:txBody>
      </p:sp>
      <p:sp>
        <p:nvSpPr>
          <p:cNvPr id="3" name="CuadroTexto 2">
            <a:extLst>
              <a:ext uri="{FF2B5EF4-FFF2-40B4-BE49-F238E27FC236}">
                <a16:creationId xmlns:a16="http://schemas.microsoft.com/office/drawing/2014/main" id="{EB512FCE-E48A-807D-F59C-D7F9E6FF2AA9}"/>
              </a:ext>
            </a:extLst>
          </p:cNvPr>
          <p:cNvSpPr txBox="1"/>
          <p:nvPr/>
        </p:nvSpPr>
        <p:spPr>
          <a:xfrm>
            <a:off x="857250" y="2151727"/>
            <a:ext cx="10134600" cy="3539430"/>
          </a:xfrm>
          <a:prstGeom prst="rect">
            <a:avLst/>
          </a:prstGeom>
          <a:noFill/>
        </p:spPr>
        <p:txBody>
          <a:bodyPr wrap="square" rtlCol="0">
            <a:spAutoFit/>
          </a:bodyPr>
          <a:lstStyle/>
          <a:p>
            <a:r>
              <a:rPr lang="en-US" sz="3200" dirty="0">
                <a:effectLst/>
                <a:latin typeface="Cambria" panose="02040503050406030204" pitchFamily="18" charset="0"/>
                <a:ea typeface="MS Mincho" panose="02020609040205080304" pitchFamily="49" charset="-128"/>
                <a:cs typeface="Times New Roman" panose="02020603050405020304" pitchFamily="18" charset="0"/>
              </a:rPr>
              <a:t>- Bicarbonato de sodio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NaHCO</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₃)</a:t>
            </a:r>
            <a:br>
              <a:rPr lang="en-US" sz="3200" dirty="0">
                <a:effectLst/>
                <a:latin typeface="Cambria" panose="02040503050406030204" pitchFamily="18" charset="0"/>
                <a:ea typeface="MS Mincho" panose="02020609040205080304" pitchFamily="49" charset="-128"/>
                <a:cs typeface="Times New Roman" panose="02020603050405020304" pitchFamily="18" charset="0"/>
              </a:rPr>
            </a:br>
            <a:r>
              <a:rPr lang="en-US" sz="3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Mechero</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 o vela</a:t>
            </a:r>
            <a:br>
              <a:rPr lang="en-US" sz="3200" dirty="0">
                <a:effectLst/>
                <a:latin typeface="Cambria" panose="02040503050406030204" pitchFamily="18" charset="0"/>
                <a:ea typeface="MS Mincho" panose="02020609040205080304" pitchFamily="49" charset="-128"/>
                <a:cs typeface="Times New Roman" panose="02020603050405020304" pitchFamily="18" charset="0"/>
              </a:rPr>
            </a:br>
            <a:r>
              <a:rPr lang="en-US" sz="3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Cucharilla</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metálica</a:t>
            </a:r>
            <a:br>
              <a:rPr lang="en-US" sz="3200" dirty="0">
                <a:effectLst/>
                <a:latin typeface="Cambria" panose="02040503050406030204" pitchFamily="18" charset="0"/>
                <a:ea typeface="MS Mincho" panose="02020609040205080304" pitchFamily="49" charset="-128"/>
                <a:cs typeface="Times New Roman" panose="02020603050405020304" pitchFamily="18" charset="0"/>
              </a:rPr>
            </a:br>
            <a:r>
              <a:rPr lang="en-US" sz="3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Balanza</a:t>
            </a:r>
            <a:br>
              <a:rPr lang="en-US" sz="3200" dirty="0">
                <a:effectLst/>
                <a:latin typeface="Cambria" panose="02040503050406030204" pitchFamily="18" charset="0"/>
                <a:ea typeface="MS Mincho" panose="02020609040205080304" pitchFamily="49" charset="-128"/>
                <a:cs typeface="Times New Roman" panose="02020603050405020304" pitchFamily="18" charset="0"/>
              </a:rPr>
            </a:br>
            <a:r>
              <a:rPr lang="en-US" sz="3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Encendedor</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 o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fósforos</a:t>
            </a:r>
            <a:br>
              <a:rPr lang="en-US" sz="3200" dirty="0">
                <a:effectLst/>
                <a:latin typeface="Cambria" panose="02040503050406030204" pitchFamily="18" charset="0"/>
                <a:ea typeface="MS Mincho" panose="02020609040205080304" pitchFamily="49" charset="-128"/>
                <a:cs typeface="Times New Roman" panose="02020603050405020304" pitchFamily="18" charset="0"/>
              </a:rPr>
            </a:br>
            <a:r>
              <a:rPr lang="en-US" sz="3200" dirty="0">
                <a:effectLst/>
                <a:latin typeface="Cambria" panose="02040503050406030204" pitchFamily="18" charset="0"/>
                <a:ea typeface="MS Mincho" panose="02020609040205080304" pitchFamily="49" charset="-128"/>
                <a:cs typeface="Times New Roman" panose="02020603050405020304" pitchFamily="18" charset="0"/>
              </a:rPr>
              <a:t>- Vaso o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recipiente</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3200" dirty="0" err="1">
                <a:effectLst/>
                <a:latin typeface="Cambria" panose="02040503050406030204" pitchFamily="18" charset="0"/>
                <a:ea typeface="MS Mincho" panose="02020609040205080304" pitchFamily="49" charset="-128"/>
                <a:cs typeface="Times New Roman" panose="02020603050405020304" pitchFamily="18" charset="0"/>
              </a:rPr>
              <a:t>vidrio</a:t>
            </a:r>
            <a:endParaRPr lang="es-BO" sz="32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2099337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B5DBCD4-C89B-5E6C-81DF-61DA2F542743}"/>
              </a:ext>
            </a:extLst>
          </p:cNvPr>
          <p:cNvSpPr txBox="1"/>
          <p:nvPr/>
        </p:nvSpPr>
        <p:spPr>
          <a:xfrm>
            <a:off x="1028700" y="1332577"/>
            <a:ext cx="10134600" cy="4394023"/>
          </a:xfrm>
          <a:prstGeom prst="rect">
            <a:avLst/>
          </a:prstGeom>
          <a:noFill/>
        </p:spPr>
        <p:txBody>
          <a:bodyPr wrap="square" rtlCol="0">
            <a:spAutoFit/>
          </a:bodyPr>
          <a:lstStyle/>
          <a:p>
            <a:pPr>
              <a:lnSpc>
                <a:spcPct val="115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                                                                            </a:t>
            </a:r>
            <a:r>
              <a:rPr lang="en-US" sz="4000" b="1" u="sng" dirty="0" err="1">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Procedimiento</a:t>
            </a:r>
            <a:endParaRPr lang="es-BO" sz="4000"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1.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Pesar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una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pequeña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cantidad</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 bicarbonato de sodio y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anotar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su</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masa.</a:t>
            </a:r>
            <a:br>
              <a:rPr lang="en-US" sz="2400" dirty="0">
                <a:effectLst/>
                <a:latin typeface="Cambria" panose="02040503050406030204" pitchFamily="18" charset="0"/>
                <a:ea typeface="MS Mincho" panose="02020609040205080304" pitchFamily="49" charset="-128"/>
                <a:cs typeface="Times New Roman" panose="02020603050405020304" pitchFamily="18" charset="0"/>
              </a:rPr>
            </a:br>
            <a:r>
              <a:rPr lang="en-US" sz="2400" dirty="0">
                <a:effectLst/>
                <a:latin typeface="Cambria" panose="02040503050406030204" pitchFamily="18" charset="0"/>
                <a:ea typeface="MS Mincho" panose="02020609040205080304" pitchFamily="49" charset="-128"/>
                <a:cs typeface="Times New Roman" panose="02020603050405020304" pitchFamily="18" charset="0"/>
              </a:rPr>
              <a:t>2.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Colocar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bicarbonato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en</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cucharilla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a:t>
            </a:r>
            <a:br>
              <a:rPr lang="en-US" sz="2400" dirty="0">
                <a:effectLst/>
                <a:latin typeface="Cambria" panose="02040503050406030204" pitchFamily="18" charset="0"/>
                <a:ea typeface="MS Mincho" panose="02020609040205080304" pitchFamily="49" charset="-128"/>
                <a:cs typeface="Times New Roman" panose="02020603050405020304" pitchFamily="18" charset="0"/>
              </a:rPr>
            </a:br>
            <a:r>
              <a:rPr lang="en-US" sz="2400" dirty="0">
                <a:effectLst/>
                <a:latin typeface="Cambria" panose="02040503050406030204" pitchFamily="18" charset="0"/>
                <a:ea typeface="MS Mincho" panose="02020609040205080304" pitchFamily="49" charset="-128"/>
                <a:cs typeface="Times New Roman" panose="02020603050405020304" pitchFamily="18" charset="0"/>
              </a:rPr>
              <a:t>3.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Calentar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suavemente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con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mechero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durante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unos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minutos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a:t>
            </a:r>
            <a:br>
              <a:rPr lang="en-US" sz="2400" dirty="0">
                <a:effectLst/>
                <a:latin typeface="Cambria" panose="02040503050406030204" pitchFamily="18" charset="0"/>
                <a:ea typeface="MS Mincho" panose="02020609040205080304" pitchFamily="49" charset="-128"/>
                <a:cs typeface="Times New Roman" panose="02020603050405020304" pitchFamily="18" charset="0"/>
              </a:rPr>
            </a:br>
            <a:r>
              <a:rPr lang="en-US" sz="2400" dirty="0">
                <a:effectLst/>
                <a:latin typeface="Cambria" panose="02040503050406030204" pitchFamily="18" charset="0"/>
                <a:ea typeface="MS Mincho" panose="02020609040205080304" pitchFamily="49" charset="-128"/>
                <a:cs typeface="Times New Roman" panose="02020603050405020304" pitchFamily="18" charset="0"/>
              </a:rPr>
              <a:t>4.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Observar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los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cambios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que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ocurren</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formación</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burbujas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y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cambio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 color o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textura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a:t>
            </a:r>
            <a:br>
              <a:rPr lang="en-US" sz="2400" dirty="0">
                <a:effectLst/>
                <a:latin typeface="Cambria" panose="02040503050406030204" pitchFamily="18" charset="0"/>
                <a:ea typeface="MS Mincho" panose="02020609040205080304" pitchFamily="49" charset="-128"/>
                <a:cs typeface="Times New Roman" panose="02020603050405020304" pitchFamily="18" charset="0"/>
              </a:rPr>
            </a:br>
            <a:r>
              <a:rPr lang="en-US" sz="2400" dirty="0">
                <a:effectLst/>
                <a:latin typeface="Cambria" panose="02040503050406030204" pitchFamily="18" charset="0"/>
                <a:ea typeface="MS Mincho" panose="02020609040205080304" pitchFamily="49" charset="-128"/>
                <a:cs typeface="Times New Roman" panose="02020603050405020304" pitchFamily="18" charset="0"/>
              </a:rPr>
              <a:t>5.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Dejar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enfriar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y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volver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pesar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residuo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a:t>
            </a:r>
            <a:br>
              <a:rPr lang="en-US" sz="2400" dirty="0">
                <a:effectLst/>
                <a:latin typeface="Cambria" panose="02040503050406030204" pitchFamily="18" charset="0"/>
                <a:ea typeface="MS Mincho" panose="02020609040205080304" pitchFamily="49" charset="-128"/>
                <a:cs typeface="Times New Roman" panose="02020603050405020304" pitchFamily="18" charset="0"/>
              </a:rPr>
            </a:br>
            <a:r>
              <a:rPr lang="en-US" sz="2400" dirty="0">
                <a:effectLst/>
                <a:latin typeface="Cambria" panose="02040503050406030204" pitchFamily="18" charset="0"/>
                <a:ea typeface="MS Mincho" panose="02020609040205080304" pitchFamily="49" charset="-128"/>
                <a:cs typeface="Times New Roman" panose="02020603050405020304" pitchFamily="18" charset="0"/>
              </a:rPr>
              <a:t>6.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Comparar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las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masas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antes y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después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del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calentamiento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a:t>
            </a:r>
            <a:endParaRPr lang="es-BO" sz="24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4142614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76F5775-B9A3-5587-31A6-5343B6B2F94E}"/>
              </a:ext>
            </a:extLst>
          </p:cNvPr>
          <p:cNvSpPr txBox="1"/>
          <p:nvPr/>
        </p:nvSpPr>
        <p:spPr>
          <a:xfrm>
            <a:off x="2414587" y="683121"/>
            <a:ext cx="7362825" cy="1015663"/>
          </a:xfrm>
          <a:prstGeom prst="rect">
            <a:avLst/>
          </a:prstGeom>
          <a:noFill/>
        </p:spPr>
        <p:txBody>
          <a:bodyPr wrap="square" rtlCol="0">
            <a:spAutoFit/>
          </a:bodyPr>
          <a:lstStyle/>
          <a:p>
            <a:pPr algn="ctr"/>
            <a:r>
              <a:rPr lang="es-MX" sz="6000" dirty="0">
                <a:latin typeface="FLOTTA" panose="02000500000000000000" pitchFamily="2" charset="0"/>
              </a:rPr>
              <a:t>Observaciones</a:t>
            </a:r>
          </a:p>
        </p:txBody>
      </p:sp>
      <p:sp>
        <p:nvSpPr>
          <p:cNvPr id="3" name="CuadroTexto 2">
            <a:extLst>
              <a:ext uri="{FF2B5EF4-FFF2-40B4-BE49-F238E27FC236}">
                <a16:creationId xmlns:a16="http://schemas.microsoft.com/office/drawing/2014/main" id="{20CE6FE1-3732-8056-22FB-633E8664A8A8}"/>
              </a:ext>
            </a:extLst>
          </p:cNvPr>
          <p:cNvSpPr txBox="1"/>
          <p:nvPr/>
        </p:nvSpPr>
        <p:spPr>
          <a:xfrm>
            <a:off x="857250" y="2342227"/>
            <a:ext cx="10134600" cy="1692771"/>
          </a:xfrm>
          <a:prstGeom prst="rect">
            <a:avLst/>
          </a:prstGeom>
          <a:noFill/>
        </p:spPr>
        <p:txBody>
          <a:bodyPr wrap="square" rtlCol="0">
            <a:spAutoFit/>
          </a:bodyPr>
          <a:lstStyle/>
          <a:p>
            <a:r>
              <a:rPr lang="en-US" sz="2400" dirty="0">
                <a:effectLst/>
                <a:latin typeface="Cambria" panose="02040503050406030204" pitchFamily="18" charset="0"/>
                <a:ea typeface="MS Mincho" panose="02020609040205080304" pitchFamily="49" charset="-128"/>
                <a:cs typeface="Times New Roman" panose="02020603050405020304" pitchFamily="18" charset="0"/>
              </a:rPr>
              <a:t>Al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calentar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bicarbonato libera gas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dióxido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carbono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y vapor de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agua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El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sólido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restante se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vuelve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más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blanco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y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menos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granulado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La masa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parece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disminuir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porque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gas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liberado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escapa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al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aire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a:t>
            </a:r>
            <a:endParaRPr lang="es-BO" sz="24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1940851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85B16DD-88A4-2755-E4AF-234ECB6564FD}"/>
              </a:ext>
            </a:extLst>
          </p:cNvPr>
          <p:cNvSpPr txBox="1"/>
          <p:nvPr/>
        </p:nvSpPr>
        <p:spPr>
          <a:xfrm>
            <a:off x="647698" y="1185309"/>
            <a:ext cx="5143500" cy="1796902"/>
          </a:xfrm>
          <a:prstGeom prst="rect">
            <a:avLst/>
          </a:prstGeom>
          <a:noFill/>
        </p:spPr>
        <p:txBody>
          <a:bodyPr wrap="square" rtlCol="0">
            <a:spAutoFit/>
          </a:bodyPr>
          <a:lstStyle/>
          <a:p>
            <a:pPr>
              <a:lnSpc>
                <a:spcPct val="115000"/>
              </a:lnSpc>
              <a:spcBef>
                <a:spcPts val="1000"/>
              </a:spcBef>
            </a:pPr>
            <a:r>
              <a:rPr lang="en-US" sz="1800" b="1" u="sng" dirty="0" err="1">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Ecuación</a:t>
            </a:r>
            <a:r>
              <a:rPr lang="en-US" sz="1800"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 de </a:t>
            </a:r>
            <a:r>
              <a:rPr lang="en-US" sz="1800" b="1" u="sng" dirty="0" err="1">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Formación</a:t>
            </a:r>
            <a:endParaRPr lang="en-US" sz="1800"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endParaRPr lang="es-BO"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n-US" dirty="0">
                <a:effectLst/>
                <a:latin typeface="Cambria" panose="02040503050406030204" pitchFamily="18" charset="0"/>
                <a:ea typeface="MS Mincho" panose="02020609040205080304" pitchFamily="49" charset="-128"/>
                <a:cs typeface="Times New Roman" panose="02020603050405020304" pitchFamily="18" charset="0"/>
              </a:rPr>
              <a:t>2NaHCO₃ (s) → </a:t>
            </a:r>
            <a:r>
              <a:rPr lang="en-US" dirty="0" err="1">
                <a:effectLst/>
                <a:latin typeface="Cambria" panose="02040503050406030204" pitchFamily="18" charset="0"/>
                <a:ea typeface="MS Mincho" panose="02020609040205080304" pitchFamily="49" charset="-128"/>
                <a:cs typeface="Times New Roman" panose="02020603050405020304" pitchFamily="18" charset="0"/>
              </a:rPr>
              <a:t>Na₂CO</a:t>
            </a:r>
            <a:r>
              <a:rPr lang="en-US" dirty="0">
                <a:effectLst/>
                <a:latin typeface="Cambria" panose="02040503050406030204" pitchFamily="18" charset="0"/>
                <a:ea typeface="MS Mincho" panose="02020609040205080304" pitchFamily="49" charset="-128"/>
                <a:cs typeface="Times New Roman" panose="02020603050405020304" pitchFamily="18" charset="0"/>
              </a:rPr>
              <a:t>₃ (s) + H₂O (g) + CO₂ (g)</a:t>
            </a:r>
            <a:endParaRPr lang="es-BO"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
        <p:nvSpPr>
          <p:cNvPr id="3" name="CuadroTexto 2">
            <a:extLst>
              <a:ext uri="{FF2B5EF4-FFF2-40B4-BE49-F238E27FC236}">
                <a16:creationId xmlns:a16="http://schemas.microsoft.com/office/drawing/2014/main" id="{F7875A78-D7DD-6E5E-D6EC-3C53580D5A91}"/>
              </a:ext>
            </a:extLst>
          </p:cNvPr>
          <p:cNvSpPr txBox="1"/>
          <p:nvPr/>
        </p:nvSpPr>
        <p:spPr>
          <a:xfrm>
            <a:off x="6400802" y="1427826"/>
            <a:ext cx="5143500" cy="4712572"/>
          </a:xfrm>
          <a:prstGeom prst="rect">
            <a:avLst/>
          </a:prstGeom>
          <a:noFill/>
        </p:spPr>
        <p:txBody>
          <a:bodyPr wrap="square" rtlCol="0">
            <a:spAutoFit/>
          </a:bodyPr>
          <a:lstStyle/>
          <a:p>
            <a:pPr>
              <a:lnSpc>
                <a:spcPct val="115000"/>
              </a:lnSpc>
              <a:spcBef>
                <a:spcPts val="1000"/>
              </a:spcBef>
            </a:pPr>
            <a:r>
              <a:rPr lang="en-US" sz="2800" b="1" u="sng" dirty="0" err="1">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rPr>
              <a:t>Cuestionario</a:t>
            </a:r>
            <a:endParaRPr lang="es-BO" sz="2800" b="1" u="sng" dirty="0">
              <a:effectLst>
                <a:outerShdw blurRad="38100" dist="38100" dir="2700000" algn="tl">
                  <a:srgbClr val="000000">
                    <a:alpha val="43137"/>
                  </a:srgbClr>
                </a:outerShdw>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1.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Qué</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gas se libera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durante</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la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descomposición</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del bicarbonato?</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Dióxido</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carbono</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(CO₂).</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b="1" dirty="0">
                <a:effectLst/>
                <a:latin typeface="Cambria" panose="02040503050406030204" pitchFamily="18" charset="0"/>
                <a:ea typeface="MS Mincho" panose="02020609040205080304" pitchFamily="49" charset="-128"/>
                <a:cs typeface="Times New Roman" panose="02020603050405020304" pitchFamily="18" charset="0"/>
              </a:rPr>
              <a:t>2. ¿Por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qué</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la masa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parece</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disminuir</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después</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calentar</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Porque</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parte</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de la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materia</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se libera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en</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forma de gas.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b="1" dirty="0">
                <a:effectLst/>
                <a:latin typeface="Cambria" panose="02040503050406030204" pitchFamily="18" charset="0"/>
                <a:ea typeface="MS Mincho" panose="02020609040205080304" pitchFamily="49" charset="-128"/>
                <a:cs typeface="Times New Roman" panose="02020603050405020304" pitchFamily="18" charset="0"/>
              </a:rPr>
              <a:t>3. ¿Se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cumple</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la Ley de </a:t>
            </a:r>
            <a:r>
              <a:rPr lang="en-US" sz="1800" b="1" dirty="0" err="1">
                <a:effectLst/>
                <a:latin typeface="Cambria" panose="02040503050406030204" pitchFamily="18" charset="0"/>
                <a:ea typeface="MS Mincho" panose="02020609040205080304" pitchFamily="49" charset="-128"/>
                <a:cs typeface="Times New Roman" panose="02020603050405020304" pitchFamily="18" charset="0"/>
              </a:rPr>
              <a:t>Conservación</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 de la Masa?</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Sí</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la masa total se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conserva</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si</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se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considera</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también</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gas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liberado</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a:t>
            </a:r>
            <a:endParaRPr lang="es-BO"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3187933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174AA5-61F8-6A57-84A3-3B2A1D50CA42}"/>
              </a:ext>
            </a:extLst>
          </p:cNvPr>
          <p:cNvSpPr txBox="1"/>
          <p:nvPr/>
        </p:nvSpPr>
        <p:spPr>
          <a:xfrm>
            <a:off x="2414587" y="206871"/>
            <a:ext cx="7362825" cy="1200329"/>
          </a:xfrm>
          <a:prstGeom prst="rect">
            <a:avLst/>
          </a:prstGeom>
          <a:noFill/>
        </p:spPr>
        <p:txBody>
          <a:bodyPr wrap="square" rtlCol="0">
            <a:spAutoFit/>
          </a:bodyPr>
          <a:lstStyle/>
          <a:p>
            <a:pPr algn="ctr"/>
            <a:r>
              <a:rPr lang="es-MX" sz="7200" dirty="0" err="1">
                <a:latin typeface="FLOTTA" panose="02000500000000000000" pitchFamily="2" charset="0"/>
              </a:rPr>
              <a:t>Conclusion</a:t>
            </a:r>
            <a:endParaRPr lang="es-MX" sz="7200" dirty="0">
              <a:latin typeface="FLOTTA" panose="02000500000000000000" pitchFamily="2" charset="0"/>
            </a:endParaRPr>
          </a:p>
        </p:txBody>
      </p:sp>
      <p:sp>
        <p:nvSpPr>
          <p:cNvPr id="3" name="CuadroTexto 2">
            <a:extLst>
              <a:ext uri="{FF2B5EF4-FFF2-40B4-BE49-F238E27FC236}">
                <a16:creationId xmlns:a16="http://schemas.microsoft.com/office/drawing/2014/main" id="{EB512FCE-E48A-807D-F59C-D7F9E6FF2AA9}"/>
              </a:ext>
            </a:extLst>
          </p:cNvPr>
          <p:cNvSpPr txBox="1"/>
          <p:nvPr/>
        </p:nvSpPr>
        <p:spPr>
          <a:xfrm>
            <a:off x="857250" y="2151727"/>
            <a:ext cx="10134600" cy="2964914"/>
          </a:xfrm>
          <a:prstGeom prst="rect">
            <a:avLst/>
          </a:prstGeom>
          <a:noFill/>
        </p:spPr>
        <p:txBody>
          <a:bodyPr wrap="square" rtlCol="0">
            <a:spAutoFit/>
          </a:bodyPr>
          <a:lstStyle/>
          <a:p>
            <a:pPr>
              <a:lnSpc>
                <a:spcPct val="115000"/>
              </a:lnSpc>
              <a:spcBef>
                <a:spcPts val="1000"/>
              </a:spcBef>
            </a:pPr>
            <a:endParaRPr lang="es-BO" sz="24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El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experimento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demuestra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que la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materia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no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desaparece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solo cambia de forma.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Aunque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el</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sólido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pesa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menos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después</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calentar</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la masa total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sólido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 gases)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sigue</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siendo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la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misma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Por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eso</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se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confirma</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la Ley de </a:t>
            </a:r>
            <a:r>
              <a:rPr lang="en-US" sz="2400" dirty="0" err="1">
                <a:effectLst/>
                <a:latin typeface="Cambria" panose="02040503050406030204" pitchFamily="18" charset="0"/>
                <a:ea typeface="MS Mincho" panose="02020609040205080304" pitchFamily="49" charset="-128"/>
                <a:cs typeface="Times New Roman" panose="02020603050405020304" pitchFamily="18" charset="0"/>
              </a:rPr>
              <a:t>Conservación</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 de la Masa.</a:t>
            </a:r>
            <a:endParaRPr lang="es-BO" sz="24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358011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76F5775-B9A3-5587-31A6-5343B6B2F94E}"/>
              </a:ext>
            </a:extLst>
          </p:cNvPr>
          <p:cNvSpPr txBox="1"/>
          <p:nvPr/>
        </p:nvSpPr>
        <p:spPr>
          <a:xfrm>
            <a:off x="2414587" y="683121"/>
            <a:ext cx="7362825" cy="1015663"/>
          </a:xfrm>
          <a:prstGeom prst="rect">
            <a:avLst/>
          </a:prstGeom>
          <a:noFill/>
        </p:spPr>
        <p:txBody>
          <a:bodyPr wrap="square" rtlCol="0">
            <a:spAutoFit/>
          </a:bodyPr>
          <a:lstStyle/>
          <a:p>
            <a:pPr algn="ctr"/>
            <a:r>
              <a:rPr lang="es-MX" sz="6000" dirty="0" err="1">
                <a:latin typeface="FLOTTA" panose="02000500000000000000" pitchFamily="2" charset="0"/>
              </a:rPr>
              <a:t>Bibliografia</a:t>
            </a:r>
            <a:endParaRPr lang="es-MX" sz="6000" dirty="0">
              <a:latin typeface="FLOTTA" panose="02000500000000000000" pitchFamily="2" charset="0"/>
            </a:endParaRPr>
          </a:p>
        </p:txBody>
      </p:sp>
      <p:sp>
        <p:nvSpPr>
          <p:cNvPr id="3" name="CuadroTexto 2">
            <a:extLst>
              <a:ext uri="{FF2B5EF4-FFF2-40B4-BE49-F238E27FC236}">
                <a16:creationId xmlns:a16="http://schemas.microsoft.com/office/drawing/2014/main" id="{20CE6FE1-3732-8056-22FB-633E8664A8A8}"/>
              </a:ext>
            </a:extLst>
          </p:cNvPr>
          <p:cNvSpPr txBox="1"/>
          <p:nvPr/>
        </p:nvSpPr>
        <p:spPr>
          <a:xfrm>
            <a:off x="1028699" y="2536448"/>
            <a:ext cx="10134600" cy="2246769"/>
          </a:xfrm>
          <a:prstGeom prst="rect">
            <a:avLst/>
          </a:prstGeom>
          <a:noFill/>
        </p:spPr>
        <p:txBody>
          <a:bodyPr wrap="square" rtlCol="0">
            <a:spAutoFit/>
          </a:bodyPr>
          <a:lstStyle/>
          <a:p>
            <a:r>
              <a:rPr lang="en-US" sz="2800" dirty="0">
                <a:effectLst/>
                <a:latin typeface="Cambria" panose="02040503050406030204" pitchFamily="18" charset="0"/>
                <a:ea typeface="MS Mincho" panose="02020609040205080304" pitchFamily="49" charset="-128"/>
                <a:cs typeface="Times New Roman" panose="02020603050405020304" pitchFamily="18" charset="0"/>
              </a:rPr>
              <a:t>- Chang, R. (2007). </a:t>
            </a:r>
            <a:r>
              <a:rPr lang="en-US" sz="2800" dirty="0" err="1">
                <a:effectLst/>
                <a:latin typeface="Cambria" panose="02040503050406030204" pitchFamily="18" charset="0"/>
                <a:ea typeface="MS Mincho" panose="02020609040205080304" pitchFamily="49" charset="-128"/>
                <a:cs typeface="Times New Roman" panose="02020603050405020304" pitchFamily="18" charset="0"/>
              </a:rPr>
              <a:t>Química</a:t>
            </a:r>
            <a:r>
              <a:rPr lang="en-US" sz="2800" dirty="0">
                <a:effectLst/>
                <a:latin typeface="Cambria" panose="02040503050406030204" pitchFamily="18" charset="0"/>
                <a:ea typeface="MS Mincho" panose="02020609040205080304" pitchFamily="49" charset="-128"/>
                <a:cs typeface="Times New Roman" panose="02020603050405020304" pitchFamily="18" charset="0"/>
              </a:rPr>
              <a:t>. McGraw-Hill.</a:t>
            </a:r>
            <a:br>
              <a:rPr lang="en-US" sz="2800" dirty="0">
                <a:effectLst/>
                <a:latin typeface="Cambria" panose="02040503050406030204" pitchFamily="18" charset="0"/>
                <a:ea typeface="MS Mincho" panose="02020609040205080304" pitchFamily="49" charset="-128"/>
                <a:cs typeface="Times New Roman" panose="02020603050405020304" pitchFamily="18" charset="0"/>
              </a:rPr>
            </a:br>
            <a:r>
              <a:rPr lang="en-US" sz="2800" dirty="0">
                <a:effectLst/>
                <a:latin typeface="Cambria" panose="02040503050406030204" pitchFamily="18" charset="0"/>
                <a:ea typeface="MS Mincho" panose="02020609040205080304" pitchFamily="49" charset="-128"/>
                <a:cs typeface="Times New Roman" panose="02020603050405020304" pitchFamily="18" charset="0"/>
              </a:rPr>
              <a:t>- Wikipedia: “Bicarbonato de sodio”.</a:t>
            </a:r>
            <a:br>
              <a:rPr lang="en-US" sz="2800" dirty="0">
                <a:effectLst/>
                <a:latin typeface="Cambria" panose="02040503050406030204" pitchFamily="18" charset="0"/>
                <a:ea typeface="MS Mincho" panose="02020609040205080304" pitchFamily="49" charset="-128"/>
                <a:cs typeface="Times New Roman" panose="02020603050405020304" pitchFamily="18" charset="0"/>
              </a:rPr>
            </a:br>
            <a:r>
              <a:rPr lang="en-US" sz="2800" dirty="0">
                <a:effectLst/>
                <a:latin typeface="Cambria" panose="02040503050406030204" pitchFamily="18" charset="0"/>
                <a:ea typeface="MS Mincho" panose="02020609040205080304" pitchFamily="49" charset="-128"/>
                <a:cs typeface="Times New Roman" panose="02020603050405020304" pitchFamily="18" charset="0"/>
              </a:rPr>
              <a:t>- Khan Academy: “Ley de </a:t>
            </a:r>
            <a:r>
              <a:rPr lang="en-US" sz="2800" dirty="0" err="1">
                <a:effectLst/>
                <a:latin typeface="Cambria" panose="02040503050406030204" pitchFamily="18" charset="0"/>
                <a:ea typeface="MS Mincho" panose="02020609040205080304" pitchFamily="49" charset="-128"/>
                <a:cs typeface="Times New Roman" panose="02020603050405020304" pitchFamily="18" charset="0"/>
              </a:rPr>
              <a:t>Conservación</a:t>
            </a:r>
            <a:r>
              <a:rPr lang="en-US" sz="2800" dirty="0">
                <a:effectLst/>
                <a:latin typeface="Cambria" panose="02040503050406030204" pitchFamily="18" charset="0"/>
                <a:ea typeface="MS Mincho" panose="02020609040205080304" pitchFamily="49" charset="-128"/>
                <a:cs typeface="Times New Roman" panose="02020603050405020304" pitchFamily="18" charset="0"/>
              </a:rPr>
              <a:t> de la Masa”.</a:t>
            </a:r>
            <a:endParaRPr lang="es-BO" sz="2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BO" sz="24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3200" dirty="0">
              <a:latin typeface="Createland" panose="02000500000000000000" pitchFamily="50" charset="0"/>
              <a:ea typeface="Bubbled" panose="02000603000000000000" pitchFamily="2" charset="0"/>
            </a:endParaRPr>
          </a:p>
        </p:txBody>
      </p:sp>
    </p:spTree>
    <p:extLst>
      <p:ext uri="{BB962C8B-B14F-4D97-AF65-F5344CB8AC3E}">
        <p14:creationId xmlns:p14="http://schemas.microsoft.com/office/powerpoint/2010/main" val="134970485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TotalTime>
  <Words>501</Words>
  <Application>Microsoft Office PowerPoint</Application>
  <PresentationFormat>Panorámica</PresentationFormat>
  <Paragraphs>24</Paragraphs>
  <Slides>8</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8</vt:i4>
      </vt:variant>
    </vt:vector>
  </HeadingPairs>
  <TitlesOfParts>
    <vt:vector size="17" baseType="lpstr">
      <vt:lpstr>Arial</vt:lpstr>
      <vt:lpstr>Calibri</vt:lpstr>
      <vt:lpstr>Calibri Light</vt:lpstr>
      <vt:lpstr>Cambria</vt:lpstr>
      <vt:lpstr>Createland</vt:lpstr>
      <vt:lpstr>DK Millefeuille</vt:lpstr>
      <vt:lpstr>FLOTTA</vt:lpstr>
      <vt:lpstr>lazer84</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Dominguez Azamar Daniel</dc:creator>
  <cp:lastModifiedBy>Usuario</cp:lastModifiedBy>
  <cp:revision>20</cp:revision>
  <dcterms:created xsi:type="dcterms:W3CDTF">2022-07-01T23:28:22Z</dcterms:created>
  <dcterms:modified xsi:type="dcterms:W3CDTF">2025-10-28T02:18:29Z</dcterms:modified>
</cp:coreProperties>
</file>